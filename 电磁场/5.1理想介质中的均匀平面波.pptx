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5.xml" ContentType="application/vnd.openxmlformats-officedocument.presentationml.notesSlide+xml"/>
  <Override PartName="/ppt/tags/tag4.xml" ContentType="application/vnd.openxmlformats-officedocument.presentationml.tags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14.xml" ContentType="application/vnd.openxmlformats-officedocument.presentationml.notesSlide+xml"/>
  <Override PartName="/ppt/tags/tag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handoutMasterIdLst>
    <p:handoutMasterId r:id="rId24"/>
  </p:handoutMasterIdLst>
  <p:sldIdLst>
    <p:sldId id="470" r:id="rId2"/>
    <p:sldId id="640" r:id="rId3"/>
    <p:sldId id="639" r:id="rId4"/>
    <p:sldId id="474" r:id="rId5"/>
    <p:sldId id="619" r:id="rId6"/>
    <p:sldId id="582" r:id="rId7"/>
    <p:sldId id="475" r:id="rId8"/>
    <p:sldId id="583" r:id="rId9"/>
    <p:sldId id="550" r:id="rId10"/>
    <p:sldId id="643" r:id="rId11"/>
    <p:sldId id="480" r:id="rId12"/>
    <p:sldId id="566" r:id="rId13"/>
    <p:sldId id="565" r:id="rId14"/>
    <p:sldId id="489" r:id="rId15"/>
    <p:sldId id="567" r:id="rId16"/>
    <p:sldId id="644" r:id="rId17"/>
    <p:sldId id="587" r:id="rId18"/>
    <p:sldId id="554" r:id="rId19"/>
    <p:sldId id="490" r:id="rId20"/>
    <p:sldId id="586" r:id="rId21"/>
    <p:sldId id="635" r:id="rId22"/>
  </p:sldIdLst>
  <p:sldSz cx="9144000" cy="6858000" type="screen4x3"/>
  <p:notesSz cx="6858000" cy="9144000"/>
  <p:custDataLst>
    <p:tags r:id="rId25"/>
  </p:custDataLst>
  <p:defaultTextStyle>
    <a:defPPr>
      <a:defRPr lang="zh-CN"/>
    </a:defPPr>
    <a:lvl1pPr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Times New Roman" panose="02020603050405020304" pitchFamily="18" charset="0"/>
        <a:ea typeface="楷体_GB2312" pitchFamily="49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1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9933"/>
    <a:srgbClr val="FF7C80"/>
    <a:srgbClr val="FF00FF"/>
    <a:srgbClr val="FF5757"/>
    <a:srgbClr val="66FF66"/>
    <a:srgbClr val="B1FFB1"/>
    <a:srgbClr val="4BD0FF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227" autoAdjust="0"/>
  </p:normalViewPr>
  <p:slideViewPr>
    <p:cSldViewPr>
      <p:cViewPr varScale="1">
        <p:scale>
          <a:sx n="80" d="100"/>
          <a:sy n="80" d="100"/>
        </p:scale>
        <p:origin x="864" y="120"/>
      </p:cViewPr>
      <p:guideLst>
        <p:guide orient="horz" pos="2159"/>
        <p:guide pos="281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02" name="Rectangle 2">
            <a:extLst>
              <a:ext uri="{FF2B5EF4-FFF2-40B4-BE49-F238E27FC236}">
                <a16:creationId xmlns:a16="http://schemas.microsoft.com/office/drawing/2014/main" id="{34E7D2F8-53A5-DBDB-BB65-DB6174CF9AB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3" name="Rectangle 3">
            <a:extLst>
              <a:ext uri="{FF2B5EF4-FFF2-40B4-BE49-F238E27FC236}">
                <a16:creationId xmlns:a16="http://schemas.microsoft.com/office/drawing/2014/main" id="{3315052E-701C-D693-457F-25F752157A9A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E2A6CB71-005D-4B18-A306-6E603DF673B0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153604" name="Rectangle 4">
            <a:extLst>
              <a:ext uri="{FF2B5EF4-FFF2-40B4-BE49-F238E27FC236}">
                <a16:creationId xmlns:a16="http://schemas.microsoft.com/office/drawing/2014/main" id="{10ED10EF-D7C5-F9B6-E0A7-8CF56DDC138C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3605" name="Rectangle 5">
            <a:extLst>
              <a:ext uri="{FF2B5EF4-FFF2-40B4-BE49-F238E27FC236}">
                <a16:creationId xmlns:a16="http://schemas.microsoft.com/office/drawing/2014/main" id="{FD0E4026-A420-8D2B-A5F9-41DEE0D2DD65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06BC7B1-9309-4674-A5F2-63C1C758AD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Rectangle 2">
            <a:extLst>
              <a:ext uri="{FF2B5EF4-FFF2-40B4-BE49-F238E27FC236}">
                <a16:creationId xmlns:a16="http://schemas.microsoft.com/office/drawing/2014/main" id="{4F7B6B99-A5F6-F5B1-A43C-C924507591D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1" name="Rectangle 3">
            <a:extLst>
              <a:ext uri="{FF2B5EF4-FFF2-40B4-BE49-F238E27FC236}">
                <a16:creationId xmlns:a16="http://schemas.microsoft.com/office/drawing/2014/main" id="{D3A00C93-181F-AC7D-1EDB-0A5B78205CE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D96305FE-F32D-4E82-9988-A92EDDA623DA}" type="datetime1">
              <a:rPr lang="zh-CN" altLang="en-US"/>
              <a:pPr>
                <a:defRPr/>
              </a:pPr>
              <a:t>2025/12/26</a:t>
            </a:fld>
            <a:endParaRPr lang="en-US" altLang="zh-CN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EC850D5B-F9B9-661F-CAFC-80659F33FB40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55653" name="Rectangle 5">
            <a:extLst>
              <a:ext uri="{FF2B5EF4-FFF2-40B4-BE49-F238E27FC236}">
                <a16:creationId xmlns:a16="http://schemas.microsoft.com/office/drawing/2014/main" id="{5455B744-EF74-7390-70D3-8FBDF9A28CDE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155654" name="Rectangle 6">
            <a:extLst>
              <a:ext uri="{FF2B5EF4-FFF2-40B4-BE49-F238E27FC236}">
                <a16:creationId xmlns:a16="http://schemas.microsoft.com/office/drawing/2014/main" id="{55C15A9C-3714-FFA9-CFE3-56691FE06F89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eaLnBrk="1" hangingPunct="1">
              <a:spcBef>
                <a:spcPct val="0"/>
              </a:spcBef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r>
              <a:rPr lang="en-US" altLang="zh-CN"/>
              <a:t>第一课</a:t>
            </a:r>
          </a:p>
        </p:txBody>
      </p:sp>
      <p:sp>
        <p:nvSpPr>
          <p:cNvPr id="155655" name="Rectangle 7">
            <a:extLst>
              <a:ext uri="{FF2B5EF4-FFF2-40B4-BE49-F238E27FC236}">
                <a16:creationId xmlns:a16="http://schemas.microsoft.com/office/drawing/2014/main" id="{A1E6A4CE-265D-1358-7777-FCBB9A5DC37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21CBC6CA-D69F-4DF3-88EB-E706356EB816}" type="slidenum">
              <a:rPr lang="en-US" altLang="zh-CN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1" name="Rectangle 2">
            <a:extLst>
              <a:ext uri="{FF2B5EF4-FFF2-40B4-BE49-F238E27FC236}">
                <a16:creationId xmlns:a16="http://schemas.microsoft.com/office/drawing/2014/main" id="{B9705CBB-0F17-066C-1FA3-0938CC0C0D5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122" name="Rectangle 3">
            <a:extLst>
              <a:ext uri="{FF2B5EF4-FFF2-40B4-BE49-F238E27FC236}">
                <a16:creationId xmlns:a16="http://schemas.microsoft.com/office/drawing/2014/main" id="{CC7C1A33-089B-34ED-C1C9-F805C37F9D3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F5EF3BAF-DF7D-407E-A47D-147FF3315174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5123" name="Rectangle 6">
            <a:extLst>
              <a:ext uri="{FF2B5EF4-FFF2-40B4-BE49-F238E27FC236}">
                <a16:creationId xmlns:a16="http://schemas.microsoft.com/office/drawing/2014/main" id="{7B11D7E7-B593-07F6-FA71-60FAC68E8E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5124" name="Rectangle 7">
            <a:extLst>
              <a:ext uri="{FF2B5EF4-FFF2-40B4-BE49-F238E27FC236}">
                <a16:creationId xmlns:a16="http://schemas.microsoft.com/office/drawing/2014/main" id="{3E4BD764-E88F-A4C8-D1AA-BB80B36A9F5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0500AEA2-85D9-429F-85EF-D71C634ED6B0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5125" name="Rectangle 2">
            <a:extLst>
              <a:ext uri="{FF2B5EF4-FFF2-40B4-BE49-F238E27FC236}">
                <a16:creationId xmlns:a16="http://schemas.microsoft.com/office/drawing/2014/main" id="{22FA58C2-426E-71D8-2F93-2C149BE14F38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5126" name="Rectangle 3">
            <a:extLst>
              <a:ext uri="{FF2B5EF4-FFF2-40B4-BE49-F238E27FC236}">
                <a16:creationId xmlns:a16="http://schemas.microsoft.com/office/drawing/2014/main" id="{8E8A906B-409F-2B4E-57CD-FCB3E5F6C3B7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b="1">
              <a:solidFill>
                <a:srgbClr val="000066"/>
              </a:solidFill>
            </a:endParaRPr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Rectangle 2">
            <a:extLst>
              <a:ext uri="{FF2B5EF4-FFF2-40B4-BE49-F238E27FC236}">
                <a16:creationId xmlns:a16="http://schemas.microsoft.com/office/drawing/2014/main" id="{A335AA78-C2C9-38CE-4D07-46D594299795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7170" name="Rectangle 3">
            <a:extLst>
              <a:ext uri="{FF2B5EF4-FFF2-40B4-BE49-F238E27FC236}">
                <a16:creationId xmlns:a16="http://schemas.microsoft.com/office/drawing/2014/main" id="{8E501A2D-5305-790D-20B3-FB6ADDF32E6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F14BD5EB-0A8E-4657-8E1F-80E688BFEA6E}" type="datetime1">
              <a:rPr lang="zh-CN" altLang="en-US" sz="12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2025/12/26</a:t>
            </a:fld>
            <a:endParaRPr lang="zh-CN" altLang="en-US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1" name="Rectangle 6">
            <a:extLst>
              <a:ext uri="{FF2B5EF4-FFF2-40B4-BE49-F238E27FC236}">
                <a16:creationId xmlns:a16="http://schemas.microsoft.com/office/drawing/2014/main" id="{0B4E6A70-54CD-9548-960A-180FDB2D8DD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7172" name="Rectangle 7">
            <a:extLst>
              <a:ext uri="{FF2B5EF4-FFF2-40B4-BE49-F238E27FC236}">
                <a16:creationId xmlns:a16="http://schemas.microsoft.com/office/drawing/2014/main" id="{A8A58F22-E065-9DB9-67FA-60809873F42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fld id="{507ACEB7-7FBD-47CA-BA77-D04873BF806C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2</a:t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7173" name="Rectangle 2">
            <a:extLst>
              <a:ext uri="{FF2B5EF4-FFF2-40B4-BE49-F238E27FC236}">
                <a16:creationId xmlns:a16="http://schemas.microsoft.com/office/drawing/2014/main" id="{4489E541-5AC0-DDED-46C5-11B4B79EFDF6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7174" name="Rectangle 3">
            <a:extLst>
              <a:ext uri="{FF2B5EF4-FFF2-40B4-BE49-F238E27FC236}">
                <a16:creationId xmlns:a16="http://schemas.microsoft.com/office/drawing/2014/main" id="{0608B2E1-36DB-62B6-5BD1-D46E6433365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b="1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7" name="Rectangle 2">
            <a:extLst>
              <a:ext uri="{FF2B5EF4-FFF2-40B4-BE49-F238E27FC236}">
                <a16:creationId xmlns:a16="http://schemas.microsoft.com/office/drawing/2014/main" id="{A5DCB1C3-B44D-8F13-EF90-66EEFF5CD4EB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218" name="Rectangle 3">
            <a:extLst>
              <a:ext uri="{FF2B5EF4-FFF2-40B4-BE49-F238E27FC236}">
                <a16:creationId xmlns:a16="http://schemas.microsoft.com/office/drawing/2014/main" id="{E350A457-A2FF-D9FA-D679-40FF93A702DE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2DFEBB9A-AE73-49CC-B7AF-062837A7B1C4}" type="datetime1">
              <a:rPr lang="zh-CN" altLang="en-US" sz="12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2025/12/26</a:t>
            </a:fld>
            <a:endParaRPr lang="zh-CN" altLang="en-US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19" name="Rectangle 6">
            <a:extLst>
              <a:ext uri="{FF2B5EF4-FFF2-40B4-BE49-F238E27FC236}">
                <a16:creationId xmlns:a16="http://schemas.microsoft.com/office/drawing/2014/main" id="{8C546870-7360-D800-2836-E67FAB30E3CF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r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t>第一课</a:t>
            </a:r>
          </a:p>
        </p:txBody>
      </p:sp>
      <p:sp>
        <p:nvSpPr>
          <p:cNvPr id="9220" name="Rectangle 7">
            <a:extLst>
              <a:ext uri="{FF2B5EF4-FFF2-40B4-BE49-F238E27FC236}">
                <a16:creationId xmlns:a16="http://schemas.microsoft.com/office/drawing/2014/main" id="{C1C570B4-E512-992B-E4FE-F952839994D9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b"/>
          <a:lstStyle/>
          <a:p>
            <a:pPr algn="r"/>
            <a:fld id="{44316955-DB67-44CC-BE0A-F1F535931EB4}" type="slidenum">
              <a:rPr lang="en-US" altLang="zh-CN" sz="12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3</a:t>
            </a:fld>
            <a:endParaRPr lang="en-US" altLang="zh-CN" sz="12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Rectangle 2">
            <a:extLst>
              <a:ext uri="{FF2B5EF4-FFF2-40B4-BE49-F238E27FC236}">
                <a16:creationId xmlns:a16="http://schemas.microsoft.com/office/drawing/2014/main" id="{1E1E468F-94F8-E84B-F772-2CEFB1575DF1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9222" name="Rectangle 3">
            <a:extLst>
              <a:ext uri="{FF2B5EF4-FFF2-40B4-BE49-F238E27FC236}">
                <a16:creationId xmlns:a16="http://schemas.microsoft.com/office/drawing/2014/main" id="{34753DE8-60C9-921F-048E-3E4C6A6CFEC4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b="1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Rectangle 2">
            <a:extLst>
              <a:ext uri="{FF2B5EF4-FFF2-40B4-BE49-F238E27FC236}">
                <a16:creationId xmlns:a16="http://schemas.microsoft.com/office/drawing/2014/main" id="{C1203E12-E012-D92B-1ECC-1D13F2E6519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11266" name="Rectangle 3">
            <a:extLst>
              <a:ext uri="{FF2B5EF4-FFF2-40B4-BE49-F238E27FC236}">
                <a16:creationId xmlns:a16="http://schemas.microsoft.com/office/drawing/2014/main" id="{3208DA61-7DB5-9691-3E84-88CEBDD3BF10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D509D7B8-44D1-4F0A-AA12-A5907CEABA66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11267" name="Rectangle 6">
            <a:extLst>
              <a:ext uri="{FF2B5EF4-FFF2-40B4-BE49-F238E27FC236}">
                <a16:creationId xmlns:a16="http://schemas.microsoft.com/office/drawing/2014/main" id="{BC0C2EB6-8C10-6A7C-1220-9CB4A0749D6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11268" name="Rectangle 7">
            <a:extLst>
              <a:ext uri="{FF2B5EF4-FFF2-40B4-BE49-F238E27FC236}">
                <a16:creationId xmlns:a16="http://schemas.microsoft.com/office/drawing/2014/main" id="{A234F084-DE54-BCBD-A819-9A0F929F3F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91AD7CF-F2DD-470B-9A04-75F6D212EFE1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1269" name="Rectangle 2">
            <a:extLst>
              <a:ext uri="{FF2B5EF4-FFF2-40B4-BE49-F238E27FC236}">
                <a16:creationId xmlns:a16="http://schemas.microsoft.com/office/drawing/2014/main" id="{7903E759-16E6-8673-C0C8-C2B1DD62781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1270" name="Rectangle 3">
            <a:extLst>
              <a:ext uri="{FF2B5EF4-FFF2-40B4-BE49-F238E27FC236}">
                <a16:creationId xmlns:a16="http://schemas.microsoft.com/office/drawing/2014/main" id="{5EDD2F54-87E1-C2D5-A7C8-68A33F25B82E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b="1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Rectangle 2">
            <a:extLst>
              <a:ext uri="{FF2B5EF4-FFF2-40B4-BE49-F238E27FC236}">
                <a16:creationId xmlns:a16="http://schemas.microsoft.com/office/drawing/2014/main" id="{E3445DDA-1E3F-DC29-9CED-AD5074A923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13314" name="Rectangle 3">
            <a:extLst>
              <a:ext uri="{FF2B5EF4-FFF2-40B4-BE49-F238E27FC236}">
                <a16:creationId xmlns:a16="http://schemas.microsoft.com/office/drawing/2014/main" id="{12A6C29A-E739-4F97-56B5-9FC7EDA80BE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2BC43373-0168-4FD1-BDAC-41EC430AFC81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13315" name="Rectangle 6">
            <a:extLst>
              <a:ext uri="{FF2B5EF4-FFF2-40B4-BE49-F238E27FC236}">
                <a16:creationId xmlns:a16="http://schemas.microsoft.com/office/drawing/2014/main" id="{4133CF2B-143B-7D6F-8BB2-5EBB64DBF8F4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13316" name="Rectangle 7">
            <a:extLst>
              <a:ext uri="{FF2B5EF4-FFF2-40B4-BE49-F238E27FC236}">
                <a16:creationId xmlns:a16="http://schemas.microsoft.com/office/drawing/2014/main" id="{02D64ED5-DC57-C628-4926-FFDCBFE2879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A476833-2F6E-4453-9AC1-7A3DCA75A846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3317" name="Rectangle 2">
            <a:extLst>
              <a:ext uri="{FF2B5EF4-FFF2-40B4-BE49-F238E27FC236}">
                <a16:creationId xmlns:a16="http://schemas.microsoft.com/office/drawing/2014/main" id="{EC7D2CD8-CE4D-068C-82C4-FA3151E1C43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3318" name="Rectangle 3">
            <a:extLst>
              <a:ext uri="{FF2B5EF4-FFF2-40B4-BE49-F238E27FC236}">
                <a16:creationId xmlns:a16="http://schemas.microsoft.com/office/drawing/2014/main" id="{F9F1CA44-611A-408C-EBCD-6D0CF1FE30A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Rectangle 2">
            <a:extLst>
              <a:ext uri="{FF2B5EF4-FFF2-40B4-BE49-F238E27FC236}">
                <a16:creationId xmlns:a16="http://schemas.microsoft.com/office/drawing/2014/main" id="{4223CF21-CBF3-A64C-CBC7-75EAE128EC5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16386" name="Rectangle 3">
            <a:extLst>
              <a:ext uri="{FF2B5EF4-FFF2-40B4-BE49-F238E27FC236}">
                <a16:creationId xmlns:a16="http://schemas.microsoft.com/office/drawing/2014/main" id="{D41BD813-0D8E-CFBC-FEB5-E8F96CF7686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CE5EBF94-E886-4E72-ADE1-F65BD7FC1CC5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16387" name="Rectangle 6">
            <a:extLst>
              <a:ext uri="{FF2B5EF4-FFF2-40B4-BE49-F238E27FC236}">
                <a16:creationId xmlns:a16="http://schemas.microsoft.com/office/drawing/2014/main" id="{2549B37D-070F-8D81-DBDB-DB7520CC596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16388" name="Rectangle 7">
            <a:extLst>
              <a:ext uri="{FF2B5EF4-FFF2-40B4-BE49-F238E27FC236}">
                <a16:creationId xmlns:a16="http://schemas.microsoft.com/office/drawing/2014/main" id="{0935C4E7-EF2E-66AB-8211-E9463236709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780FCA7D-CE34-41F5-8FF6-D1A134EA4828}" type="slidenum">
              <a:rPr lang="en-US" altLang="zh-CN"/>
              <a:pPr/>
              <a:t>7</a:t>
            </a:fld>
            <a:endParaRPr lang="en-US" altLang="zh-CN"/>
          </a:p>
        </p:txBody>
      </p:sp>
      <p:sp>
        <p:nvSpPr>
          <p:cNvPr id="16389" name="Rectangle 2">
            <a:extLst>
              <a:ext uri="{FF2B5EF4-FFF2-40B4-BE49-F238E27FC236}">
                <a16:creationId xmlns:a16="http://schemas.microsoft.com/office/drawing/2014/main" id="{25328215-FAFC-8839-563C-507CF89E238A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6390" name="Rectangle 3">
            <a:extLst>
              <a:ext uri="{FF2B5EF4-FFF2-40B4-BE49-F238E27FC236}">
                <a16:creationId xmlns:a16="http://schemas.microsoft.com/office/drawing/2014/main" id="{C3E81F2A-9D65-7375-C0B6-ACA6F5F60712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Rectangle 2">
            <a:extLst>
              <a:ext uri="{FF2B5EF4-FFF2-40B4-BE49-F238E27FC236}">
                <a16:creationId xmlns:a16="http://schemas.microsoft.com/office/drawing/2014/main" id="{A928955D-E405-50D3-6D9A-2222E6568C4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18434" name="Rectangle 3">
            <a:extLst>
              <a:ext uri="{FF2B5EF4-FFF2-40B4-BE49-F238E27FC236}">
                <a16:creationId xmlns:a16="http://schemas.microsoft.com/office/drawing/2014/main" id="{EC4F3FAD-56CF-6E90-E595-9AA3546C20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E7C486D1-F2EB-4965-913C-BE5E6C88493D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18435" name="Rectangle 6">
            <a:extLst>
              <a:ext uri="{FF2B5EF4-FFF2-40B4-BE49-F238E27FC236}">
                <a16:creationId xmlns:a16="http://schemas.microsoft.com/office/drawing/2014/main" id="{213AEB06-D442-DB27-EE31-666860E0E83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18436" name="Rectangle 7">
            <a:extLst>
              <a:ext uri="{FF2B5EF4-FFF2-40B4-BE49-F238E27FC236}">
                <a16:creationId xmlns:a16="http://schemas.microsoft.com/office/drawing/2014/main" id="{3768315A-FE03-F1CC-60B9-92A62E800FD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5054AC8-C998-4550-88AE-89108844FCD7}" type="slidenum">
              <a:rPr lang="en-US" altLang="zh-CN"/>
              <a:pPr/>
              <a:t>8</a:t>
            </a:fld>
            <a:endParaRPr lang="en-US" altLang="zh-CN"/>
          </a:p>
        </p:txBody>
      </p:sp>
      <p:sp>
        <p:nvSpPr>
          <p:cNvPr id="18437" name="Rectangle 2">
            <a:extLst>
              <a:ext uri="{FF2B5EF4-FFF2-40B4-BE49-F238E27FC236}">
                <a16:creationId xmlns:a16="http://schemas.microsoft.com/office/drawing/2014/main" id="{F8DD7234-5305-4A7C-42F9-6514CB53C74E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18438" name="Rectangle 3">
            <a:extLst>
              <a:ext uri="{FF2B5EF4-FFF2-40B4-BE49-F238E27FC236}">
                <a16:creationId xmlns:a16="http://schemas.microsoft.com/office/drawing/2014/main" id="{BD370319-76E2-2D08-7851-049621E5BDBF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 b="1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Rectangle 2">
            <a:extLst>
              <a:ext uri="{FF2B5EF4-FFF2-40B4-BE49-F238E27FC236}">
                <a16:creationId xmlns:a16="http://schemas.microsoft.com/office/drawing/2014/main" id="{F077DF87-AF9D-A3FF-111F-F5CDE00CC460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0482" name="Rectangle 3">
            <a:extLst>
              <a:ext uri="{FF2B5EF4-FFF2-40B4-BE49-F238E27FC236}">
                <a16:creationId xmlns:a16="http://schemas.microsoft.com/office/drawing/2014/main" id="{8008560B-00D3-246D-BE7C-86700E0067A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6EAFB4D0-DAC6-4231-BCC8-5F15BB822599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20483" name="Rectangle 6">
            <a:extLst>
              <a:ext uri="{FF2B5EF4-FFF2-40B4-BE49-F238E27FC236}">
                <a16:creationId xmlns:a16="http://schemas.microsoft.com/office/drawing/2014/main" id="{2F75BDF7-531A-6949-76A1-FC4EBA8D514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0484" name="Rectangle 7">
            <a:extLst>
              <a:ext uri="{FF2B5EF4-FFF2-40B4-BE49-F238E27FC236}">
                <a16:creationId xmlns:a16="http://schemas.microsoft.com/office/drawing/2014/main" id="{CEECD191-0B85-3A0C-97AD-51F29740965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FF646271-C38A-4FCC-9513-48C6F34C10EB}" type="slidenum">
              <a:rPr lang="en-US" altLang="zh-CN"/>
              <a:pPr/>
              <a:t>9</a:t>
            </a:fld>
            <a:endParaRPr lang="en-US" altLang="zh-CN"/>
          </a:p>
        </p:txBody>
      </p:sp>
      <p:sp>
        <p:nvSpPr>
          <p:cNvPr id="20485" name="Rectangle 2">
            <a:extLst>
              <a:ext uri="{FF2B5EF4-FFF2-40B4-BE49-F238E27FC236}">
                <a16:creationId xmlns:a16="http://schemas.microsoft.com/office/drawing/2014/main" id="{F9177310-A24D-862B-BBCD-9C444D2D6FED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0486" name="Rectangle 3">
            <a:extLst>
              <a:ext uri="{FF2B5EF4-FFF2-40B4-BE49-F238E27FC236}">
                <a16:creationId xmlns:a16="http://schemas.microsoft.com/office/drawing/2014/main" id="{BF7AB606-2EC6-4CE5-B022-27EDBA5BA76B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Rectangle 2">
            <a:extLst>
              <a:ext uri="{FF2B5EF4-FFF2-40B4-BE49-F238E27FC236}">
                <a16:creationId xmlns:a16="http://schemas.microsoft.com/office/drawing/2014/main" id="{2CA46E00-D0E2-EA29-9AC5-986D84CE4FF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2530" name="Rectangle 3">
            <a:extLst>
              <a:ext uri="{FF2B5EF4-FFF2-40B4-BE49-F238E27FC236}">
                <a16:creationId xmlns:a16="http://schemas.microsoft.com/office/drawing/2014/main" id="{4616DBE8-6053-C6A6-6C43-49D4978E8A5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F03763F2-CA32-4125-BF39-E91385263356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22531" name="Rectangle 6">
            <a:extLst>
              <a:ext uri="{FF2B5EF4-FFF2-40B4-BE49-F238E27FC236}">
                <a16:creationId xmlns:a16="http://schemas.microsoft.com/office/drawing/2014/main" id="{35540073-B22A-D614-0963-077D8433A6E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2532" name="Rectangle 7">
            <a:extLst>
              <a:ext uri="{FF2B5EF4-FFF2-40B4-BE49-F238E27FC236}">
                <a16:creationId xmlns:a16="http://schemas.microsoft.com/office/drawing/2014/main" id="{591228FB-90CE-A1FC-6428-76A37AC241C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56427ED9-F923-4804-81DD-54B8827A333A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22533" name="Rectangle 2">
            <a:extLst>
              <a:ext uri="{FF2B5EF4-FFF2-40B4-BE49-F238E27FC236}">
                <a16:creationId xmlns:a16="http://schemas.microsoft.com/office/drawing/2014/main" id="{1011F4D7-0B3A-6718-D7B8-F856C9D0290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2534" name="Rectangle 3">
            <a:extLst>
              <a:ext uri="{FF2B5EF4-FFF2-40B4-BE49-F238E27FC236}">
                <a16:creationId xmlns:a16="http://schemas.microsoft.com/office/drawing/2014/main" id="{7C8F8683-F8FE-F4CC-7A2F-DB267429AD0D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Rectangle 2">
            <a:extLst>
              <a:ext uri="{FF2B5EF4-FFF2-40B4-BE49-F238E27FC236}">
                <a16:creationId xmlns:a16="http://schemas.microsoft.com/office/drawing/2014/main" id="{B39B6C00-7FAE-5A6F-24AD-296E505347B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4578" name="Rectangle 3">
            <a:extLst>
              <a:ext uri="{FF2B5EF4-FFF2-40B4-BE49-F238E27FC236}">
                <a16:creationId xmlns:a16="http://schemas.microsoft.com/office/drawing/2014/main" id="{C8458CF3-87AB-43D3-2DF2-39EEC8543E4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78F54253-9C12-4B06-8FBD-B763F75AC1D2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24579" name="Rectangle 6">
            <a:extLst>
              <a:ext uri="{FF2B5EF4-FFF2-40B4-BE49-F238E27FC236}">
                <a16:creationId xmlns:a16="http://schemas.microsoft.com/office/drawing/2014/main" id="{3FA1C905-4B5D-3D85-CAC2-69650943CC1F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4580" name="Rectangle 7">
            <a:extLst>
              <a:ext uri="{FF2B5EF4-FFF2-40B4-BE49-F238E27FC236}">
                <a16:creationId xmlns:a16="http://schemas.microsoft.com/office/drawing/2014/main" id="{DCE3D387-F1F0-8C77-C9D7-F7198A92E46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37144F70-2F8F-45D7-AFF3-3236A7616B33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24581" name="Rectangle 2">
            <a:extLst>
              <a:ext uri="{FF2B5EF4-FFF2-40B4-BE49-F238E27FC236}">
                <a16:creationId xmlns:a16="http://schemas.microsoft.com/office/drawing/2014/main" id="{D4F24018-1AF9-E4C5-B414-18F9175178C2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4582" name="Rectangle 3">
            <a:extLst>
              <a:ext uri="{FF2B5EF4-FFF2-40B4-BE49-F238E27FC236}">
                <a16:creationId xmlns:a16="http://schemas.microsoft.com/office/drawing/2014/main" id="{7B23D753-57D7-374D-7B47-69BFEC03C2E1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 b="1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Rectangle 2">
            <a:extLst>
              <a:ext uri="{FF2B5EF4-FFF2-40B4-BE49-F238E27FC236}">
                <a16:creationId xmlns:a16="http://schemas.microsoft.com/office/drawing/2014/main" id="{459A4572-838E-8FF1-73E6-81A30A2B8E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6626" name="Rectangle 3">
            <a:extLst>
              <a:ext uri="{FF2B5EF4-FFF2-40B4-BE49-F238E27FC236}">
                <a16:creationId xmlns:a16="http://schemas.microsoft.com/office/drawing/2014/main" id="{20040144-156F-9C4C-ECEB-52E087565D6F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FA505760-A6C8-4756-8059-07DF304259E9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26627" name="Rectangle 6">
            <a:extLst>
              <a:ext uri="{FF2B5EF4-FFF2-40B4-BE49-F238E27FC236}">
                <a16:creationId xmlns:a16="http://schemas.microsoft.com/office/drawing/2014/main" id="{C6483969-D523-79F7-6F78-2758D7CF7C1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6628" name="Rectangle 7">
            <a:extLst>
              <a:ext uri="{FF2B5EF4-FFF2-40B4-BE49-F238E27FC236}">
                <a16:creationId xmlns:a16="http://schemas.microsoft.com/office/drawing/2014/main" id="{1AA18309-E605-440E-A107-A3D8171AF09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8ABF62B5-9791-4F71-90E5-57C765125BC4}" type="slidenum">
              <a:rPr lang="en-US" altLang="zh-CN"/>
              <a:pPr/>
              <a:t>13</a:t>
            </a:fld>
            <a:endParaRPr lang="en-US" altLang="zh-CN"/>
          </a:p>
        </p:txBody>
      </p:sp>
      <p:sp>
        <p:nvSpPr>
          <p:cNvPr id="26629" name="Rectangle 2">
            <a:extLst>
              <a:ext uri="{FF2B5EF4-FFF2-40B4-BE49-F238E27FC236}">
                <a16:creationId xmlns:a16="http://schemas.microsoft.com/office/drawing/2014/main" id="{774B5ABD-943A-6485-A578-9346CE62D2B5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6630" name="Rectangle 3">
            <a:extLst>
              <a:ext uri="{FF2B5EF4-FFF2-40B4-BE49-F238E27FC236}">
                <a16:creationId xmlns:a16="http://schemas.microsoft.com/office/drawing/2014/main" id="{09381FA6-9686-2AEB-9EF0-6F3560EE8216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Rectangle 2">
            <a:extLst>
              <a:ext uri="{FF2B5EF4-FFF2-40B4-BE49-F238E27FC236}">
                <a16:creationId xmlns:a16="http://schemas.microsoft.com/office/drawing/2014/main" id="{11674040-0E83-8E1E-BDF9-4ACF5759A4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8674" name="Rectangle 3">
            <a:extLst>
              <a:ext uri="{FF2B5EF4-FFF2-40B4-BE49-F238E27FC236}">
                <a16:creationId xmlns:a16="http://schemas.microsoft.com/office/drawing/2014/main" id="{10179F57-5CCA-B6C2-37BB-F897BF9DFC1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6AFD3781-F98A-4088-BE25-5866033047FC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28675" name="Rectangle 6">
            <a:extLst>
              <a:ext uri="{FF2B5EF4-FFF2-40B4-BE49-F238E27FC236}">
                <a16:creationId xmlns:a16="http://schemas.microsoft.com/office/drawing/2014/main" id="{8E006794-F367-7BDD-740A-23B83D7246F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28676" name="Rectangle 7">
            <a:extLst>
              <a:ext uri="{FF2B5EF4-FFF2-40B4-BE49-F238E27FC236}">
                <a16:creationId xmlns:a16="http://schemas.microsoft.com/office/drawing/2014/main" id="{4C6708C0-4EE3-05E8-D39C-1A6FF4D3BDE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2F81193-B943-42D1-A170-5942FA6CEED1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28677" name="Rectangle 2">
            <a:extLst>
              <a:ext uri="{FF2B5EF4-FFF2-40B4-BE49-F238E27FC236}">
                <a16:creationId xmlns:a16="http://schemas.microsoft.com/office/drawing/2014/main" id="{4D0C3F5F-CFA3-FBCF-7714-EDFACD18B22C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28678" name="Rectangle 3">
            <a:extLst>
              <a:ext uri="{FF2B5EF4-FFF2-40B4-BE49-F238E27FC236}">
                <a16:creationId xmlns:a16="http://schemas.microsoft.com/office/drawing/2014/main" id="{A35F4319-479C-9A5D-701E-80603793556A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Rectangle 2">
            <a:extLst>
              <a:ext uri="{FF2B5EF4-FFF2-40B4-BE49-F238E27FC236}">
                <a16:creationId xmlns:a16="http://schemas.microsoft.com/office/drawing/2014/main" id="{6BAF20B9-D950-F174-D70C-1174F7B8788B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30722" name="Rectangle 3">
            <a:extLst>
              <a:ext uri="{FF2B5EF4-FFF2-40B4-BE49-F238E27FC236}">
                <a16:creationId xmlns:a16="http://schemas.microsoft.com/office/drawing/2014/main" id="{C363DF07-C16C-A3B2-EA49-1FB335C2C68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0370AFEF-163E-496F-9100-699A42510CB7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30723" name="Rectangle 6">
            <a:extLst>
              <a:ext uri="{FF2B5EF4-FFF2-40B4-BE49-F238E27FC236}">
                <a16:creationId xmlns:a16="http://schemas.microsoft.com/office/drawing/2014/main" id="{E6BB8F9C-C076-DF7D-A307-91F1B0F21DD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30724" name="Rectangle 7">
            <a:extLst>
              <a:ext uri="{FF2B5EF4-FFF2-40B4-BE49-F238E27FC236}">
                <a16:creationId xmlns:a16="http://schemas.microsoft.com/office/drawing/2014/main" id="{1BDFF213-2C7C-EE05-1369-D7920172673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D608F215-B1DA-4524-AA04-CFF01A7D2932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30725" name="Rectangle 2">
            <a:extLst>
              <a:ext uri="{FF2B5EF4-FFF2-40B4-BE49-F238E27FC236}">
                <a16:creationId xmlns:a16="http://schemas.microsoft.com/office/drawing/2014/main" id="{7625FFD5-074C-5B81-0E9D-A278DB131823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0726" name="Rectangle 3">
            <a:extLst>
              <a:ext uri="{FF2B5EF4-FFF2-40B4-BE49-F238E27FC236}">
                <a16:creationId xmlns:a16="http://schemas.microsoft.com/office/drawing/2014/main" id="{CF1397E5-653F-B5B6-45DB-B3AA9836EEB9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pPr eaLnBrk="1" hangingPunct="1"/>
            <a:endParaRPr lang="en-US" altLang="zh-C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幻灯片图像占位符 1">
            <a:extLst>
              <a:ext uri="{FF2B5EF4-FFF2-40B4-BE49-F238E27FC236}">
                <a16:creationId xmlns:a16="http://schemas.microsoft.com/office/drawing/2014/main" id="{6EBA44FE-0C5D-E314-78DC-32EA475754E9}"/>
              </a:ext>
            </a:extLst>
          </p:cNvPr>
          <p:cNvSpPr>
            <a:spLocks noGrp="1" noRot="1" noChangeAspect="1" noChangeArrowheads="1" noTextEdit="1"/>
          </p:cNvSpPr>
          <p:nvPr>
            <p:ph type="sldImg" idx="4294967295"/>
          </p:nvPr>
        </p:nvSpPr>
        <p:spPr>
          <a:ln/>
        </p:spPr>
      </p:sp>
      <p:sp>
        <p:nvSpPr>
          <p:cNvPr id="33794" name="备注占位符 2">
            <a:extLst>
              <a:ext uri="{FF2B5EF4-FFF2-40B4-BE49-F238E27FC236}">
                <a16:creationId xmlns:a16="http://schemas.microsoft.com/office/drawing/2014/main" id="{920F8A9C-AC6B-7323-D569-D5A7D250311C}"/>
              </a:ext>
            </a:extLst>
          </p:cNvPr>
          <p:cNvSpPr>
            <a:spLocks noGrp="1" noChangeArrowheads="1"/>
          </p:cNvSpPr>
          <p:nvPr>
            <p:ph type="body" idx="4294967295"/>
          </p:nvPr>
        </p:nvSpPr>
        <p:spPr/>
        <p:txBody>
          <a:bodyPr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795" name="页眉占位符 3">
            <a:extLst>
              <a:ext uri="{FF2B5EF4-FFF2-40B4-BE49-F238E27FC236}">
                <a16:creationId xmlns:a16="http://schemas.microsoft.com/office/drawing/2014/main" id="{482B1373-4C8A-7AB3-E1CF-A58FF31B234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33796" name="日期占位符 4">
            <a:extLst>
              <a:ext uri="{FF2B5EF4-FFF2-40B4-BE49-F238E27FC236}">
                <a16:creationId xmlns:a16="http://schemas.microsoft.com/office/drawing/2014/main" id="{D12B16D6-7ADC-899C-5549-19F2257DB3A2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fld id="{61F664EF-B114-4171-B858-66E02DFE354D}" type="datetime1">
              <a:rPr lang="zh-CN" altLang="en-US" smtClean="0"/>
              <a:pPr/>
              <a:t>2025/12/26</a:t>
            </a:fld>
            <a:endParaRPr lang="zh-CN" altLang="en-US"/>
          </a:p>
        </p:txBody>
      </p:sp>
      <p:sp>
        <p:nvSpPr>
          <p:cNvPr id="33797" name="页脚占位符 5">
            <a:extLst>
              <a:ext uri="{FF2B5EF4-FFF2-40B4-BE49-F238E27FC236}">
                <a16:creationId xmlns:a16="http://schemas.microsoft.com/office/drawing/2014/main" id="{16D43850-72BD-203A-EC0C-ACB631B0F4AC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prstTxWarp prst="textNoShape">
              <a:avLst/>
            </a:prstTxWarp>
          </a:bodyPr>
          <a:lstStyle/>
          <a:p>
            <a:r>
              <a:rPr lang="en-US" altLang="zh-CN"/>
              <a:t>第一课</a:t>
            </a:r>
          </a:p>
        </p:txBody>
      </p:sp>
      <p:sp>
        <p:nvSpPr>
          <p:cNvPr id="33798" name="灯片编号占位符 6">
            <a:extLst>
              <a:ext uri="{FF2B5EF4-FFF2-40B4-BE49-F238E27FC236}">
                <a16:creationId xmlns:a16="http://schemas.microsoft.com/office/drawing/2014/main" id="{5C720943-DC26-2357-2217-61205E754A9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fld id="{AC944047-A003-4FDE-9E8E-60999B3A2DCC}" type="slidenum">
              <a:rPr lang="en-US" altLang="zh-CN"/>
              <a:pPr/>
              <a:t>18</a:t>
            </a:fld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noProof="1"/>
              <a:t>单击此处编辑母版副标题样式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AB223367-393D-DA4C-C929-8E059085523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9AAC941-1B44-4BB8-8AD8-34456B5692C4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824152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621D571B-800E-C6DC-ACFB-C34A65D619B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A406283-4038-4A99-AB66-D5065B453B78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810979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E718DC2D-3A01-F4D3-CDC6-E86688BE7FE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D3B161B-79FA-46CD-AA87-276FE9B6A656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25068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825625"/>
            <a:ext cx="38671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D23716DD-EEB6-AE2B-372D-4785B640686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749B85-EC45-4074-BF84-58EC7719985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6123327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7" name="Rectangle 11">
            <a:extLst>
              <a:ext uri="{FF2B5EF4-FFF2-40B4-BE49-F238E27FC236}">
                <a16:creationId xmlns:a16="http://schemas.microsoft.com/office/drawing/2014/main" id="{FCEE2F04-6E16-F89F-C5EF-7402C81D3B4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B4F7CF0-26BD-40FC-87DB-5FF0753B540A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20396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00F1891E-F48A-E99F-FDFC-747D8D932B1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F865CBD-ED97-41E2-8A52-61D9BFC92E9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378890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1">
            <a:extLst>
              <a:ext uri="{FF2B5EF4-FFF2-40B4-BE49-F238E27FC236}">
                <a16:creationId xmlns:a16="http://schemas.microsoft.com/office/drawing/2014/main" id="{60ED38B3-094B-6612-747F-2C6BD65AFEF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16437E3-F5C5-4BBD-A1E6-1C8AC3F8F1CF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16002776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4D1BD53C-EF7A-E347-885B-F0CCF4E0C3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E6238DB-C79A-4C75-B8B4-881757FF674C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2257911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noProof="1"/>
              <a:t>单击此处编辑母版文本样式</a:t>
            </a:r>
          </a:p>
        </p:txBody>
      </p:sp>
      <p:sp>
        <p:nvSpPr>
          <p:cNvPr id="5" name="Rectangle 11">
            <a:extLst>
              <a:ext uri="{FF2B5EF4-FFF2-40B4-BE49-F238E27FC236}">
                <a16:creationId xmlns:a16="http://schemas.microsoft.com/office/drawing/2014/main" id="{9295D60D-AEAC-394E-EE14-51B510F0EF1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2DC006-06A1-43D0-9A08-022D255AD45E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9034480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</p:spPr>
        <p:txBody>
          <a:bodyPr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B0807715-7DD9-9AEE-5545-72B946871C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BE98B06-5827-499B-8288-A0E7CAD57033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9730265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 noProof="1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762625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4" name="Rectangle 11">
            <a:extLst>
              <a:ext uri="{FF2B5EF4-FFF2-40B4-BE49-F238E27FC236}">
                <a16:creationId xmlns:a16="http://schemas.microsoft.com/office/drawing/2014/main" id="{809E93D8-0B4D-147C-8931-602623C82AD4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C66A1462-0EAD-48BB-80E2-E21D0A35ECE1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59793742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628650" y="365125"/>
            <a:ext cx="7886700" cy="5811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 noProof="1"/>
              <a:t>单击此处编辑母版文本样式</a:t>
            </a:r>
          </a:p>
          <a:p>
            <a:pPr lvl="1"/>
            <a:r>
              <a:rPr lang="zh-CN" altLang="en-US" noProof="1"/>
              <a:t>第二级</a:t>
            </a:r>
          </a:p>
          <a:p>
            <a:pPr lvl="2"/>
            <a:r>
              <a:rPr lang="zh-CN" altLang="en-US" noProof="1"/>
              <a:t>第三级</a:t>
            </a:r>
          </a:p>
          <a:p>
            <a:pPr lvl="3"/>
            <a:r>
              <a:rPr lang="zh-CN" altLang="en-US" noProof="1"/>
              <a:t>第四级</a:t>
            </a:r>
          </a:p>
          <a:p>
            <a:pPr lvl="4"/>
            <a:r>
              <a:rPr lang="zh-CN" altLang="en-US" noProof="1"/>
              <a:t>第五级</a:t>
            </a:r>
          </a:p>
        </p:txBody>
      </p:sp>
      <p:sp>
        <p:nvSpPr>
          <p:cNvPr id="3" name="Rectangle 11">
            <a:extLst>
              <a:ext uri="{FF2B5EF4-FFF2-40B4-BE49-F238E27FC236}">
                <a16:creationId xmlns:a16="http://schemas.microsoft.com/office/drawing/2014/main" id="{DF1826DF-F88D-5FD9-57AA-E9CE9492D72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3CCE0DA-8D38-4426-A59D-4B00AC2D75E0}" type="slidenum">
              <a:rPr lang="en-US" altLang="zh-CN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0484526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auto"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005" name="Rectangle 5">
            <a:extLst>
              <a:ext uri="{FF2B5EF4-FFF2-40B4-BE49-F238E27FC236}">
                <a16:creationId xmlns:a16="http://schemas.microsoft.com/office/drawing/2014/main" id="{7BE41CE0-01A0-E2C4-D4DF-FD22BB7185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68538" y="44450"/>
            <a:ext cx="5399087" cy="3508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ctr">
              <a:lnSpc>
                <a:spcPct val="60000"/>
              </a:lnSpc>
              <a:defRPr/>
            </a:pPr>
            <a:r>
              <a:rPr lang="zh-CN" altLang="en-US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5</a:t>
            </a:r>
            <a:r>
              <a:rPr lang="zh-CN" altLang="en-US" b="0">
                <a:solidFill>
                  <a:schemeClr val="bg1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均匀平面波在无界媒质中的传播</a:t>
            </a:r>
            <a:endParaRPr lang="zh-CN" altLang="en-US" b="0">
              <a:solidFill>
                <a:srgbClr val="FFCC99"/>
              </a:solidFill>
              <a:effectDag name="">
                <a:cont type="tree" name="">
                  <a:effect ref="fillLine"/>
                  <a:outerShdw dist="38100" dir="13500000" algn="br">
                    <a:srgbClr val="FFDDBB"/>
                  </a:outerShdw>
                </a:cont>
                <a:cont type="tree" name="">
                  <a:effect ref="fillLine"/>
                  <a:outerShdw dist="38100" dir="2700000" algn="tl">
                    <a:srgbClr val="997A5B"/>
                  </a:outerShdw>
                </a:cont>
                <a:effect ref="fillLine"/>
              </a:effectDag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1027" name="Rectangle 6">
            <a:extLst>
              <a:ext uri="{FF2B5EF4-FFF2-40B4-BE49-F238E27FC236}">
                <a16:creationId xmlns:a16="http://schemas.microsoft.com/office/drawing/2014/main" id="{D5D8097E-1100-E475-0779-2D2B674ADC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44450"/>
            <a:ext cx="2089150" cy="3603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tIns="10800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0"/>
              </a:spcBef>
              <a:defRPr/>
            </a:pPr>
            <a:r>
              <a:rPr lang="zh-CN" altLang="en-US" sz="2000">
                <a:solidFill>
                  <a:srgbClr val="573CFC"/>
                </a:solidFill>
                <a:latin typeface="Arial" panose="020B0604020202020204" pitchFamily="34" charset="0"/>
                <a:ea typeface="华文行楷" panose="02010800040101010101" pitchFamily="2" charset="-122"/>
              </a:rPr>
              <a:t>电磁场与电磁波</a:t>
            </a:r>
          </a:p>
        </p:txBody>
      </p:sp>
      <p:sp>
        <p:nvSpPr>
          <p:cNvPr id="1028" name="Rectangle 10" descr="深色横线">
            <a:extLst>
              <a:ext uri="{FF2B5EF4-FFF2-40B4-BE49-F238E27FC236}">
                <a16:creationId xmlns:a16="http://schemas.microsoft.com/office/drawing/2014/main" id="{12438C84-A5E3-1DE3-06BA-E752D99E97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333375"/>
            <a:ext cx="9144000" cy="71438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640011" name="Rectangle 11">
            <a:extLst>
              <a:ext uri="{FF2B5EF4-FFF2-40B4-BE49-F238E27FC236}">
                <a16:creationId xmlns:a16="http://schemas.microsoft.com/office/drawing/2014/main" id="{2393A864-1924-A659-045F-65D26B13AF75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panose="020B0604020202020204" pitchFamily="34" charset="0"/>
                <a:ea typeface="宋体" panose="02010600030101010101" pitchFamily="2" charset="-122"/>
              </a:defRPr>
            </a:lvl1pPr>
          </a:lstStyle>
          <a:p>
            <a:fld id="{9DF6D973-1814-4336-B946-79208BB6E9A9}" type="slidenum">
              <a:rPr lang="en-US" altLang="zh-CN"/>
              <a:pPr/>
              <a:t>‹#›</a:t>
            </a:fld>
            <a:endParaRPr lang="en-US" altLang="zh-CN"/>
          </a:p>
        </p:txBody>
      </p:sp>
      <p:sp>
        <p:nvSpPr>
          <p:cNvPr id="1030" name="Rectangle 12">
            <a:extLst>
              <a:ext uri="{FF2B5EF4-FFF2-40B4-BE49-F238E27FC236}">
                <a16:creationId xmlns:a16="http://schemas.microsoft.com/office/drawing/2014/main" id="{5EE93EBC-F265-6973-2FB9-48E10ACA0F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04813"/>
            <a:ext cx="9144000" cy="6119812"/>
          </a:xfrm>
          <a:prstGeom prst="rect">
            <a:avLst/>
          </a:prstGeom>
          <a:gradFill rotWithShape="0">
            <a:gsLst>
              <a:gs pos="0">
                <a:srgbClr val="0000FF"/>
              </a:gs>
              <a:gs pos="100000">
                <a:srgbClr val="000076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1" name="Rectangle 17" descr="栎木">
            <a:extLst>
              <a:ext uri="{FF2B5EF4-FFF2-40B4-BE49-F238E27FC236}">
                <a16:creationId xmlns:a16="http://schemas.microsoft.com/office/drawing/2014/main" id="{CE5AB6D9-6C3C-6F1A-2A83-22376C6650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62725"/>
            <a:ext cx="9144000" cy="333375"/>
          </a:xfrm>
          <a:prstGeom prst="rect">
            <a:avLst/>
          </a:prstGeom>
          <a:blipFill dpi="0" rotWithShape="0">
            <a:blip r:embed="rId14"/>
            <a:srcRect/>
            <a:tile tx="0" ty="0" sx="100000" sy="100000" flip="none" algn="tl"/>
          </a:blip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bg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2" name="Rectangle 19" descr="深色横线">
            <a:extLst>
              <a:ext uri="{FF2B5EF4-FFF2-40B4-BE49-F238E27FC236}">
                <a16:creationId xmlns:a16="http://schemas.microsoft.com/office/drawing/2014/main" id="{E5D13D1F-4883-D4FD-C841-0ABD18AEBD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526213"/>
            <a:ext cx="9144000" cy="71437"/>
          </a:xfrm>
          <a:prstGeom prst="rect">
            <a:avLst/>
          </a:prstGeom>
          <a:pattFill prst="dkHorz">
            <a:fgClr>
              <a:srgbClr val="CC3300"/>
            </a:fgClr>
            <a:bgClr>
              <a:srgbClr val="9A9A9A"/>
            </a:bgClr>
          </a:patt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3" name="AutoShape 20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505E263E-16F8-6F04-760D-FB7701CD93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4" name="AutoShape 21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C28F55BD-73EC-74FC-2A04-8704398FE4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5" name="AutoShape 22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E4A3414-7A0D-804A-1FEA-7E3E54ED8B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  <p:sp>
        <p:nvSpPr>
          <p:cNvPr id="1036" name="AutoShape 23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42F93482-C51C-5418-CCC3-7F79172D92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spcBef>
                <a:spcPct val="20000"/>
              </a:spcBef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defRPr/>
            </a:pPr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59" r:id="rId2"/>
    <p:sldLayoutId id="2147483658" r:id="rId3"/>
    <p:sldLayoutId id="2147483657" r:id="rId4"/>
    <p:sldLayoutId id="2147483656" r:id="rId5"/>
    <p:sldLayoutId id="2147483655" r:id="rId6"/>
    <p:sldLayoutId id="2147483654" r:id="rId7"/>
    <p:sldLayoutId id="2147483653" r:id="rId8"/>
    <p:sldLayoutId id="2147483652" r:id="rId9"/>
    <p:sldLayoutId id="2147483651" r:id="rId10"/>
    <p:sldLayoutId id="2147483650" r:id="rId11"/>
    <p:sldLayoutId id="2147483649" r:id="rId12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000" kern="1200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000">
          <a:solidFill>
            <a:schemeClr val="accent1"/>
          </a:solidFill>
          <a:latin typeface="Arial" panose="020B0604020202020204" pitchFamily="34" charset="0"/>
          <a:ea typeface="宋体" panose="02010600030101010101" pitchFamily="2" charset="-122"/>
          <a:cs typeface="Arial" panose="020B0604020202020204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effectLst>
            <a:outerShdw blurRad="38100" dist="38100" dir="2700000" algn="tl">
              <a:srgbClr val="FFFFFF"/>
            </a:outerShdw>
          </a:effectLst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2.xml"/><Relationship Id="rId2" Type="http://schemas.openxmlformats.org/officeDocument/2006/relationships/tags" Target="../tags/tag3.xml"/><Relationship Id="rId1" Type="http://schemas.openxmlformats.org/officeDocument/2006/relationships/tags" Target="../tags/tag2.xml"/><Relationship Id="rId6" Type="http://schemas.openxmlformats.org/officeDocument/2006/relationships/slide" Target="slide4.xml"/><Relationship Id="rId5" Type="http://schemas.openxmlformats.org/officeDocument/2006/relationships/image" Target="../media/image5.png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7.xml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4.xml"/><Relationship Id="rId5" Type="http://schemas.openxmlformats.org/officeDocument/2006/relationships/image" Target="../media/image6.png"/><Relationship Id="rId4" Type="http://schemas.openxmlformats.org/officeDocument/2006/relationships/slide" Target="slide1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emf"/><Relationship Id="rId13" Type="http://schemas.openxmlformats.org/officeDocument/2006/relationships/oleObject" Target="../embeddings/oleObject6.bin"/><Relationship Id="rId18" Type="http://schemas.openxmlformats.org/officeDocument/2006/relationships/image" Target="../media/image14.emf"/><Relationship Id="rId3" Type="http://schemas.openxmlformats.org/officeDocument/2006/relationships/oleObject" Target="../embeddings/oleObject1.bin"/><Relationship Id="rId21" Type="http://schemas.openxmlformats.org/officeDocument/2006/relationships/image" Target="../media/image16.png"/><Relationship Id="rId7" Type="http://schemas.openxmlformats.org/officeDocument/2006/relationships/oleObject" Target="../embeddings/oleObject3.bin"/><Relationship Id="rId12" Type="http://schemas.openxmlformats.org/officeDocument/2006/relationships/image" Target="../media/image11.emf"/><Relationship Id="rId17" Type="http://schemas.openxmlformats.org/officeDocument/2006/relationships/oleObject" Target="../embeddings/oleObject8.bin"/><Relationship Id="rId2" Type="http://schemas.openxmlformats.org/officeDocument/2006/relationships/notesSlide" Target="../notesSlides/notesSlide6.xml"/><Relationship Id="rId16" Type="http://schemas.openxmlformats.org/officeDocument/2006/relationships/image" Target="../media/image13.wmf"/><Relationship Id="rId20" Type="http://schemas.openxmlformats.org/officeDocument/2006/relationships/image" Target="../media/image15.emf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8.emf"/><Relationship Id="rId11" Type="http://schemas.openxmlformats.org/officeDocument/2006/relationships/oleObject" Target="../embeddings/oleObject5.bin"/><Relationship Id="rId24" Type="http://schemas.openxmlformats.org/officeDocument/2006/relationships/image" Target="../media/image19.png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23" Type="http://schemas.openxmlformats.org/officeDocument/2006/relationships/image" Target="../media/image18.png"/><Relationship Id="rId10" Type="http://schemas.openxmlformats.org/officeDocument/2006/relationships/image" Target="../media/image10.emf"/><Relationship Id="rId19" Type="http://schemas.openxmlformats.org/officeDocument/2006/relationships/oleObject" Target="../embeddings/oleObject9.bin"/><Relationship Id="rId4" Type="http://schemas.openxmlformats.org/officeDocument/2006/relationships/image" Target="../media/image7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12.emf"/><Relationship Id="rId22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emf"/><Relationship Id="rId13" Type="http://schemas.openxmlformats.org/officeDocument/2006/relationships/oleObject" Target="../embeddings/oleObject15.bin"/><Relationship Id="rId18" Type="http://schemas.openxmlformats.org/officeDocument/2006/relationships/image" Target="../media/image26.emf"/><Relationship Id="rId26" Type="http://schemas.openxmlformats.org/officeDocument/2006/relationships/image" Target="../media/image29.emf"/><Relationship Id="rId3" Type="http://schemas.openxmlformats.org/officeDocument/2006/relationships/oleObject" Target="../embeddings/oleObject10.bin"/><Relationship Id="rId21" Type="http://schemas.openxmlformats.org/officeDocument/2006/relationships/oleObject" Target="../embeddings/oleObject18.bin"/><Relationship Id="rId7" Type="http://schemas.openxmlformats.org/officeDocument/2006/relationships/oleObject" Target="../embeddings/oleObject12.bin"/><Relationship Id="rId12" Type="http://schemas.openxmlformats.org/officeDocument/2006/relationships/image" Target="../media/image24.emf"/><Relationship Id="rId17" Type="http://schemas.openxmlformats.org/officeDocument/2006/relationships/oleObject" Target="../embeddings/oleObject17.bin"/><Relationship Id="rId25" Type="http://schemas.openxmlformats.org/officeDocument/2006/relationships/oleObject" Target="../embeddings/oleObject19.bin"/><Relationship Id="rId2" Type="http://schemas.openxmlformats.org/officeDocument/2006/relationships/notesSlide" Target="../notesSlides/notesSlide7.xml"/><Relationship Id="rId16" Type="http://schemas.openxmlformats.org/officeDocument/2006/relationships/image" Target="../media/image13.wmf"/><Relationship Id="rId20" Type="http://schemas.openxmlformats.org/officeDocument/2006/relationships/image" Target="../media/image27.gi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1.emf"/><Relationship Id="rId11" Type="http://schemas.openxmlformats.org/officeDocument/2006/relationships/oleObject" Target="../embeddings/oleObject14.bin"/><Relationship Id="rId24" Type="http://schemas.openxmlformats.org/officeDocument/2006/relationships/image" Target="../media/image4.png"/><Relationship Id="rId5" Type="http://schemas.openxmlformats.org/officeDocument/2006/relationships/oleObject" Target="../embeddings/oleObject11.bin"/><Relationship Id="rId15" Type="http://schemas.openxmlformats.org/officeDocument/2006/relationships/oleObject" Target="../embeddings/oleObject16.bin"/><Relationship Id="rId23" Type="http://schemas.openxmlformats.org/officeDocument/2006/relationships/image" Target="../media/image2.png"/><Relationship Id="rId28" Type="http://schemas.openxmlformats.org/officeDocument/2006/relationships/image" Target="../media/image30.emf"/><Relationship Id="rId10" Type="http://schemas.openxmlformats.org/officeDocument/2006/relationships/image" Target="../media/image23.emf"/><Relationship Id="rId19" Type="http://schemas.openxmlformats.org/officeDocument/2006/relationships/hyperlink" Target="file:///G:\kejian.exe" TargetMode="External"/><Relationship Id="rId4" Type="http://schemas.openxmlformats.org/officeDocument/2006/relationships/image" Target="../media/image20.emf"/><Relationship Id="rId9" Type="http://schemas.openxmlformats.org/officeDocument/2006/relationships/oleObject" Target="../embeddings/oleObject13.bin"/><Relationship Id="rId14" Type="http://schemas.openxmlformats.org/officeDocument/2006/relationships/image" Target="../media/image25.emf"/><Relationship Id="rId22" Type="http://schemas.openxmlformats.org/officeDocument/2006/relationships/image" Target="../media/image28.wmf"/><Relationship Id="rId27" Type="http://schemas.openxmlformats.org/officeDocument/2006/relationships/oleObject" Target="../embeddings/oleObject20.bin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emf"/><Relationship Id="rId13" Type="http://schemas.openxmlformats.org/officeDocument/2006/relationships/image" Target="../media/image35.emf"/><Relationship Id="rId18" Type="http://schemas.openxmlformats.org/officeDocument/2006/relationships/image" Target="../media/image37.emf"/><Relationship Id="rId3" Type="http://schemas.openxmlformats.org/officeDocument/2006/relationships/oleObject" Target="../embeddings/oleObject21.bin"/><Relationship Id="rId7" Type="http://schemas.openxmlformats.org/officeDocument/2006/relationships/oleObject" Target="../embeddings/oleObject23.bin"/><Relationship Id="rId12" Type="http://schemas.openxmlformats.org/officeDocument/2006/relationships/oleObject" Target="../embeddings/oleObject25.bin"/><Relationship Id="rId17" Type="http://schemas.openxmlformats.org/officeDocument/2006/relationships/oleObject" Target="../embeddings/oleObject27.bin"/><Relationship Id="rId2" Type="http://schemas.openxmlformats.org/officeDocument/2006/relationships/notesSlide" Target="../notesSlides/notesSlide8.xml"/><Relationship Id="rId16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emf"/><Relationship Id="rId11" Type="http://schemas.openxmlformats.org/officeDocument/2006/relationships/image" Target="../media/image2.png"/><Relationship Id="rId5" Type="http://schemas.openxmlformats.org/officeDocument/2006/relationships/oleObject" Target="../embeddings/oleObject22.bin"/><Relationship Id="rId15" Type="http://schemas.openxmlformats.org/officeDocument/2006/relationships/image" Target="../media/image36.emf"/><Relationship Id="rId10" Type="http://schemas.openxmlformats.org/officeDocument/2006/relationships/image" Target="../media/image34.emf"/><Relationship Id="rId19" Type="http://schemas.openxmlformats.org/officeDocument/2006/relationships/image" Target="../media/image38.png"/><Relationship Id="rId4" Type="http://schemas.openxmlformats.org/officeDocument/2006/relationships/image" Target="../media/image31.emf"/><Relationship Id="rId9" Type="http://schemas.openxmlformats.org/officeDocument/2006/relationships/oleObject" Target="../embeddings/oleObject24.bin"/><Relationship Id="rId14" Type="http://schemas.openxmlformats.org/officeDocument/2006/relationships/oleObject" Target="../embeddings/oleObject26.bin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emf"/><Relationship Id="rId13" Type="http://schemas.openxmlformats.org/officeDocument/2006/relationships/image" Target="../media/image4.png"/><Relationship Id="rId3" Type="http://schemas.openxmlformats.org/officeDocument/2006/relationships/oleObject" Target="../embeddings/oleObject28.bin"/><Relationship Id="rId7" Type="http://schemas.openxmlformats.org/officeDocument/2006/relationships/oleObject" Target="../embeddings/oleObject30.bin"/><Relationship Id="rId12" Type="http://schemas.openxmlformats.org/officeDocument/2006/relationships/image" Target="../media/image44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1.wmf"/><Relationship Id="rId11" Type="http://schemas.openxmlformats.org/officeDocument/2006/relationships/oleObject" Target="../embeddings/oleObject32.bin"/><Relationship Id="rId5" Type="http://schemas.openxmlformats.org/officeDocument/2006/relationships/oleObject" Target="../embeddings/oleObject29.bin"/><Relationship Id="rId10" Type="http://schemas.openxmlformats.org/officeDocument/2006/relationships/image" Target="../media/image43.emf"/><Relationship Id="rId4" Type="http://schemas.openxmlformats.org/officeDocument/2006/relationships/image" Target="../media/image40.emf"/><Relationship Id="rId9" Type="http://schemas.openxmlformats.org/officeDocument/2006/relationships/oleObject" Target="../embeddings/oleObject31.bin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emf"/><Relationship Id="rId3" Type="http://schemas.openxmlformats.org/officeDocument/2006/relationships/oleObject" Target="../embeddings/oleObject33.bin"/><Relationship Id="rId7" Type="http://schemas.openxmlformats.org/officeDocument/2006/relationships/oleObject" Target="../embeddings/oleObject35.bin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6.emf"/><Relationship Id="rId5" Type="http://schemas.openxmlformats.org/officeDocument/2006/relationships/oleObject" Target="../embeddings/oleObject34.bin"/><Relationship Id="rId10" Type="http://schemas.openxmlformats.org/officeDocument/2006/relationships/image" Target="../media/image48.emf"/><Relationship Id="rId4" Type="http://schemas.openxmlformats.org/officeDocument/2006/relationships/image" Target="../media/image45.wmf"/><Relationship Id="rId9" Type="http://schemas.openxmlformats.org/officeDocument/2006/relationships/oleObject" Target="../embeddings/oleObject36.bin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0.emf"/><Relationship Id="rId13" Type="http://schemas.openxmlformats.org/officeDocument/2006/relationships/image" Target="../media/image53.png"/><Relationship Id="rId3" Type="http://schemas.openxmlformats.org/officeDocument/2006/relationships/hyperlink" Target="file:///G:\kejian.exe" TargetMode="External"/><Relationship Id="rId7" Type="http://schemas.openxmlformats.org/officeDocument/2006/relationships/oleObject" Target="../embeddings/oleObject38.bin"/><Relationship Id="rId12" Type="http://schemas.openxmlformats.org/officeDocument/2006/relationships/image" Target="../media/image52.e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9.emf"/><Relationship Id="rId11" Type="http://schemas.openxmlformats.org/officeDocument/2006/relationships/oleObject" Target="../embeddings/oleObject40.bin"/><Relationship Id="rId5" Type="http://schemas.openxmlformats.org/officeDocument/2006/relationships/oleObject" Target="../embeddings/oleObject37.bin"/><Relationship Id="rId15" Type="http://schemas.openxmlformats.org/officeDocument/2006/relationships/image" Target="../media/image54.emf"/><Relationship Id="rId10" Type="http://schemas.openxmlformats.org/officeDocument/2006/relationships/image" Target="../media/image51.emf"/><Relationship Id="rId4" Type="http://schemas.openxmlformats.org/officeDocument/2006/relationships/image" Target="../media/image27.gif"/><Relationship Id="rId9" Type="http://schemas.openxmlformats.org/officeDocument/2006/relationships/oleObject" Target="../embeddings/oleObject39.bin"/><Relationship Id="rId14" Type="http://schemas.openxmlformats.org/officeDocument/2006/relationships/oleObject" Target="../embeddings/oleObject41.bin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7.emf"/><Relationship Id="rId13" Type="http://schemas.openxmlformats.org/officeDocument/2006/relationships/oleObject" Target="../embeddings/oleObject47.bin"/><Relationship Id="rId3" Type="http://schemas.openxmlformats.org/officeDocument/2006/relationships/oleObject" Target="../embeddings/oleObject42.bin"/><Relationship Id="rId7" Type="http://schemas.openxmlformats.org/officeDocument/2006/relationships/oleObject" Target="../embeddings/oleObject44.bin"/><Relationship Id="rId12" Type="http://schemas.openxmlformats.org/officeDocument/2006/relationships/image" Target="../media/image59.emf"/><Relationship Id="rId2" Type="http://schemas.openxmlformats.org/officeDocument/2006/relationships/notesSlide" Target="../notesSlides/notesSlide12.xml"/><Relationship Id="rId16" Type="http://schemas.openxmlformats.org/officeDocument/2006/relationships/image" Target="../media/image61.emf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6.emf"/><Relationship Id="rId11" Type="http://schemas.openxmlformats.org/officeDocument/2006/relationships/oleObject" Target="../embeddings/oleObject46.bin"/><Relationship Id="rId5" Type="http://schemas.openxmlformats.org/officeDocument/2006/relationships/oleObject" Target="../embeddings/oleObject43.bin"/><Relationship Id="rId15" Type="http://schemas.openxmlformats.org/officeDocument/2006/relationships/oleObject" Target="../embeddings/oleObject48.bin"/><Relationship Id="rId10" Type="http://schemas.openxmlformats.org/officeDocument/2006/relationships/image" Target="../media/image58.emf"/><Relationship Id="rId4" Type="http://schemas.openxmlformats.org/officeDocument/2006/relationships/image" Target="../media/image55.emf"/><Relationship Id="rId9" Type="http://schemas.openxmlformats.org/officeDocument/2006/relationships/oleObject" Target="../embeddings/oleObject45.bin"/><Relationship Id="rId14" Type="http://schemas.openxmlformats.org/officeDocument/2006/relationships/image" Target="../media/image60.emf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64.gif"/><Relationship Id="rId3" Type="http://schemas.openxmlformats.org/officeDocument/2006/relationships/image" Target="../media/image4.png"/><Relationship Id="rId7" Type="http://schemas.openxmlformats.org/officeDocument/2006/relationships/image" Target="../media/image63.emf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50.bin"/><Relationship Id="rId5" Type="http://schemas.openxmlformats.org/officeDocument/2006/relationships/image" Target="../media/image62.emf"/><Relationship Id="rId4" Type="http://schemas.openxmlformats.org/officeDocument/2006/relationships/oleObject" Target="../embeddings/oleObject49.bin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68.emf"/><Relationship Id="rId13" Type="http://schemas.openxmlformats.org/officeDocument/2006/relationships/image" Target="../media/image71.png"/><Relationship Id="rId3" Type="http://schemas.openxmlformats.org/officeDocument/2006/relationships/oleObject" Target="../embeddings/oleObject51.bin"/><Relationship Id="rId7" Type="http://schemas.openxmlformats.org/officeDocument/2006/relationships/oleObject" Target="../embeddings/oleObject53.bin"/><Relationship Id="rId12" Type="http://schemas.openxmlformats.org/officeDocument/2006/relationships/image" Target="../media/image70.emf"/><Relationship Id="rId2" Type="http://schemas.openxmlformats.org/officeDocument/2006/relationships/slideLayout" Target="../slideLayouts/slideLayout12.xml"/><Relationship Id="rId1" Type="http://schemas.openxmlformats.org/officeDocument/2006/relationships/tags" Target="../tags/tag5.xml"/><Relationship Id="rId6" Type="http://schemas.openxmlformats.org/officeDocument/2006/relationships/image" Target="../media/image67.emf"/><Relationship Id="rId11" Type="http://schemas.openxmlformats.org/officeDocument/2006/relationships/oleObject" Target="../embeddings/oleObject55.bin"/><Relationship Id="rId5" Type="http://schemas.openxmlformats.org/officeDocument/2006/relationships/oleObject" Target="../embeddings/oleObject52.bin"/><Relationship Id="rId10" Type="http://schemas.openxmlformats.org/officeDocument/2006/relationships/image" Target="../media/image69.emf"/><Relationship Id="rId4" Type="http://schemas.openxmlformats.org/officeDocument/2006/relationships/image" Target="../media/image66.emf"/><Relationship Id="rId9" Type="http://schemas.openxmlformats.org/officeDocument/2006/relationships/oleObject" Target="../embeddings/oleObject5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8.bin"/><Relationship Id="rId13" Type="http://schemas.openxmlformats.org/officeDocument/2006/relationships/image" Target="../media/image76.emf"/><Relationship Id="rId18" Type="http://schemas.openxmlformats.org/officeDocument/2006/relationships/oleObject" Target="../embeddings/oleObject63.bin"/><Relationship Id="rId3" Type="http://schemas.openxmlformats.org/officeDocument/2006/relationships/notesSlide" Target="../notesSlides/notesSlide14.xml"/><Relationship Id="rId21" Type="http://schemas.openxmlformats.org/officeDocument/2006/relationships/image" Target="../media/image80.emf"/><Relationship Id="rId7" Type="http://schemas.openxmlformats.org/officeDocument/2006/relationships/image" Target="../media/image73.emf"/><Relationship Id="rId12" Type="http://schemas.openxmlformats.org/officeDocument/2006/relationships/oleObject" Target="../embeddings/oleObject60.bin"/><Relationship Id="rId17" Type="http://schemas.openxmlformats.org/officeDocument/2006/relationships/image" Target="../media/image78.emf"/><Relationship Id="rId2" Type="http://schemas.openxmlformats.org/officeDocument/2006/relationships/slideLayout" Target="../slideLayouts/slideLayout2.xml"/><Relationship Id="rId16" Type="http://schemas.openxmlformats.org/officeDocument/2006/relationships/oleObject" Target="../embeddings/oleObject62.bin"/><Relationship Id="rId20" Type="http://schemas.openxmlformats.org/officeDocument/2006/relationships/oleObject" Target="../embeddings/oleObject64.bin"/><Relationship Id="rId1" Type="http://schemas.openxmlformats.org/officeDocument/2006/relationships/tags" Target="../tags/tag6.xml"/><Relationship Id="rId6" Type="http://schemas.openxmlformats.org/officeDocument/2006/relationships/oleObject" Target="../embeddings/oleObject57.bin"/><Relationship Id="rId11" Type="http://schemas.openxmlformats.org/officeDocument/2006/relationships/image" Target="../media/image75.emf"/><Relationship Id="rId5" Type="http://schemas.openxmlformats.org/officeDocument/2006/relationships/image" Target="../media/image72.emf"/><Relationship Id="rId15" Type="http://schemas.openxmlformats.org/officeDocument/2006/relationships/image" Target="../media/image77.emf"/><Relationship Id="rId23" Type="http://schemas.openxmlformats.org/officeDocument/2006/relationships/image" Target="../media/image82.png"/><Relationship Id="rId10" Type="http://schemas.openxmlformats.org/officeDocument/2006/relationships/oleObject" Target="../embeddings/oleObject59.bin"/><Relationship Id="rId19" Type="http://schemas.openxmlformats.org/officeDocument/2006/relationships/image" Target="../media/image79.emf"/><Relationship Id="rId4" Type="http://schemas.openxmlformats.org/officeDocument/2006/relationships/oleObject" Target="../embeddings/oleObject56.bin"/><Relationship Id="rId9" Type="http://schemas.openxmlformats.org/officeDocument/2006/relationships/image" Target="../media/image74.emf"/><Relationship Id="rId14" Type="http://schemas.openxmlformats.org/officeDocument/2006/relationships/oleObject" Target="../embeddings/oleObject61.bin"/><Relationship Id="rId22" Type="http://schemas.openxmlformats.org/officeDocument/2006/relationships/image" Target="../media/image81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5.emf"/><Relationship Id="rId13" Type="http://schemas.openxmlformats.org/officeDocument/2006/relationships/image" Target="../media/image71.png"/><Relationship Id="rId3" Type="http://schemas.openxmlformats.org/officeDocument/2006/relationships/oleObject" Target="../embeddings/oleObject65.bin"/><Relationship Id="rId7" Type="http://schemas.openxmlformats.org/officeDocument/2006/relationships/oleObject" Target="../embeddings/oleObject67.bin"/><Relationship Id="rId12" Type="http://schemas.openxmlformats.org/officeDocument/2006/relationships/image" Target="../media/image87.emf"/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Relationship Id="rId6" Type="http://schemas.openxmlformats.org/officeDocument/2006/relationships/image" Target="../media/image84.emf"/><Relationship Id="rId11" Type="http://schemas.openxmlformats.org/officeDocument/2006/relationships/oleObject" Target="../embeddings/oleObject69.bin"/><Relationship Id="rId5" Type="http://schemas.openxmlformats.org/officeDocument/2006/relationships/oleObject" Target="../embeddings/oleObject66.bin"/><Relationship Id="rId10" Type="http://schemas.openxmlformats.org/officeDocument/2006/relationships/image" Target="../media/image86.emf"/><Relationship Id="rId4" Type="http://schemas.openxmlformats.org/officeDocument/2006/relationships/image" Target="../media/image83.emf"/><Relationship Id="rId9" Type="http://schemas.openxmlformats.org/officeDocument/2006/relationships/oleObject" Target="../embeddings/oleObject68.bin"/><Relationship Id="rId14" Type="http://schemas.openxmlformats.org/officeDocument/2006/relationships/image" Target="../media/image88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73.bin"/><Relationship Id="rId3" Type="http://schemas.openxmlformats.org/officeDocument/2006/relationships/image" Target="../media/image89.emf"/><Relationship Id="rId7" Type="http://schemas.openxmlformats.org/officeDocument/2006/relationships/image" Target="../media/image91.emf"/><Relationship Id="rId12" Type="http://schemas.openxmlformats.org/officeDocument/2006/relationships/image" Target="../media/image88.png"/><Relationship Id="rId2" Type="http://schemas.openxmlformats.org/officeDocument/2006/relationships/oleObject" Target="../embeddings/oleObject70.bin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72.bin"/><Relationship Id="rId11" Type="http://schemas.openxmlformats.org/officeDocument/2006/relationships/image" Target="../media/image93.emf"/><Relationship Id="rId5" Type="http://schemas.openxmlformats.org/officeDocument/2006/relationships/image" Target="../media/image90.emf"/><Relationship Id="rId10" Type="http://schemas.openxmlformats.org/officeDocument/2006/relationships/oleObject" Target="../embeddings/oleObject74.bin"/><Relationship Id="rId4" Type="http://schemas.openxmlformats.org/officeDocument/2006/relationships/oleObject" Target="../embeddings/oleObject71.bin"/><Relationship Id="rId9" Type="http://schemas.openxmlformats.org/officeDocument/2006/relationships/image" Target="../media/image92.emf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FD3DB85A-5F09-351F-1E2B-DFA614D4B88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16D4638-4DA3-42CD-B418-8C81CF7BCD46}" type="slidenum">
              <a:rPr lang="en-US" altLang="zh-CN"/>
              <a:pPr/>
              <a:t>1</a:t>
            </a:fld>
            <a:endParaRPr lang="en-US" altLang="zh-CN"/>
          </a:p>
        </p:txBody>
      </p:sp>
      <p:sp>
        <p:nvSpPr>
          <p:cNvPr id="4098" name="WordArt 31">
            <a:extLst>
              <a:ext uri="{FF2B5EF4-FFF2-40B4-BE49-F238E27FC236}">
                <a16:creationId xmlns:a16="http://schemas.microsoft.com/office/drawing/2014/main" id="{88DCCD95-C0B6-2FA6-2B12-77480C08B4A0}"/>
              </a:ext>
            </a:extLst>
          </p:cNvPr>
          <p:cNvSpPr>
            <a:spLocks noChangeArrowheads="1" noChangeShapeType="1" noTextEdit="1"/>
          </p:cNvSpPr>
          <p:nvPr/>
        </p:nvSpPr>
        <p:spPr bwMode="auto">
          <a:xfrm>
            <a:off x="468313" y="1773238"/>
            <a:ext cx="8207375" cy="2376487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InflateTop">
              <a:avLst>
                <a:gd name="adj" fmla="val 31917"/>
              </a:avLst>
            </a:prstTxWarp>
          </a:bodyPr>
          <a:lstStyle/>
          <a:p>
            <a:pPr algn="ctr"/>
            <a:r>
              <a:rPr lang="zh-CN" altLang="en-US" sz="3600">
                <a:gradFill rotWithShape="0">
                  <a:gsLst>
                    <a:gs pos="0">
                      <a:srgbClr val="FF9966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第</a:t>
            </a:r>
            <a:r>
              <a:rPr lang="en-US" altLang="zh-CN" sz="3600">
                <a:gradFill rotWithShape="0">
                  <a:gsLst>
                    <a:gs pos="0">
                      <a:srgbClr val="FF9966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 sz="3600">
                <a:gradFill rotWithShape="0">
                  <a:gsLst>
                    <a:gs pos="0">
                      <a:srgbClr val="FF9966"/>
                    </a:gs>
                    <a:gs pos="100000">
                      <a:srgbClr val="009999"/>
                    </a:gs>
                  </a:gsLst>
                  <a:lin ang="5400000" scaled="1"/>
                </a:gradFill>
                <a:effectLst>
                  <a:outerShdw dist="53882" dir="2700000" algn="ctr" rotWithShape="0">
                    <a:srgbClr val="C0C0C0"/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章 均匀平面波在无界空间中的传播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5" name="灯片编号占位符 3">
            <a:extLst>
              <a:ext uri="{FF2B5EF4-FFF2-40B4-BE49-F238E27FC236}">
                <a16:creationId xmlns:a16="http://schemas.microsoft.com/office/drawing/2014/main" id="{1E61B20E-D429-D6A4-59DC-FF5DB5E824A3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BAF9713A-74E2-4ECA-8A85-F8119C722F57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2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146" name="Text Box 245">
            <a:extLst>
              <a:ext uri="{FF2B5EF4-FFF2-40B4-BE49-F238E27FC236}">
                <a16:creationId xmlns:a16="http://schemas.microsoft.com/office/drawing/2014/main" id="{F96BC77A-5BE1-B71A-0B64-D41A8C276A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96975"/>
            <a:ext cx="835183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FF83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122884" name="Text Box 4">
            <a:extLst>
              <a:ext uri="{FF2B5EF4-FFF2-40B4-BE49-F238E27FC236}">
                <a16:creationId xmlns:a16="http://schemas.microsoft.com/office/drawing/2014/main" id="{A9EAC9CF-25ED-FCA9-EE75-693D5E81F1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476250"/>
            <a:ext cx="8569325" cy="895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  在无源空间中，电磁场以振动的形式存在，并且向空间传播，形成电磁波。</a:t>
            </a:r>
          </a:p>
        </p:txBody>
      </p:sp>
      <p:sp>
        <p:nvSpPr>
          <p:cNvPr id="122885" name="Text Box 5">
            <a:extLst>
              <a:ext uri="{FF2B5EF4-FFF2-40B4-BE49-F238E27FC236}">
                <a16:creationId xmlns:a16="http://schemas.microsoft.com/office/drawing/2014/main" id="{161FCE69-9DDD-2019-BAA8-650EB2CBCB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981075"/>
            <a:ext cx="9144000" cy="3500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  电磁波传播的媒介环境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     无界：无障碍的自由空间</a:t>
            </a:r>
            <a:r>
              <a:rPr lang="zh-CN" altLang="en-US" dirty="0">
                <a:solidFill>
                  <a:srgbClr val="FF7C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←→自由空间</a:t>
            </a:r>
            <a:r>
              <a:rPr lang="zh-CN" altLang="en-US" sz="2800" dirty="0">
                <a:solidFill>
                  <a:srgbClr val="FF7C8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波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     半无界：半无限大介质（属介质表面反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折射问题） </a:t>
            </a:r>
            <a:r>
              <a:rPr lang="zh-CN" altLang="en-US" dirty="0">
                <a:solidFill>
                  <a:srgbClr val="FF7C80"/>
                </a:solidFill>
              </a:rPr>
              <a:t>←→自由空间</a:t>
            </a:r>
            <a:r>
              <a:rPr lang="zh-CN" altLang="en-US" sz="2800" dirty="0">
                <a:solidFill>
                  <a:srgbClr val="FF7C80"/>
                </a:solidFill>
              </a:rPr>
              <a:t>波</a:t>
            </a:r>
            <a:endParaRPr lang="en-US" altLang="zh-CN" sz="2800" dirty="0">
              <a:solidFill>
                <a:srgbClr val="FF7C80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     有界：波导、传输线等</a:t>
            </a:r>
            <a:r>
              <a:rPr lang="zh-CN" altLang="en-US" dirty="0">
                <a:solidFill>
                  <a:srgbClr val="FF0000"/>
                </a:solidFill>
              </a:rPr>
              <a:t>←→导行</a:t>
            </a:r>
            <a:r>
              <a:rPr lang="zh-CN" altLang="en-US" sz="2800" dirty="0">
                <a:solidFill>
                  <a:srgbClr val="FF0000"/>
                </a:solidFill>
              </a:rPr>
              <a:t>波</a:t>
            </a:r>
          </a:p>
        </p:txBody>
      </p:sp>
      <p:sp>
        <p:nvSpPr>
          <p:cNvPr id="122886" name="Text Box 6">
            <a:extLst>
              <a:ext uri="{FF2B5EF4-FFF2-40B4-BE49-F238E27FC236}">
                <a16:creationId xmlns:a16="http://schemas.microsoft.com/office/drawing/2014/main" id="{23F66BD3-0FC3-4752-C57B-EBF384C25F5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88" y="4365625"/>
            <a:ext cx="8382000" cy="22463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</a:pPr>
            <a:endParaRPr lang="zh-CN" altLang="en-US" dirty="0">
              <a:solidFill>
                <a:schemeClr val="bg1"/>
              </a:solidFill>
              <a:ea typeface="宋体" panose="02010600030101010101" pitchFamily="2" charset="-122"/>
            </a:endParaRPr>
          </a:p>
          <a:p>
            <a:pPr algn="just">
              <a:lnSpc>
                <a:spcPct val="110000"/>
              </a:lnSpc>
              <a:spcBef>
                <a:spcPct val="50000"/>
              </a:spcBef>
              <a:buFontTx/>
              <a:buChar char="•"/>
            </a:pP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  媒介性质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    无耗媒质（</a:t>
            </a:r>
            <a:r>
              <a:rPr lang="zh-CN" altLang="en-US" i="1" u="sng" dirty="0">
                <a:solidFill>
                  <a:schemeClr val="bg1"/>
                </a:solidFill>
                <a:ea typeface="宋体" panose="02010600030101010101" pitchFamily="2" charset="-122"/>
              </a:rPr>
              <a:t>理想介质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，理想导体）</a:t>
            </a:r>
          </a:p>
          <a:p>
            <a:pPr algn="just">
              <a:lnSpc>
                <a:spcPct val="110000"/>
              </a:lnSpc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    有耗媒质（弱导电媒质</a:t>
            </a:r>
            <a:r>
              <a:rPr lang="en-US" altLang="zh-CN" dirty="0">
                <a:solidFill>
                  <a:schemeClr val="bg1"/>
                </a:solidFill>
                <a:ea typeface="宋体" panose="02010600030101010101" pitchFamily="2" charset="-122"/>
              </a:rPr>
              <a:t>/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绝缘体，半导体，</a:t>
            </a:r>
            <a:r>
              <a:rPr lang="zh-CN" altLang="en-US" i="1" u="sng" dirty="0">
                <a:solidFill>
                  <a:schemeClr val="bg1"/>
                </a:solidFill>
                <a:ea typeface="宋体" panose="02010600030101010101" pitchFamily="2" charset="-122"/>
              </a:rPr>
              <a:t>导电媒质</a:t>
            </a:r>
            <a:r>
              <a:rPr lang="zh-CN" altLang="en-US" dirty="0">
                <a:solidFill>
                  <a:schemeClr val="bg1"/>
                </a:solidFill>
                <a:ea typeface="宋体" panose="02010600030101010101" pitchFamily="2" charset="-122"/>
              </a:rPr>
              <a:t>）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0C53B37-55ED-41F5-B489-1776763282B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99615" y="3313623"/>
            <a:ext cx="3832584" cy="288505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22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288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88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12288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12288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1228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7" dur="500"/>
                                        <p:tgtEl>
                                          <p:spTgt spid="1228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2" dur="500"/>
                                        <p:tgtEl>
                                          <p:spTgt spid="12288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4" grpId="0" build="p"/>
      <p:bldP spid="122885" grpId="0" build="p"/>
      <p:bldP spid="12288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灯片编号占位符 3">
            <a:extLst>
              <a:ext uri="{FF2B5EF4-FFF2-40B4-BE49-F238E27FC236}">
                <a16:creationId xmlns:a16="http://schemas.microsoft.com/office/drawing/2014/main" id="{CFE6608F-FDC4-C6D3-D709-C41F9B0EE538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7956550" y="0"/>
            <a:ext cx="1054100" cy="333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algn="r"/>
            <a:fld id="{D96230A1-5D85-46C9-AB49-7D8655553B0C}" type="slidenum">
              <a:rPr lang="en-US" altLang="zh-CN" sz="1400" b="0">
                <a:latin typeface="Arial" panose="020B0604020202020204" pitchFamily="34" charset="0"/>
                <a:ea typeface="宋体" panose="02010600030101010101" pitchFamily="2" charset="-122"/>
              </a:rPr>
              <a:pPr algn="r"/>
              <a:t>3</a:t>
            </a:fld>
            <a:endParaRPr lang="en-US" altLang="zh-CN" sz="1400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490742" name="Group 246">
            <a:extLst>
              <a:ext uri="{FF2B5EF4-FFF2-40B4-BE49-F238E27FC236}">
                <a16:creationId xmlns:a16="http://schemas.microsoft.com/office/drawing/2014/main" id="{12E81A34-B459-84B3-3AB3-691E00249D96}"/>
              </a:ext>
            </a:extLst>
          </p:cNvPr>
          <p:cNvGrpSpPr>
            <a:grpSpLocks/>
          </p:cNvGrpSpPr>
          <p:nvPr/>
        </p:nvGrpSpPr>
        <p:grpSpPr bwMode="auto">
          <a:xfrm>
            <a:off x="5276850" y="3063875"/>
            <a:ext cx="3816350" cy="3460750"/>
            <a:chOff x="3288" y="1842"/>
            <a:chExt cx="2404" cy="2180"/>
          </a:xfrm>
        </p:grpSpPr>
        <p:sp>
          <p:nvSpPr>
            <p:cNvPr id="8195" name="AutoShape 27">
              <a:extLst>
                <a:ext uri="{FF2B5EF4-FFF2-40B4-BE49-F238E27FC236}">
                  <a16:creationId xmlns:a16="http://schemas.microsoft.com/office/drawing/2014/main" id="{A766D793-6352-D665-3424-36ED1C322A0D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 flipH="1">
              <a:off x="4024" y="2735"/>
              <a:ext cx="1437" cy="464"/>
            </a:xfrm>
            <a:prstGeom prst="parallelogram">
              <a:avLst>
                <a:gd name="adj" fmla="val 77425"/>
              </a:avLst>
            </a:prstGeom>
            <a:gradFill rotWithShape="1">
              <a:gsLst>
                <a:gs pos="0">
                  <a:srgbClr val="800080">
                    <a:alpha val="99001"/>
                  </a:srgbClr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8196" name="Rectangle 74">
              <a:extLst>
                <a:ext uri="{FF2B5EF4-FFF2-40B4-BE49-F238E27FC236}">
                  <a16:creationId xmlns:a16="http://schemas.microsoft.com/office/drawing/2014/main" id="{7C18E276-8B64-DFDD-982C-6E1717BC11A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88" y="1842"/>
              <a:ext cx="2404" cy="218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8197" name="Rectangle 75">
              <a:extLst>
                <a:ext uri="{FF2B5EF4-FFF2-40B4-BE49-F238E27FC236}">
                  <a16:creationId xmlns:a16="http://schemas.microsoft.com/office/drawing/2014/main" id="{5FB5ACD2-95FA-DB98-DFA7-E5970EC158F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88" y="1842"/>
              <a:ext cx="2404" cy="2180"/>
            </a:xfrm>
            <a:prstGeom prst="rect">
              <a:avLst/>
            </a:prstGeom>
            <a:noFill/>
            <a:ln w="11113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8198" name="Freeform 107">
              <a:extLst>
                <a:ext uri="{FF2B5EF4-FFF2-40B4-BE49-F238E27FC236}">
                  <a16:creationId xmlns:a16="http://schemas.microsoft.com/office/drawing/2014/main" id="{5CCC68E2-0B0A-F801-DF5E-CC20A58BB2D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02" y="2011"/>
              <a:ext cx="723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199" name="Freeform 108">
              <a:extLst>
                <a:ext uri="{FF2B5EF4-FFF2-40B4-BE49-F238E27FC236}">
                  <a16:creationId xmlns:a16="http://schemas.microsoft.com/office/drawing/2014/main" id="{FC8080E1-3B75-7A3C-158B-BE769BF5FAE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16" y="2011"/>
              <a:ext cx="724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0" name="Freeform 109">
              <a:extLst>
                <a:ext uri="{FF2B5EF4-FFF2-40B4-BE49-F238E27FC236}">
                  <a16:creationId xmlns:a16="http://schemas.microsoft.com/office/drawing/2014/main" id="{FF04347A-E7ED-8D82-AA30-E3094DE797D4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36" y="2011"/>
              <a:ext cx="724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1" name="Freeform 110">
              <a:extLst>
                <a:ext uri="{FF2B5EF4-FFF2-40B4-BE49-F238E27FC236}">
                  <a16:creationId xmlns:a16="http://schemas.microsoft.com/office/drawing/2014/main" id="{C3987239-FF42-0946-8B86-3F09B03146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8" y="2011"/>
              <a:ext cx="723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2" name="Freeform 111">
              <a:extLst>
                <a:ext uri="{FF2B5EF4-FFF2-40B4-BE49-F238E27FC236}">
                  <a16:creationId xmlns:a16="http://schemas.microsoft.com/office/drawing/2014/main" id="{114EDBD3-3682-73B6-2DCC-9AA036980A5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77" y="2011"/>
              <a:ext cx="722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3" name="Freeform 113">
              <a:extLst>
                <a:ext uri="{FF2B5EF4-FFF2-40B4-BE49-F238E27FC236}">
                  <a16:creationId xmlns:a16="http://schemas.microsoft.com/office/drawing/2014/main" id="{3B4BD4DF-CA17-5528-91D3-D4B9372C530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91" y="2011"/>
              <a:ext cx="758" cy="1844"/>
            </a:xfrm>
            <a:custGeom>
              <a:avLst/>
              <a:gdLst>
                <a:gd name="T0" fmla="*/ 0 w 765"/>
                <a:gd name="T1" fmla="*/ 633 h 1957"/>
                <a:gd name="T2" fmla="*/ 765 w 765"/>
                <a:gd name="T3" fmla="*/ 0 h 1957"/>
                <a:gd name="T4" fmla="*/ 765 w 765"/>
                <a:gd name="T5" fmla="*/ 1279 h 1957"/>
                <a:gd name="T6" fmla="*/ 10 w 765"/>
                <a:gd name="T7" fmla="*/ 1957 h 1957"/>
                <a:gd name="T8" fmla="*/ 10 w 765"/>
                <a:gd name="T9" fmla="*/ 602 h 1957"/>
                <a:gd name="T10" fmla="*/ 0 w 765"/>
                <a:gd name="T11" fmla="*/ 633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5" h="1957">
                  <a:moveTo>
                    <a:pt x="0" y="633"/>
                  </a:moveTo>
                  <a:lnTo>
                    <a:pt x="765" y="0"/>
                  </a:lnTo>
                  <a:lnTo>
                    <a:pt x="765" y="1279"/>
                  </a:lnTo>
                  <a:lnTo>
                    <a:pt x="10" y="1957"/>
                  </a:lnTo>
                  <a:lnTo>
                    <a:pt x="10" y="602"/>
                  </a:lnTo>
                  <a:lnTo>
                    <a:pt x="0" y="633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4" name="Line 127">
              <a:extLst>
                <a:ext uri="{FF2B5EF4-FFF2-40B4-BE49-F238E27FC236}">
                  <a16:creationId xmlns:a16="http://schemas.microsoft.com/office/drawing/2014/main" id="{6B8C1408-7C34-4515-75EC-3A750E2A025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13" y="2932"/>
              <a:ext cx="81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5" name="Line 152">
              <a:extLst>
                <a:ext uri="{FF2B5EF4-FFF2-40B4-BE49-F238E27FC236}">
                  <a16:creationId xmlns:a16="http://schemas.microsoft.com/office/drawing/2014/main" id="{20144AC0-BA7B-C81C-D743-C54434D968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84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6" name="Line 153">
              <a:extLst>
                <a:ext uri="{FF2B5EF4-FFF2-40B4-BE49-F238E27FC236}">
                  <a16:creationId xmlns:a16="http://schemas.microsoft.com/office/drawing/2014/main" id="{12E8299B-BC56-E6BC-993C-FE9D8A1497E8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57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7" name="Line 155">
              <a:extLst>
                <a:ext uri="{FF2B5EF4-FFF2-40B4-BE49-F238E27FC236}">
                  <a16:creationId xmlns:a16="http://schemas.microsoft.com/office/drawing/2014/main" id="{D799B6BE-B182-C70B-3D18-AB944FD66E0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951" y="2918"/>
              <a:ext cx="164" cy="14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8" name="Line 157">
              <a:extLst>
                <a:ext uri="{FF2B5EF4-FFF2-40B4-BE49-F238E27FC236}">
                  <a16:creationId xmlns:a16="http://schemas.microsoft.com/office/drawing/2014/main" id="{8079C6AA-EFC4-D510-A507-DC77775574CF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16" y="2079"/>
              <a:ext cx="0" cy="37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09" name="Line 158">
              <a:extLst>
                <a:ext uri="{FF2B5EF4-FFF2-40B4-BE49-F238E27FC236}">
                  <a16:creationId xmlns:a16="http://schemas.microsoft.com/office/drawing/2014/main" id="{81281EAE-CAA4-8430-CDF6-1A3BCEAAB3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09" y="2514"/>
              <a:ext cx="0" cy="41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0" name="Rectangle 159">
              <a:extLst>
                <a:ext uri="{FF2B5EF4-FFF2-40B4-BE49-F238E27FC236}">
                  <a16:creationId xmlns:a16="http://schemas.microsoft.com/office/drawing/2014/main" id="{4B53FAED-1E50-F18B-8A88-AF8A50303A9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681" y="2443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  <a:endParaRPr lang="en-US" altLang="zh-CN" sz="2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1" name="Rectangle 160">
              <a:extLst>
                <a:ext uri="{FF2B5EF4-FFF2-40B4-BE49-F238E27FC236}">
                  <a16:creationId xmlns:a16="http://schemas.microsoft.com/office/drawing/2014/main" id="{F0D47A49-B99B-B990-F102-081A0C72973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835" y="3226"/>
              <a:ext cx="11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1800" i="1">
                  <a:solidFill>
                    <a:srgbClr val="000000"/>
                  </a:solidFill>
                  <a:ea typeface="宋体" panose="02010600030101010101" pitchFamily="2" charset="-122"/>
                </a:rPr>
                <a:t>H</a:t>
              </a:r>
              <a:endParaRPr lang="en-US" altLang="zh-CN" sz="2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2" name="Rectangle 161">
              <a:extLst>
                <a:ext uri="{FF2B5EF4-FFF2-40B4-BE49-F238E27FC236}">
                  <a16:creationId xmlns:a16="http://schemas.microsoft.com/office/drawing/2014/main" id="{18E2D726-8232-9D5B-9E6D-FDB717A2551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34" y="2891"/>
              <a:ext cx="13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z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3" name="Freeform 162">
              <a:extLst>
                <a:ext uri="{FF2B5EF4-FFF2-40B4-BE49-F238E27FC236}">
                  <a16:creationId xmlns:a16="http://schemas.microsoft.com/office/drawing/2014/main" id="{B4045665-2D8A-4286-5B56-9A581CD7EAD7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028" y="2849"/>
              <a:ext cx="492" cy="33"/>
            </a:xfrm>
            <a:custGeom>
              <a:avLst/>
              <a:gdLst>
                <a:gd name="T0" fmla="*/ 0 w 566"/>
                <a:gd name="T1" fmla="*/ 9 h 38"/>
                <a:gd name="T2" fmla="*/ 484 w 566"/>
                <a:gd name="T3" fmla="*/ 9 h 38"/>
                <a:gd name="T4" fmla="*/ 484 w 566"/>
                <a:gd name="T5" fmla="*/ 29 h 38"/>
                <a:gd name="T6" fmla="*/ 0 w 566"/>
                <a:gd name="T7" fmla="*/ 28 h 38"/>
                <a:gd name="T8" fmla="*/ 0 w 566"/>
                <a:gd name="T9" fmla="*/ 9 h 38"/>
                <a:gd name="T10" fmla="*/ 475 w 566"/>
                <a:gd name="T11" fmla="*/ 0 h 38"/>
                <a:gd name="T12" fmla="*/ 566 w 566"/>
                <a:gd name="T13" fmla="*/ 19 h 38"/>
                <a:gd name="T14" fmla="*/ 475 w 566"/>
                <a:gd name="T15" fmla="*/ 38 h 38"/>
                <a:gd name="T16" fmla="*/ 475 w 566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6" h="38">
                  <a:moveTo>
                    <a:pt x="0" y="9"/>
                  </a:moveTo>
                  <a:lnTo>
                    <a:pt x="484" y="9"/>
                  </a:lnTo>
                  <a:lnTo>
                    <a:pt x="484" y="29"/>
                  </a:lnTo>
                  <a:lnTo>
                    <a:pt x="0" y="28"/>
                  </a:lnTo>
                  <a:lnTo>
                    <a:pt x="0" y="9"/>
                  </a:lnTo>
                  <a:close/>
                  <a:moveTo>
                    <a:pt x="475" y="0"/>
                  </a:moveTo>
                  <a:lnTo>
                    <a:pt x="566" y="19"/>
                  </a:lnTo>
                  <a:lnTo>
                    <a:pt x="475" y="38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14" name="Rectangle 163">
              <a:extLst>
                <a:ext uri="{FF2B5EF4-FFF2-40B4-BE49-F238E27FC236}">
                  <a16:creationId xmlns:a16="http://schemas.microsoft.com/office/drawing/2014/main" id="{239FFB3D-BF37-6279-D065-2C2205FF9FE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24" y="2676"/>
              <a:ext cx="52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sz="13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波传播方向</a:t>
              </a:r>
              <a:endParaRPr lang="zh-CN" altLang="en-US" sz="2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5" name="Rectangle 164">
              <a:extLst>
                <a:ext uri="{FF2B5EF4-FFF2-40B4-BE49-F238E27FC236}">
                  <a16:creationId xmlns:a16="http://schemas.microsoft.com/office/drawing/2014/main" id="{9964AB0B-05D1-177E-5077-FEF7B885A0B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7" y="2635"/>
              <a:ext cx="2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130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  <a:endParaRPr lang="en-US" altLang="zh-CN" sz="2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6" name="Text Box 165">
              <a:extLst>
                <a:ext uri="{FF2B5EF4-FFF2-40B4-BE49-F238E27FC236}">
                  <a16:creationId xmlns:a16="http://schemas.microsoft.com/office/drawing/2014/main" id="{A6845904-5048-35F4-B8CF-B08EC72FB5E9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7" y="3813"/>
              <a:ext cx="1287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1400">
                  <a:ea typeface="幼圆" panose="02010509060101010101" pitchFamily="49" charset="-122"/>
                </a:rPr>
                <a:t>均匀平面波</a:t>
              </a:r>
              <a:endParaRPr lang="zh-CN" altLang="en-US" sz="140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8217" name="Text Box 166">
              <a:extLst>
                <a:ext uri="{FF2B5EF4-FFF2-40B4-BE49-F238E27FC236}">
                  <a16:creationId xmlns:a16="http://schemas.microsoft.com/office/drawing/2014/main" id="{C6C3BAE3-060D-5BE1-2676-970139FF0B72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85" y="1842"/>
              <a:ext cx="128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1400">
                  <a:ea typeface="幼圆" panose="02010509060101010101" pitchFamily="49" charset="-122"/>
                </a:rPr>
                <a:t>波阵面</a:t>
              </a:r>
              <a:endParaRPr lang="zh-CN" altLang="en-US" sz="140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8218" name="Rectangle 200">
              <a:extLst>
                <a:ext uri="{FF2B5EF4-FFF2-40B4-BE49-F238E27FC236}">
                  <a16:creationId xmlns:a16="http://schemas.microsoft.com/office/drawing/2014/main" id="{4FC0F6EE-BA83-0BA6-584E-1A42BBE0A7C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7" y="201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19" name="Rectangle 201">
              <a:extLst>
                <a:ext uri="{FF2B5EF4-FFF2-40B4-BE49-F238E27FC236}">
                  <a16:creationId xmlns:a16="http://schemas.microsoft.com/office/drawing/2014/main" id="{C66F34CE-55D2-7D8D-277B-038A5C58888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64" y="3174"/>
              <a:ext cx="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20" name="Rectangle 202">
              <a:extLst>
                <a:ext uri="{FF2B5EF4-FFF2-40B4-BE49-F238E27FC236}">
                  <a16:creationId xmlns:a16="http://schemas.microsoft.com/office/drawing/2014/main" id="{D1B4C3DF-CB14-F048-0190-E60C37AFDBB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75" y="280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o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21" name="Line 203">
              <a:extLst>
                <a:ext uri="{FF2B5EF4-FFF2-40B4-BE49-F238E27FC236}">
                  <a16:creationId xmlns:a16="http://schemas.microsoft.com/office/drawing/2014/main" id="{F5697B7A-00A3-354B-5EB5-C73C4652B7F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25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22" name="Line 204">
              <a:extLst>
                <a:ext uri="{FF2B5EF4-FFF2-40B4-BE49-F238E27FC236}">
                  <a16:creationId xmlns:a16="http://schemas.microsoft.com/office/drawing/2014/main" id="{116954A5-DCB9-2422-2171-C31CF20582D0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45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23" name="Group 206">
              <a:extLst>
                <a:ext uri="{FF2B5EF4-FFF2-40B4-BE49-F238E27FC236}">
                  <a16:creationId xmlns:a16="http://schemas.microsoft.com/office/drawing/2014/main" id="{D23A5B43-553D-D640-EAE8-955FD75B236A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901517" flipH="1">
              <a:off x="4006" y="3446"/>
              <a:ext cx="643" cy="364"/>
              <a:chOff x="-366" y="1998"/>
              <a:chExt cx="630" cy="255"/>
            </a:xfrm>
          </p:grpSpPr>
          <p:grpSp>
            <p:nvGrpSpPr>
              <p:cNvPr id="8224" name="Group 207">
                <a:extLst>
                  <a:ext uri="{FF2B5EF4-FFF2-40B4-BE49-F238E27FC236}">
                    <a16:creationId xmlns:a16="http://schemas.microsoft.com/office/drawing/2014/main" id="{5789529C-AE64-05EA-E08A-942C4104BAE2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-156" y="2004"/>
                <a:ext cx="210" cy="249"/>
                <a:chOff x="-558" y="1902"/>
                <a:chExt cx="210" cy="249"/>
              </a:xfrm>
            </p:grpSpPr>
            <p:sp>
              <p:nvSpPr>
                <p:cNvPr id="8225" name="Arc 208">
                  <a:extLst>
                    <a:ext uri="{FF2B5EF4-FFF2-40B4-BE49-F238E27FC236}">
                      <a16:creationId xmlns:a16="http://schemas.microsoft.com/office/drawing/2014/main" id="{79B9FD51-8D22-431F-5849-0ADCBFB1F2E6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-1 w 41051"/>
                    <a:gd name="T1" fmla="*/ 14962 h 21600"/>
                    <a:gd name="T2" fmla="*/ 20555 w 41051"/>
                    <a:gd name="T3" fmla="*/ 0 h 21600"/>
                    <a:gd name="T4" fmla="*/ 41050 w 41051"/>
                    <a:gd name="T5" fmla="*/ 14782 h 21600"/>
                    <a:gd name="T6" fmla="*/ -1 w 41051"/>
                    <a:gd name="T7" fmla="*/ 14962 h 21600"/>
                    <a:gd name="T8" fmla="*/ 20555 w 41051"/>
                    <a:gd name="T9" fmla="*/ 0 h 21600"/>
                    <a:gd name="T10" fmla="*/ 41050 w 41051"/>
                    <a:gd name="T11" fmla="*/ 14782 h 21600"/>
                    <a:gd name="T12" fmla="*/ 20555 w 41051"/>
                    <a:gd name="T13" fmla="*/ 21600 h 21600"/>
                    <a:gd name="T14" fmla="*/ -1 w 41051"/>
                    <a:gd name="T15" fmla="*/ 14962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1051" h="21600" fill="none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26" name="Arc 209">
                  <a:extLst>
                    <a:ext uri="{FF2B5EF4-FFF2-40B4-BE49-F238E27FC236}">
                      <a16:creationId xmlns:a16="http://schemas.microsoft.com/office/drawing/2014/main" id="{8A7B2C38-D3C5-62AA-301D-D81630C147D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-1 w 40133"/>
                    <a:gd name="T1" fmla="*/ 13410 h 21600"/>
                    <a:gd name="T2" fmla="*/ 19987 w 40133"/>
                    <a:gd name="T3" fmla="*/ 0 h 21600"/>
                    <a:gd name="T4" fmla="*/ 40133 w 40133"/>
                    <a:gd name="T5" fmla="*/ 13809 h 21600"/>
                    <a:gd name="T6" fmla="*/ -1 w 40133"/>
                    <a:gd name="T7" fmla="*/ 13410 h 21600"/>
                    <a:gd name="T8" fmla="*/ 19987 w 40133"/>
                    <a:gd name="T9" fmla="*/ 0 h 21600"/>
                    <a:gd name="T10" fmla="*/ 40133 w 40133"/>
                    <a:gd name="T11" fmla="*/ 13809 h 21600"/>
                    <a:gd name="T12" fmla="*/ 19987 w 40133"/>
                    <a:gd name="T13" fmla="*/ 21600 h 21600"/>
                    <a:gd name="T14" fmla="*/ -1 w 40133"/>
                    <a:gd name="T15" fmla="*/ 1341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133" h="21600" fill="none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27" name="Arc 210">
                <a:extLst>
                  <a:ext uri="{FF2B5EF4-FFF2-40B4-BE49-F238E27FC236}">
                    <a16:creationId xmlns:a16="http://schemas.microsoft.com/office/drawing/2014/main" id="{8ACCE717-BB30-552B-83B1-2565F5203F63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4" y="1998"/>
                <a:ext cx="106" cy="192"/>
              </a:xfrm>
              <a:custGeom>
                <a:avLst/>
                <a:gdLst>
                  <a:gd name="T0" fmla="*/ -1 w 41051"/>
                  <a:gd name="T1" fmla="*/ 14962 h 21600"/>
                  <a:gd name="T2" fmla="*/ 20555 w 41051"/>
                  <a:gd name="T3" fmla="*/ 0 h 21600"/>
                  <a:gd name="T4" fmla="*/ 41050 w 41051"/>
                  <a:gd name="T5" fmla="*/ 14782 h 21600"/>
                  <a:gd name="T6" fmla="*/ -1 w 41051"/>
                  <a:gd name="T7" fmla="*/ 14962 h 21600"/>
                  <a:gd name="T8" fmla="*/ 20555 w 41051"/>
                  <a:gd name="T9" fmla="*/ 0 h 21600"/>
                  <a:gd name="T10" fmla="*/ 41050 w 41051"/>
                  <a:gd name="T11" fmla="*/ 14782 h 21600"/>
                  <a:gd name="T12" fmla="*/ 20555 w 41051"/>
                  <a:gd name="T13" fmla="*/ 21600 h 21600"/>
                  <a:gd name="T14" fmla="*/ -1 w 41051"/>
                  <a:gd name="T15" fmla="*/ 1496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051" h="21600" fill="none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</a:path>
                  <a:path w="41051" h="21600" stroke="0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  <a:lnTo>
                      <a:pt x="20555" y="21600"/>
                    </a:lnTo>
                    <a:lnTo>
                      <a:pt x="-1" y="14962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28" name="Arc 211">
                <a:extLst>
                  <a:ext uri="{FF2B5EF4-FFF2-40B4-BE49-F238E27FC236}">
                    <a16:creationId xmlns:a16="http://schemas.microsoft.com/office/drawing/2014/main" id="{A1C2512B-14FA-27CF-2CEA-FAA76415EB54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V="1">
                <a:off x="158" y="2061"/>
                <a:ext cx="106" cy="192"/>
              </a:xfrm>
              <a:custGeom>
                <a:avLst/>
                <a:gdLst>
                  <a:gd name="T0" fmla="*/ -1 w 40937"/>
                  <a:gd name="T1" fmla="*/ 15743 h 21600"/>
                  <a:gd name="T2" fmla="*/ 20791 w 40937"/>
                  <a:gd name="T3" fmla="*/ 0 h 21600"/>
                  <a:gd name="T4" fmla="*/ 40937 w 40937"/>
                  <a:gd name="T5" fmla="*/ 13809 h 21600"/>
                  <a:gd name="T6" fmla="*/ -1 w 40937"/>
                  <a:gd name="T7" fmla="*/ 15743 h 21600"/>
                  <a:gd name="T8" fmla="*/ 20791 w 40937"/>
                  <a:gd name="T9" fmla="*/ 0 h 21600"/>
                  <a:gd name="T10" fmla="*/ 40937 w 40937"/>
                  <a:gd name="T11" fmla="*/ 13809 h 21600"/>
                  <a:gd name="T12" fmla="*/ 20791 w 40937"/>
                  <a:gd name="T13" fmla="*/ 21600 h 21600"/>
                  <a:gd name="T14" fmla="*/ -1 w 40937"/>
                  <a:gd name="T15" fmla="*/ 1574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937" h="21600" fill="none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</a:path>
                  <a:path w="40937" h="21600" stroke="0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  <a:lnTo>
                      <a:pt x="20791" y="21600"/>
                    </a:lnTo>
                    <a:lnTo>
                      <a:pt x="-1" y="15743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229" name="Group 212">
                <a:extLst>
                  <a:ext uri="{FF2B5EF4-FFF2-40B4-BE49-F238E27FC236}">
                    <a16:creationId xmlns:a16="http://schemas.microsoft.com/office/drawing/2014/main" id="{844AF889-DCF0-03BB-418E-34C8ABEE3D8C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-366" y="2004"/>
                <a:ext cx="210" cy="249"/>
                <a:chOff x="-558" y="1902"/>
                <a:chExt cx="210" cy="249"/>
              </a:xfrm>
            </p:grpSpPr>
            <p:sp>
              <p:nvSpPr>
                <p:cNvPr id="8230" name="Arc 213">
                  <a:extLst>
                    <a:ext uri="{FF2B5EF4-FFF2-40B4-BE49-F238E27FC236}">
                      <a16:creationId xmlns:a16="http://schemas.microsoft.com/office/drawing/2014/main" id="{C751A283-57CD-9B38-842B-1238A3E2F870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-1 w 41051"/>
                    <a:gd name="T1" fmla="*/ 14962 h 21600"/>
                    <a:gd name="T2" fmla="*/ 20555 w 41051"/>
                    <a:gd name="T3" fmla="*/ 0 h 21600"/>
                    <a:gd name="T4" fmla="*/ 41050 w 41051"/>
                    <a:gd name="T5" fmla="*/ 14782 h 21600"/>
                    <a:gd name="T6" fmla="*/ -1 w 41051"/>
                    <a:gd name="T7" fmla="*/ 14962 h 21600"/>
                    <a:gd name="T8" fmla="*/ 20555 w 41051"/>
                    <a:gd name="T9" fmla="*/ 0 h 21600"/>
                    <a:gd name="T10" fmla="*/ 41050 w 41051"/>
                    <a:gd name="T11" fmla="*/ 14782 h 21600"/>
                    <a:gd name="T12" fmla="*/ 20555 w 41051"/>
                    <a:gd name="T13" fmla="*/ 21600 h 21600"/>
                    <a:gd name="T14" fmla="*/ -1 w 41051"/>
                    <a:gd name="T15" fmla="*/ 14962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1051" h="21600" fill="none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31" name="Arc 214">
                  <a:extLst>
                    <a:ext uri="{FF2B5EF4-FFF2-40B4-BE49-F238E27FC236}">
                      <a16:creationId xmlns:a16="http://schemas.microsoft.com/office/drawing/2014/main" id="{9D6F30A9-5ECA-9648-520E-E0136CBA4CD1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-1 w 40133"/>
                    <a:gd name="T1" fmla="*/ 13410 h 21600"/>
                    <a:gd name="T2" fmla="*/ 19987 w 40133"/>
                    <a:gd name="T3" fmla="*/ 0 h 21600"/>
                    <a:gd name="T4" fmla="*/ 40133 w 40133"/>
                    <a:gd name="T5" fmla="*/ 13809 h 21600"/>
                    <a:gd name="T6" fmla="*/ -1 w 40133"/>
                    <a:gd name="T7" fmla="*/ 13410 h 21600"/>
                    <a:gd name="T8" fmla="*/ 19987 w 40133"/>
                    <a:gd name="T9" fmla="*/ 0 h 21600"/>
                    <a:gd name="T10" fmla="*/ 40133 w 40133"/>
                    <a:gd name="T11" fmla="*/ 13809 h 21600"/>
                    <a:gd name="T12" fmla="*/ 19987 w 40133"/>
                    <a:gd name="T13" fmla="*/ 21600 h 21600"/>
                    <a:gd name="T14" fmla="*/ -1 w 40133"/>
                    <a:gd name="T15" fmla="*/ 1341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133" h="21600" fill="none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232" name="Group 215">
              <a:extLst>
                <a:ext uri="{FF2B5EF4-FFF2-40B4-BE49-F238E27FC236}">
                  <a16:creationId xmlns:a16="http://schemas.microsoft.com/office/drawing/2014/main" id="{E3BAAD61-A1A8-33C4-7126-6F6F8EE8B0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9" y="3424"/>
              <a:ext cx="655" cy="378"/>
              <a:chOff x="3521" y="3526"/>
              <a:chExt cx="514" cy="299"/>
            </a:xfrm>
          </p:grpSpPr>
          <p:grpSp>
            <p:nvGrpSpPr>
              <p:cNvPr id="8233" name="Group 216">
                <a:extLst>
                  <a:ext uri="{FF2B5EF4-FFF2-40B4-BE49-F238E27FC236}">
                    <a16:creationId xmlns:a16="http://schemas.microsoft.com/office/drawing/2014/main" id="{2E51EEBC-991F-C649-ADBB-7752A7FDEB5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901517" flipH="1">
                <a:off x="3692" y="3532"/>
                <a:ext cx="171" cy="284"/>
                <a:chOff x="-558" y="1902"/>
                <a:chExt cx="210" cy="249"/>
              </a:xfrm>
            </p:grpSpPr>
            <p:sp>
              <p:nvSpPr>
                <p:cNvPr id="8234" name="Arc 217">
                  <a:extLst>
                    <a:ext uri="{FF2B5EF4-FFF2-40B4-BE49-F238E27FC236}">
                      <a16:creationId xmlns:a16="http://schemas.microsoft.com/office/drawing/2014/main" id="{C5D60E91-D198-9D78-79AA-4D307ADE8C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-1 w 41051"/>
                    <a:gd name="T1" fmla="*/ 14962 h 21600"/>
                    <a:gd name="T2" fmla="*/ 20555 w 41051"/>
                    <a:gd name="T3" fmla="*/ 0 h 21600"/>
                    <a:gd name="T4" fmla="*/ 41050 w 41051"/>
                    <a:gd name="T5" fmla="*/ 14782 h 21600"/>
                    <a:gd name="T6" fmla="*/ -1 w 41051"/>
                    <a:gd name="T7" fmla="*/ 14962 h 21600"/>
                    <a:gd name="T8" fmla="*/ 20555 w 41051"/>
                    <a:gd name="T9" fmla="*/ 0 h 21600"/>
                    <a:gd name="T10" fmla="*/ 41050 w 41051"/>
                    <a:gd name="T11" fmla="*/ 14782 h 21600"/>
                    <a:gd name="T12" fmla="*/ 20555 w 41051"/>
                    <a:gd name="T13" fmla="*/ 21600 h 21600"/>
                    <a:gd name="T14" fmla="*/ -1 w 41051"/>
                    <a:gd name="T15" fmla="*/ 14962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1051" h="21600" fill="none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35" name="Arc 218">
                  <a:extLst>
                    <a:ext uri="{FF2B5EF4-FFF2-40B4-BE49-F238E27FC236}">
                      <a16:creationId xmlns:a16="http://schemas.microsoft.com/office/drawing/2014/main" id="{73B86A0B-4077-6FFD-D3FF-F1E9BEAB2C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-1 w 40133"/>
                    <a:gd name="T1" fmla="*/ 13410 h 21600"/>
                    <a:gd name="T2" fmla="*/ 19987 w 40133"/>
                    <a:gd name="T3" fmla="*/ 0 h 21600"/>
                    <a:gd name="T4" fmla="*/ 40133 w 40133"/>
                    <a:gd name="T5" fmla="*/ 13809 h 21600"/>
                    <a:gd name="T6" fmla="*/ -1 w 40133"/>
                    <a:gd name="T7" fmla="*/ 13410 h 21600"/>
                    <a:gd name="T8" fmla="*/ 19987 w 40133"/>
                    <a:gd name="T9" fmla="*/ 0 h 21600"/>
                    <a:gd name="T10" fmla="*/ 40133 w 40133"/>
                    <a:gd name="T11" fmla="*/ 13809 h 21600"/>
                    <a:gd name="T12" fmla="*/ 19987 w 40133"/>
                    <a:gd name="T13" fmla="*/ 21600 h 21600"/>
                    <a:gd name="T14" fmla="*/ -1 w 40133"/>
                    <a:gd name="T15" fmla="*/ 1341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133" h="21600" fill="none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36" name="Arc 219">
                <a:extLst>
                  <a:ext uri="{FF2B5EF4-FFF2-40B4-BE49-F238E27FC236}">
                    <a16:creationId xmlns:a16="http://schemas.microsoft.com/office/drawing/2014/main" id="{7DA11522-62D0-24A9-B295-D443587AA1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901517" flipH="1">
                <a:off x="3862" y="3606"/>
                <a:ext cx="86" cy="219"/>
              </a:xfrm>
              <a:custGeom>
                <a:avLst/>
                <a:gdLst>
                  <a:gd name="T0" fmla="*/ -1 w 41051"/>
                  <a:gd name="T1" fmla="*/ 14962 h 21600"/>
                  <a:gd name="T2" fmla="*/ 20555 w 41051"/>
                  <a:gd name="T3" fmla="*/ 0 h 21600"/>
                  <a:gd name="T4" fmla="*/ 41050 w 41051"/>
                  <a:gd name="T5" fmla="*/ 14782 h 21600"/>
                  <a:gd name="T6" fmla="*/ -1 w 41051"/>
                  <a:gd name="T7" fmla="*/ 14962 h 21600"/>
                  <a:gd name="T8" fmla="*/ 20555 w 41051"/>
                  <a:gd name="T9" fmla="*/ 0 h 21600"/>
                  <a:gd name="T10" fmla="*/ 41050 w 41051"/>
                  <a:gd name="T11" fmla="*/ 14782 h 21600"/>
                  <a:gd name="T12" fmla="*/ 20555 w 41051"/>
                  <a:gd name="T13" fmla="*/ 21600 h 21600"/>
                  <a:gd name="T14" fmla="*/ -1 w 41051"/>
                  <a:gd name="T15" fmla="*/ 1496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051" h="21600" fill="none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</a:path>
                  <a:path w="41051" h="21600" stroke="0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  <a:lnTo>
                      <a:pt x="20555" y="21600"/>
                    </a:lnTo>
                    <a:lnTo>
                      <a:pt x="-1" y="14962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37" name="Arc 220">
                <a:extLst>
                  <a:ext uri="{FF2B5EF4-FFF2-40B4-BE49-F238E27FC236}">
                    <a16:creationId xmlns:a16="http://schemas.microsoft.com/office/drawing/2014/main" id="{4C74C275-FE77-A984-8128-E92FAD78AF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698483" flipH="1" flipV="1">
                <a:off x="3949" y="3537"/>
                <a:ext cx="86" cy="219"/>
              </a:xfrm>
              <a:custGeom>
                <a:avLst/>
                <a:gdLst>
                  <a:gd name="T0" fmla="*/ -1 w 40937"/>
                  <a:gd name="T1" fmla="*/ 15743 h 21600"/>
                  <a:gd name="T2" fmla="*/ 20791 w 40937"/>
                  <a:gd name="T3" fmla="*/ 0 h 21600"/>
                  <a:gd name="T4" fmla="*/ 40937 w 40937"/>
                  <a:gd name="T5" fmla="*/ 13809 h 21600"/>
                  <a:gd name="T6" fmla="*/ -1 w 40937"/>
                  <a:gd name="T7" fmla="*/ 15743 h 21600"/>
                  <a:gd name="T8" fmla="*/ 20791 w 40937"/>
                  <a:gd name="T9" fmla="*/ 0 h 21600"/>
                  <a:gd name="T10" fmla="*/ 40937 w 40937"/>
                  <a:gd name="T11" fmla="*/ 13809 h 21600"/>
                  <a:gd name="T12" fmla="*/ 20791 w 40937"/>
                  <a:gd name="T13" fmla="*/ 21600 h 21600"/>
                  <a:gd name="T14" fmla="*/ -1 w 40937"/>
                  <a:gd name="T15" fmla="*/ 1574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937" h="21600" fill="none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</a:path>
                  <a:path w="40937" h="21600" stroke="0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  <a:lnTo>
                      <a:pt x="20791" y="21600"/>
                    </a:lnTo>
                    <a:lnTo>
                      <a:pt x="-1" y="15743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238" name="Group 221">
                <a:extLst>
                  <a:ext uri="{FF2B5EF4-FFF2-40B4-BE49-F238E27FC236}">
                    <a16:creationId xmlns:a16="http://schemas.microsoft.com/office/drawing/2014/main" id="{FC2C25E9-D8C8-9804-1440-88498B93805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901517" flipH="1">
                <a:off x="3521" y="3526"/>
                <a:ext cx="171" cy="284"/>
                <a:chOff x="-558" y="1902"/>
                <a:chExt cx="210" cy="249"/>
              </a:xfrm>
            </p:grpSpPr>
            <p:sp>
              <p:nvSpPr>
                <p:cNvPr id="8239" name="Arc 222">
                  <a:extLst>
                    <a:ext uri="{FF2B5EF4-FFF2-40B4-BE49-F238E27FC236}">
                      <a16:creationId xmlns:a16="http://schemas.microsoft.com/office/drawing/2014/main" id="{AA0EA93A-0771-0042-B02E-A4ECE71404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-1 w 41051"/>
                    <a:gd name="T1" fmla="*/ 14962 h 21600"/>
                    <a:gd name="T2" fmla="*/ 20555 w 41051"/>
                    <a:gd name="T3" fmla="*/ 0 h 21600"/>
                    <a:gd name="T4" fmla="*/ 41050 w 41051"/>
                    <a:gd name="T5" fmla="*/ 14782 h 21600"/>
                    <a:gd name="T6" fmla="*/ -1 w 41051"/>
                    <a:gd name="T7" fmla="*/ 14962 h 21600"/>
                    <a:gd name="T8" fmla="*/ 20555 w 41051"/>
                    <a:gd name="T9" fmla="*/ 0 h 21600"/>
                    <a:gd name="T10" fmla="*/ 41050 w 41051"/>
                    <a:gd name="T11" fmla="*/ 14782 h 21600"/>
                    <a:gd name="T12" fmla="*/ 20555 w 41051"/>
                    <a:gd name="T13" fmla="*/ 21600 h 21600"/>
                    <a:gd name="T14" fmla="*/ -1 w 41051"/>
                    <a:gd name="T15" fmla="*/ 14962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1051" h="21600" fill="none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40" name="Arc 223">
                  <a:extLst>
                    <a:ext uri="{FF2B5EF4-FFF2-40B4-BE49-F238E27FC236}">
                      <a16:creationId xmlns:a16="http://schemas.microsoft.com/office/drawing/2014/main" id="{1C433DD8-B33A-B0F6-C829-ED672F97F7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-1 w 40133"/>
                    <a:gd name="T1" fmla="*/ 13410 h 21600"/>
                    <a:gd name="T2" fmla="*/ 19987 w 40133"/>
                    <a:gd name="T3" fmla="*/ 0 h 21600"/>
                    <a:gd name="T4" fmla="*/ 40133 w 40133"/>
                    <a:gd name="T5" fmla="*/ 13809 h 21600"/>
                    <a:gd name="T6" fmla="*/ -1 w 40133"/>
                    <a:gd name="T7" fmla="*/ 13410 h 21600"/>
                    <a:gd name="T8" fmla="*/ 19987 w 40133"/>
                    <a:gd name="T9" fmla="*/ 0 h 21600"/>
                    <a:gd name="T10" fmla="*/ 40133 w 40133"/>
                    <a:gd name="T11" fmla="*/ 13809 h 21600"/>
                    <a:gd name="T12" fmla="*/ 19987 w 40133"/>
                    <a:gd name="T13" fmla="*/ 21600 h 21600"/>
                    <a:gd name="T14" fmla="*/ -1 w 40133"/>
                    <a:gd name="T15" fmla="*/ 1341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133" h="21600" fill="none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241" name="Line 238">
              <a:extLst>
                <a:ext uri="{FF2B5EF4-FFF2-40B4-BE49-F238E27FC236}">
                  <a16:creationId xmlns:a16="http://schemas.microsoft.com/office/drawing/2014/main" id="{0A8F2149-1C80-70BB-2153-F2FD87245D2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566" y="3077"/>
              <a:ext cx="371" cy="33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42" name="Line 239">
              <a:extLst>
                <a:ext uri="{FF2B5EF4-FFF2-40B4-BE49-F238E27FC236}">
                  <a16:creationId xmlns:a16="http://schemas.microsoft.com/office/drawing/2014/main" id="{3E021905-E0C6-A6A3-8C85-075BF2D185D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06" y="2933"/>
              <a:ext cx="47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8243" name="Text Box 245">
            <a:extLst>
              <a:ext uri="{FF2B5EF4-FFF2-40B4-BE49-F238E27FC236}">
                <a16:creationId xmlns:a16="http://schemas.microsoft.com/office/drawing/2014/main" id="{C91B5B35-4045-712B-E239-7A6305628D9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96975"/>
            <a:ext cx="835183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FF83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490746" name="Text Box 250">
            <a:extLst>
              <a:ext uri="{FF2B5EF4-FFF2-40B4-BE49-F238E27FC236}">
                <a16:creationId xmlns:a16="http://schemas.microsoft.com/office/drawing/2014/main" id="{23A03F58-E8C6-6B22-A482-EF42A5EB45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3" y="476250"/>
            <a:ext cx="64420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均匀平面波的概念</a:t>
            </a:r>
            <a:endParaRPr lang="zh-CN" altLang="en-US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0747" name="Text Box 251">
            <a:extLst>
              <a:ext uri="{FF2B5EF4-FFF2-40B4-BE49-F238E27FC236}">
                <a16:creationId xmlns:a16="http://schemas.microsoft.com/office/drawing/2014/main" id="{F5DE8216-39D6-AD98-C7F0-7B4400623D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052513"/>
            <a:ext cx="864076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4"/>
              </a:buBlip>
            </a:pPr>
            <a:r>
              <a:rPr lang="en-US" altLang="zh-CN">
                <a:solidFill>
                  <a:srgbClr val="FF8383"/>
                </a:solidFill>
              </a:rPr>
              <a:t>   </a:t>
            </a:r>
            <a:r>
              <a:rPr lang="zh-CN" altLang="en-US">
                <a:solidFill>
                  <a:srgbClr val="FF8383"/>
                </a:solidFill>
                <a:ea typeface="宋体" panose="02010600030101010101" pitchFamily="2" charset="-122"/>
              </a:rPr>
              <a:t>波阵面</a:t>
            </a:r>
            <a:r>
              <a:rPr lang="zh-CN" altLang="en-US">
                <a:solidFill>
                  <a:srgbClr val="FF99CC"/>
                </a:solidFill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空间相位相同的点构成的曲面，即</a:t>
            </a:r>
            <a:r>
              <a:rPr lang="zh-CN" altLang="en-US">
                <a:solidFill>
                  <a:srgbClr val="FF0000"/>
                </a:solidFill>
              </a:rPr>
              <a:t>等相位面</a:t>
            </a:r>
            <a:r>
              <a:rPr lang="zh-CN" altLang="en-US">
                <a:solidFill>
                  <a:schemeClr val="bg1"/>
                </a:solidFill>
              </a:rPr>
              <a:t>。   </a:t>
            </a:r>
            <a:endParaRPr lang="zh-CN" altLang="en-US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490748" name="Text Box 252">
            <a:extLst>
              <a:ext uri="{FF2B5EF4-FFF2-40B4-BE49-F238E27FC236}">
                <a16:creationId xmlns:a16="http://schemas.microsoft.com/office/drawing/2014/main" id="{FFBD6A89-D533-D6AE-BCEB-85D3DBD665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1782763"/>
            <a:ext cx="8640763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4"/>
              </a:buBlip>
            </a:pPr>
            <a:r>
              <a:rPr lang="en-US" altLang="zh-CN">
                <a:solidFill>
                  <a:srgbClr val="FF8383"/>
                </a:solidFill>
              </a:rPr>
              <a:t>   </a:t>
            </a:r>
            <a:r>
              <a:rPr lang="zh-CN" altLang="en-US">
                <a:solidFill>
                  <a:srgbClr val="FF8383"/>
                </a:solidFill>
                <a:ea typeface="宋体" panose="02010600030101010101" pitchFamily="2" charset="-122"/>
              </a:rPr>
              <a:t>平面波</a:t>
            </a:r>
            <a:r>
              <a:rPr lang="zh-CN" altLang="en-US">
                <a:solidFill>
                  <a:srgbClr val="FF99CC"/>
                </a:solidFill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等相位面为无限大平面的电磁波。</a:t>
            </a:r>
          </a:p>
        </p:txBody>
      </p:sp>
      <p:sp>
        <p:nvSpPr>
          <p:cNvPr id="490750" name="Text Box 254">
            <a:extLst>
              <a:ext uri="{FF2B5EF4-FFF2-40B4-BE49-F238E27FC236}">
                <a16:creationId xmlns:a16="http://schemas.microsoft.com/office/drawing/2014/main" id="{7C495211-A9A6-B5C2-E3D4-F223B54918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925" y="2565400"/>
            <a:ext cx="8916988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4"/>
              </a:buBlip>
            </a:pPr>
            <a:r>
              <a:rPr lang="en-US" altLang="zh-CN">
                <a:solidFill>
                  <a:srgbClr val="FF8383"/>
                </a:solidFill>
              </a:rPr>
              <a:t>   </a:t>
            </a:r>
            <a:r>
              <a:rPr lang="zh-CN" altLang="en-US" u="sng">
                <a:solidFill>
                  <a:srgbClr val="FF8383"/>
                </a:solidFill>
                <a:ea typeface="宋体" panose="02010600030101010101" pitchFamily="2" charset="-122"/>
              </a:rPr>
              <a:t>均匀平面</a:t>
            </a:r>
            <a:r>
              <a:rPr lang="zh-CN" altLang="en-US">
                <a:solidFill>
                  <a:srgbClr val="FF8383"/>
                </a:solidFill>
                <a:ea typeface="宋体" panose="02010600030101010101" pitchFamily="2" charset="-122"/>
              </a:rPr>
              <a:t>波</a:t>
            </a:r>
            <a:r>
              <a:rPr lang="zh-CN" altLang="en-US">
                <a:solidFill>
                  <a:srgbClr val="FF99CC"/>
                </a:solidFill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等相位面上电场和磁场的方向、振幅都保持不变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的平面波。</a:t>
            </a:r>
          </a:p>
        </p:txBody>
      </p:sp>
      <p:grpSp>
        <p:nvGrpSpPr>
          <p:cNvPr id="70" name="Group 246">
            <a:extLst>
              <a:ext uri="{FF2B5EF4-FFF2-40B4-BE49-F238E27FC236}">
                <a16:creationId xmlns:a16="http://schemas.microsoft.com/office/drawing/2014/main" id="{D759B404-7BA0-79F2-C35F-BD8831795AC1}"/>
              </a:ext>
            </a:extLst>
          </p:cNvPr>
          <p:cNvGrpSpPr>
            <a:grpSpLocks/>
          </p:cNvGrpSpPr>
          <p:nvPr/>
        </p:nvGrpSpPr>
        <p:grpSpPr bwMode="auto">
          <a:xfrm>
            <a:off x="1476375" y="3049588"/>
            <a:ext cx="3816350" cy="3460750"/>
            <a:chOff x="3288" y="1842"/>
            <a:chExt cx="2404" cy="2180"/>
          </a:xfrm>
        </p:grpSpPr>
        <p:sp>
          <p:nvSpPr>
            <p:cNvPr id="8249" name="AutoShape 27">
              <a:extLst>
                <a:ext uri="{FF2B5EF4-FFF2-40B4-BE49-F238E27FC236}">
                  <a16:creationId xmlns:a16="http://schemas.microsoft.com/office/drawing/2014/main" id="{F96BFAFE-AC31-0FC8-4C89-8198B72BE7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 rot="5400000" flipH="1">
              <a:off x="4024" y="2735"/>
              <a:ext cx="1437" cy="464"/>
            </a:xfrm>
            <a:prstGeom prst="parallelogram">
              <a:avLst>
                <a:gd name="adj" fmla="val 77425"/>
              </a:avLst>
            </a:prstGeom>
            <a:gradFill rotWithShape="1">
              <a:gsLst>
                <a:gs pos="0">
                  <a:srgbClr val="800080">
                    <a:alpha val="99001"/>
                  </a:srgbClr>
                </a:gs>
                <a:gs pos="100000">
                  <a:schemeClr val="bg1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8250" name="Rectangle 74">
              <a:extLst>
                <a:ext uri="{FF2B5EF4-FFF2-40B4-BE49-F238E27FC236}">
                  <a16:creationId xmlns:a16="http://schemas.microsoft.com/office/drawing/2014/main" id="{0CC0AC79-3AAD-1E1E-6AD3-388F532B1C0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88" y="1842"/>
              <a:ext cx="2404" cy="2180"/>
            </a:xfrm>
            <a:prstGeom prst="rect">
              <a:avLst/>
            </a:prstGeom>
            <a:solidFill>
              <a:srgbClr val="99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8251" name="Rectangle 75">
              <a:extLst>
                <a:ext uri="{FF2B5EF4-FFF2-40B4-BE49-F238E27FC236}">
                  <a16:creationId xmlns:a16="http://schemas.microsoft.com/office/drawing/2014/main" id="{5BC484A3-A892-ED23-05E5-DE27B4EE50B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288" y="1842"/>
              <a:ext cx="2404" cy="2180"/>
            </a:xfrm>
            <a:prstGeom prst="rect">
              <a:avLst/>
            </a:prstGeom>
            <a:noFill/>
            <a:ln w="11113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8252" name="Freeform 107">
              <a:extLst>
                <a:ext uri="{FF2B5EF4-FFF2-40B4-BE49-F238E27FC236}">
                  <a16:creationId xmlns:a16="http://schemas.microsoft.com/office/drawing/2014/main" id="{E4BA752E-194D-EA6A-05D5-56BB0B36EFD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02" y="2011"/>
              <a:ext cx="723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3" name="Freeform 108">
              <a:extLst>
                <a:ext uri="{FF2B5EF4-FFF2-40B4-BE49-F238E27FC236}">
                  <a16:creationId xmlns:a16="http://schemas.microsoft.com/office/drawing/2014/main" id="{FE4341F9-80B6-4545-54DC-E49C979C0E8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716" y="2011"/>
              <a:ext cx="724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4" name="Freeform 109">
              <a:extLst>
                <a:ext uri="{FF2B5EF4-FFF2-40B4-BE49-F238E27FC236}">
                  <a16:creationId xmlns:a16="http://schemas.microsoft.com/office/drawing/2014/main" id="{2D3DB071-E414-DFB8-101C-65381BFFC9E2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36" y="2011"/>
              <a:ext cx="724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5" name="Freeform 110">
              <a:extLst>
                <a:ext uri="{FF2B5EF4-FFF2-40B4-BE49-F238E27FC236}">
                  <a16:creationId xmlns:a16="http://schemas.microsoft.com/office/drawing/2014/main" id="{8ECA90CF-11FF-B21D-9D89-7B796DD7D4B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8" y="2011"/>
              <a:ext cx="723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6" name="Freeform 111">
              <a:extLst>
                <a:ext uri="{FF2B5EF4-FFF2-40B4-BE49-F238E27FC236}">
                  <a16:creationId xmlns:a16="http://schemas.microsoft.com/office/drawing/2014/main" id="{CF881A5D-0AB4-E855-C0DD-03A77CE90A1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377" y="2011"/>
              <a:ext cx="722" cy="1808"/>
            </a:xfrm>
            <a:custGeom>
              <a:avLst/>
              <a:gdLst>
                <a:gd name="T0" fmla="*/ 0 w 764"/>
                <a:gd name="T1" fmla="*/ 648 h 1957"/>
                <a:gd name="T2" fmla="*/ 764 w 764"/>
                <a:gd name="T3" fmla="*/ 0 h 1957"/>
                <a:gd name="T4" fmla="*/ 764 w 764"/>
                <a:gd name="T5" fmla="*/ 1279 h 1957"/>
                <a:gd name="T6" fmla="*/ 9 w 764"/>
                <a:gd name="T7" fmla="*/ 1957 h 1957"/>
                <a:gd name="T8" fmla="*/ 8 w 764"/>
                <a:gd name="T9" fmla="*/ 624 h 1957"/>
                <a:gd name="T10" fmla="*/ 0 w 764"/>
                <a:gd name="T11" fmla="*/ 648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4" h="1957">
                  <a:moveTo>
                    <a:pt x="0" y="648"/>
                  </a:moveTo>
                  <a:lnTo>
                    <a:pt x="764" y="0"/>
                  </a:lnTo>
                  <a:lnTo>
                    <a:pt x="764" y="1279"/>
                  </a:lnTo>
                  <a:lnTo>
                    <a:pt x="9" y="1957"/>
                  </a:lnTo>
                  <a:lnTo>
                    <a:pt x="8" y="624"/>
                  </a:lnTo>
                  <a:lnTo>
                    <a:pt x="0" y="648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7" name="Freeform 113">
              <a:extLst>
                <a:ext uri="{FF2B5EF4-FFF2-40B4-BE49-F238E27FC236}">
                  <a16:creationId xmlns:a16="http://schemas.microsoft.com/office/drawing/2014/main" id="{E3513BF6-63F7-496D-126D-BE87DFF126C9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591" y="2011"/>
              <a:ext cx="758" cy="1844"/>
            </a:xfrm>
            <a:custGeom>
              <a:avLst/>
              <a:gdLst>
                <a:gd name="T0" fmla="*/ 0 w 765"/>
                <a:gd name="T1" fmla="*/ 633 h 1957"/>
                <a:gd name="T2" fmla="*/ 765 w 765"/>
                <a:gd name="T3" fmla="*/ 0 h 1957"/>
                <a:gd name="T4" fmla="*/ 765 w 765"/>
                <a:gd name="T5" fmla="*/ 1279 h 1957"/>
                <a:gd name="T6" fmla="*/ 10 w 765"/>
                <a:gd name="T7" fmla="*/ 1957 h 1957"/>
                <a:gd name="T8" fmla="*/ 10 w 765"/>
                <a:gd name="T9" fmla="*/ 602 h 1957"/>
                <a:gd name="T10" fmla="*/ 0 w 765"/>
                <a:gd name="T11" fmla="*/ 633 h 195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765" h="1957">
                  <a:moveTo>
                    <a:pt x="0" y="633"/>
                  </a:moveTo>
                  <a:lnTo>
                    <a:pt x="765" y="0"/>
                  </a:lnTo>
                  <a:lnTo>
                    <a:pt x="765" y="1279"/>
                  </a:lnTo>
                  <a:lnTo>
                    <a:pt x="10" y="1957"/>
                  </a:lnTo>
                  <a:lnTo>
                    <a:pt x="10" y="602"/>
                  </a:lnTo>
                  <a:lnTo>
                    <a:pt x="0" y="633"/>
                  </a:lnTo>
                  <a:close/>
                </a:path>
              </a:pathLst>
            </a:custGeom>
            <a:solidFill>
              <a:srgbClr val="CC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8" name="Freeform 117">
              <a:extLst>
                <a:ext uri="{FF2B5EF4-FFF2-40B4-BE49-F238E27FC236}">
                  <a16:creationId xmlns:a16="http://schemas.microsoft.com/office/drawing/2014/main" id="{419889E2-965C-FB82-A4DF-90452334B30C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044" y="2318"/>
              <a:ext cx="39" cy="1083"/>
            </a:xfrm>
            <a:custGeom>
              <a:avLst/>
              <a:gdLst>
                <a:gd name="T0" fmla="*/ 10 w 42"/>
                <a:gd name="T1" fmla="*/ 1171 h 1171"/>
                <a:gd name="T2" fmla="*/ 11 w 42"/>
                <a:gd name="T3" fmla="*/ 44 h 1171"/>
                <a:gd name="T4" fmla="*/ 32 w 42"/>
                <a:gd name="T5" fmla="*/ 44 h 1171"/>
                <a:gd name="T6" fmla="*/ 31 w 42"/>
                <a:gd name="T7" fmla="*/ 1171 h 1171"/>
                <a:gd name="T8" fmla="*/ 10 w 42"/>
                <a:gd name="T9" fmla="*/ 1171 h 1171"/>
                <a:gd name="T10" fmla="*/ 21 w 42"/>
                <a:gd name="T11" fmla="*/ 44 h 1171"/>
                <a:gd name="T12" fmla="*/ 0 w 42"/>
                <a:gd name="T13" fmla="*/ 65 h 1171"/>
                <a:gd name="T14" fmla="*/ 21 w 42"/>
                <a:gd name="T15" fmla="*/ 0 h 1171"/>
                <a:gd name="T16" fmla="*/ 42 w 42"/>
                <a:gd name="T17" fmla="*/ 65 h 1171"/>
                <a:gd name="T18" fmla="*/ 21 w 42"/>
                <a:gd name="T19" fmla="*/ 44 h 1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1171">
                  <a:moveTo>
                    <a:pt x="10" y="1171"/>
                  </a:moveTo>
                  <a:lnTo>
                    <a:pt x="11" y="44"/>
                  </a:lnTo>
                  <a:lnTo>
                    <a:pt x="32" y="44"/>
                  </a:lnTo>
                  <a:lnTo>
                    <a:pt x="31" y="1171"/>
                  </a:lnTo>
                  <a:lnTo>
                    <a:pt x="10" y="1171"/>
                  </a:lnTo>
                  <a:close/>
                  <a:moveTo>
                    <a:pt x="21" y="44"/>
                  </a:moveTo>
                  <a:lnTo>
                    <a:pt x="0" y="65"/>
                  </a:lnTo>
                  <a:lnTo>
                    <a:pt x="21" y="0"/>
                  </a:lnTo>
                  <a:lnTo>
                    <a:pt x="42" y="65"/>
                  </a:lnTo>
                  <a:lnTo>
                    <a:pt x="21" y="44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59" name="Freeform 118">
              <a:extLst>
                <a:ext uri="{FF2B5EF4-FFF2-40B4-BE49-F238E27FC236}">
                  <a16:creationId xmlns:a16="http://schemas.microsoft.com/office/drawing/2014/main" id="{BE47B321-B5C1-4CA0-B5C0-76E9CCB194BF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150" y="2224"/>
              <a:ext cx="39" cy="1082"/>
            </a:xfrm>
            <a:custGeom>
              <a:avLst/>
              <a:gdLst>
                <a:gd name="T0" fmla="*/ 9 w 41"/>
                <a:gd name="T1" fmla="*/ 1171 h 1171"/>
                <a:gd name="T2" fmla="*/ 11 w 41"/>
                <a:gd name="T3" fmla="*/ 43 h 1171"/>
                <a:gd name="T4" fmla="*/ 31 w 41"/>
                <a:gd name="T5" fmla="*/ 43 h 1171"/>
                <a:gd name="T6" fmla="*/ 30 w 41"/>
                <a:gd name="T7" fmla="*/ 1171 h 1171"/>
                <a:gd name="T8" fmla="*/ 9 w 41"/>
                <a:gd name="T9" fmla="*/ 1171 h 1171"/>
                <a:gd name="T10" fmla="*/ 20 w 41"/>
                <a:gd name="T11" fmla="*/ 43 h 1171"/>
                <a:gd name="T12" fmla="*/ 0 w 41"/>
                <a:gd name="T13" fmla="*/ 65 h 1171"/>
                <a:gd name="T14" fmla="*/ 20 w 41"/>
                <a:gd name="T15" fmla="*/ 0 h 1171"/>
                <a:gd name="T16" fmla="*/ 41 w 41"/>
                <a:gd name="T17" fmla="*/ 65 h 1171"/>
                <a:gd name="T18" fmla="*/ 20 w 41"/>
                <a:gd name="T19" fmla="*/ 43 h 117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1171">
                  <a:moveTo>
                    <a:pt x="9" y="1171"/>
                  </a:moveTo>
                  <a:lnTo>
                    <a:pt x="11" y="43"/>
                  </a:lnTo>
                  <a:lnTo>
                    <a:pt x="31" y="43"/>
                  </a:lnTo>
                  <a:lnTo>
                    <a:pt x="30" y="1171"/>
                  </a:lnTo>
                  <a:lnTo>
                    <a:pt x="9" y="1171"/>
                  </a:lnTo>
                  <a:close/>
                  <a:moveTo>
                    <a:pt x="20" y="43"/>
                  </a:moveTo>
                  <a:lnTo>
                    <a:pt x="0" y="65"/>
                  </a:lnTo>
                  <a:lnTo>
                    <a:pt x="20" y="0"/>
                  </a:lnTo>
                  <a:lnTo>
                    <a:pt x="41" y="65"/>
                  </a:lnTo>
                  <a:lnTo>
                    <a:pt x="20" y="43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0" name="Freeform 119">
              <a:extLst>
                <a:ext uri="{FF2B5EF4-FFF2-40B4-BE49-F238E27FC236}">
                  <a16:creationId xmlns:a16="http://schemas.microsoft.com/office/drawing/2014/main" id="{C98CF44B-A85B-0306-C3D8-FEF6215A1E65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265" y="2126"/>
              <a:ext cx="39" cy="1082"/>
            </a:xfrm>
            <a:custGeom>
              <a:avLst/>
              <a:gdLst>
                <a:gd name="T0" fmla="*/ 10 w 42"/>
                <a:gd name="T1" fmla="*/ 1170 h 1170"/>
                <a:gd name="T2" fmla="*/ 11 w 42"/>
                <a:gd name="T3" fmla="*/ 44 h 1170"/>
                <a:gd name="T4" fmla="*/ 32 w 42"/>
                <a:gd name="T5" fmla="*/ 44 h 1170"/>
                <a:gd name="T6" fmla="*/ 31 w 42"/>
                <a:gd name="T7" fmla="*/ 1170 h 1170"/>
                <a:gd name="T8" fmla="*/ 10 w 42"/>
                <a:gd name="T9" fmla="*/ 1170 h 1170"/>
                <a:gd name="T10" fmla="*/ 21 w 42"/>
                <a:gd name="T11" fmla="*/ 44 h 1170"/>
                <a:gd name="T12" fmla="*/ 0 w 42"/>
                <a:gd name="T13" fmla="*/ 65 h 1170"/>
                <a:gd name="T14" fmla="*/ 21 w 42"/>
                <a:gd name="T15" fmla="*/ 0 h 1170"/>
                <a:gd name="T16" fmla="*/ 42 w 42"/>
                <a:gd name="T17" fmla="*/ 65 h 1170"/>
                <a:gd name="T18" fmla="*/ 21 w 42"/>
                <a:gd name="T19" fmla="*/ 44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2" h="1170">
                  <a:moveTo>
                    <a:pt x="10" y="1170"/>
                  </a:moveTo>
                  <a:lnTo>
                    <a:pt x="11" y="44"/>
                  </a:lnTo>
                  <a:lnTo>
                    <a:pt x="32" y="44"/>
                  </a:lnTo>
                  <a:lnTo>
                    <a:pt x="31" y="1170"/>
                  </a:lnTo>
                  <a:lnTo>
                    <a:pt x="10" y="1170"/>
                  </a:lnTo>
                  <a:close/>
                  <a:moveTo>
                    <a:pt x="21" y="44"/>
                  </a:moveTo>
                  <a:lnTo>
                    <a:pt x="0" y="65"/>
                  </a:lnTo>
                  <a:lnTo>
                    <a:pt x="21" y="0"/>
                  </a:lnTo>
                  <a:lnTo>
                    <a:pt x="42" y="65"/>
                  </a:lnTo>
                  <a:lnTo>
                    <a:pt x="21" y="44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1" name="Freeform 121">
              <a:extLst>
                <a:ext uri="{FF2B5EF4-FFF2-40B4-BE49-F238E27FC236}">
                  <a16:creationId xmlns:a16="http://schemas.microsoft.com/office/drawing/2014/main" id="{75486F75-4A0A-6668-DB5B-64335012134D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606" y="2744"/>
              <a:ext cx="723" cy="643"/>
            </a:xfrm>
            <a:custGeom>
              <a:avLst/>
              <a:gdLst>
                <a:gd name="T0" fmla="*/ 763 w 763"/>
                <a:gd name="T1" fmla="*/ 14 h 695"/>
                <a:gd name="T2" fmla="*/ 41 w 763"/>
                <a:gd name="T3" fmla="*/ 670 h 695"/>
                <a:gd name="T4" fmla="*/ 29 w 763"/>
                <a:gd name="T5" fmla="*/ 655 h 695"/>
                <a:gd name="T6" fmla="*/ 751 w 763"/>
                <a:gd name="T7" fmla="*/ 0 h 695"/>
                <a:gd name="T8" fmla="*/ 763 w 763"/>
                <a:gd name="T9" fmla="*/ 14 h 695"/>
                <a:gd name="T10" fmla="*/ 54 w 763"/>
                <a:gd name="T11" fmla="*/ 672 h 695"/>
                <a:gd name="T12" fmla="*/ 0 w 763"/>
                <a:gd name="T13" fmla="*/ 695 h 695"/>
                <a:gd name="T14" fmla="*/ 30 w 763"/>
                <a:gd name="T15" fmla="*/ 641 h 695"/>
                <a:gd name="T16" fmla="*/ 54 w 763"/>
                <a:gd name="T17" fmla="*/ 672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3" h="695">
                  <a:moveTo>
                    <a:pt x="763" y="14"/>
                  </a:moveTo>
                  <a:lnTo>
                    <a:pt x="41" y="670"/>
                  </a:lnTo>
                  <a:lnTo>
                    <a:pt x="29" y="655"/>
                  </a:lnTo>
                  <a:lnTo>
                    <a:pt x="751" y="0"/>
                  </a:lnTo>
                  <a:lnTo>
                    <a:pt x="763" y="14"/>
                  </a:lnTo>
                  <a:close/>
                  <a:moveTo>
                    <a:pt x="54" y="672"/>
                  </a:moveTo>
                  <a:lnTo>
                    <a:pt x="0" y="695"/>
                  </a:lnTo>
                  <a:lnTo>
                    <a:pt x="30" y="641"/>
                  </a:lnTo>
                  <a:lnTo>
                    <a:pt x="54" y="672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2" name="Freeform 122">
              <a:extLst>
                <a:ext uri="{FF2B5EF4-FFF2-40B4-BE49-F238E27FC236}">
                  <a16:creationId xmlns:a16="http://schemas.microsoft.com/office/drawing/2014/main" id="{53698E3A-14B1-06A0-D558-47536CE1B5EE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606" y="2907"/>
              <a:ext cx="725" cy="644"/>
            </a:xfrm>
            <a:custGeom>
              <a:avLst/>
              <a:gdLst>
                <a:gd name="T0" fmla="*/ 765 w 765"/>
                <a:gd name="T1" fmla="*/ 16 h 696"/>
                <a:gd name="T2" fmla="*/ 46 w 765"/>
                <a:gd name="T3" fmla="*/ 669 h 696"/>
                <a:gd name="T4" fmla="*/ 33 w 765"/>
                <a:gd name="T5" fmla="*/ 652 h 696"/>
                <a:gd name="T6" fmla="*/ 751 w 765"/>
                <a:gd name="T7" fmla="*/ 0 h 696"/>
                <a:gd name="T8" fmla="*/ 765 w 765"/>
                <a:gd name="T9" fmla="*/ 16 h 696"/>
                <a:gd name="T10" fmla="*/ 60 w 765"/>
                <a:gd name="T11" fmla="*/ 670 h 696"/>
                <a:gd name="T12" fmla="*/ 0 w 765"/>
                <a:gd name="T13" fmla="*/ 696 h 696"/>
                <a:gd name="T14" fmla="*/ 34 w 765"/>
                <a:gd name="T15" fmla="*/ 637 h 696"/>
                <a:gd name="T16" fmla="*/ 60 w 765"/>
                <a:gd name="T17" fmla="*/ 670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5" h="696">
                  <a:moveTo>
                    <a:pt x="765" y="16"/>
                  </a:moveTo>
                  <a:lnTo>
                    <a:pt x="46" y="669"/>
                  </a:lnTo>
                  <a:lnTo>
                    <a:pt x="33" y="652"/>
                  </a:lnTo>
                  <a:lnTo>
                    <a:pt x="751" y="0"/>
                  </a:lnTo>
                  <a:lnTo>
                    <a:pt x="765" y="16"/>
                  </a:lnTo>
                  <a:close/>
                  <a:moveTo>
                    <a:pt x="60" y="670"/>
                  </a:moveTo>
                  <a:lnTo>
                    <a:pt x="0" y="696"/>
                  </a:lnTo>
                  <a:lnTo>
                    <a:pt x="34" y="637"/>
                  </a:lnTo>
                  <a:lnTo>
                    <a:pt x="60" y="670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3" name="Freeform 123">
              <a:extLst>
                <a:ext uri="{FF2B5EF4-FFF2-40B4-BE49-F238E27FC236}">
                  <a16:creationId xmlns:a16="http://schemas.microsoft.com/office/drawing/2014/main" id="{1E8899D2-1660-1226-5544-B53B07E5D157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609" y="3073"/>
              <a:ext cx="724" cy="642"/>
            </a:xfrm>
            <a:custGeom>
              <a:avLst/>
              <a:gdLst>
                <a:gd name="T0" fmla="*/ 765 w 765"/>
                <a:gd name="T1" fmla="*/ 17 h 696"/>
                <a:gd name="T2" fmla="*/ 46 w 765"/>
                <a:gd name="T3" fmla="*/ 670 h 696"/>
                <a:gd name="T4" fmla="*/ 33 w 765"/>
                <a:gd name="T5" fmla="*/ 652 h 696"/>
                <a:gd name="T6" fmla="*/ 752 w 765"/>
                <a:gd name="T7" fmla="*/ 0 h 696"/>
                <a:gd name="T8" fmla="*/ 765 w 765"/>
                <a:gd name="T9" fmla="*/ 17 h 696"/>
                <a:gd name="T10" fmla="*/ 61 w 765"/>
                <a:gd name="T11" fmla="*/ 671 h 696"/>
                <a:gd name="T12" fmla="*/ 0 w 765"/>
                <a:gd name="T13" fmla="*/ 696 h 696"/>
                <a:gd name="T14" fmla="*/ 34 w 765"/>
                <a:gd name="T15" fmla="*/ 637 h 696"/>
                <a:gd name="T16" fmla="*/ 61 w 765"/>
                <a:gd name="T17" fmla="*/ 671 h 6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5" h="696">
                  <a:moveTo>
                    <a:pt x="765" y="17"/>
                  </a:moveTo>
                  <a:lnTo>
                    <a:pt x="46" y="670"/>
                  </a:lnTo>
                  <a:lnTo>
                    <a:pt x="33" y="652"/>
                  </a:lnTo>
                  <a:lnTo>
                    <a:pt x="752" y="0"/>
                  </a:lnTo>
                  <a:lnTo>
                    <a:pt x="765" y="17"/>
                  </a:lnTo>
                  <a:close/>
                  <a:moveTo>
                    <a:pt x="61" y="671"/>
                  </a:moveTo>
                  <a:lnTo>
                    <a:pt x="0" y="696"/>
                  </a:lnTo>
                  <a:lnTo>
                    <a:pt x="34" y="637"/>
                  </a:lnTo>
                  <a:lnTo>
                    <a:pt x="61" y="671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4" name="Freeform 124">
              <a:extLst>
                <a:ext uri="{FF2B5EF4-FFF2-40B4-BE49-F238E27FC236}">
                  <a16:creationId xmlns:a16="http://schemas.microsoft.com/office/drawing/2014/main" id="{C369B67B-7EE1-85A3-8A60-022EB0046433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606" y="2212"/>
              <a:ext cx="723" cy="642"/>
            </a:xfrm>
            <a:custGeom>
              <a:avLst/>
              <a:gdLst>
                <a:gd name="T0" fmla="*/ 763 w 763"/>
                <a:gd name="T1" fmla="*/ 15 h 694"/>
                <a:gd name="T2" fmla="*/ 41 w 763"/>
                <a:gd name="T3" fmla="*/ 671 h 694"/>
                <a:gd name="T4" fmla="*/ 29 w 763"/>
                <a:gd name="T5" fmla="*/ 656 h 694"/>
                <a:gd name="T6" fmla="*/ 751 w 763"/>
                <a:gd name="T7" fmla="*/ 0 h 694"/>
                <a:gd name="T8" fmla="*/ 763 w 763"/>
                <a:gd name="T9" fmla="*/ 15 h 694"/>
                <a:gd name="T10" fmla="*/ 54 w 763"/>
                <a:gd name="T11" fmla="*/ 671 h 694"/>
                <a:gd name="T12" fmla="*/ 0 w 763"/>
                <a:gd name="T13" fmla="*/ 694 h 694"/>
                <a:gd name="T14" fmla="*/ 30 w 763"/>
                <a:gd name="T15" fmla="*/ 642 h 694"/>
                <a:gd name="T16" fmla="*/ 54 w 763"/>
                <a:gd name="T17" fmla="*/ 671 h 6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3" h="694">
                  <a:moveTo>
                    <a:pt x="763" y="15"/>
                  </a:moveTo>
                  <a:lnTo>
                    <a:pt x="41" y="671"/>
                  </a:lnTo>
                  <a:lnTo>
                    <a:pt x="29" y="656"/>
                  </a:lnTo>
                  <a:lnTo>
                    <a:pt x="751" y="0"/>
                  </a:lnTo>
                  <a:lnTo>
                    <a:pt x="763" y="15"/>
                  </a:lnTo>
                  <a:close/>
                  <a:moveTo>
                    <a:pt x="54" y="671"/>
                  </a:moveTo>
                  <a:lnTo>
                    <a:pt x="0" y="694"/>
                  </a:lnTo>
                  <a:lnTo>
                    <a:pt x="30" y="642"/>
                  </a:lnTo>
                  <a:lnTo>
                    <a:pt x="54" y="671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5" name="Line 127">
              <a:extLst>
                <a:ext uri="{FF2B5EF4-FFF2-40B4-BE49-F238E27FC236}">
                  <a16:creationId xmlns:a16="http://schemas.microsoft.com/office/drawing/2014/main" id="{2008AE89-C950-2883-72E0-D4E2FC8D789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4113" y="2932"/>
              <a:ext cx="814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6" name="Freeform 128">
              <a:extLst>
                <a:ext uri="{FF2B5EF4-FFF2-40B4-BE49-F238E27FC236}">
                  <a16:creationId xmlns:a16="http://schemas.microsoft.com/office/drawing/2014/main" id="{50E2BF0A-8591-BA6C-5F69-5F015993E6A0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813" y="2537"/>
              <a:ext cx="38" cy="1080"/>
            </a:xfrm>
            <a:custGeom>
              <a:avLst/>
              <a:gdLst>
                <a:gd name="T0" fmla="*/ 9 w 41"/>
                <a:gd name="T1" fmla="*/ 1170 h 1170"/>
                <a:gd name="T2" fmla="*/ 11 w 41"/>
                <a:gd name="T3" fmla="*/ 43 h 1170"/>
                <a:gd name="T4" fmla="*/ 31 w 41"/>
                <a:gd name="T5" fmla="*/ 43 h 1170"/>
                <a:gd name="T6" fmla="*/ 30 w 41"/>
                <a:gd name="T7" fmla="*/ 1170 h 1170"/>
                <a:gd name="T8" fmla="*/ 9 w 41"/>
                <a:gd name="T9" fmla="*/ 1170 h 1170"/>
                <a:gd name="T10" fmla="*/ 20 w 41"/>
                <a:gd name="T11" fmla="*/ 43 h 1170"/>
                <a:gd name="T12" fmla="*/ 0 w 41"/>
                <a:gd name="T13" fmla="*/ 65 h 1170"/>
                <a:gd name="T14" fmla="*/ 20 w 41"/>
                <a:gd name="T15" fmla="*/ 0 h 1170"/>
                <a:gd name="T16" fmla="*/ 41 w 41"/>
                <a:gd name="T17" fmla="*/ 65 h 1170"/>
                <a:gd name="T18" fmla="*/ 20 w 41"/>
                <a:gd name="T19" fmla="*/ 43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1170">
                  <a:moveTo>
                    <a:pt x="9" y="1170"/>
                  </a:moveTo>
                  <a:lnTo>
                    <a:pt x="11" y="43"/>
                  </a:lnTo>
                  <a:lnTo>
                    <a:pt x="31" y="43"/>
                  </a:lnTo>
                  <a:lnTo>
                    <a:pt x="30" y="1170"/>
                  </a:lnTo>
                  <a:lnTo>
                    <a:pt x="9" y="1170"/>
                  </a:lnTo>
                  <a:close/>
                  <a:moveTo>
                    <a:pt x="20" y="43"/>
                  </a:moveTo>
                  <a:lnTo>
                    <a:pt x="0" y="65"/>
                  </a:lnTo>
                  <a:lnTo>
                    <a:pt x="20" y="0"/>
                  </a:lnTo>
                  <a:lnTo>
                    <a:pt x="41" y="65"/>
                  </a:lnTo>
                  <a:lnTo>
                    <a:pt x="20" y="43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7" name="Freeform 129">
              <a:extLst>
                <a:ext uri="{FF2B5EF4-FFF2-40B4-BE49-F238E27FC236}">
                  <a16:creationId xmlns:a16="http://schemas.microsoft.com/office/drawing/2014/main" id="{E3FD08EF-77CC-2CCA-A88F-23ACE08D0877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921" y="2430"/>
              <a:ext cx="40" cy="1081"/>
            </a:xfrm>
            <a:custGeom>
              <a:avLst/>
              <a:gdLst>
                <a:gd name="T0" fmla="*/ 10 w 41"/>
                <a:gd name="T1" fmla="*/ 1169 h 1169"/>
                <a:gd name="T2" fmla="*/ 10 w 41"/>
                <a:gd name="T3" fmla="*/ 42 h 1169"/>
                <a:gd name="T4" fmla="*/ 31 w 41"/>
                <a:gd name="T5" fmla="*/ 42 h 1169"/>
                <a:gd name="T6" fmla="*/ 30 w 41"/>
                <a:gd name="T7" fmla="*/ 1169 h 1169"/>
                <a:gd name="T8" fmla="*/ 10 w 41"/>
                <a:gd name="T9" fmla="*/ 1169 h 1169"/>
                <a:gd name="T10" fmla="*/ 20 w 41"/>
                <a:gd name="T11" fmla="*/ 42 h 1169"/>
                <a:gd name="T12" fmla="*/ 0 w 41"/>
                <a:gd name="T13" fmla="*/ 64 h 1169"/>
                <a:gd name="T14" fmla="*/ 20 w 41"/>
                <a:gd name="T15" fmla="*/ 0 h 1169"/>
                <a:gd name="T16" fmla="*/ 41 w 41"/>
                <a:gd name="T17" fmla="*/ 64 h 1169"/>
                <a:gd name="T18" fmla="*/ 20 w 41"/>
                <a:gd name="T19" fmla="*/ 42 h 1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1169">
                  <a:moveTo>
                    <a:pt x="10" y="1169"/>
                  </a:moveTo>
                  <a:lnTo>
                    <a:pt x="10" y="42"/>
                  </a:lnTo>
                  <a:lnTo>
                    <a:pt x="31" y="42"/>
                  </a:lnTo>
                  <a:lnTo>
                    <a:pt x="30" y="1169"/>
                  </a:lnTo>
                  <a:lnTo>
                    <a:pt x="10" y="1169"/>
                  </a:lnTo>
                  <a:close/>
                  <a:moveTo>
                    <a:pt x="20" y="42"/>
                  </a:moveTo>
                  <a:lnTo>
                    <a:pt x="0" y="64"/>
                  </a:lnTo>
                  <a:lnTo>
                    <a:pt x="20" y="0"/>
                  </a:lnTo>
                  <a:lnTo>
                    <a:pt x="41" y="64"/>
                  </a:lnTo>
                  <a:lnTo>
                    <a:pt x="20" y="42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8" name="Freeform 131">
              <a:extLst>
                <a:ext uri="{FF2B5EF4-FFF2-40B4-BE49-F238E27FC236}">
                  <a16:creationId xmlns:a16="http://schemas.microsoft.com/office/drawing/2014/main" id="{9E047F51-3473-2A4D-A772-F94D34A3BA9F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605" y="2542"/>
              <a:ext cx="723" cy="642"/>
            </a:xfrm>
            <a:custGeom>
              <a:avLst/>
              <a:gdLst>
                <a:gd name="T0" fmla="*/ 763 w 763"/>
                <a:gd name="T1" fmla="*/ 15 h 695"/>
                <a:gd name="T2" fmla="*/ 41 w 763"/>
                <a:gd name="T3" fmla="*/ 672 h 695"/>
                <a:gd name="T4" fmla="*/ 29 w 763"/>
                <a:gd name="T5" fmla="*/ 657 h 695"/>
                <a:gd name="T6" fmla="*/ 751 w 763"/>
                <a:gd name="T7" fmla="*/ 0 h 695"/>
                <a:gd name="T8" fmla="*/ 763 w 763"/>
                <a:gd name="T9" fmla="*/ 15 h 695"/>
                <a:gd name="T10" fmla="*/ 54 w 763"/>
                <a:gd name="T11" fmla="*/ 672 h 695"/>
                <a:gd name="T12" fmla="*/ 0 w 763"/>
                <a:gd name="T13" fmla="*/ 695 h 695"/>
                <a:gd name="T14" fmla="*/ 30 w 763"/>
                <a:gd name="T15" fmla="*/ 643 h 695"/>
                <a:gd name="T16" fmla="*/ 54 w 763"/>
                <a:gd name="T17" fmla="*/ 672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3" h="695">
                  <a:moveTo>
                    <a:pt x="763" y="15"/>
                  </a:moveTo>
                  <a:lnTo>
                    <a:pt x="41" y="672"/>
                  </a:lnTo>
                  <a:lnTo>
                    <a:pt x="29" y="657"/>
                  </a:lnTo>
                  <a:lnTo>
                    <a:pt x="751" y="0"/>
                  </a:lnTo>
                  <a:lnTo>
                    <a:pt x="763" y="15"/>
                  </a:lnTo>
                  <a:close/>
                  <a:moveTo>
                    <a:pt x="54" y="672"/>
                  </a:moveTo>
                  <a:lnTo>
                    <a:pt x="0" y="695"/>
                  </a:lnTo>
                  <a:lnTo>
                    <a:pt x="30" y="643"/>
                  </a:lnTo>
                  <a:lnTo>
                    <a:pt x="54" y="672"/>
                  </a:lnTo>
                  <a:close/>
                </a:path>
              </a:pathLst>
            </a:custGeom>
            <a:solidFill>
              <a:srgbClr val="FF00FF"/>
            </a:solidFill>
            <a:ln w="1651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69" name="Freeform 132">
              <a:extLst>
                <a:ext uri="{FF2B5EF4-FFF2-40B4-BE49-F238E27FC236}">
                  <a16:creationId xmlns:a16="http://schemas.microsoft.com/office/drawing/2014/main" id="{0772E08E-0D7B-6ECB-0029-17D269466EBB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698" y="2621"/>
              <a:ext cx="37" cy="1082"/>
            </a:xfrm>
            <a:custGeom>
              <a:avLst/>
              <a:gdLst>
                <a:gd name="T0" fmla="*/ 10 w 40"/>
                <a:gd name="T1" fmla="*/ 1170 h 1170"/>
                <a:gd name="T2" fmla="*/ 10 w 40"/>
                <a:gd name="T3" fmla="*/ 54 h 1170"/>
                <a:gd name="T4" fmla="*/ 30 w 40"/>
                <a:gd name="T5" fmla="*/ 54 h 1170"/>
                <a:gd name="T6" fmla="*/ 30 w 40"/>
                <a:gd name="T7" fmla="*/ 1170 h 1170"/>
                <a:gd name="T8" fmla="*/ 10 w 40"/>
                <a:gd name="T9" fmla="*/ 1170 h 1170"/>
                <a:gd name="T10" fmla="*/ 0 w 40"/>
                <a:gd name="T11" fmla="*/ 65 h 1170"/>
                <a:gd name="T12" fmla="*/ 20 w 40"/>
                <a:gd name="T13" fmla="*/ 0 h 1170"/>
                <a:gd name="T14" fmla="*/ 40 w 40"/>
                <a:gd name="T15" fmla="*/ 65 h 1170"/>
                <a:gd name="T16" fmla="*/ 0 w 40"/>
                <a:gd name="T17" fmla="*/ 65 h 1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40" h="1170">
                  <a:moveTo>
                    <a:pt x="10" y="1170"/>
                  </a:moveTo>
                  <a:lnTo>
                    <a:pt x="10" y="54"/>
                  </a:lnTo>
                  <a:lnTo>
                    <a:pt x="30" y="54"/>
                  </a:lnTo>
                  <a:lnTo>
                    <a:pt x="30" y="1170"/>
                  </a:lnTo>
                  <a:lnTo>
                    <a:pt x="10" y="1170"/>
                  </a:lnTo>
                  <a:close/>
                  <a:moveTo>
                    <a:pt x="0" y="65"/>
                  </a:moveTo>
                  <a:lnTo>
                    <a:pt x="20" y="0"/>
                  </a:lnTo>
                  <a:lnTo>
                    <a:pt x="40" y="65"/>
                  </a:lnTo>
                  <a:lnTo>
                    <a:pt x="0" y="65"/>
                  </a:lnTo>
                  <a:close/>
                </a:path>
              </a:pathLst>
            </a:custGeom>
            <a:solidFill>
              <a:srgbClr val="FF0000"/>
            </a:solidFill>
            <a:ln w="1588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0" name="Freeform 133">
              <a:extLst>
                <a:ext uri="{FF2B5EF4-FFF2-40B4-BE49-F238E27FC236}">
                  <a16:creationId xmlns:a16="http://schemas.microsoft.com/office/drawing/2014/main" id="{56859528-86DA-9E1D-4583-6036375A1B6D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4609" y="2378"/>
              <a:ext cx="724" cy="643"/>
            </a:xfrm>
            <a:custGeom>
              <a:avLst/>
              <a:gdLst>
                <a:gd name="T0" fmla="*/ 764 w 764"/>
                <a:gd name="T1" fmla="*/ 15 h 695"/>
                <a:gd name="T2" fmla="*/ 41 w 764"/>
                <a:gd name="T3" fmla="*/ 672 h 695"/>
                <a:gd name="T4" fmla="*/ 30 w 764"/>
                <a:gd name="T5" fmla="*/ 656 h 695"/>
                <a:gd name="T6" fmla="*/ 753 w 764"/>
                <a:gd name="T7" fmla="*/ 0 h 695"/>
                <a:gd name="T8" fmla="*/ 764 w 764"/>
                <a:gd name="T9" fmla="*/ 15 h 695"/>
                <a:gd name="T10" fmla="*/ 54 w 764"/>
                <a:gd name="T11" fmla="*/ 672 h 695"/>
                <a:gd name="T12" fmla="*/ 0 w 764"/>
                <a:gd name="T13" fmla="*/ 695 h 695"/>
                <a:gd name="T14" fmla="*/ 30 w 764"/>
                <a:gd name="T15" fmla="*/ 643 h 695"/>
                <a:gd name="T16" fmla="*/ 54 w 764"/>
                <a:gd name="T17" fmla="*/ 672 h 69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764" h="695">
                  <a:moveTo>
                    <a:pt x="764" y="15"/>
                  </a:moveTo>
                  <a:lnTo>
                    <a:pt x="41" y="672"/>
                  </a:lnTo>
                  <a:lnTo>
                    <a:pt x="30" y="656"/>
                  </a:lnTo>
                  <a:lnTo>
                    <a:pt x="753" y="0"/>
                  </a:lnTo>
                  <a:lnTo>
                    <a:pt x="764" y="15"/>
                  </a:lnTo>
                  <a:close/>
                  <a:moveTo>
                    <a:pt x="54" y="672"/>
                  </a:moveTo>
                  <a:lnTo>
                    <a:pt x="0" y="695"/>
                  </a:lnTo>
                  <a:lnTo>
                    <a:pt x="30" y="643"/>
                  </a:lnTo>
                  <a:lnTo>
                    <a:pt x="54" y="672"/>
                  </a:lnTo>
                  <a:close/>
                </a:path>
              </a:pathLst>
            </a:custGeom>
            <a:solidFill>
              <a:srgbClr val="FF00FF"/>
            </a:solidFill>
            <a:ln w="1588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1" name="Line 152">
              <a:extLst>
                <a:ext uri="{FF2B5EF4-FFF2-40B4-BE49-F238E27FC236}">
                  <a16:creationId xmlns:a16="http://schemas.microsoft.com/office/drawing/2014/main" id="{2D06C6B6-8B91-1DFC-F17C-84AD97749D8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384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2" name="Line 153">
              <a:extLst>
                <a:ext uri="{FF2B5EF4-FFF2-40B4-BE49-F238E27FC236}">
                  <a16:creationId xmlns:a16="http://schemas.microsoft.com/office/drawing/2014/main" id="{F79A6E9B-6BCE-05DA-A385-F14EA650C8EB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57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3" name="Line 155">
              <a:extLst>
                <a:ext uri="{FF2B5EF4-FFF2-40B4-BE49-F238E27FC236}">
                  <a16:creationId xmlns:a16="http://schemas.microsoft.com/office/drawing/2014/main" id="{DFFEAA2D-6B9E-C32A-5188-CBA57EE701F3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951" y="2918"/>
              <a:ext cx="164" cy="14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prstDash val="dash"/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4" name="Line 157">
              <a:extLst>
                <a:ext uri="{FF2B5EF4-FFF2-40B4-BE49-F238E27FC236}">
                  <a16:creationId xmlns:a16="http://schemas.microsoft.com/office/drawing/2014/main" id="{3E6B4006-5EE9-5CFE-7B63-98D657D5A795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16" y="2079"/>
              <a:ext cx="0" cy="37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5" name="Line 158">
              <a:extLst>
                <a:ext uri="{FF2B5EF4-FFF2-40B4-BE49-F238E27FC236}">
                  <a16:creationId xmlns:a16="http://schemas.microsoft.com/office/drawing/2014/main" id="{9F9287A8-8FF2-EDAA-712B-56FD4952D41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4109" y="2514"/>
              <a:ext cx="0" cy="41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76" name="Rectangle 159">
              <a:extLst>
                <a:ext uri="{FF2B5EF4-FFF2-40B4-BE49-F238E27FC236}">
                  <a16:creationId xmlns:a16="http://schemas.microsoft.com/office/drawing/2014/main" id="{B24784BA-CB9D-6DDE-8A84-2F7B45D2000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919" y="2220"/>
              <a:ext cx="107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E</a:t>
              </a:r>
              <a:endParaRPr lang="en-US" altLang="zh-CN" sz="2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77" name="Rectangle 160">
              <a:extLst>
                <a:ext uri="{FF2B5EF4-FFF2-40B4-BE49-F238E27FC236}">
                  <a16:creationId xmlns:a16="http://schemas.microsoft.com/office/drawing/2014/main" id="{155C627B-8233-20E9-0974-A39B977043F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90" y="3184"/>
              <a:ext cx="112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1800" i="1">
                  <a:solidFill>
                    <a:srgbClr val="000000"/>
                  </a:solidFill>
                  <a:ea typeface="宋体" panose="02010600030101010101" pitchFamily="2" charset="-122"/>
                </a:rPr>
                <a:t>H</a:t>
              </a:r>
              <a:endParaRPr lang="en-US" altLang="zh-CN" sz="2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78" name="Rectangle 161">
              <a:extLst>
                <a:ext uri="{FF2B5EF4-FFF2-40B4-BE49-F238E27FC236}">
                  <a16:creationId xmlns:a16="http://schemas.microsoft.com/office/drawing/2014/main" id="{AD3E6273-4262-F028-FF6D-E0D2E098EA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434" y="2891"/>
              <a:ext cx="13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>
                  <a:solidFill>
                    <a:srgbClr val="000000"/>
                  </a:solidFill>
                  <a:ea typeface="宋体" panose="02010600030101010101" pitchFamily="2" charset="-122"/>
                </a:rPr>
                <a:t>z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79" name="Freeform 162">
              <a:extLst>
                <a:ext uri="{FF2B5EF4-FFF2-40B4-BE49-F238E27FC236}">
                  <a16:creationId xmlns:a16="http://schemas.microsoft.com/office/drawing/2014/main" id="{9E464783-7340-B2A7-715B-1BA63B05AB7C}"/>
                </a:ext>
              </a:extLst>
            </p:cNvPr>
            <p:cNvSpPr>
              <a:spLocks noChangeAspect="1" noEditPoints="1" noChangeArrowheads="1"/>
            </p:cNvSpPr>
            <p:nvPr/>
          </p:nvSpPr>
          <p:spPr bwMode="auto">
            <a:xfrm>
              <a:off x="5028" y="2849"/>
              <a:ext cx="536" cy="35"/>
            </a:xfrm>
            <a:custGeom>
              <a:avLst/>
              <a:gdLst>
                <a:gd name="T0" fmla="*/ 0 w 566"/>
                <a:gd name="T1" fmla="*/ 9 h 38"/>
                <a:gd name="T2" fmla="*/ 484 w 566"/>
                <a:gd name="T3" fmla="*/ 9 h 38"/>
                <a:gd name="T4" fmla="*/ 484 w 566"/>
                <a:gd name="T5" fmla="*/ 29 h 38"/>
                <a:gd name="T6" fmla="*/ 0 w 566"/>
                <a:gd name="T7" fmla="*/ 28 h 38"/>
                <a:gd name="T8" fmla="*/ 0 w 566"/>
                <a:gd name="T9" fmla="*/ 9 h 38"/>
                <a:gd name="T10" fmla="*/ 475 w 566"/>
                <a:gd name="T11" fmla="*/ 0 h 38"/>
                <a:gd name="T12" fmla="*/ 566 w 566"/>
                <a:gd name="T13" fmla="*/ 19 h 38"/>
                <a:gd name="T14" fmla="*/ 475 w 566"/>
                <a:gd name="T15" fmla="*/ 38 h 38"/>
                <a:gd name="T16" fmla="*/ 475 w 566"/>
                <a:gd name="T17" fmla="*/ 0 h 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</a:cxnLst>
              <a:rect l="0" t="0" r="r" b="b"/>
              <a:pathLst>
                <a:path w="566" h="38">
                  <a:moveTo>
                    <a:pt x="0" y="9"/>
                  </a:moveTo>
                  <a:lnTo>
                    <a:pt x="484" y="9"/>
                  </a:lnTo>
                  <a:lnTo>
                    <a:pt x="484" y="29"/>
                  </a:lnTo>
                  <a:lnTo>
                    <a:pt x="0" y="28"/>
                  </a:lnTo>
                  <a:lnTo>
                    <a:pt x="0" y="9"/>
                  </a:lnTo>
                  <a:close/>
                  <a:moveTo>
                    <a:pt x="475" y="0"/>
                  </a:moveTo>
                  <a:lnTo>
                    <a:pt x="566" y="19"/>
                  </a:lnTo>
                  <a:lnTo>
                    <a:pt x="475" y="38"/>
                  </a:lnTo>
                  <a:lnTo>
                    <a:pt x="475" y="0"/>
                  </a:lnTo>
                  <a:close/>
                </a:path>
              </a:pathLst>
            </a:custGeom>
            <a:solidFill>
              <a:srgbClr val="000000"/>
            </a:solidFill>
            <a:ln w="1588">
              <a:solidFill>
                <a:srgbClr val="00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0" name="Rectangle 163">
              <a:extLst>
                <a:ext uri="{FF2B5EF4-FFF2-40B4-BE49-F238E27FC236}">
                  <a16:creationId xmlns:a16="http://schemas.microsoft.com/office/drawing/2014/main" id="{CD7B5F9E-43DB-FB55-19E3-B9CDB7826A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5024" y="2676"/>
              <a:ext cx="520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sz="1300">
                  <a:solidFill>
                    <a:srgbClr val="0000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波传播方向</a:t>
              </a:r>
              <a:endParaRPr lang="zh-CN" altLang="en-US" sz="2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81" name="Rectangle 164">
              <a:extLst>
                <a:ext uri="{FF2B5EF4-FFF2-40B4-BE49-F238E27FC236}">
                  <a16:creationId xmlns:a16="http://schemas.microsoft.com/office/drawing/2014/main" id="{73C9890A-599A-0C58-132B-BB28B56F3C6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797" y="2635"/>
              <a:ext cx="27" cy="1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1300">
                  <a:solidFill>
                    <a:srgbClr val="000000"/>
                  </a:solidFill>
                  <a:ea typeface="宋体" panose="02010600030101010101" pitchFamily="2" charset="-122"/>
                </a:rPr>
                <a:t> </a:t>
              </a:r>
              <a:endParaRPr lang="en-US" altLang="zh-CN" sz="2800" b="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82" name="Text Box 165">
              <a:extLst>
                <a:ext uri="{FF2B5EF4-FFF2-40B4-BE49-F238E27FC236}">
                  <a16:creationId xmlns:a16="http://schemas.microsoft.com/office/drawing/2014/main" id="{24450AE6-DC90-3881-C4F2-CC7F90F3D890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3847" y="3813"/>
              <a:ext cx="1287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1400">
                  <a:ea typeface="幼圆" panose="02010509060101010101" pitchFamily="49" charset="-122"/>
                </a:rPr>
                <a:t>均匀平面波</a:t>
              </a:r>
              <a:endParaRPr lang="zh-CN" altLang="en-US" sz="140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8283" name="Text Box 166">
              <a:extLst>
                <a:ext uri="{FF2B5EF4-FFF2-40B4-BE49-F238E27FC236}">
                  <a16:creationId xmlns:a16="http://schemas.microsoft.com/office/drawing/2014/main" id="{D22EA471-994C-15D0-325B-2C32F4C2ED74}"/>
                </a:ext>
              </a:extLst>
            </p:cNvPr>
            <p:cNvSpPr txBox="1">
              <a:spLocks noChangeAspect="1" noChangeArrowheads="1"/>
            </p:cNvSpPr>
            <p:nvPr/>
          </p:nvSpPr>
          <p:spPr bwMode="auto">
            <a:xfrm>
              <a:off x="4285" y="1842"/>
              <a:ext cx="1289" cy="1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1400">
                  <a:ea typeface="幼圆" panose="02010509060101010101" pitchFamily="49" charset="-122"/>
                </a:rPr>
                <a:t>波阵面</a:t>
              </a:r>
              <a:endParaRPr lang="zh-CN" altLang="en-US" sz="1400">
                <a:latin typeface="Arial" panose="020B0604020202020204" pitchFamily="34" charset="0"/>
                <a:ea typeface="幼圆" panose="02010509060101010101" pitchFamily="49" charset="-122"/>
              </a:endParaRPr>
            </a:p>
          </p:txBody>
        </p:sp>
        <p:sp>
          <p:nvSpPr>
            <p:cNvPr id="8284" name="Rectangle 200">
              <a:extLst>
                <a:ext uri="{FF2B5EF4-FFF2-40B4-BE49-F238E27FC236}">
                  <a16:creationId xmlns:a16="http://schemas.microsoft.com/office/drawing/2014/main" id="{5D0275BE-1635-3DD4-5023-511FC625FDD7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147" y="2011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x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85" name="Rectangle 201">
              <a:extLst>
                <a:ext uri="{FF2B5EF4-FFF2-40B4-BE49-F238E27FC236}">
                  <a16:creationId xmlns:a16="http://schemas.microsoft.com/office/drawing/2014/main" id="{F525B393-5C15-51FB-0E4A-BD4B67A13658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564" y="3174"/>
              <a:ext cx="71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y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86" name="Rectangle 202">
              <a:extLst>
                <a:ext uri="{FF2B5EF4-FFF2-40B4-BE49-F238E27FC236}">
                  <a16:creationId xmlns:a16="http://schemas.microsoft.com/office/drawing/2014/main" id="{6E20AA09-7CEB-79BF-1B2E-4CE2084B812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75" y="2808"/>
              <a:ext cx="80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 sz="2000" i="1">
                  <a:solidFill>
                    <a:srgbClr val="000000"/>
                  </a:solidFill>
                  <a:ea typeface="宋体" panose="02010600030101010101" pitchFamily="2" charset="-122"/>
                </a:rPr>
                <a:t>o</a:t>
              </a:r>
              <a:endParaRPr lang="en-US" altLang="zh-CN" sz="20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287" name="Line 203">
              <a:extLst>
                <a:ext uri="{FF2B5EF4-FFF2-40B4-BE49-F238E27FC236}">
                  <a16:creationId xmlns:a16="http://schemas.microsoft.com/office/drawing/2014/main" id="{EC67464E-4874-84D2-505B-C8F10A3E65ED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725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288" name="Line 204">
              <a:extLst>
                <a:ext uri="{FF2B5EF4-FFF2-40B4-BE49-F238E27FC236}">
                  <a16:creationId xmlns:a16="http://schemas.microsoft.com/office/drawing/2014/main" id="{A1437FE8-2329-E61B-651D-9F8741A03251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V="1">
              <a:off x="3945" y="2597"/>
              <a:ext cx="0" cy="1174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8289" name="Group 206">
              <a:extLst>
                <a:ext uri="{FF2B5EF4-FFF2-40B4-BE49-F238E27FC236}">
                  <a16:creationId xmlns:a16="http://schemas.microsoft.com/office/drawing/2014/main" id="{4580286B-090A-D2A2-F8BD-20CB5EE7AA21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 rot="10901517" flipH="1">
              <a:off x="4006" y="3446"/>
              <a:ext cx="643" cy="364"/>
              <a:chOff x="-366" y="1998"/>
              <a:chExt cx="630" cy="255"/>
            </a:xfrm>
          </p:grpSpPr>
          <p:grpSp>
            <p:nvGrpSpPr>
              <p:cNvPr id="8290" name="Group 207">
                <a:extLst>
                  <a:ext uri="{FF2B5EF4-FFF2-40B4-BE49-F238E27FC236}">
                    <a16:creationId xmlns:a16="http://schemas.microsoft.com/office/drawing/2014/main" id="{711B323F-4307-7E8C-BAD3-BB51E2CF52ED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-156" y="2004"/>
                <a:ext cx="210" cy="249"/>
                <a:chOff x="-558" y="1902"/>
                <a:chExt cx="210" cy="249"/>
              </a:xfrm>
            </p:grpSpPr>
            <p:sp>
              <p:nvSpPr>
                <p:cNvPr id="8291" name="Arc 208">
                  <a:extLst>
                    <a:ext uri="{FF2B5EF4-FFF2-40B4-BE49-F238E27FC236}">
                      <a16:creationId xmlns:a16="http://schemas.microsoft.com/office/drawing/2014/main" id="{E601D7D9-F0B6-3479-C423-956EFA6360F4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-1 w 41051"/>
                    <a:gd name="T1" fmla="*/ 14962 h 21600"/>
                    <a:gd name="T2" fmla="*/ 20555 w 41051"/>
                    <a:gd name="T3" fmla="*/ 0 h 21600"/>
                    <a:gd name="T4" fmla="*/ 41050 w 41051"/>
                    <a:gd name="T5" fmla="*/ 14782 h 21600"/>
                    <a:gd name="T6" fmla="*/ -1 w 41051"/>
                    <a:gd name="T7" fmla="*/ 14962 h 21600"/>
                    <a:gd name="T8" fmla="*/ 20555 w 41051"/>
                    <a:gd name="T9" fmla="*/ 0 h 21600"/>
                    <a:gd name="T10" fmla="*/ 41050 w 41051"/>
                    <a:gd name="T11" fmla="*/ 14782 h 21600"/>
                    <a:gd name="T12" fmla="*/ 20555 w 41051"/>
                    <a:gd name="T13" fmla="*/ 21600 h 21600"/>
                    <a:gd name="T14" fmla="*/ -1 w 41051"/>
                    <a:gd name="T15" fmla="*/ 14962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1051" h="21600" fill="none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92" name="Arc 209">
                  <a:extLst>
                    <a:ext uri="{FF2B5EF4-FFF2-40B4-BE49-F238E27FC236}">
                      <a16:creationId xmlns:a16="http://schemas.microsoft.com/office/drawing/2014/main" id="{8B27C756-D474-6545-EC60-003D2CDC83F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-1 w 40133"/>
                    <a:gd name="T1" fmla="*/ 13410 h 21600"/>
                    <a:gd name="T2" fmla="*/ 19987 w 40133"/>
                    <a:gd name="T3" fmla="*/ 0 h 21600"/>
                    <a:gd name="T4" fmla="*/ 40133 w 40133"/>
                    <a:gd name="T5" fmla="*/ 13809 h 21600"/>
                    <a:gd name="T6" fmla="*/ -1 w 40133"/>
                    <a:gd name="T7" fmla="*/ 13410 h 21600"/>
                    <a:gd name="T8" fmla="*/ 19987 w 40133"/>
                    <a:gd name="T9" fmla="*/ 0 h 21600"/>
                    <a:gd name="T10" fmla="*/ 40133 w 40133"/>
                    <a:gd name="T11" fmla="*/ 13809 h 21600"/>
                    <a:gd name="T12" fmla="*/ 19987 w 40133"/>
                    <a:gd name="T13" fmla="*/ 21600 h 21600"/>
                    <a:gd name="T14" fmla="*/ -1 w 40133"/>
                    <a:gd name="T15" fmla="*/ 1341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133" h="21600" fill="none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293" name="Arc 210">
                <a:extLst>
                  <a:ext uri="{FF2B5EF4-FFF2-40B4-BE49-F238E27FC236}">
                    <a16:creationId xmlns:a16="http://schemas.microsoft.com/office/drawing/2014/main" id="{9976F29F-F756-F06F-19F7-A973740B5BE0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>
                <a:off x="54" y="1998"/>
                <a:ext cx="106" cy="192"/>
              </a:xfrm>
              <a:custGeom>
                <a:avLst/>
                <a:gdLst>
                  <a:gd name="T0" fmla="*/ -1 w 41051"/>
                  <a:gd name="T1" fmla="*/ 14962 h 21600"/>
                  <a:gd name="T2" fmla="*/ 20555 w 41051"/>
                  <a:gd name="T3" fmla="*/ 0 h 21600"/>
                  <a:gd name="T4" fmla="*/ 41050 w 41051"/>
                  <a:gd name="T5" fmla="*/ 14782 h 21600"/>
                  <a:gd name="T6" fmla="*/ -1 w 41051"/>
                  <a:gd name="T7" fmla="*/ 14962 h 21600"/>
                  <a:gd name="T8" fmla="*/ 20555 w 41051"/>
                  <a:gd name="T9" fmla="*/ 0 h 21600"/>
                  <a:gd name="T10" fmla="*/ 41050 w 41051"/>
                  <a:gd name="T11" fmla="*/ 14782 h 21600"/>
                  <a:gd name="T12" fmla="*/ 20555 w 41051"/>
                  <a:gd name="T13" fmla="*/ 21600 h 21600"/>
                  <a:gd name="T14" fmla="*/ -1 w 41051"/>
                  <a:gd name="T15" fmla="*/ 1496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051" h="21600" fill="none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</a:path>
                  <a:path w="41051" h="21600" stroke="0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  <a:lnTo>
                      <a:pt x="20555" y="21600"/>
                    </a:lnTo>
                    <a:lnTo>
                      <a:pt x="-1" y="14962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294" name="Arc 211">
                <a:extLst>
                  <a:ext uri="{FF2B5EF4-FFF2-40B4-BE49-F238E27FC236}">
                    <a16:creationId xmlns:a16="http://schemas.microsoft.com/office/drawing/2014/main" id="{7670ABFF-65DC-EA08-077C-89228B4F1C62}"/>
                  </a:ext>
                </a:extLst>
              </p:cNvPr>
              <p:cNvSpPr>
                <a:spLocks noChangeAspect="1" noChangeArrowheads="1"/>
              </p:cNvSpPr>
              <p:nvPr/>
            </p:nvSpPr>
            <p:spPr bwMode="auto">
              <a:xfrm flipV="1">
                <a:off x="158" y="2061"/>
                <a:ext cx="106" cy="192"/>
              </a:xfrm>
              <a:custGeom>
                <a:avLst/>
                <a:gdLst>
                  <a:gd name="T0" fmla="*/ -1 w 40937"/>
                  <a:gd name="T1" fmla="*/ 15743 h 21600"/>
                  <a:gd name="T2" fmla="*/ 20791 w 40937"/>
                  <a:gd name="T3" fmla="*/ 0 h 21600"/>
                  <a:gd name="T4" fmla="*/ 40937 w 40937"/>
                  <a:gd name="T5" fmla="*/ 13809 h 21600"/>
                  <a:gd name="T6" fmla="*/ -1 w 40937"/>
                  <a:gd name="T7" fmla="*/ 15743 h 21600"/>
                  <a:gd name="T8" fmla="*/ 20791 w 40937"/>
                  <a:gd name="T9" fmla="*/ 0 h 21600"/>
                  <a:gd name="T10" fmla="*/ 40937 w 40937"/>
                  <a:gd name="T11" fmla="*/ 13809 h 21600"/>
                  <a:gd name="T12" fmla="*/ 20791 w 40937"/>
                  <a:gd name="T13" fmla="*/ 21600 h 21600"/>
                  <a:gd name="T14" fmla="*/ -1 w 40937"/>
                  <a:gd name="T15" fmla="*/ 1574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937" h="21600" fill="none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</a:path>
                  <a:path w="40937" h="21600" stroke="0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  <a:lnTo>
                      <a:pt x="20791" y="21600"/>
                    </a:lnTo>
                    <a:lnTo>
                      <a:pt x="-1" y="15743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295" name="Group 212">
                <a:extLst>
                  <a:ext uri="{FF2B5EF4-FFF2-40B4-BE49-F238E27FC236}">
                    <a16:creationId xmlns:a16="http://schemas.microsoft.com/office/drawing/2014/main" id="{E8D0A216-672F-BD89-55D9-5A3A5219E4FE}"/>
                  </a:ext>
                </a:extLst>
              </p:cNvPr>
              <p:cNvGrpSpPr>
                <a:grpSpLocks noChangeAspect="1"/>
              </p:cNvGrpSpPr>
              <p:nvPr/>
            </p:nvGrpSpPr>
            <p:grpSpPr bwMode="auto">
              <a:xfrm>
                <a:off x="-366" y="2004"/>
                <a:ext cx="210" cy="249"/>
                <a:chOff x="-558" y="1902"/>
                <a:chExt cx="210" cy="249"/>
              </a:xfrm>
            </p:grpSpPr>
            <p:sp>
              <p:nvSpPr>
                <p:cNvPr id="8296" name="Arc 213">
                  <a:extLst>
                    <a:ext uri="{FF2B5EF4-FFF2-40B4-BE49-F238E27FC236}">
                      <a16:creationId xmlns:a16="http://schemas.microsoft.com/office/drawing/2014/main" id="{857CCCCE-B790-6E25-FD48-8E3114FD7AA8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-1 w 41051"/>
                    <a:gd name="T1" fmla="*/ 14962 h 21600"/>
                    <a:gd name="T2" fmla="*/ 20555 w 41051"/>
                    <a:gd name="T3" fmla="*/ 0 h 21600"/>
                    <a:gd name="T4" fmla="*/ 41050 w 41051"/>
                    <a:gd name="T5" fmla="*/ 14782 h 21600"/>
                    <a:gd name="T6" fmla="*/ -1 w 41051"/>
                    <a:gd name="T7" fmla="*/ 14962 h 21600"/>
                    <a:gd name="T8" fmla="*/ 20555 w 41051"/>
                    <a:gd name="T9" fmla="*/ 0 h 21600"/>
                    <a:gd name="T10" fmla="*/ 41050 w 41051"/>
                    <a:gd name="T11" fmla="*/ 14782 h 21600"/>
                    <a:gd name="T12" fmla="*/ 20555 w 41051"/>
                    <a:gd name="T13" fmla="*/ 21600 h 21600"/>
                    <a:gd name="T14" fmla="*/ -1 w 41051"/>
                    <a:gd name="T15" fmla="*/ 14962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1051" h="21600" fill="none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297" name="Arc 214">
                  <a:extLst>
                    <a:ext uri="{FF2B5EF4-FFF2-40B4-BE49-F238E27FC236}">
                      <a16:creationId xmlns:a16="http://schemas.microsoft.com/office/drawing/2014/main" id="{8C7E135B-5DBB-64A6-D486-4BDA44AD828E}"/>
                    </a:ext>
                  </a:extLst>
                </p:cNvPr>
                <p:cNvSpPr>
                  <a:spLocks noChangeAspect="1" noChangeArrowheads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-1 w 40133"/>
                    <a:gd name="T1" fmla="*/ 13410 h 21600"/>
                    <a:gd name="T2" fmla="*/ 19987 w 40133"/>
                    <a:gd name="T3" fmla="*/ 0 h 21600"/>
                    <a:gd name="T4" fmla="*/ 40133 w 40133"/>
                    <a:gd name="T5" fmla="*/ 13809 h 21600"/>
                    <a:gd name="T6" fmla="*/ -1 w 40133"/>
                    <a:gd name="T7" fmla="*/ 13410 h 21600"/>
                    <a:gd name="T8" fmla="*/ 19987 w 40133"/>
                    <a:gd name="T9" fmla="*/ 0 h 21600"/>
                    <a:gd name="T10" fmla="*/ 40133 w 40133"/>
                    <a:gd name="T11" fmla="*/ 13809 h 21600"/>
                    <a:gd name="T12" fmla="*/ 19987 w 40133"/>
                    <a:gd name="T13" fmla="*/ 21600 h 21600"/>
                    <a:gd name="T14" fmla="*/ -1 w 40133"/>
                    <a:gd name="T15" fmla="*/ 1341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133" h="21600" fill="none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grpSp>
          <p:nvGrpSpPr>
            <p:cNvPr id="8298" name="Group 215">
              <a:extLst>
                <a:ext uri="{FF2B5EF4-FFF2-40B4-BE49-F238E27FC236}">
                  <a16:creationId xmlns:a16="http://schemas.microsoft.com/office/drawing/2014/main" id="{09D0AB4F-F9C4-6883-F75E-6F5DFB64BCC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49" y="3424"/>
              <a:ext cx="655" cy="378"/>
              <a:chOff x="3521" y="3526"/>
              <a:chExt cx="514" cy="299"/>
            </a:xfrm>
          </p:grpSpPr>
          <p:grpSp>
            <p:nvGrpSpPr>
              <p:cNvPr id="8299" name="Group 216">
                <a:extLst>
                  <a:ext uri="{FF2B5EF4-FFF2-40B4-BE49-F238E27FC236}">
                    <a16:creationId xmlns:a16="http://schemas.microsoft.com/office/drawing/2014/main" id="{7470406D-BB1F-7E79-CE1A-F46EEB26386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901517" flipH="1">
                <a:off x="3692" y="3532"/>
                <a:ext cx="171" cy="284"/>
                <a:chOff x="-558" y="1902"/>
                <a:chExt cx="210" cy="249"/>
              </a:xfrm>
            </p:grpSpPr>
            <p:sp>
              <p:nvSpPr>
                <p:cNvPr id="8300" name="Arc 217">
                  <a:extLst>
                    <a:ext uri="{FF2B5EF4-FFF2-40B4-BE49-F238E27FC236}">
                      <a16:creationId xmlns:a16="http://schemas.microsoft.com/office/drawing/2014/main" id="{82D7F3FB-2333-3B8C-28EF-C4CD02F0A2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-1 w 41051"/>
                    <a:gd name="T1" fmla="*/ 14962 h 21600"/>
                    <a:gd name="T2" fmla="*/ 20555 w 41051"/>
                    <a:gd name="T3" fmla="*/ 0 h 21600"/>
                    <a:gd name="T4" fmla="*/ 41050 w 41051"/>
                    <a:gd name="T5" fmla="*/ 14782 h 21600"/>
                    <a:gd name="T6" fmla="*/ -1 w 41051"/>
                    <a:gd name="T7" fmla="*/ 14962 h 21600"/>
                    <a:gd name="T8" fmla="*/ 20555 w 41051"/>
                    <a:gd name="T9" fmla="*/ 0 h 21600"/>
                    <a:gd name="T10" fmla="*/ 41050 w 41051"/>
                    <a:gd name="T11" fmla="*/ 14782 h 21600"/>
                    <a:gd name="T12" fmla="*/ 20555 w 41051"/>
                    <a:gd name="T13" fmla="*/ 21600 h 21600"/>
                    <a:gd name="T14" fmla="*/ -1 w 41051"/>
                    <a:gd name="T15" fmla="*/ 14962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1051" h="21600" fill="none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01" name="Arc 218">
                  <a:extLst>
                    <a:ext uri="{FF2B5EF4-FFF2-40B4-BE49-F238E27FC236}">
                      <a16:creationId xmlns:a16="http://schemas.microsoft.com/office/drawing/2014/main" id="{72CC9B7D-7773-56AC-6F41-67148B6371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-1 w 40133"/>
                    <a:gd name="T1" fmla="*/ 13410 h 21600"/>
                    <a:gd name="T2" fmla="*/ 19987 w 40133"/>
                    <a:gd name="T3" fmla="*/ 0 h 21600"/>
                    <a:gd name="T4" fmla="*/ 40133 w 40133"/>
                    <a:gd name="T5" fmla="*/ 13809 h 21600"/>
                    <a:gd name="T6" fmla="*/ -1 w 40133"/>
                    <a:gd name="T7" fmla="*/ 13410 h 21600"/>
                    <a:gd name="T8" fmla="*/ 19987 w 40133"/>
                    <a:gd name="T9" fmla="*/ 0 h 21600"/>
                    <a:gd name="T10" fmla="*/ 40133 w 40133"/>
                    <a:gd name="T11" fmla="*/ 13809 h 21600"/>
                    <a:gd name="T12" fmla="*/ 19987 w 40133"/>
                    <a:gd name="T13" fmla="*/ 21600 h 21600"/>
                    <a:gd name="T14" fmla="*/ -1 w 40133"/>
                    <a:gd name="T15" fmla="*/ 1341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133" h="21600" fill="none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  <p:sp>
            <p:nvSpPr>
              <p:cNvPr id="8302" name="Arc 219">
                <a:extLst>
                  <a:ext uri="{FF2B5EF4-FFF2-40B4-BE49-F238E27FC236}">
                    <a16:creationId xmlns:a16="http://schemas.microsoft.com/office/drawing/2014/main" id="{8A46A190-8B3C-7126-CB8E-2F7E25B92B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10901517" flipH="1">
                <a:off x="3862" y="3606"/>
                <a:ext cx="86" cy="219"/>
              </a:xfrm>
              <a:custGeom>
                <a:avLst/>
                <a:gdLst>
                  <a:gd name="T0" fmla="*/ -1 w 41051"/>
                  <a:gd name="T1" fmla="*/ 14962 h 21600"/>
                  <a:gd name="T2" fmla="*/ 20555 w 41051"/>
                  <a:gd name="T3" fmla="*/ 0 h 21600"/>
                  <a:gd name="T4" fmla="*/ 41050 w 41051"/>
                  <a:gd name="T5" fmla="*/ 14782 h 21600"/>
                  <a:gd name="T6" fmla="*/ -1 w 41051"/>
                  <a:gd name="T7" fmla="*/ 14962 h 21600"/>
                  <a:gd name="T8" fmla="*/ 20555 w 41051"/>
                  <a:gd name="T9" fmla="*/ 0 h 21600"/>
                  <a:gd name="T10" fmla="*/ 41050 w 41051"/>
                  <a:gd name="T11" fmla="*/ 14782 h 21600"/>
                  <a:gd name="T12" fmla="*/ 20555 w 41051"/>
                  <a:gd name="T13" fmla="*/ 21600 h 21600"/>
                  <a:gd name="T14" fmla="*/ -1 w 41051"/>
                  <a:gd name="T15" fmla="*/ 14962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1051" h="21600" fill="none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</a:path>
                  <a:path w="41051" h="21600" stroke="0">
                    <a:moveTo>
                      <a:pt x="-1" y="14962"/>
                    </a:moveTo>
                    <a:cubicBezTo>
                      <a:pt x="2879" y="6044"/>
                      <a:pt x="11182" y="-1"/>
                      <a:pt x="20555" y="0"/>
                    </a:cubicBezTo>
                    <a:cubicBezTo>
                      <a:pt x="29857" y="0"/>
                      <a:pt x="38114" y="5955"/>
                      <a:pt x="41050" y="14782"/>
                    </a:cubicBezTo>
                    <a:lnTo>
                      <a:pt x="20555" y="21600"/>
                    </a:lnTo>
                    <a:lnTo>
                      <a:pt x="-1" y="14962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8303" name="Arc 220">
                <a:extLst>
                  <a:ext uri="{FF2B5EF4-FFF2-40B4-BE49-F238E27FC236}">
                    <a16:creationId xmlns:a16="http://schemas.microsoft.com/office/drawing/2014/main" id="{03D7DEC3-523D-7428-A300-D00AAE3A50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698483" flipH="1" flipV="1">
                <a:off x="3949" y="3537"/>
                <a:ext cx="86" cy="219"/>
              </a:xfrm>
              <a:custGeom>
                <a:avLst/>
                <a:gdLst>
                  <a:gd name="T0" fmla="*/ -1 w 40937"/>
                  <a:gd name="T1" fmla="*/ 15743 h 21600"/>
                  <a:gd name="T2" fmla="*/ 20791 w 40937"/>
                  <a:gd name="T3" fmla="*/ 0 h 21600"/>
                  <a:gd name="T4" fmla="*/ 40937 w 40937"/>
                  <a:gd name="T5" fmla="*/ 13809 h 21600"/>
                  <a:gd name="T6" fmla="*/ -1 w 40937"/>
                  <a:gd name="T7" fmla="*/ 15743 h 21600"/>
                  <a:gd name="T8" fmla="*/ 20791 w 40937"/>
                  <a:gd name="T9" fmla="*/ 0 h 21600"/>
                  <a:gd name="T10" fmla="*/ 40937 w 40937"/>
                  <a:gd name="T11" fmla="*/ 13809 h 21600"/>
                  <a:gd name="T12" fmla="*/ 20791 w 40937"/>
                  <a:gd name="T13" fmla="*/ 21600 h 21600"/>
                  <a:gd name="T14" fmla="*/ -1 w 40937"/>
                  <a:gd name="T15" fmla="*/ 15743 h 2160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40937" h="21600" fill="none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</a:path>
                  <a:path w="40937" h="21600" stroke="0">
                    <a:moveTo>
                      <a:pt x="-1" y="15743"/>
                    </a:moveTo>
                    <a:cubicBezTo>
                      <a:pt x="2622" y="6432"/>
                      <a:pt x="11116" y="-1"/>
                      <a:pt x="20791" y="0"/>
                    </a:cubicBezTo>
                    <a:cubicBezTo>
                      <a:pt x="29714" y="0"/>
                      <a:pt x="37719" y="5487"/>
                      <a:pt x="40937" y="13809"/>
                    </a:cubicBezTo>
                    <a:lnTo>
                      <a:pt x="20791" y="21600"/>
                    </a:lnTo>
                    <a:lnTo>
                      <a:pt x="-1" y="15743"/>
                    </a:lnTo>
                    <a:close/>
                  </a:path>
                </a:pathLst>
              </a:custGeom>
              <a:noFill/>
              <a:ln w="38100">
                <a:solidFill>
                  <a:srgbClr val="6600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grpSp>
            <p:nvGrpSpPr>
              <p:cNvPr id="8304" name="Group 221">
                <a:extLst>
                  <a:ext uri="{FF2B5EF4-FFF2-40B4-BE49-F238E27FC236}">
                    <a16:creationId xmlns:a16="http://schemas.microsoft.com/office/drawing/2014/main" id="{4B3C9344-1517-F532-65BE-E7F2BE0628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rot="10901517" flipH="1">
                <a:off x="3521" y="3526"/>
                <a:ext cx="171" cy="284"/>
                <a:chOff x="-558" y="1902"/>
                <a:chExt cx="210" cy="249"/>
              </a:xfrm>
            </p:grpSpPr>
            <p:sp>
              <p:nvSpPr>
                <p:cNvPr id="8305" name="Arc 222">
                  <a:extLst>
                    <a:ext uri="{FF2B5EF4-FFF2-40B4-BE49-F238E27FC236}">
                      <a16:creationId xmlns:a16="http://schemas.microsoft.com/office/drawing/2014/main" id="{0578D498-EDAF-7F4C-D77F-0EDCE4054A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-558" y="1902"/>
                  <a:ext cx="106" cy="192"/>
                </a:xfrm>
                <a:custGeom>
                  <a:avLst/>
                  <a:gdLst>
                    <a:gd name="T0" fmla="*/ -1 w 41051"/>
                    <a:gd name="T1" fmla="*/ 14962 h 21600"/>
                    <a:gd name="T2" fmla="*/ 20555 w 41051"/>
                    <a:gd name="T3" fmla="*/ 0 h 21600"/>
                    <a:gd name="T4" fmla="*/ 41050 w 41051"/>
                    <a:gd name="T5" fmla="*/ 14782 h 21600"/>
                    <a:gd name="T6" fmla="*/ -1 w 41051"/>
                    <a:gd name="T7" fmla="*/ 14962 h 21600"/>
                    <a:gd name="T8" fmla="*/ 20555 w 41051"/>
                    <a:gd name="T9" fmla="*/ 0 h 21600"/>
                    <a:gd name="T10" fmla="*/ 41050 w 41051"/>
                    <a:gd name="T11" fmla="*/ 14782 h 21600"/>
                    <a:gd name="T12" fmla="*/ 20555 w 41051"/>
                    <a:gd name="T13" fmla="*/ 21600 h 21600"/>
                    <a:gd name="T14" fmla="*/ -1 w 41051"/>
                    <a:gd name="T15" fmla="*/ 14962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1051" h="21600" fill="none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</a:path>
                    <a:path w="41051" h="21600" stroke="0">
                      <a:moveTo>
                        <a:pt x="-1" y="14962"/>
                      </a:moveTo>
                      <a:cubicBezTo>
                        <a:pt x="2879" y="6044"/>
                        <a:pt x="11182" y="-1"/>
                        <a:pt x="20555" y="0"/>
                      </a:cubicBezTo>
                      <a:cubicBezTo>
                        <a:pt x="29857" y="0"/>
                        <a:pt x="38114" y="5955"/>
                        <a:pt x="41050" y="14782"/>
                      </a:cubicBezTo>
                      <a:lnTo>
                        <a:pt x="20555" y="21600"/>
                      </a:lnTo>
                      <a:lnTo>
                        <a:pt x="-1" y="14962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  <p:sp>
              <p:nvSpPr>
                <p:cNvPr id="8306" name="Arc 223">
                  <a:extLst>
                    <a:ext uri="{FF2B5EF4-FFF2-40B4-BE49-F238E27FC236}">
                      <a16:creationId xmlns:a16="http://schemas.microsoft.com/office/drawing/2014/main" id="{4C4DCE8C-3F12-E5BF-9C9D-C61644718CE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 flipV="1">
                  <a:off x="-452" y="1959"/>
                  <a:ext cx="104" cy="192"/>
                </a:xfrm>
                <a:custGeom>
                  <a:avLst/>
                  <a:gdLst>
                    <a:gd name="T0" fmla="*/ -1 w 40133"/>
                    <a:gd name="T1" fmla="*/ 13410 h 21600"/>
                    <a:gd name="T2" fmla="*/ 19987 w 40133"/>
                    <a:gd name="T3" fmla="*/ 0 h 21600"/>
                    <a:gd name="T4" fmla="*/ 40133 w 40133"/>
                    <a:gd name="T5" fmla="*/ 13809 h 21600"/>
                    <a:gd name="T6" fmla="*/ -1 w 40133"/>
                    <a:gd name="T7" fmla="*/ 13410 h 21600"/>
                    <a:gd name="T8" fmla="*/ 19987 w 40133"/>
                    <a:gd name="T9" fmla="*/ 0 h 21600"/>
                    <a:gd name="T10" fmla="*/ 40133 w 40133"/>
                    <a:gd name="T11" fmla="*/ 13809 h 21600"/>
                    <a:gd name="T12" fmla="*/ 19987 w 40133"/>
                    <a:gd name="T13" fmla="*/ 21600 h 21600"/>
                    <a:gd name="T14" fmla="*/ -1 w 40133"/>
                    <a:gd name="T15" fmla="*/ 13410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</a:cxnLst>
                  <a:rect l="0" t="0" r="r" b="b"/>
                  <a:pathLst>
                    <a:path w="40133" h="21600" fill="none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</a:path>
                    <a:path w="40133" h="21600" stroke="0">
                      <a:moveTo>
                        <a:pt x="-1" y="13410"/>
                      </a:moveTo>
                      <a:cubicBezTo>
                        <a:pt x="3323" y="5298"/>
                        <a:pt x="11220" y="-1"/>
                        <a:pt x="19987" y="0"/>
                      </a:cubicBezTo>
                      <a:cubicBezTo>
                        <a:pt x="28910" y="0"/>
                        <a:pt x="36915" y="5487"/>
                        <a:pt x="40133" y="13809"/>
                      </a:cubicBezTo>
                      <a:lnTo>
                        <a:pt x="19987" y="21600"/>
                      </a:lnTo>
                      <a:lnTo>
                        <a:pt x="-1" y="13410"/>
                      </a:lnTo>
                      <a:close/>
                    </a:path>
                  </a:pathLst>
                </a:custGeom>
                <a:noFill/>
                <a:ln w="38100">
                  <a:solidFill>
                    <a:srgbClr val="660066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endParaRPr lang="zh-CN" altLang="en-US"/>
                </a:p>
              </p:txBody>
            </p:sp>
          </p:grpSp>
        </p:grpSp>
        <p:sp>
          <p:nvSpPr>
            <p:cNvPr id="8307" name="Line 238">
              <a:extLst>
                <a:ext uri="{FF2B5EF4-FFF2-40B4-BE49-F238E27FC236}">
                  <a16:creationId xmlns:a16="http://schemas.microsoft.com/office/drawing/2014/main" id="{42F604A4-A55C-4CEE-5212-B84B93EF8392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566" y="3077"/>
              <a:ext cx="371" cy="338"/>
            </a:xfrm>
            <a:prstGeom prst="line">
              <a:avLst/>
            </a:prstGeom>
            <a:noFill/>
            <a:ln w="3175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8308" name="Line 239">
              <a:extLst>
                <a:ext uri="{FF2B5EF4-FFF2-40B4-BE49-F238E27FC236}">
                  <a16:creationId xmlns:a16="http://schemas.microsoft.com/office/drawing/2014/main" id="{79453017-AA0C-87E4-7989-950C933A1AA4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>
              <a:off x="5006" y="2933"/>
              <a:ext cx="472" cy="0"/>
            </a:xfrm>
            <a:prstGeom prst="line">
              <a:avLst/>
            </a:prstGeom>
            <a:noFill/>
            <a:ln w="38100">
              <a:solidFill>
                <a:srgbClr val="0000FF"/>
              </a:solidFill>
              <a:round/>
              <a:headEnd/>
              <a:tailEnd type="triangle" w="sm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cxnSp>
        <p:nvCxnSpPr>
          <p:cNvPr id="8309" name="直接箭头连接符 6">
            <a:extLst>
              <a:ext uri="{FF2B5EF4-FFF2-40B4-BE49-F238E27FC236}">
                <a16:creationId xmlns:a16="http://schemas.microsoft.com/office/drawing/2014/main" id="{6CE66BFF-1268-8902-03D1-E0864C6077FF}"/>
              </a:ext>
            </a:extLst>
          </p:cNvPr>
          <p:cNvCxnSpPr>
            <a:cxnSpLocks noChangeShapeType="1"/>
            <a:stCxn id="8213" idx="3"/>
          </p:cNvCxnSpPr>
          <p:nvPr/>
        </p:nvCxnSpPr>
        <p:spPr bwMode="auto">
          <a:xfrm flipH="1" flipV="1">
            <a:off x="7672388" y="4262438"/>
            <a:ext cx="366712" cy="422275"/>
          </a:xfrm>
          <a:prstGeom prst="straightConnector1">
            <a:avLst/>
          </a:prstGeom>
          <a:noFill/>
          <a:ln w="3810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10" name="直接箭头连接符 9">
            <a:extLst>
              <a:ext uri="{FF2B5EF4-FFF2-40B4-BE49-F238E27FC236}">
                <a16:creationId xmlns:a16="http://schemas.microsoft.com/office/drawing/2014/main" id="{A9EF799A-0125-B5DF-273F-A628AC72F4AC}"/>
              </a:ext>
            </a:extLst>
          </p:cNvPr>
          <p:cNvCxnSpPr>
            <a:cxnSpLocks noChangeShapeType="1"/>
            <a:stCxn id="8213" idx="3"/>
          </p:cNvCxnSpPr>
          <p:nvPr/>
        </p:nvCxnSpPr>
        <p:spPr bwMode="auto">
          <a:xfrm flipH="1">
            <a:off x="7808913" y="4687888"/>
            <a:ext cx="233362" cy="601662"/>
          </a:xfrm>
          <a:prstGeom prst="straightConnector1">
            <a:avLst/>
          </a:prstGeom>
          <a:noFill/>
          <a:ln w="38100">
            <a:solidFill>
              <a:srgbClr val="FF00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11" name="直接箭头连接符 21">
            <a:extLst>
              <a:ext uri="{FF2B5EF4-FFF2-40B4-BE49-F238E27FC236}">
                <a16:creationId xmlns:a16="http://schemas.microsoft.com/office/drawing/2014/main" id="{42BEC385-090E-C49B-DE24-4979D29E9105}"/>
              </a:ext>
            </a:extLst>
          </p:cNvPr>
          <p:cNvCxnSpPr>
            <a:cxnSpLocks noChangeShapeType="1"/>
            <a:stCxn id="8213" idx="3"/>
          </p:cNvCxnSpPr>
          <p:nvPr/>
        </p:nvCxnSpPr>
        <p:spPr bwMode="auto">
          <a:xfrm flipV="1">
            <a:off x="8032750" y="3983038"/>
            <a:ext cx="3175" cy="687387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12" name="直接箭头连接符 24">
            <a:extLst>
              <a:ext uri="{FF2B5EF4-FFF2-40B4-BE49-F238E27FC236}">
                <a16:creationId xmlns:a16="http://schemas.microsoft.com/office/drawing/2014/main" id="{260CE0C6-14D3-D791-7813-A410C941C3E7}"/>
              </a:ext>
            </a:extLst>
          </p:cNvPr>
          <p:cNvCxnSpPr>
            <a:cxnSpLocks noChangeShapeType="1"/>
            <a:stCxn id="8213" idx="3"/>
          </p:cNvCxnSpPr>
          <p:nvPr/>
        </p:nvCxnSpPr>
        <p:spPr bwMode="auto">
          <a:xfrm flipH="1">
            <a:off x="7688263" y="4684713"/>
            <a:ext cx="339725" cy="396875"/>
          </a:xfrm>
          <a:prstGeom prst="straightConnector1">
            <a:avLst/>
          </a:prstGeom>
          <a:noFill/>
          <a:ln w="9525">
            <a:solidFill>
              <a:srgbClr val="FF0000"/>
            </a:solidFill>
            <a:prstDash val="sysDash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13" name="直接连接符 29">
            <a:extLst>
              <a:ext uri="{FF2B5EF4-FFF2-40B4-BE49-F238E27FC236}">
                <a16:creationId xmlns:a16="http://schemas.microsoft.com/office/drawing/2014/main" id="{B2062836-DB8A-0123-FC07-D8FC892E717D}"/>
              </a:ext>
            </a:extLst>
          </p:cNvPr>
          <p:cNvCxnSpPr>
            <a:cxnSpLocks noChangeShapeType="1"/>
            <a:stCxn id="8213" idx="3"/>
          </p:cNvCxnSpPr>
          <p:nvPr/>
        </p:nvCxnSpPr>
        <p:spPr bwMode="auto">
          <a:xfrm flipV="1">
            <a:off x="7683500" y="3983038"/>
            <a:ext cx="355600" cy="293687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14" name="直接连接符 65">
            <a:extLst>
              <a:ext uri="{FF2B5EF4-FFF2-40B4-BE49-F238E27FC236}">
                <a16:creationId xmlns:a16="http://schemas.microsoft.com/office/drawing/2014/main" id="{09E1E904-6B48-F2A4-E172-D606FD87EA32}"/>
              </a:ext>
            </a:extLst>
          </p:cNvPr>
          <p:cNvCxnSpPr>
            <a:cxnSpLocks noChangeShapeType="1"/>
            <a:stCxn id="8213" idx="3"/>
          </p:cNvCxnSpPr>
          <p:nvPr/>
        </p:nvCxnSpPr>
        <p:spPr bwMode="auto">
          <a:xfrm flipH="1" flipV="1">
            <a:off x="7686675" y="4322763"/>
            <a:ext cx="6350" cy="762000"/>
          </a:xfrm>
          <a:prstGeom prst="line">
            <a:avLst/>
          </a:prstGeom>
          <a:noFill/>
          <a:ln w="9525">
            <a:solidFill>
              <a:srgbClr val="FF0000"/>
            </a:solidFill>
            <a:prstDash val="sys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8315" name="直接连接符 67">
            <a:extLst>
              <a:ext uri="{FF2B5EF4-FFF2-40B4-BE49-F238E27FC236}">
                <a16:creationId xmlns:a16="http://schemas.microsoft.com/office/drawing/2014/main" id="{F3A51A1D-2C70-ABA5-BF6D-97749BE15E86}"/>
              </a:ext>
            </a:extLst>
          </p:cNvPr>
          <p:cNvCxnSpPr>
            <a:cxnSpLocks noChangeShapeType="1"/>
            <a:stCxn id="8213" idx="3"/>
          </p:cNvCxnSpPr>
          <p:nvPr/>
        </p:nvCxnSpPr>
        <p:spPr bwMode="auto">
          <a:xfrm flipV="1">
            <a:off x="7683500" y="4040188"/>
            <a:ext cx="341313" cy="246062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</p:cxnSp>
      <p:sp>
        <p:nvSpPr>
          <p:cNvPr id="238" name="Text Box 252">
            <a:extLst>
              <a:ext uri="{FF2B5EF4-FFF2-40B4-BE49-F238E27FC236}">
                <a16:creationId xmlns:a16="http://schemas.microsoft.com/office/drawing/2014/main" id="{ADC061A6-2D43-437E-1981-8643BC39B8E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45438" y="3692525"/>
            <a:ext cx="608012" cy="344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en-US" altLang="zh-CN" sz="1600">
                <a:solidFill>
                  <a:srgbClr val="FF8383"/>
                </a:solidFill>
              </a:rPr>
              <a:t>Ex</a:t>
            </a:r>
            <a:endParaRPr lang="zh-CN" altLang="en-US" sz="1600">
              <a:solidFill>
                <a:schemeClr val="bg1"/>
              </a:solidFill>
            </a:endParaRPr>
          </a:p>
        </p:txBody>
      </p:sp>
      <p:sp>
        <p:nvSpPr>
          <p:cNvPr id="239" name="Text Box 252">
            <a:extLst>
              <a:ext uri="{FF2B5EF4-FFF2-40B4-BE49-F238E27FC236}">
                <a16:creationId xmlns:a16="http://schemas.microsoft.com/office/drawing/2014/main" id="{0483EA6C-E9BD-1820-F849-49D2EC90C0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73938" y="4973638"/>
            <a:ext cx="608012" cy="342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en-US" altLang="zh-CN" sz="1600">
                <a:solidFill>
                  <a:srgbClr val="FF8383"/>
                </a:solidFill>
              </a:rPr>
              <a:t>Ey</a:t>
            </a:r>
            <a:endParaRPr lang="zh-CN" altLang="en-US" sz="16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9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9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907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90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49075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9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2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2000"/>
                                        <p:tgtEl>
                                          <p:spTgt spid="2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746" grpId="0"/>
      <p:bldP spid="490747" grpId="0" build="p"/>
      <p:bldP spid="490748" grpId="0" build="p"/>
      <p:bldP spid="490750" grpId="0" build="p"/>
      <p:bldP spid="238" grpId="0" build="p"/>
      <p:bldP spid="239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灯片编号占位符 3">
            <a:extLst>
              <a:ext uri="{FF2B5EF4-FFF2-40B4-BE49-F238E27FC236}">
                <a16:creationId xmlns:a16="http://schemas.microsoft.com/office/drawing/2014/main" id="{983C30AC-FFBB-C3D0-C3D1-1D843236A2C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D3C6E0-8259-4B7A-B978-55F319A9EDFD}" type="slidenum">
              <a:rPr lang="en-US" altLang="zh-CN"/>
              <a:pPr/>
              <a:t>4</a:t>
            </a:fld>
            <a:endParaRPr lang="en-US" altLang="zh-CN"/>
          </a:p>
        </p:txBody>
      </p:sp>
      <p:sp>
        <p:nvSpPr>
          <p:cNvPr id="10242" name="Text Box 245">
            <a:extLst>
              <a:ext uri="{FF2B5EF4-FFF2-40B4-BE49-F238E27FC236}">
                <a16:creationId xmlns:a16="http://schemas.microsoft.com/office/drawing/2014/main" id="{6789209D-D9A7-B41E-9FD0-5EF868F8572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196975"/>
            <a:ext cx="8351838" cy="566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>
                <a:solidFill>
                  <a:srgbClr val="FF8383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endParaRPr lang="en-US" altLang="zh-CN">
              <a:solidFill>
                <a:schemeClr val="bg1"/>
              </a:solidFill>
              <a:latin typeface="楷体_GB2312" pitchFamily="49" charset="-122"/>
            </a:endParaRPr>
          </a:p>
        </p:txBody>
      </p:sp>
      <p:sp>
        <p:nvSpPr>
          <p:cNvPr id="490746" name="Text Box 250">
            <a:extLst>
              <a:ext uri="{FF2B5EF4-FFF2-40B4-BE49-F238E27FC236}">
                <a16:creationId xmlns:a16="http://schemas.microsoft.com/office/drawing/2014/main" id="{039002FE-5A35-BECD-F991-E922073AEA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3" y="476250"/>
            <a:ext cx="6442075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均匀平面波的特性</a:t>
            </a:r>
            <a:endParaRPr lang="zh-CN" altLang="en-US">
              <a:solidFill>
                <a:srgbClr val="000066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490747" name="Text Box 251">
            <a:extLst>
              <a:ext uri="{FF2B5EF4-FFF2-40B4-BE49-F238E27FC236}">
                <a16:creationId xmlns:a16="http://schemas.microsoft.com/office/drawing/2014/main" id="{E531D0FC-8E69-2B65-468B-B0B929BDA0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96975"/>
            <a:ext cx="8640763" cy="1698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4"/>
              </a:buBlip>
            </a:pPr>
            <a:r>
              <a:rPr lang="zh-CN" altLang="en-US">
                <a:solidFill>
                  <a:schemeClr val="bg1"/>
                </a:solidFill>
              </a:rPr>
              <a:t>  均匀平面波是电磁波的一种理想情况，虽然实际上并不存在，但讨论这种均匀平面波是具有实际意义的（因为在距离波源足够远的地方，呈球面的波阵面上的一小部分就可以近似看作一个均匀平面波）。   </a:t>
            </a:r>
          </a:p>
        </p:txBody>
      </p:sp>
      <p:sp>
        <p:nvSpPr>
          <p:cNvPr id="490750" name="Text Box 254">
            <a:extLst>
              <a:ext uri="{FF2B5EF4-FFF2-40B4-BE49-F238E27FC236}">
                <a16:creationId xmlns:a16="http://schemas.microsoft.com/office/drawing/2014/main" id="{941A77C6-4A1A-F302-936C-C7F89AC019A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3573463"/>
            <a:ext cx="8916988" cy="1443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4"/>
              </a:buBlip>
            </a:pPr>
            <a:r>
              <a:rPr lang="zh-CN" altLang="en-US">
                <a:solidFill>
                  <a:schemeClr val="bg1"/>
                </a:solidFill>
              </a:rPr>
              <a:t>  均匀平面波的分析方法简单，但又表征了电磁波的重要特性。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endParaRPr lang="zh-CN" altLang="en-US">
              <a:solidFill>
                <a:schemeClr val="bg1"/>
              </a:solidFill>
            </a:endParaRPr>
          </a:p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4"/>
              </a:buBlip>
            </a:pPr>
            <a:r>
              <a:rPr lang="zh-CN" altLang="en-US">
                <a:solidFill>
                  <a:schemeClr val="bg1"/>
                </a:solidFill>
              </a:rPr>
              <a:t>  其他形式的电磁波都可由均匀平面波叠加而成。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90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4907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4907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0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49075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0746" grpId="0"/>
      <p:bldP spid="490747" grpId="0" build="p"/>
      <p:bldP spid="490750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7AB9119F-21A3-A92D-0A15-D9EA77D6BB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-987" y="3168091"/>
            <a:ext cx="9144987" cy="3640373"/>
          </a:xfrm>
          <a:prstGeom prst="rect">
            <a:avLst/>
          </a:prstGeom>
        </p:spPr>
      </p:pic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53056340-DF90-B618-174C-E4C1E43064F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604A97-B250-49FA-9ABD-ADAA84FC88C5}" type="slidenum">
              <a:rPr lang="en-US" altLang="zh-CN"/>
              <a:pPr/>
              <a:t>5</a:t>
            </a:fld>
            <a:endParaRPr lang="en-US" altLang="zh-CN"/>
          </a:p>
        </p:txBody>
      </p:sp>
      <p:sp>
        <p:nvSpPr>
          <p:cNvPr id="12290" name="Text Box 3">
            <a:extLst>
              <a:ext uri="{FF2B5EF4-FFF2-40B4-BE49-F238E27FC236}">
                <a16:creationId xmlns:a16="http://schemas.microsoft.com/office/drawing/2014/main" id="{5E58B900-8D88-67AF-80C4-B915281734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01256" y="300038"/>
            <a:ext cx="7200900" cy="294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>
              <a:spcBef>
                <a:spcPct val="20000"/>
              </a:spcBef>
            </a:pPr>
            <a:r>
              <a:rPr lang="zh-CN" altLang="en-US" sz="3200" dirty="0">
                <a:solidFill>
                  <a:srgbClr val="FF0303"/>
                </a:solidFill>
                <a:ea typeface="隶书" panose="02010509060101010101" pitchFamily="49" charset="-122"/>
              </a:rPr>
              <a:t>本章内容</a:t>
            </a:r>
            <a:endParaRPr lang="zh-CN" altLang="en-US" sz="3200" dirty="0">
              <a:solidFill>
                <a:srgbClr val="FF0303"/>
              </a:solidFill>
              <a:latin typeface="Arial" panose="020B0604020202020204" pitchFamily="34" charset="0"/>
              <a:ea typeface="隶书" panose="02010509060101010101" pitchFamily="49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bg1"/>
                </a:solidFill>
              </a:rPr>
              <a:t>5.1</a:t>
            </a:r>
            <a:r>
              <a:rPr lang="en-US" altLang="zh-CN" dirty="0">
                <a:solidFill>
                  <a:schemeClr val="bg1"/>
                </a:solidFill>
                <a:latin typeface="Arial" panose="020B0604020202020204" pitchFamily="34" charset="0"/>
                <a:ea typeface="幼圆" panose="02010509060101010101" pitchFamily="49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  <a:hlinkClick r:id="rId6" action="ppaction://hlinksldjump"/>
              </a:rPr>
              <a:t>理想介质（无耗介质）中的均匀平面波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bg1"/>
                </a:solidFill>
              </a:rPr>
              <a:t>5.2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hlinkClick r:id="" action="ppaction://noaction"/>
              </a:rPr>
              <a:t>导电媒质（有耗介质）中的均匀平面波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bg1"/>
                </a:solidFill>
              </a:rPr>
              <a:t>5.3  </a:t>
            </a:r>
            <a:r>
              <a:rPr lang="zh-CN" altLang="en-US" dirty="0">
                <a:solidFill>
                  <a:schemeClr val="bg1"/>
                </a:solidFill>
                <a:hlinkClick r:id="" action="ppaction://noaction"/>
              </a:rPr>
              <a:t>色散与群速</a:t>
            </a:r>
            <a:endParaRPr lang="zh-CN" altLang="en-US" dirty="0">
              <a:solidFill>
                <a:schemeClr val="bg1"/>
              </a:solidFill>
              <a:latin typeface="楷体_GB2312" pitchFamily="49" charset="-122"/>
            </a:endParaRPr>
          </a:p>
          <a:p>
            <a:pPr>
              <a:lnSpc>
                <a:spcPct val="140000"/>
              </a:lnSpc>
              <a:spcBef>
                <a:spcPct val="20000"/>
              </a:spcBef>
              <a:buFont typeface="Wingdings" panose="05000000000000000000" pitchFamily="2" charset="2"/>
              <a:buNone/>
            </a:pPr>
            <a:r>
              <a:rPr lang="en-US" altLang="zh-CN" dirty="0">
                <a:solidFill>
                  <a:schemeClr val="bg1"/>
                </a:solidFill>
              </a:rPr>
              <a:t>5.4</a:t>
            </a:r>
            <a:r>
              <a:rPr lang="en-US" altLang="zh-CN" dirty="0">
                <a:latin typeface="楷体_GB2312" pitchFamily="49" charset="-122"/>
              </a:rPr>
              <a:t> </a:t>
            </a:r>
            <a:r>
              <a:rPr lang="zh-CN" altLang="en-US" dirty="0">
                <a:solidFill>
                  <a:schemeClr val="bg1"/>
                </a:solidFill>
                <a:hlinkClick r:id="" action="ppaction://noaction"/>
              </a:rPr>
              <a:t>电磁波的极化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EA9898FF-509F-B60C-8A95-377DC25CA42B}"/>
              </a:ext>
            </a:extLst>
          </p:cNvPr>
          <p:cNvSpPr txBox="1"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1908175" y="1196975"/>
            <a:ext cx="4097338" cy="496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(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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zh-CN" altLang="en-US" b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→α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zh-CN" altLang="en-US" b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→γ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α+jβ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jβ=jk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zh-CN" altLang="en-US" b="0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  <p:sp>
        <p:nvSpPr>
          <p:cNvPr id="2" name="Text Box 3">
            <a:extLst>
              <a:ext uri="{FF2B5EF4-FFF2-40B4-BE49-F238E27FC236}">
                <a16:creationId xmlns:a16="http://schemas.microsoft.com/office/drawing/2014/main" id="{9F379466-60E6-D87C-7FD7-E6A5F73FBD05}"/>
              </a:ext>
            </a:extLst>
          </p:cNvPr>
          <p:cNvSpPr txBox="1">
            <a:spLocks noChangeArrowheads="1"/>
          </p:cNvSpPr>
          <p:nvPr>
            <p:custDataLst>
              <p:tags r:id="rId2"/>
            </p:custDataLst>
          </p:nvPr>
        </p:nvSpPr>
        <p:spPr bwMode="auto">
          <a:xfrm>
            <a:off x="2022475" y="1773238"/>
            <a:ext cx="40973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(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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≠</a:t>
            </a:r>
            <a:r>
              <a:rPr lang="zh-CN" altLang="en-US" b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→γ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α+jβ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zh-CN" altLang="en-US" b="0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  <p:sp>
        <p:nvSpPr>
          <p:cNvPr id="496652" name="Rectangle 12">
            <a:extLst>
              <a:ext uri="{FF2B5EF4-FFF2-40B4-BE49-F238E27FC236}">
                <a16:creationId xmlns:a16="http://schemas.microsoft.com/office/drawing/2014/main" id="{BCC43016-6444-87E5-E8D2-741136173F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56679" y="5242411"/>
            <a:ext cx="1034906" cy="2616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100" dirty="0">
                <a:solidFill>
                  <a:srgbClr val="FF9933"/>
                </a:solidFill>
                <a:ea typeface="宋体" panose="02010600030101010101" pitchFamily="2" charset="-122"/>
              </a:rPr>
              <a:t>波因子</a:t>
            </a:r>
          </a:p>
        </p:txBody>
      </p:sp>
      <p:sp>
        <p:nvSpPr>
          <p:cNvPr id="12326" name="Oval 51">
            <a:extLst>
              <a:ext uri="{FF2B5EF4-FFF2-40B4-BE49-F238E27FC236}">
                <a16:creationId xmlns:a16="http://schemas.microsoft.com/office/drawing/2014/main" id="{58B88E63-5583-5AEA-1A9C-BC753BA2CC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216" y="4252276"/>
            <a:ext cx="285960" cy="252028"/>
          </a:xfrm>
          <a:prstGeom prst="ellips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/>
          </a:p>
        </p:txBody>
      </p:sp>
      <p:sp>
        <p:nvSpPr>
          <p:cNvPr id="11" name="Rectangle 12">
            <a:extLst>
              <a:ext uri="{FF2B5EF4-FFF2-40B4-BE49-F238E27FC236}">
                <a16:creationId xmlns:a16="http://schemas.microsoft.com/office/drawing/2014/main" id="{ABC01228-A625-54B8-B07B-022C8F161E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41021" y="5247802"/>
            <a:ext cx="1537039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000" dirty="0">
                <a:solidFill>
                  <a:srgbClr val="FF0000"/>
                </a:solidFill>
                <a:ea typeface="宋体" panose="02010600030101010101" pitchFamily="2" charset="-122"/>
              </a:rPr>
              <a:t>相位因子</a:t>
            </a:r>
            <a:r>
              <a:rPr lang="en-US" altLang="zh-CN" sz="1000" dirty="0">
                <a:solidFill>
                  <a:srgbClr val="FF0000"/>
                </a:solidFill>
                <a:ea typeface="宋体" panose="02010600030101010101" pitchFamily="2" charset="-122"/>
              </a:rPr>
              <a:t>/</a:t>
            </a:r>
            <a:r>
              <a:rPr lang="zh-CN" altLang="en-US" sz="1000" dirty="0">
                <a:solidFill>
                  <a:srgbClr val="FF0000"/>
                </a:solidFill>
                <a:ea typeface="宋体" panose="02010600030101010101" pitchFamily="2" charset="-122"/>
              </a:rPr>
              <a:t>波因子</a:t>
            </a:r>
          </a:p>
        </p:txBody>
      </p:sp>
      <p:sp>
        <p:nvSpPr>
          <p:cNvPr id="12" name="Rectangle 12">
            <a:extLst>
              <a:ext uri="{FF2B5EF4-FFF2-40B4-BE49-F238E27FC236}">
                <a16:creationId xmlns:a16="http://schemas.microsoft.com/office/drawing/2014/main" id="{FD7D7778-48D1-87DD-2444-1A5902D124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87513" y="5236240"/>
            <a:ext cx="816192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000" dirty="0">
                <a:solidFill>
                  <a:srgbClr val="FF00FF"/>
                </a:solidFill>
                <a:ea typeface="宋体" panose="02010600030101010101" pitchFamily="2" charset="-122"/>
              </a:rPr>
              <a:t>衰减因子</a:t>
            </a:r>
          </a:p>
        </p:txBody>
      </p:sp>
      <p:sp>
        <p:nvSpPr>
          <p:cNvPr id="9" name="Oval 50">
            <a:extLst>
              <a:ext uri="{FF2B5EF4-FFF2-40B4-BE49-F238E27FC236}">
                <a16:creationId xmlns:a16="http://schemas.microsoft.com/office/drawing/2014/main" id="{C6843F03-0CB5-EDD8-AB90-7ED9E062BC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22333" y="5077532"/>
            <a:ext cx="385571" cy="261610"/>
          </a:xfrm>
          <a:prstGeom prst="ellipse">
            <a:avLst/>
          </a:prstGeom>
          <a:noFill/>
          <a:ln w="25400">
            <a:solidFill>
              <a:srgbClr val="FF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>
              <a:solidFill>
                <a:srgbClr val="FF9933"/>
              </a:solidFill>
            </a:endParaRPr>
          </a:p>
        </p:txBody>
      </p:sp>
      <p:sp>
        <p:nvSpPr>
          <p:cNvPr id="10" name="Oval 51">
            <a:extLst>
              <a:ext uri="{FF2B5EF4-FFF2-40B4-BE49-F238E27FC236}">
                <a16:creationId xmlns:a16="http://schemas.microsoft.com/office/drawing/2014/main" id="{778CEA64-EBF2-4BED-3294-505AD81559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41811" y="4527604"/>
            <a:ext cx="374998" cy="341556"/>
          </a:xfrm>
          <a:prstGeom prst="ellipse">
            <a:avLst/>
          </a:prstGeom>
          <a:noFill/>
          <a:ln w="25400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/>
          </a:p>
        </p:txBody>
      </p:sp>
      <p:sp>
        <p:nvSpPr>
          <p:cNvPr id="14" name="Oval 51">
            <a:extLst>
              <a:ext uri="{FF2B5EF4-FFF2-40B4-BE49-F238E27FC236}">
                <a16:creationId xmlns:a16="http://schemas.microsoft.com/office/drawing/2014/main" id="{51302127-C444-C177-DDBA-660FD8B27A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78008" y="5095759"/>
            <a:ext cx="285960" cy="252028"/>
          </a:xfrm>
          <a:prstGeom prst="ellipse">
            <a:avLst/>
          </a:prstGeom>
          <a:noFill/>
          <a:ln w="25400">
            <a:solidFill>
              <a:srgbClr val="FF00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/>
          </a:p>
        </p:txBody>
      </p:sp>
      <p:sp>
        <p:nvSpPr>
          <p:cNvPr id="16" name="Oval 50">
            <a:extLst>
              <a:ext uri="{FF2B5EF4-FFF2-40B4-BE49-F238E27FC236}">
                <a16:creationId xmlns:a16="http://schemas.microsoft.com/office/drawing/2014/main" id="{5964AF05-3AE6-8327-E668-E9B522A28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9039" y="4265974"/>
            <a:ext cx="309618" cy="252028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/>
          </a:p>
        </p:txBody>
      </p:sp>
      <p:sp>
        <p:nvSpPr>
          <p:cNvPr id="17" name="Oval 50">
            <a:extLst>
              <a:ext uri="{FF2B5EF4-FFF2-40B4-BE49-F238E27FC236}">
                <a16:creationId xmlns:a16="http://schemas.microsoft.com/office/drawing/2014/main" id="{0AF6698C-0C4A-0C51-0E4B-E6FD2E0DC8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4059" y="5085184"/>
            <a:ext cx="389604" cy="285729"/>
          </a:xfrm>
          <a:prstGeom prst="ellipse">
            <a:avLst/>
          </a:prstGeom>
          <a:noFill/>
          <a:ln w="25400">
            <a:solidFill>
              <a:srgbClr val="FF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pPr eaLnBrk="0" hangingPunct="0"/>
            <a:endParaRPr lang="zh-CN" altLang="en-US"/>
          </a:p>
        </p:txBody>
      </p:sp>
      <p:cxnSp>
        <p:nvCxnSpPr>
          <p:cNvPr id="21" name="直接连接符 20">
            <a:extLst>
              <a:ext uri="{FF2B5EF4-FFF2-40B4-BE49-F238E27FC236}">
                <a16:creationId xmlns:a16="http://schemas.microsoft.com/office/drawing/2014/main" id="{E6CD053E-B900-C7D4-BEB4-6B0F0A8BDE15}"/>
              </a:ext>
            </a:extLst>
          </p:cNvPr>
          <p:cNvCxnSpPr>
            <a:cxnSpLocks/>
          </p:cNvCxnSpPr>
          <p:nvPr/>
        </p:nvCxnSpPr>
        <p:spPr bwMode="auto">
          <a:xfrm>
            <a:off x="1263699" y="5373216"/>
            <a:ext cx="185640" cy="0"/>
          </a:xfrm>
          <a:prstGeom prst="line">
            <a:avLst/>
          </a:prstGeom>
          <a:noFill/>
          <a:ln w="25400">
            <a:solidFill>
              <a:srgbClr val="C00000"/>
            </a:solidFill>
          </a:ln>
        </p:spPr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3C2AFB37-7657-C97C-0A85-565BC882C4AE}"/>
              </a:ext>
            </a:extLst>
          </p:cNvPr>
          <p:cNvCxnSpPr>
            <a:cxnSpLocks/>
          </p:cNvCxnSpPr>
          <p:nvPr/>
        </p:nvCxnSpPr>
        <p:spPr bwMode="auto">
          <a:xfrm>
            <a:off x="1475679" y="5373216"/>
            <a:ext cx="185640" cy="0"/>
          </a:xfrm>
          <a:prstGeom prst="line">
            <a:avLst/>
          </a:prstGeom>
          <a:noFill/>
          <a:ln w="25400">
            <a:solidFill>
              <a:srgbClr val="C00000"/>
            </a:solidFill>
          </a:ln>
        </p:spPr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93BB3899-A7C2-8F19-E04F-CC1DF630E99F}"/>
              </a:ext>
            </a:extLst>
          </p:cNvPr>
          <p:cNvCxnSpPr>
            <a:cxnSpLocks/>
          </p:cNvCxnSpPr>
          <p:nvPr/>
        </p:nvCxnSpPr>
        <p:spPr bwMode="auto">
          <a:xfrm>
            <a:off x="1708447" y="5373216"/>
            <a:ext cx="314028" cy="0"/>
          </a:xfrm>
          <a:prstGeom prst="line">
            <a:avLst/>
          </a:prstGeom>
          <a:noFill/>
          <a:ln w="25400">
            <a:solidFill>
              <a:srgbClr val="C00000"/>
            </a:solidFill>
          </a:ln>
        </p:spPr>
      </p:cxnSp>
      <p:sp>
        <p:nvSpPr>
          <p:cNvPr id="25" name="Rectangle 12">
            <a:extLst>
              <a:ext uri="{FF2B5EF4-FFF2-40B4-BE49-F238E27FC236}">
                <a16:creationId xmlns:a16="http://schemas.microsoft.com/office/drawing/2014/main" id="{9CCC9D3D-4360-CBF9-404F-DA16E9C7D9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51046" y="5406941"/>
            <a:ext cx="1034906" cy="24622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000" dirty="0">
                <a:solidFill>
                  <a:srgbClr val="C00000"/>
                </a:solidFill>
                <a:ea typeface="宋体" panose="02010600030101010101" pitchFamily="2" charset="-122"/>
              </a:rPr>
              <a:t>振幅</a:t>
            </a:r>
          </a:p>
        </p:txBody>
      </p:sp>
      <p:sp>
        <p:nvSpPr>
          <p:cNvPr id="27" name="Rectangle 12">
            <a:extLst>
              <a:ext uri="{FF2B5EF4-FFF2-40B4-BE49-F238E27FC236}">
                <a16:creationId xmlns:a16="http://schemas.microsoft.com/office/drawing/2014/main" id="{D34C3A0A-7BCA-1154-2E64-520DA0F1859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45037" y="5398616"/>
            <a:ext cx="1034906" cy="3539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900"/>
              </a:lnSpc>
              <a:spcBef>
                <a:spcPct val="20000"/>
              </a:spcBef>
            </a:pPr>
            <a:r>
              <a:rPr lang="zh-CN" altLang="en-US" sz="1000" dirty="0">
                <a:solidFill>
                  <a:srgbClr val="C00000"/>
                </a:solidFill>
                <a:ea typeface="宋体" panose="02010600030101010101" pitchFamily="2" charset="-122"/>
              </a:rPr>
              <a:t>时间</a:t>
            </a:r>
            <a:endParaRPr lang="en-US" altLang="zh-CN" sz="1000" dirty="0">
              <a:solidFill>
                <a:srgbClr val="C00000"/>
              </a:solidFill>
              <a:ea typeface="宋体" panose="02010600030101010101" pitchFamily="2" charset="-122"/>
            </a:endParaRPr>
          </a:p>
          <a:p>
            <a:pPr>
              <a:lnSpc>
                <a:spcPts val="900"/>
              </a:lnSpc>
              <a:spcBef>
                <a:spcPct val="20000"/>
              </a:spcBef>
            </a:pPr>
            <a:r>
              <a:rPr lang="zh-CN" altLang="en-US" sz="1000" dirty="0">
                <a:solidFill>
                  <a:srgbClr val="C00000"/>
                </a:solidFill>
                <a:ea typeface="宋体" panose="02010600030101010101" pitchFamily="2" charset="-122"/>
              </a:rPr>
              <a:t>因子</a:t>
            </a:r>
          </a:p>
        </p:txBody>
      </p:sp>
      <p:sp>
        <p:nvSpPr>
          <p:cNvPr id="28" name="Rectangle 12">
            <a:extLst>
              <a:ext uri="{FF2B5EF4-FFF2-40B4-BE49-F238E27FC236}">
                <a16:creationId xmlns:a16="http://schemas.microsoft.com/office/drawing/2014/main" id="{461BF160-57A5-B4A4-6964-A9C50F1C804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69119" y="5358464"/>
            <a:ext cx="478111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20000"/>
              </a:spcBef>
            </a:pPr>
            <a:r>
              <a:rPr lang="zh-CN" altLang="en-US" sz="1000" dirty="0">
                <a:solidFill>
                  <a:srgbClr val="C00000"/>
                </a:solidFill>
                <a:ea typeface="宋体" panose="02010600030101010101" pitchFamily="2" charset="-122"/>
              </a:rPr>
              <a:t>初相因子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2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  <p:bldP spid="2" grpId="0" build="p"/>
      <p:bldP spid="496652" grpId="0"/>
      <p:bldP spid="11" grpId="0"/>
      <p:bldP spid="12" grpId="0"/>
      <p:bldP spid="25" grpId="0"/>
      <p:bldP spid="27" grpId="0"/>
      <p:bldP spid="2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灯片编号占位符 3">
            <a:extLst>
              <a:ext uri="{FF2B5EF4-FFF2-40B4-BE49-F238E27FC236}">
                <a16:creationId xmlns:a16="http://schemas.microsoft.com/office/drawing/2014/main" id="{9CD533A0-2D78-D1FF-5D7F-6FB5B641470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3DC44CC-9F42-44ED-BC12-1BE718881204}" type="slidenum">
              <a:rPr lang="en-US" altLang="zh-CN"/>
              <a:pPr/>
              <a:t>6</a:t>
            </a:fld>
            <a:endParaRPr lang="en-US" altLang="zh-CN"/>
          </a:p>
        </p:txBody>
      </p:sp>
      <p:sp>
        <p:nvSpPr>
          <p:cNvPr id="14338" name="Rectangle 2">
            <a:extLst>
              <a:ext uri="{FF2B5EF4-FFF2-40B4-BE49-F238E27FC236}">
                <a16:creationId xmlns:a16="http://schemas.microsoft.com/office/drawing/2014/main" id="{92A80D4E-7835-F3DB-4412-48BFECCAFEB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250825" y="981075"/>
            <a:ext cx="8208963" cy="503238"/>
          </a:xfr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algn="ctr" eaLnBrk="1" hangingPunct="1"/>
            <a:r>
              <a:rPr lang="en-US" altLang="zh-CN" sz="28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5.1</a:t>
            </a:r>
            <a:r>
              <a:rPr lang="en-US" altLang="zh-CN" sz="2400" b="1">
                <a:solidFill>
                  <a:schemeClr val="bg1"/>
                </a:solidFill>
                <a:latin typeface="Times New Roman" panose="02020603050405020304" pitchFamily="18" charset="0"/>
                <a:ea typeface="幼圆" panose="02010509060101010101" pitchFamily="49" charset="-122"/>
              </a:rPr>
              <a:t> </a:t>
            </a:r>
            <a:r>
              <a:rPr lang="en-US" altLang="zh-CN" sz="24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  <a:r>
              <a:rPr lang="zh-CN" altLang="en-US" sz="2800" b="1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理想介质中的均匀平面波</a:t>
            </a:r>
          </a:p>
        </p:txBody>
      </p:sp>
      <p:sp>
        <p:nvSpPr>
          <p:cNvPr id="14339" name="Rectangle 69">
            <a:extLst>
              <a:ext uri="{FF2B5EF4-FFF2-40B4-BE49-F238E27FC236}">
                <a16:creationId xmlns:a16="http://schemas.microsoft.com/office/drawing/2014/main" id="{BF36F5D9-6A22-55C4-273E-E0CCCA060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1913" y="3351213"/>
            <a:ext cx="6264275" cy="1873250"/>
          </a:xfrm>
          <a:prstGeom prst="rect">
            <a:avLst/>
          </a:prstGeom>
          <a:solidFill>
            <a:srgbClr val="CCFFFF"/>
          </a:solidFill>
          <a:ln w="15875">
            <a:solidFill>
              <a:srgbClr val="FF00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14340" name="Rectangle 70">
            <a:extLst>
              <a:ext uri="{FF2B5EF4-FFF2-40B4-BE49-F238E27FC236}">
                <a16:creationId xmlns:a16="http://schemas.microsoft.com/office/drawing/2014/main" id="{A5F379F5-C8F8-9522-6F2F-88D2B919A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2275" y="3805238"/>
            <a:ext cx="554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/>
              <a:t>5.1.1  </a:t>
            </a:r>
            <a:r>
              <a:rPr lang="zh-CN" altLang="en-US">
                <a:hlinkClick r:id="rId3" action="ppaction://hlinksldjump"/>
              </a:rPr>
              <a:t>一维波动方程的均匀平面波解</a:t>
            </a:r>
            <a:endParaRPr lang="zh-CN" altLang="en-US"/>
          </a:p>
        </p:txBody>
      </p:sp>
      <p:sp>
        <p:nvSpPr>
          <p:cNvPr id="14341" name="Rectangle 71">
            <a:extLst>
              <a:ext uri="{FF2B5EF4-FFF2-40B4-BE49-F238E27FC236}">
                <a16:creationId xmlns:a16="http://schemas.microsoft.com/office/drawing/2014/main" id="{83FC9495-A653-6052-BD61-8C4A5445CD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90688" y="4479925"/>
            <a:ext cx="65516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/>
              <a:t>5.1.2  </a:t>
            </a:r>
            <a:r>
              <a:rPr lang="zh-CN" altLang="en-US">
                <a:hlinkClick r:id="rId4" action="ppaction://hlinksldjump"/>
              </a:rPr>
              <a:t>理想介质中均匀平面波的传播特点</a:t>
            </a:r>
            <a:endParaRPr lang="zh-CN" altLang="en-US"/>
          </a:p>
        </p:txBody>
      </p:sp>
      <p:sp>
        <p:nvSpPr>
          <p:cNvPr id="8" name="Text Box 3">
            <a:extLst>
              <a:ext uri="{FF2B5EF4-FFF2-40B4-BE49-F238E27FC236}">
                <a16:creationId xmlns:a16="http://schemas.microsoft.com/office/drawing/2014/main" id="{2352F6AC-680A-BC48-C982-4B049705D3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28900" y="1370013"/>
            <a:ext cx="4097338" cy="496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en-US" altLang="zh-CN" b="0" i="1">
                <a:solidFill>
                  <a:schemeClr val="bg1"/>
                </a:solidFill>
                <a:sym typeface="Symbol" panose="05050102010706020507" pitchFamily="18" charset="2"/>
              </a:rPr>
              <a:t>(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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zh-CN" altLang="en-US" b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→α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zh-CN" altLang="en-US" b="0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0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→γ</a:t>
            </a:r>
            <a:r>
              <a:rPr lang="zh-CN" altLang="en-US" b="0" i="1">
                <a:solidFill>
                  <a:schemeClr val="bg1"/>
                </a:solidFill>
                <a:sym typeface="Symbol" panose="05050102010706020507" pitchFamily="18" charset="2"/>
              </a:rPr>
              <a:t> 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α+jβ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=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  <a:sym typeface="Symbol" panose="05050102010706020507" pitchFamily="18" charset="2"/>
              </a:rPr>
              <a:t>jβ=jk</a:t>
            </a:r>
            <a:r>
              <a:rPr lang="en-US" altLang="zh-CN" b="0">
                <a:solidFill>
                  <a:schemeClr val="bg1"/>
                </a:solidFill>
                <a:sym typeface="Symbol" panose="05050102010706020507" pitchFamily="18" charset="2"/>
              </a:rPr>
              <a:t>)</a:t>
            </a:r>
            <a:endParaRPr lang="zh-CN" altLang="en-US" b="0">
              <a:solidFill>
                <a:schemeClr val="bg1"/>
              </a:solidFill>
              <a:sym typeface="Symbol" panose="05050102010706020507" pitchFamily="18" charset="2"/>
            </a:endParaRPr>
          </a:p>
        </p:txBody>
      </p:sp>
      <p:pic>
        <p:nvPicPr>
          <p:cNvPr id="14343" name="图片 1">
            <a:extLst>
              <a:ext uri="{FF2B5EF4-FFF2-40B4-BE49-F238E27FC236}">
                <a16:creationId xmlns:a16="http://schemas.microsoft.com/office/drawing/2014/main" id="{A234F727-9576-D179-3450-7672AB037208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11413" y="1917700"/>
            <a:ext cx="4524375" cy="776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灯片编号占位符 4">
            <a:extLst>
              <a:ext uri="{FF2B5EF4-FFF2-40B4-BE49-F238E27FC236}">
                <a16:creationId xmlns:a16="http://schemas.microsoft.com/office/drawing/2014/main" id="{076F68F6-9C04-9087-FA5A-7701336DA17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EAEEEC-E752-40E8-AC8F-088390C556FC}" type="slidenum">
              <a:rPr lang="en-US" altLang="zh-CN"/>
              <a:pPr/>
              <a:t>7</a:t>
            </a:fld>
            <a:endParaRPr lang="en-US" altLang="zh-CN"/>
          </a:p>
        </p:txBody>
      </p:sp>
      <p:graphicFrame>
        <p:nvGraphicFramePr>
          <p:cNvPr id="491539" name="Object 19">
            <a:extLst>
              <a:ext uri="{FF2B5EF4-FFF2-40B4-BE49-F238E27FC236}">
                <a16:creationId xmlns:a16="http://schemas.microsoft.com/office/drawing/2014/main" id="{C4F18A04-EFB6-DC18-865D-0A7AAA486A99}"/>
              </a:ext>
            </a:extLst>
          </p:cNvPr>
          <p:cNvGraphicFramePr>
            <a:graphicFrameLocks noGrp="1" noChangeAspect="1"/>
          </p:cNvGraphicFramePr>
          <p:nvPr>
            <p:ph sz="half" idx="1"/>
          </p:nvPr>
        </p:nvGraphicFramePr>
        <p:xfrm>
          <a:off x="1042988" y="3500438"/>
          <a:ext cx="3241675" cy="827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444680" imgH="324360" progId="Equation.DSMT4">
                  <p:embed/>
                </p:oleObj>
              </mc:Choice>
              <mc:Fallback>
                <p:oleObj r:id="rId3" imgW="1444680" imgH="324360" progId="Equation.DSMT4">
                  <p:embed/>
                  <p:pic>
                    <p:nvPicPr>
                      <p:cNvPr id="491539" name="Object 19">
                        <a:extLst>
                          <a:ext uri="{FF2B5EF4-FFF2-40B4-BE49-F238E27FC236}">
                            <a16:creationId xmlns:a16="http://schemas.microsoft.com/office/drawing/2014/main" id="{C4F18A04-EFB6-DC18-865D-0A7AAA486A9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500438"/>
                        <a:ext cx="3241675" cy="8270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5823" name="Text Box 1055">
            <a:extLst>
              <a:ext uri="{FF2B5EF4-FFF2-40B4-BE49-F238E27FC236}">
                <a16:creationId xmlns:a16="http://schemas.microsoft.com/office/drawing/2014/main" id="{C8CFCD21-2D9A-305C-4CD6-8C47BAD5C7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3644900"/>
            <a:ext cx="2743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由于</a:t>
            </a:r>
          </a:p>
        </p:txBody>
      </p:sp>
      <p:sp>
        <p:nvSpPr>
          <p:cNvPr id="545826" name="Rectangle 1058">
            <a:extLst>
              <a:ext uri="{FF2B5EF4-FFF2-40B4-BE49-F238E27FC236}">
                <a16:creationId xmlns:a16="http://schemas.microsoft.com/office/drawing/2014/main" id="{886F15C3-C89A-2184-0A01-C206DFE5AB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333375"/>
            <a:ext cx="61928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chemeClr val="bg1"/>
                </a:solidFill>
              </a:rPr>
              <a:t>5.1.1  </a:t>
            </a:r>
            <a:r>
              <a:rPr lang="zh-CN" altLang="en-US">
                <a:solidFill>
                  <a:schemeClr val="bg1"/>
                </a:solidFill>
                <a:ea typeface="幼圆" panose="02010509060101010101" pitchFamily="49" charset="-122"/>
              </a:rPr>
              <a:t>一维波动方程的均匀平面波解</a:t>
            </a:r>
          </a:p>
        </p:txBody>
      </p:sp>
      <p:sp>
        <p:nvSpPr>
          <p:cNvPr id="545827" name="Text Box 1059">
            <a:extLst>
              <a:ext uri="{FF2B5EF4-FFF2-40B4-BE49-F238E27FC236}">
                <a16:creationId xmlns:a16="http://schemas.microsoft.com/office/drawing/2014/main" id="{58761633-3737-F2A5-8F95-3C7CFC4CB1B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692150"/>
            <a:ext cx="8856663" cy="1516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zh-CN">
                <a:solidFill>
                  <a:schemeClr val="bg1"/>
                </a:solidFill>
              </a:rPr>
              <a:t>       </a:t>
            </a:r>
            <a:r>
              <a:rPr lang="zh-CN" altLang="en-US">
                <a:solidFill>
                  <a:schemeClr val="bg1"/>
                </a:solidFill>
              </a:rPr>
              <a:t>设在无限大的</a:t>
            </a:r>
            <a:r>
              <a:rPr lang="zh-CN" altLang="en-US" u="sng">
                <a:solidFill>
                  <a:srgbClr val="FF0000"/>
                </a:solidFill>
              </a:rPr>
              <a:t>无源</a:t>
            </a:r>
            <a:r>
              <a:rPr lang="zh-CN" altLang="en-US" u="sng">
                <a:solidFill>
                  <a:schemeClr val="bg1"/>
                </a:solidFill>
              </a:rPr>
              <a:t>空间</a:t>
            </a:r>
            <a:r>
              <a:rPr lang="zh-CN" altLang="en-US">
                <a:solidFill>
                  <a:schemeClr val="bg1"/>
                </a:solidFill>
              </a:rPr>
              <a:t>中，充满线性、各向同性的均匀理想介质。均匀平面波沿 </a:t>
            </a:r>
            <a:r>
              <a:rPr lang="en-US" altLang="zh-CN" b="0" i="1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轴传播，则电场强度和磁场强度均不是 </a:t>
            </a:r>
            <a:r>
              <a:rPr lang="en-US" altLang="zh-CN" i="1">
                <a:solidFill>
                  <a:schemeClr val="bg1"/>
                </a:solidFill>
              </a:rPr>
              <a:t>x</a:t>
            </a:r>
            <a:r>
              <a:rPr lang="zh-CN" altLang="en-US">
                <a:solidFill>
                  <a:schemeClr val="bg1"/>
                </a:solidFill>
              </a:rPr>
              <a:t>和 </a:t>
            </a:r>
            <a:r>
              <a:rPr lang="en-US" altLang="zh-CN" b="0" i="1">
                <a:solidFill>
                  <a:schemeClr val="bg1"/>
                </a:solidFill>
              </a:rPr>
              <a:t>y</a:t>
            </a:r>
            <a:r>
              <a:rPr lang="en-US" altLang="zh-CN" i="1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的函数，即</a:t>
            </a:r>
          </a:p>
        </p:txBody>
      </p:sp>
      <p:graphicFrame>
        <p:nvGraphicFramePr>
          <p:cNvPr id="545829" name="Object 1061">
            <a:extLst>
              <a:ext uri="{FF2B5EF4-FFF2-40B4-BE49-F238E27FC236}">
                <a16:creationId xmlns:a16="http://schemas.microsoft.com/office/drawing/2014/main" id="{AC48205C-DAAE-84CA-A0A4-08DB8FD621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49288" y="2636838"/>
          <a:ext cx="3633787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88960" imgH="324360" progId="Equation.DSMT4">
                  <p:embed/>
                </p:oleObj>
              </mc:Choice>
              <mc:Fallback>
                <p:oleObj r:id="rId5" imgW="1488960" imgH="324360" progId="Equation.DSMT4">
                  <p:embed/>
                  <p:pic>
                    <p:nvPicPr>
                      <p:cNvPr id="545829" name="Object 1061">
                        <a:extLst>
                          <a:ext uri="{FF2B5EF4-FFF2-40B4-BE49-F238E27FC236}">
                            <a16:creationId xmlns:a16="http://schemas.microsoft.com/office/drawing/2014/main" id="{AC48205C-DAAE-84CA-A0A4-08DB8FD621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2636838"/>
                        <a:ext cx="3633787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45844" name="Group 1076">
            <a:extLst>
              <a:ext uri="{FF2B5EF4-FFF2-40B4-BE49-F238E27FC236}">
                <a16:creationId xmlns:a16="http://schemas.microsoft.com/office/drawing/2014/main" id="{3137ECE0-F737-1C08-3517-4D12AA6AEEC5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3500438"/>
            <a:ext cx="3313112" cy="765175"/>
            <a:chOff x="2925" y="2205"/>
            <a:chExt cx="2087" cy="482"/>
          </a:xfrm>
        </p:grpSpPr>
        <p:sp>
          <p:nvSpPr>
            <p:cNvPr id="15368" name="AutoShape 17">
              <a:extLst>
                <a:ext uri="{FF2B5EF4-FFF2-40B4-BE49-F238E27FC236}">
                  <a16:creationId xmlns:a16="http://schemas.microsoft.com/office/drawing/2014/main" id="{E224C376-7514-F11B-AA17-AD207CC57B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25" y="2366"/>
              <a:ext cx="318" cy="140"/>
            </a:xfrm>
            <a:prstGeom prst="rightArrow">
              <a:avLst>
                <a:gd name="adj1" fmla="val 50000"/>
                <a:gd name="adj2" fmla="val 56765"/>
              </a:avLst>
            </a:prstGeom>
            <a:solidFill>
              <a:srgbClr val="FF99CC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grpSp>
          <p:nvGrpSpPr>
            <p:cNvPr id="15369" name="Group 1075">
              <a:extLst>
                <a:ext uri="{FF2B5EF4-FFF2-40B4-BE49-F238E27FC236}">
                  <a16:creationId xmlns:a16="http://schemas.microsoft.com/office/drawing/2014/main" id="{367C4456-ED16-DFF9-72FC-317345317B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81" y="2205"/>
              <a:ext cx="1731" cy="482"/>
              <a:chOff x="3198" y="2205"/>
              <a:chExt cx="1731" cy="482"/>
            </a:xfrm>
          </p:grpSpPr>
          <p:sp>
            <p:nvSpPr>
              <p:cNvPr id="15370" name="AutoShape 1062">
                <a:extLst>
                  <a:ext uri="{FF2B5EF4-FFF2-40B4-BE49-F238E27FC236}">
                    <a16:creationId xmlns:a16="http://schemas.microsoft.com/office/drawing/2014/main" id="{26B99084-F629-8784-6992-F00F8AFCD1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69" y="2370"/>
                <a:ext cx="318" cy="140"/>
              </a:xfrm>
              <a:prstGeom prst="rightArrow">
                <a:avLst>
                  <a:gd name="adj1" fmla="val 50000"/>
                  <a:gd name="adj2" fmla="val 56765"/>
                </a:avLst>
              </a:prstGeom>
              <a:solidFill>
                <a:srgbClr val="FF99CC"/>
              </a:solidFill>
              <a:ln w="9525">
                <a:solidFill>
                  <a:srgbClr val="FF00FF"/>
                </a:solidFill>
                <a:miter lim="800000"/>
                <a:headEnd/>
                <a:tailEnd/>
              </a:ln>
            </p:spPr>
            <p:txBody>
              <a:bodyPr wrap="none" anchor="ctr"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graphicFrame>
            <p:nvGraphicFramePr>
              <p:cNvPr id="15371" name="Object 1063">
                <a:extLst>
                  <a:ext uri="{FF2B5EF4-FFF2-40B4-BE49-F238E27FC236}">
                    <a16:creationId xmlns:a16="http://schemas.microsoft.com/office/drawing/2014/main" id="{FA804CBE-D368-9014-708E-EF9883B2EFDA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198" y="2205"/>
              <a:ext cx="639" cy="482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7" imgW="389880" imgH="280440" progId="Equation.DSMT4">
                      <p:embed/>
                    </p:oleObj>
                  </mc:Choice>
                  <mc:Fallback>
                    <p:oleObj r:id="rId7" imgW="389880" imgH="280440" progId="Equation.DSMT4">
                      <p:embed/>
                      <p:pic>
                        <p:nvPicPr>
                          <p:cNvPr id="15371" name="Object 1063">
                            <a:extLst>
                              <a:ext uri="{FF2B5EF4-FFF2-40B4-BE49-F238E27FC236}">
                                <a16:creationId xmlns:a16="http://schemas.microsoft.com/office/drawing/2014/main" id="{FA804CBE-D368-9014-708E-EF9883B2EFDA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8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198" y="2205"/>
                            <a:ext cx="639" cy="482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graphicFrame>
            <p:nvGraphicFramePr>
              <p:cNvPr id="15372" name="Object 1064">
                <a:extLst>
                  <a:ext uri="{FF2B5EF4-FFF2-40B4-BE49-F238E27FC236}">
                    <a16:creationId xmlns:a16="http://schemas.microsoft.com/office/drawing/2014/main" id="{C373596B-FBAA-C8C6-9C2A-7CEC4053763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4422" y="2279"/>
              <a:ext cx="507" cy="280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9" imgW="313200" imgH="137520" progId="Equation.DSMT4">
                      <p:embed/>
                    </p:oleObj>
                  </mc:Choice>
                  <mc:Fallback>
                    <p:oleObj r:id="rId9" imgW="313200" imgH="137520" progId="Equation.DSMT4">
                      <p:embed/>
                      <p:pic>
                        <p:nvPicPr>
                          <p:cNvPr id="15372" name="Object 1064">
                            <a:extLst>
                              <a:ext uri="{FF2B5EF4-FFF2-40B4-BE49-F238E27FC236}">
                                <a16:creationId xmlns:a16="http://schemas.microsoft.com/office/drawing/2014/main" id="{C373596B-FBAA-C8C6-9C2A-7CEC4053763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10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4422" y="2279"/>
                            <a:ext cx="507" cy="280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545846" name="Group 1078">
            <a:extLst>
              <a:ext uri="{FF2B5EF4-FFF2-40B4-BE49-F238E27FC236}">
                <a16:creationId xmlns:a16="http://schemas.microsoft.com/office/drawing/2014/main" id="{A728F6B2-E527-0F48-05E5-CF236A37B1CD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2614613"/>
            <a:ext cx="4627563" cy="814387"/>
            <a:chOff x="2744" y="1504"/>
            <a:chExt cx="2915" cy="513"/>
          </a:xfrm>
        </p:grpSpPr>
        <p:graphicFrame>
          <p:nvGraphicFramePr>
            <p:cNvPr id="15374" name="Object 1065">
              <a:extLst>
                <a:ext uri="{FF2B5EF4-FFF2-40B4-BE49-F238E27FC236}">
                  <a16:creationId xmlns:a16="http://schemas.microsoft.com/office/drawing/2014/main" id="{DDF6B67A-A8F5-72AE-9E5A-B5D6785C6F0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126" y="1504"/>
            <a:ext cx="2533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653480" imgH="302400" progId="Equation.DSMT4">
                    <p:embed/>
                  </p:oleObj>
                </mc:Choice>
                <mc:Fallback>
                  <p:oleObj r:id="rId11" imgW="1653480" imgH="302400" progId="Equation.DSMT4">
                    <p:embed/>
                    <p:pic>
                      <p:nvPicPr>
                        <p:cNvPr id="15374" name="Object 1065">
                          <a:extLst>
                            <a:ext uri="{FF2B5EF4-FFF2-40B4-BE49-F238E27FC236}">
                              <a16:creationId xmlns:a16="http://schemas.microsoft.com/office/drawing/2014/main" id="{DDF6B67A-A8F5-72AE-9E5A-B5D6785C6F0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126" y="1504"/>
                          <a:ext cx="2533" cy="51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5" name="AutoShape 1066">
              <a:extLst>
                <a:ext uri="{FF2B5EF4-FFF2-40B4-BE49-F238E27FC236}">
                  <a16:creationId xmlns:a16="http://schemas.microsoft.com/office/drawing/2014/main" id="{B18D0078-0A2B-2812-0F71-F0F9CB53A4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44" y="1730"/>
              <a:ext cx="318" cy="140"/>
            </a:xfrm>
            <a:prstGeom prst="rightArrow">
              <a:avLst>
                <a:gd name="adj1" fmla="val 50000"/>
                <a:gd name="adj2" fmla="val 56765"/>
              </a:avLst>
            </a:prstGeom>
            <a:solidFill>
              <a:srgbClr val="FF99CC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545841" name="Group 1073">
            <a:extLst>
              <a:ext uri="{FF2B5EF4-FFF2-40B4-BE49-F238E27FC236}">
                <a16:creationId xmlns:a16="http://schemas.microsoft.com/office/drawing/2014/main" id="{FC0B86AD-DD1D-4DCC-7C7D-B60E9C7D24EA}"/>
              </a:ext>
            </a:extLst>
          </p:cNvPr>
          <p:cNvGrpSpPr>
            <a:grpSpLocks/>
          </p:cNvGrpSpPr>
          <p:nvPr/>
        </p:nvGrpSpPr>
        <p:grpSpPr bwMode="auto">
          <a:xfrm>
            <a:off x="6677025" y="4005263"/>
            <a:ext cx="2216150" cy="1173162"/>
            <a:chOff x="4150" y="2433"/>
            <a:chExt cx="1396" cy="739"/>
          </a:xfrm>
        </p:grpSpPr>
        <p:graphicFrame>
          <p:nvGraphicFramePr>
            <p:cNvPr id="15377" name="Object 1067">
              <a:extLst>
                <a:ext uri="{FF2B5EF4-FFF2-40B4-BE49-F238E27FC236}">
                  <a16:creationId xmlns:a16="http://schemas.microsoft.com/office/drawing/2014/main" id="{E6E9066A-6D58-685F-2C40-73CAA674E17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53" y="2659"/>
            <a:ext cx="1193" cy="51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818640" imgH="302400" progId="Equation.DSMT4">
                    <p:embed/>
                  </p:oleObj>
                </mc:Choice>
                <mc:Fallback>
                  <p:oleObj r:id="rId13" imgW="818640" imgH="302400" progId="Equation.DSMT4">
                    <p:embed/>
                    <p:pic>
                      <p:nvPicPr>
                        <p:cNvPr id="15377" name="Object 1067">
                          <a:extLst>
                            <a:ext uri="{FF2B5EF4-FFF2-40B4-BE49-F238E27FC236}">
                              <a16:creationId xmlns:a16="http://schemas.microsoft.com/office/drawing/2014/main" id="{E6E9066A-6D58-685F-2C40-73CAA674E17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53" y="2659"/>
                          <a:ext cx="1193" cy="513"/>
                        </a:xfrm>
                        <a:prstGeom prst="rect">
                          <a:avLst/>
                        </a:prstGeom>
                        <a:noFill/>
                        <a:ln w="28575">
                          <a:solidFill>
                            <a:srgbClr val="FF0000"/>
                          </a:solidFill>
                          <a:prstDash val="dash"/>
                          <a:miter lim="800000"/>
                          <a:headEnd/>
                          <a:tailEnd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78" name="Line 1070">
              <a:extLst>
                <a:ext uri="{FF2B5EF4-FFF2-40B4-BE49-F238E27FC236}">
                  <a16:creationId xmlns:a16="http://schemas.microsoft.com/office/drawing/2014/main" id="{364255D6-3620-4BC1-22B3-94C85E7163F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4150" y="2433"/>
              <a:ext cx="182" cy="317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pSp>
        <p:nvGrpSpPr>
          <p:cNvPr id="545845" name="Group 1077">
            <a:extLst>
              <a:ext uri="{FF2B5EF4-FFF2-40B4-BE49-F238E27FC236}">
                <a16:creationId xmlns:a16="http://schemas.microsoft.com/office/drawing/2014/main" id="{F8480B21-54B9-F145-B475-4D78F6D58B1E}"/>
              </a:ext>
            </a:extLst>
          </p:cNvPr>
          <p:cNvGrpSpPr>
            <a:grpSpLocks/>
          </p:cNvGrpSpPr>
          <p:nvPr/>
        </p:nvGrpSpPr>
        <p:grpSpPr bwMode="auto">
          <a:xfrm>
            <a:off x="100013" y="4365625"/>
            <a:ext cx="6127750" cy="887413"/>
            <a:chOff x="63" y="2780"/>
            <a:chExt cx="3860" cy="559"/>
          </a:xfrm>
        </p:grpSpPr>
        <p:graphicFrame>
          <p:nvGraphicFramePr>
            <p:cNvPr id="15380" name="Object 28">
              <a:extLst>
                <a:ext uri="{FF2B5EF4-FFF2-40B4-BE49-F238E27FC236}">
                  <a16:creationId xmlns:a16="http://schemas.microsoft.com/office/drawing/2014/main" id="{56CCA589-B8E0-A0F3-ABAB-EC0B2F9C30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618" y="3186"/>
            <a:ext cx="72" cy="13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5" imgW="114151" imgH="215619" progId="Equation.3">
                    <p:embed/>
                  </p:oleObj>
                </mc:Choice>
                <mc:Fallback>
                  <p:oleObj r:id="rId15" imgW="114151" imgH="215619" progId="Equation.3">
                    <p:embed/>
                    <p:pic>
                      <p:nvPicPr>
                        <p:cNvPr id="15380" name="Object 28">
                          <a:extLst>
                            <a:ext uri="{FF2B5EF4-FFF2-40B4-BE49-F238E27FC236}">
                              <a16:creationId xmlns:a16="http://schemas.microsoft.com/office/drawing/2014/main" id="{56CCA589-B8E0-A0F3-ABAB-EC0B2F9C30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618" y="3186"/>
                          <a:ext cx="72" cy="13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1" name="Text Box 1068">
              <a:extLst>
                <a:ext uri="{FF2B5EF4-FFF2-40B4-BE49-F238E27FC236}">
                  <a16:creationId xmlns:a16="http://schemas.microsoft.com/office/drawing/2014/main" id="{E5CEFE8A-BA94-610A-5C00-AE10CE0DEB8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3" y="2870"/>
              <a:ext cx="172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  <a:latin typeface="Arial" panose="020B0604020202020204" pitchFamily="34" charset="0"/>
                </a:rPr>
                <a:t>同理</a:t>
              </a:r>
            </a:p>
          </p:txBody>
        </p:sp>
        <p:graphicFrame>
          <p:nvGraphicFramePr>
            <p:cNvPr id="15382" name="Object 1069">
              <a:extLst>
                <a:ext uri="{FF2B5EF4-FFF2-40B4-BE49-F238E27FC236}">
                  <a16:creationId xmlns:a16="http://schemas.microsoft.com/office/drawing/2014/main" id="{A8FF35DB-A82C-F35E-AE48-33FE3048AFBF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51" y="2780"/>
            <a:ext cx="2337" cy="55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1543680" imgH="324360" progId="Equation.DSMT4">
                    <p:embed/>
                  </p:oleObj>
                </mc:Choice>
                <mc:Fallback>
                  <p:oleObj r:id="rId17" imgW="1543680" imgH="324360" progId="Equation.DSMT4">
                    <p:embed/>
                    <p:pic>
                      <p:nvPicPr>
                        <p:cNvPr id="15382" name="Object 1069">
                          <a:extLst>
                            <a:ext uri="{FF2B5EF4-FFF2-40B4-BE49-F238E27FC236}">
                              <a16:creationId xmlns:a16="http://schemas.microsoft.com/office/drawing/2014/main" id="{A8FF35DB-A82C-F35E-AE48-33FE3048AFBF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51" y="2780"/>
                          <a:ext cx="2337" cy="55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383" name="AutoShape 1071">
              <a:extLst>
                <a:ext uri="{FF2B5EF4-FFF2-40B4-BE49-F238E27FC236}">
                  <a16:creationId xmlns:a16="http://schemas.microsoft.com/office/drawing/2014/main" id="{F93A994E-13D8-4C3A-1CF4-8B5AFB06B2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71" y="2976"/>
              <a:ext cx="318" cy="140"/>
            </a:xfrm>
            <a:prstGeom prst="rightArrow">
              <a:avLst>
                <a:gd name="adj1" fmla="val 50000"/>
                <a:gd name="adj2" fmla="val 56765"/>
              </a:avLst>
            </a:prstGeom>
            <a:solidFill>
              <a:srgbClr val="FF99CC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graphicFrame>
          <p:nvGraphicFramePr>
            <p:cNvPr id="15384" name="Object 1072">
              <a:extLst>
                <a:ext uri="{FF2B5EF4-FFF2-40B4-BE49-F238E27FC236}">
                  <a16:creationId xmlns:a16="http://schemas.microsoft.com/office/drawing/2014/main" id="{A4402BDC-CF5B-5C6D-6BEF-E984409B90F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379" y="2908"/>
            <a:ext cx="544" cy="27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9" imgW="335160" imgH="137520" progId="Equation.DSMT4">
                    <p:embed/>
                  </p:oleObj>
                </mc:Choice>
                <mc:Fallback>
                  <p:oleObj r:id="rId19" imgW="335160" imgH="137520" progId="Equation.DSMT4">
                    <p:embed/>
                    <p:pic>
                      <p:nvPicPr>
                        <p:cNvPr id="15384" name="Object 1072">
                          <a:extLst>
                            <a:ext uri="{FF2B5EF4-FFF2-40B4-BE49-F238E27FC236}">
                              <a16:creationId xmlns:a16="http://schemas.microsoft.com/office/drawing/2014/main" id="{A4402BDC-CF5B-5C6D-6BEF-E984409B90F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379" y="2908"/>
                          <a:ext cx="544" cy="27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45853" name="Text Box 1085">
            <a:extLst>
              <a:ext uri="{FF2B5EF4-FFF2-40B4-BE49-F238E27FC236}">
                <a16:creationId xmlns:a16="http://schemas.microsoft.com/office/drawing/2014/main" id="{452B5208-03FE-3A8A-9567-7AAB07FE1F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7" y="5178425"/>
            <a:ext cx="6984901" cy="14857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30000"/>
              </a:lnSpc>
              <a:buFontTx/>
              <a:buBlip>
                <a:blip r:embed="rId21"/>
              </a:buBlip>
            </a:pPr>
            <a:r>
              <a:rPr lang="en-US" altLang="zh-CN" dirty="0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 dirty="0">
                <a:solidFill>
                  <a:srgbClr val="FF7C80"/>
                </a:solidFill>
                <a:ea typeface="宋体" panose="02010600030101010101" pitchFamily="2" charset="-122"/>
              </a:rPr>
              <a:t>结论：</a:t>
            </a:r>
            <a:r>
              <a:rPr lang="zh-CN" altLang="en-US" dirty="0">
                <a:solidFill>
                  <a:schemeClr val="bg1"/>
                </a:solidFill>
              </a:rPr>
              <a:t>均匀平面波的电场强度和磁场强度都垂直于波的传播方向 </a:t>
            </a:r>
            <a:r>
              <a:rPr lang="en-US" altLang="zh-CN" dirty="0">
                <a:solidFill>
                  <a:schemeClr val="bg1"/>
                </a:solidFill>
              </a:rPr>
              <a:t>—— </a:t>
            </a:r>
            <a:r>
              <a:rPr lang="zh-CN" altLang="en-US" dirty="0">
                <a:solidFill>
                  <a:srgbClr val="FF0000"/>
                </a:solidFill>
              </a:rPr>
              <a:t>沿任意方向传播的均匀平面波是横电磁波</a:t>
            </a:r>
            <a:r>
              <a:rPr lang="zh-CN" altLang="en-US" dirty="0">
                <a:solidFill>
                  <a:schemeClr val="bg1"/>
                </a:solidFill>
              </a:rPr>
              <a:t>（</a:t>
            </a:r>
            <a:r>
              <a:rPr lang="en-US" altLang="zh-CN" dirty="0">
                <a:solidFill>
                  <a:schemeClr val="bg1"/>
                </a:solidFill>
              </a:rPr>
              <a:t>TEM</a:t>
            </a:r>
            <a:r>
              <a:rPr lang="zh-CN" altLang="en-US" dirty="0">
                <a:solidFill>
                  <a:schemeClr val="bg1"/>
                </a:solidFill>
              </a:rPr>
              <a:t>模自由空间波）。</a:t>
            </a:r>
            <a:endParaRPr lang="zh-CN" altLang="en-US" dirty="0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A7DE7117-2CB4-5176-E036-1E71DC7594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5132" y="2120117"/>
            <a:ext cx="5544344" cy="52185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3">
            <a:extLst>
              <a:ext uri="{FF2B5EF4-FFF2-40B4-BE49-F238E27FC236}">
                <a16:creationId xmlns:a16="http://schemas.microsoft.com/office/drawing/2014/main" id="{DA4FFE0D-06EC-FD15-66E6-400711DBBD66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6882606" y="1745616"/>
            <a:ext cx="1862137" cy="868997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2B69A94C-F1E7-17B0-E67A-CB65FB5CB0E2}"/>
              </a:ext>
            </a:extLst>
          </p:cNvPr>
          <p:cNvPicPr>
            <a:picLocks noChangeAspect="1"/>
          </p:cNvPicPr>
          <p:nvPr/>
        </p:nvPicPr>
        <p:blipFill>
          <a:blip r:embed="rId24"/>
          <a:stretch>
            <a:fillRect/>
          </a:stretch>
        </p:blipFill>
        <p:spPr>
          <a:xfrm>
            <a:off x="7322681" y="5262562"/>
            <a:ext cx="1821319" cy="16485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458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3000"/>
                                        <p:tgtEl>
                                          <p:spTgt spid="5458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458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5458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5458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1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491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5458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5458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5458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5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5458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5823" grpId="0"/>
      <p:bldP spid="545826" grpId="0"/>
      <p:bldP spid="545827" grpId="0"/>
      <p:bldP spid="54585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灯片编号占位符 2">
            <a:extLst>
              <a:ext uri="{FF2B5EF4-FFF2-40B4-BE49-F238E27FC236}">
                <a16:creationId xmlns:a16="http://schemas.microsoft.com/office/drawing/2014/main" id="{83B60F06-9DEF-101E-CECB-6BD783B8297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F29A9B8-34DD-4A26-BE36-26732A704D86}" type="slidenum">
              <a:rPr lang="en-US" altLang="zh-CN"/>
              <a:pPr/>
              <a:t>8</a:t>
            </a:fld>
            <a:endParaRPr lang="en-US" altLang="zh-CN"/>
          </a:p>
        </p:txBody>
      </p:sp>
      <p:graphicFrame>
        <p:nvGraphicFramePr>
          <p:cNvPr id="686085" name="Object 5">
            <a:extLst>
              <a:ext uri="{FF2B5EF4-FFF2-40B4-BE49-F238E27FC236}">
                <a16:creationId xmlns:a16="http://schemas.microsoft.com/office/drawing/2014/main" id="{C50DC91F-D2A6-E6BF-6EEA-EC9C51FB6A51}"/>
              </a:ext>
            </a:extLst>
          </p:cNvPr>
          <p:cNvGraphicFramePr>
            <a:graphicFrameLocks/>
          </p:cNvGraphicFramePr>
          <p:nvPr/>
        </p:nvGraphicFramePr>
        <p:xfrm>
          <a:off x="623888" y="3343275"/>
          <a:ext cx="39338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532880" imgH="159480" progId="Equation.DSMT4">
                  <p:embed/>
                </p:oleObj>
              </mc:Choice>
              <mc:Fallback>
                <p:oleObj r:id="rId3" imgW="1532880" imgH="159480" progId="Equation.DSMT4">
                  <p:embed/>
                  <p:pic>
                    <p:nvPicPr>
                      <p:cNvPr id="686085" name="Object 5">
                        <a:extLst>
                          <a:ext uri="{FF2B5EF4-FFF2-40B4-BE49-F238E27FC236}">
                            <a16:creationId xmlns:a16="http://schemas.microsoft.com/office/drawing/2014/main" id="{C50DC91F-D2A6-E6BF-6EEA-EC9C51FB6A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3888" y="3343275"/>
                        <a:ext cx="39338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087" name="Object 7">
            <a:extLst>
              <a:ext uri="{FF2B5EF4-FFF2-40B4-BE49-F238E27FC236}">
                <a16:creationId xmlns:a16="http://schemas.microsoft.com/office/drawing/2014/main" id="{1D87C154-A3C7-A3EA-9FE9-C8AF3D8BB030}"/>
              </a:ext>
            </a:extLst>
          </p:cNvPr>
          <p:cNvGraphicFramePr>
            <a:graphicFrameLocks/>
          </p:cNvGraphicFramePr>
          <p:nvPr/>
        </p:nvGraphicFramePr>
        <p:xfrm>
          <a:off x="584200" y="4005263"/>
          <a:ext cx="7026275" cy="5032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2862360" imgH="148680" progId="Equation.DSMT4">
                  <p:embed/>
                </p:oleObj>
              </mc:Choice>
              <mc:Fallback>
                <p:oleObj r:id="rId5" imgW="2862360" imgH="148680" progId="Equation.DSMT4">
                  <p:embed/>
                  <p:pic>
                    <p:nvPicPr>
                      <p:cNvPr id="686087" name="Object 7">
                        <a:extLst>
                          <a:ext uri="{FF2B5EF4-FFF2-40B4-BE49-F238E27FC236}">
                            <a16:creationId xmlns:a16="http://schemas.microsoft.com/office/drawing/2014/main" id="{1D87C154-A3C7-A3EA-9FE9-C8AF3D8BB03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4200" y="4005263"/>
                        <a:ext cx="7026275" cy="5032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114" name="Group 34">
            <a:extLst>
              <a:ext uri="{FF2B5EF4-FFF2-40B4-BE49-F238E27FC236}">
                <a16:creationId xmlns:a16="http://schemas.microsoft.com/office/drawing/2014/main" id="{F640A479-6EC1-8B2D-6C04-790D5B93CDC1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836613"/>
            <a:ext cx="5681663" cy="863600"/>
            <a:chOff x="1746" y="527"/>
            <a:chExt cx="3579" cy="544"/>
          </a:xfrm>
        </p:grpSpPr>
        <p:graphicFrame>
          <p:nvGraphicFramePr>
            <p:cNvPr id="17413" name="Object 2">
              <a:extLst>
                <a:ext uri="{FF2B5EF4-FFF2-40B4-BE49-F238E27FC236}">
                  <a16:creationId xmlns:a16="http://schemas.microsoft.com/office/drawing/2014/main" id="{C0FFFB01-53D6-8267-8930-FDB5F06F8E08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109" y="527"/>
            <a:ext cx="1906" cy="54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1148040" imgH="302400" progId="Equation.3">
                    <p:embed/>
                  </p:oleObj>
                </mc:Choice>
                <mc:Fallback>
                  <p:oleObj r:id="rId7" imgW="1148040" imgH="302400" progId="Equation.3">
                    <p:embed/>
                    <p:pic>
                      <p:nvPicPr>
                        <p:cNvPr id="17413" name="Object 2">
                          <a:extLst>
                            <a:ext uri="{FF2B5EF4-FFF2-40B4-BE49-F238E27FC236}">
                              <a16:creationId xmlns:a16="http://schemas.microsoft.com/office/drawing/2014/main" id="{C0FFFB01-53D6-8267-8930-FDB5F06F8E08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09" y="527"/>
                          <a:ext cx="1906" cy="54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7414" name="Object 4">
              <a:extLst>
                <a:ext uri="{FF2B5EF4-FFF2-40B4-BE49-F238E27FC236}">
                  <a16:creationId xmlns:a16="http://schemas.microsoft.com/office/drawing/2014/main" id="{63F98157-00E2-477F-1645-0F6CA6545AE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377" y="618"/>
            <a:ext cx="948" cy="35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532800" imgH="159480" progId="Equation.3">
                    <p:embed/>
                  </p:oleObj>
                </mc:Choice>
                <mc:Fallback>
                  <p:oleObj r:id="rId9" imgW="532800" imgH="159480" progId="Equation.3">
                    <p:embed/>
                    <p:pic>
                      <p:nvPicPr>
                        <p:cNvPr id="17414" name="Object 4">
                          <a:extLst>
                            <a:ext uri="{FF2B5EF4-FFF2-40B4-BE49-F238E27FC236}">
                              <a16:creationId xmlns:a16="http://schemas.microsoft.com/office/drawing/2014/main" id="{63F98157-00E2-477F-1645-0F6CA6545AE1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77" y="618"/>
                          <a:ext cx="948" cy="35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15" name="AutoShape 8">
              <a:extLst>
                <a:ext uri="{FF2B5EF4-FFF2-40B4-BE49-F238E27FC236}">
                  <a16:creationId xmlns:a16="http://schemas.microsoft.com/office/drawing/2014/main" id="{821D77A4-6211-2E35-E10D-F6F1F3B184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46" y="754"/>
              <a:ext cx="318" cy="140"/>
            </a:xfrm>
            <a:prstGeom prst="rightArrow">
              <a:avLst>
                <a:gd name="adj1" fmla="val 50000"/>
                <a:gd name="adj2" fmla="val 56765"/>
              </a:avLst>
            </a:prstGeom>
            <a:solidFill>
              <a:srgbClr val="FFCC99"/>
            </a:solidFill>
            <a:ln w="9525">
              <a:solidFill>
                <a:srgbClr val="FF66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aphicFrame>
        <p:nvGraphicFramePr>
          <p:cNvPr id="686089" name="Object 9">
            <a:extLst>
              <a:ext uri="{FF2B5EF4-FFF2-40B4-BE49-F238E27FC236}">
                <a16:creationId xmlns:a16="http://schemas.microsoft.com/office/drawing/2014/main" id="{056EA47E-8796-254D-F836-DCB7085F0E1E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755650" y="1052513"/>
          <a:ext cx="1871663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862560" imgH="170640" progId="Equation.3">
                  <p:embed/>
                </p:oleObj>
              </mc:Choice>
              <mc:Fallback>
                <p:oleObj r:id="rId11" imgW="862560" imgH="170640" progId="Equation.3">
                  <p:embed/>
                  <p:pic>
                    <p:nvPicPr>
                      <p:cNvPr id="686089" name="Object 9">
                        <a:extLst>
                          <a:ext uri="{FF2B5EF4-FFF2-40B4-BE49-F238E27FC236}">
                            <a16:creationId xmlns:a16="http://schemas.microsoft.com/office/drawing/2014/main" id="{056EA47E-8796-254D-F836-DCB7085F0E1E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1052513"/>
                        <a:ext cx="1871663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090" name="Text Box 10">
            <a:extLst>
              <a:ext uri="{FF2B5EF4-FFF2-40B4-BE49-F238E27FC236}">
                <a16:creationId xmlns:a16="http://schemas.microsoft.com/office/drawing/2014/main" id="{A829A83C-60A0-EC7A-78B4-BAFB3BEC8EA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76250"/>
            <a:ext cx="71294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设电场只有</a:t>
            </a:r>
            <a:r>
              <a:rPr lang="en-US" altLang="zh-CN" i="1">
                <a:solidFill>
                  <a:schemeClr val="bg1"/>
                </a:solidFill>
              </a:rPr>
              <a:t>x </a:t>
            </a:r>
            <a:r>
              <a:rPr lang="zh-CN" altLang="en-US">
                <a:solidFill>
                  <a:schemeClr val="bg1"/>
                </a:solidFill>
              </a:rPr>
              <a:t>分量，即</a:t>
            </a:r>
          </a:p>
        </p:txBody>
      </p:sp>
      <p:grpSp>
        <p:nvGrpSpPr>
          <p:cNvPr id="686115" name="Group 35">
            <a:extLst>
              <a:ext uri="{FF2B5EF4-FFF2-40B4-BE49-F238E27FC236}">
                <a16:creationId xmlns:a16="http://schemas.microsoft.com/office/drawing/2014/main" id="{2E6A96F1-607F-E537-2A53-1256C1D1E26C}"/>
              </a:ext>
            </a:extLst>
          </p:cNvPr>
          <p:cNvGrpSpPr>
            <a:grpSpLocks/>
          </p:cNvGrpSpPr>
          <p:nvPr/>
        </p:nvGrpSpPr>
        <p:grpSpPr bwMode="auto">
          <a:xfrm>
            <a:off x="95250" y="1773238"/>
            <a:ext cx="4476750" cy="504825"/>
            <a:chOff x="60" y="1162"/>
            <a:chExt cx="2775" cy="318"/>
          </a:xfrm>
        </p:grpSpPr>
        <p:graphicFrame>
          <p:nvGraphicFramePr>
            <p:cNvPr id="17419" name="Object 3">
              <a:extLst>
                <a:ext uri="{FF2B5EF4-FFF2-40B4-BE49-F238E27FC236}">
                  <a16:creationId xmlns:a16="http://schemas.microsoft.com/office/drawing/2014/main" id="{ADE1D11C-10C5-FA2A-F646-2C7FC813D6E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866" y="1162"/>
            <a:ext cx="1969" cy="31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3" imgW="1137240" imgH="148680" progId="Equation.DSMT4">
                    <p:embed/>
                  </p:oleObj>
                </mc:Choice>
                <mc:Fallback>
                  <p:oleObj r:id="rId13" imgW="1137240" imgH="148680" progId="Equation.DSMT4">
                    <p:embed/>
                    <p:pic>
                      <p:nvPicPr>
                        <p:cNvPr id="17419" name="Object 3">
                          <a:extLst>
                            <a:ext uri="{FF2B5EF4-FFF2-40B4-BE49-F238E27FC236}">
                              <a16:creationId xmlns:a16="http://schemas.microsoft.com/office/drawing/2014/main" id="{ADE1D11C-10C5-FA2A-F646-2C7FC813D6E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66" y="1162"/>
                          <a:ext cx="1969" cy="31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20" name="Text Box 11">
              <a:extLst>
                <a:ext uri="{FF2B5EF4-FFF2-40B4-BE49-F238E27FC236}">
                  <a16:creationId xmlns:a16="http://schemas.microsoft.com/office/drawing/2014/main" id="{0584A2FF-C924-C1C1-97B4-0309AADBAF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" y="1162"/>
              <a:ext cx="104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  <a:latin typeface="Arial" panose="020B0604020202020204" pitchFamily="34" charset="0"/>
                </a:rPr>
                <a:t>其解为：</a:t>
              </a:r>
            </a:p>
          </p:txBody>
        </p:sp>
      </p:grpSp>
      <p:graphicFrame>
        <p:nvGraphicFramePr>
          <p:cNvPr id="17421" name="Object 12">
            <a:extLst>
              <a:ext uri="{FF2B5EF4-FFF2-40B4-BE49-F238E27FC236}">
                <a16:creationId xmlns:a16="http://schemas.microsoft.com/office/drawing/2014/main" id="{AE75467A-55BC-54CA-8BF0-4F5F1BE3794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56075" y="4841875"/>
          <a:ext cx="114300" cy="215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14151" imgH="215619" progId="Equation.3">
                  <p:embed/>
                </p:oleObj>
              </mc:Choice>
              <mc:Fallback>
                <p:oleObj r:id="rId15" imgW="114151" imgH="215619" progId="Equation.3">
                  <p:embed/>
                  <p:pic>
                    <p:nvPicPr>
                      <p:cNvPr id="17421" name="Object 12">
                        <a:extLst>
                          <a:ext uri="{FF2B5EF4-FFF2-40B4-BE49-F238E27FC236}">
                            <a16:creationId xmlns:a16="http://schemas.microsoft.com/office/drawing/2014/main" id="{AE75467A-55BC-54CA-8BF0-4F5F1BE3794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56075" y="4841875"/>
                        <a:ext cx="114300" cy="215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86093" name="Group 13">
            <a:extLst>
              <a:ext uri="{FF2B5EF4-FFF2-40B4-BE49-F238E27FC236}">
                <a16:creationId xmlns:a16="http://schemas.microsoft.com/office/drawing/2014/main" id="{5842D617-E404-8EF5-6E92-164CF26C3647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4652963"/>
            <a:ext cx="6629400" cy="515937"/>
            <a:chOff x="158" y="3777"/>
            <a:chExt cx="4176" cy="325"/>
          </a:xfrm>
        </p:grpSpPr>
        <p:sp>
          <p:nvSpPr>
            <p:cNvPr id="17423" name="Text Box 14">
              <a:extLst>
                <a:ext uri="{FF2B5EF4-FFF2-40B4-BE49-F238E27FC236}">
                  <a16:creationId xmlns:a16="http://schemas.microsoft.com/office/drawing/2014/main" id="{C1DA30EC-1662-CE5A-69FE-AC12E32A0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8" y="3777"/>
              <a:ext cx="41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chemeClr val="bg1"/>
                  </a:solidFill>
                </a:rPr>
                <a:t>可见，          表示沿 </a:t>
              </a:r>
              <a:r>
                <a:rPr lang="en-US" altLang="zh-CN">
                  <a:solidFill>
                    <a:schemeClr val="bg1"/>
                  </a:solidFill>
                </a:rPr>
                <a:t>+</a:t>
              </a:r>
              <a:r>
                <a:rPr lang="en-US" altLang="zh-CN" b="0" i="1">
                  <a:solidFill>
                    <a:schemeClr val="bg1"/>
                  </a:solidFill>
                </a:rPr>
                <a:t>z </a:t>
              </a:r>
              <a:r>
                <a:rPr lang="zh-CN" altLang="en-US">
                  <a:solidFill>
                    <a:schemeClr val="bg1"/>
                  </a:solidFill>
                </a:rPr>
                <a:t>方向传播的波。</a:t>
              </a:r>
            </a:p>
          </p:txBody>
        </p:sp>
        <p:graphicFrame>
          <p:nvGraphicFramePr>
            <p:cNvPr id="17424" name="Object 15">
              <a:extLst>
                <a:ext uri="{FF2B5EF4-FFF2-40B4-BE49-F238E27FC236}">
                  <a16:creationId xmlns:a16="http://schemas.microsoft.com/office/drawing/2014/main" id="{D653A863-B601-2BF0-1603-30BBF684D8A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25" y="3815"/>
            <a:ext cx="499" cy="28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7" imgW="302040" imgH="148680" progId="Equation.DSMT4">
                    <p:embed/>
                  </p:oleObj>
                </mc:Choice>
                <mc:Fallback>
                  <p:oleObj r:id="rId17" imgW="302040" imgH="148680" progId="Equation.DSMT4">
                    <p:embed/>
                    <p:pic>
                      <p:nvPicPr>
                        <p:cNvPr id="17424" name="Object 15">
                          <a:extLst>
                            <a:ext uri="{FF2B5EF4-FFF2-40B4-BE49-F238E27FC236}">
                              <a16:creationId xmlns:a16="http://schemas.microsoft.com/office/drawing/2014/main" id="{D653A863-B601-2BF0-1603-30BBF684D8A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25" y="3815"/>
                          <a:ext cx="499" cy="28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686096" name="Group 16">
            <a:extLst>
              <a:ext uri="{FF2B5EF4-FFF2-40B4-BE49-F238E27FC236}">
                <a16:creationId xmlns:a16="http://schemas.microsoft.com/office/drawing/2014/main" id="{C448CE09-6A30-A348-56E8-211341B22918}"/>
              </a:ext>
            </a:extLst>
          </p:cNvPr>
          <p:cNvGrpSpPr>
            <a:grpSpLocks/>
          </p:cNvGrpSpPr>
          <p:nvPr/>
        </p:nvGrpSpPr>
        <p:grpSpPr bwMode="auto">
          <a:xfrm>
            <a:off x="5724525" y="1628775"/>
            <a:ext cx="3384550" cy="2232025"/>
            <a:chOff x="3334" y="2251"/>
            <a:chExt cx="2318" cy="1587"/>
          </a:xfrm>
        </p:grpSpPr>
        <p:pic>
          <p:nvPicPr>
            <p:cNvPr id="17426" name="Picture 17" descr="3">
              <a:hlinkClick r:id="rId19" action="ppaction://program"/>
              <a:extLst>
                <a:ext uri="{FF2B5EF4-FFF2-40B4-BE49-F238E27FC236}">
                  <a16:creationId xmlns:a16="http://schemas.microsoft.com/office/drawing/2014/main" id="{C67C6905-34C7-8FE8-BFC1-FC582F05D412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34" y="2251"/>
              <a:ext cx="2313" cy="132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7427" name="Rectangle 18">
              <a:extLst>
                <a:ext uri="{FF2B5EF4-FFF2-40B4-BE49-F238E27FC236}">
                  <a16:creationId xmlns:a16="http://schemas.microsoft.com/office/drawing/2014/main" id="{DFB00870-3693-A9F0-BDA3-11911F0D59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3574"/>
              <a:ext cx="2318" cy="26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17428" name="Text Box 19">
              <a:extLst>
                <a:ext uri="{FF2B5EF4-FFF2-40B4-BE49-F238E27FC236}">
                  <a16:creationId xmlns:a16="http://schemas.microsoft.com/office/drawing/2014/main" id="{2E145AF5-D91B-7F48-350E-5D4D881D27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9" y="3608"/>
              <a:ext cx="1820" cy="2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r">
                <a:spcBef>
                  <a:spcPct val="20000"/>
                </a:spcBef>
              </a:pPr>
              <a:r>
                <a:rPr lang="en-US" altLang="zh-CN" sz="1400">
                  <a:ea typeface="宋体" panose="02010600030101010101" pitchFamily="2" charset="-122"/>
                </a:rPr>
                <a:t>     </a:t>
              </a:r>
              <a:r>
                <a:rPr lang="zh-CN" altLang="en-US" sz="1400">
                  <a:ea typeface="宋体" panose="02010600030101010101" pitchFamily="2" charset="-122"/>
                </a:rPr>
                <a:t>的波形</a:t>
              </a:r>
              <a:endParaRPr lang="zh-CN" altLang="en-US" sz="14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17429" name="Object 20">
              <a:extLst>
                <a:ext uri="{FF2B5EF4-FFF2-40B4-BE49-F238E27FC236}">
                  <a16:creationId xmlns:a16="http://schemas.microsoft.com/office/drawing/2014/main" id="{17010679-E89D-456C-AF8A-ABE67F164AA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515" y="3594"/>
            <a:ext cx="1546" cy="22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1" imgW="1295400" imgH="228600" progId="Equation.DSMT4">
                    <p:embed/>
                  </p:oleObj>
                </mc:Choice>
                <mc:Fallback>
                  <p:oleObj r:id="rId21" imgW="1295400" imgH="228600" progId="Equation.DSMT4">
                    <p:embed/>
                    <p:pic>
                      <p:nvPicPr>
                        <p:cNvPr id="17429" name="Object 20">
                          <a:extLst>
                            <a:ext uri="{FF2B5EF4-FFF2-40B4-BE49-F238E27FC236}">
                              <a16:creationId xmlns:a16="http://schemas.microsoft.com/office/drawing/2014/main" id="{17010679-E89D-456C-AF8A-ABE67F164AA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2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515" y="3594"/>
                          <a:ext cx="1546" cy="22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7430" name="Rectangle 21">
              <a:extLst>
                <a:ext uri="{FF2B5EF4-FFF2-40B4-BE49-F238E27FC236}">
                  <a16:creationId xmlns:a16="http://schemas.microsoft.com/office/drawing/2014/main" id="{C7C11065-74EA-BBEC-35E8-78FC9CBD91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34" y="2251"/>
              <a:ext cx="2313" cy="1587"/>
            </a:xfrm>
            <a:prstGeom prst="rect">
              <a:avLst/>
            </a:prstGeom>
            <a:noFill/>
            <a:ln w="9525">
              <a:solidFill>
                <a:srgbClr val="FF0000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686105" name="Text Box 25">
            <a:extLst>
              <a:ext uri="{FF2B5EF4-FFF2-40B4-BE49-F238E27FC236}">
                <a16:creationId xmlns:a16="http://schemas.microsoft.com/office/drawing/2014/main" id="{FF0A64FE-3251-46D3-21D5-2E48291FA8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3" y="2349500"/>
            <a:ext cx="4713287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23"/>
              </a:buBlip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zh-CN" altLang="en-US">
                <a:solidFill>
                  <a:schemeClr val="bg1"/>
                </a:solidFill>
              </a:rPr>
              <a:t>解的物理意义</a:t>
            </a:r>
          </a:p>
        </p:txBody>
      </p:sp>
      <p:sp>
        <p:nvSpPr>
          <p:cNvPr id="686106" name="Text Box 26">
            <a:extLst>
              <a:ext uri="{FF2B5EF4-FFF2-40B4-BE49-F238E27FC236}">
                <a16:creationId xmlns:a16="http://schemas.microsoft.com/office/drawing/2014/main" id="{CA3736CC-18B4-C2E5-D8AC-E517C22D3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8" y="2852738"/>
            <a:ext cx="26289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24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第一项</a:t>
            </a:r>
          </a:p>
        </p:txBody>
      </p:sp>
      <p:graphicFrame>
        <p:nvGraphicFramePr>
          <p:cNvPr id="686107" name="Object 27">
            <a:extLst>
              <a:ext uri="{FF2B5EF4-FFF2-40B4-BE49-F238E27FC236}">
                <a16:creationId xmlns:a16="http://schemas.microsoft.com/office/drawing/2014/main" id="{FEEB0D49-7BF0-E7F6-E097-32282E2325E2}"/>
              </a:ext>
            </a:extLst>
          </p:cNvPr>
          <p:cNvGraphicFramePr>
            <a:graphicFrameLocks/>
          </p:cNvGraphicFramePr>
          <p:nvPr/>
        </p:nvGraphicFramePr>
        <p:xfrm>
          <a:off x="1631950" y="5287963"/>
          <a:ext cx="3717925" cy="517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5" imgW="1488960" imgH="159480" progId="Equation.DSMT4">
                  <p:embed/>
                </p:oleObj>
              </mc:Choice>
              <mc:Fallback>
                <p:oleObj r:id="rId25" imgW="1488960" imgH="159480" progId="Equation.DSMT4">
                  <p:embed/>
                  <p:pic>
                    <p:nvPicPr>
                      <p:cNvPr id="686107" name="Object 27">
                        <a:extLst>
                          <a:ext uri="{FF2B5EF4-FFF2-40B4-BE49-F238E27FC236}">
                            <a16:creationId xmlns:a16="http://schemas.microsoft.com/office/drawing/2014/main" id="{FEEB0D49-7BF0-E7F6-E097-32282E2325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31950" y="5287963"/>
                        <a:ext cx="3717925" cy="517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86108" name="Object 28">
            <a:extLst>
              <a:ext uri="{FF2B5EF4-FFF2-40B4-BE49-F238E27FC236}">
                <a16:creationId xmlns:a16="http://schemas.microsoft.com/office/drawing/2014/main" id="{75694BC1-B030-5661-608E-6754E35057D7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672676784"/>
              </p:ext>
            </p:extLst>
          </p:nvPr>
        </p:nvGraphicFramePr>
        <p:xfrm>
          <a:off x="1535113" y="5949950"/>
          <a:ext cx="699770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7" imgW="2884320" imgH="148680" progId="Equation.DSMT4">
                  <p:embed/>
                </p:oleObj>
              </mc:Choice>
              <mc:Fallback>
                <p:oleObj r:id="rId27" imgW="2884320" imgH="148680" progId="Equation.DSMT4">
                  <p:embed/>
                  <p:pic>
                    <p:nvPicPr>
                      <p:cNvPr id="686108" name="Object 28">
                        <a:extLst>
                          <a:ext uri="{FF2B5EF4-FFF2-40B4-BE49-F238E27FC236}">
                            <a16:creationId xmlns:a16="http://schemas.microsoft.com/office/drawing/2014/main" id="{75694BC1-B030-5661-608E-6754E35057D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35113" y="5949950"/>
                        <a:ext cx="699770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86109" name="Text Box 29">
            <a:extLst>
              <a:ext uri="{FF2B5EF4-FFF2-40B4-BE49-F238E27FC236}">
                <a16:creationId xmlns:a16="http://schemas.microsoft.com/office/drawing/2014/main" id="{9FB61E72-809D-0222-5713-C6E6B5EA9E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5300663"/>
            <a:ext cx="3779838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24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第二项</a:t>
            </a:r>
          </a:p>
        </p:txBody>
      </p:sp>
      <p:grpSp>
        <p:nvGrpSpPr>
          <p:cNvPr id="686116" name="Group 36">
            <a:extLst>
              <a:ext uri="{FF2B5EF4-FFF2-40B4-BE49-F238E27FC236}">
                <a16:creationId xmlns:a16="http://schemas.microsoft.com/office/drawing/2014/main" id="{B79A772A-9F8C-7076-A97C-956F231166B3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4797425"/>
            <a:ext cx="2557463" cy="730250"/>
            <a:chOff x="3424" y="3022"/>
            <a:chExt cx="1611" cy="460"/>
          </a:xfrm>
        </p:grpSpPr>
        <p:sp>
          <p:nvSpPr>
            <p:cNvPr id="17437" name="Text Box 31">
              <a:extLst>
                <a:ext uri="{FF2B5EF4-FFF2-40B4-BE49-F238E27FC236}">
                  <a16:creationId xmlns:a16="http://schemas.microsoft.com/office/drawing/2014/main" id="{AA0075FF-4DC9-50D0-D42C-055A32ADB4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4" y="3022"/>
              <a:ext cx="1021" cy="46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00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沿 </a:t>
              </a:r>
              <a:r>
                <a:rPr lang="en-US" altLang="zh-CN" sz="2000">
                  <a:solidFill>
                    <a:srgbClr val="990000"/>
                  </a:solidFill>
                </a:rPr>
                <a:t>-</a:t>
              </a:r>
              <a:r>
                <a:rPr lang="en-US" altLang="zh-CN" sz="2000" b="0" i="1">
                  <a:solidFill>
                    <a:srgbClr val="9900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z</a:t>
              </a:r>
              <a:r>
                <a:rPr lang="en-US" altLang="zh-CN" sz="2000" i="1">
                  <a:solidFill>
                    <a:srgbClr val="990000"/>
                  </a:solidFill>
                  <a:ea typeface="宋体" panose="02010600030101010101" pitchFamily="2" charset="-122"/>
                </a:rPr>
                <a:t> </a:t>
              </a:r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方向传播的波</a:t>
              </a:r>
            </a:p>
          </p:txBody>
        </p:sp>
        <p:sp>
          <p:nvSpPr>
            <p:cNvPr id="17438" name="Line 33">
              <a:extLst>
                <a:ext uri="{FF2B5EF4-FFF2-40B4-BE49-F238E27FC236}">
                  <a16:creationId xmlns:a16="http://schemas.microsoft.com/office/drawing/2014/main" id="{8E22CB55-D0BD-39FE-0142-5CBAD7AF577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424" y="3294"/>
              <a:ext cx="590" cy="181"/>
            </a:xfrm>
            <a:prstGeom prst="line">
              <a:avLst/>
            </a:prstGeom>
            <a:noFill/>
            <a:ln w="28575">
              <a:solidFill>
                <a:srgbClr val="FF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7439" name="Text Box 38">
            <a:extLst>
              <a:ext uri="{FF2B5EF4-FFF2-40B4-BE49-F238E27FC236}">
                <a16:creationId xmlns:a16="http://schemas.microsoft.com/office/drawing/2014/main" id="{AF9D5D51-09B7-511E-8479-51DC4D6306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00338" y="2349500"/>
            <a:ext cx="2419350" cy="790575"/>
          </a:xfrm>
          <a:prstGeom prst="rect">
            <a:avLst/>
          </a:prstGeom>
          <a:solidFill>
            <a:srgbClr val="CCFFFF"/>
          </a:solidFill>
          <a:ln w="28575">
            <a:solidFill>
              <a:srgbClr val="FF0000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沿 </a:t>
            </a:r>
            <a:r>
              <a:rPr lang="en-US" altLang="zh-CN" sz="2000">
                <a:solidFill>
                  <a:srgbClr val="990000"/>
                </a:solidFill>
              </a:rPr>
              <a:t>+</a:t>
            </a:r>
            <a:r>
              <a:rPr lang="en-US" altLang="zh-CN" sz="2000" b="0" i="1">
                <a:solidFill>
                  <a:srgbClr val="990000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z</a:t>
            </a:r>
            <a:r>
              <a:rPr lang="en-US" altLang="zh-CN" sz="2000" i="1">
                <a:solidFill>
                  <a:srgbClr val="990000"/>
                </a:solidFill>
                <a:ea typeface="宋体" panose="02010600030101010101" pitchFamily="2" charset="-122"/>
              </a:rPr>
              <a:t> </a:t>
            </a:r>
            <a:r>
              <a:rPr lang="zh-CN" altLang="en-US" sz="2000">
                <a:solidFill>
                  <a:srgbClr val="990000"/>
                </a:solidFill>
                <a:ea typeface="宋体" panose="02010600030101010101" pitchFamily="2" charset="-122"/>
              </a:rPr>
              <a:t>方向传播的波</a:t>
            </a:r>
            <a:r>
              <a:rPr lang="zh-CN" altLang="en-US">
                <a:solidFill>
                  <a:srgbClr val="990000"/>
                </a:solidFill>
              </a:rPr>
              <a:t>。</a:t>
            </a:r>
            <a:r>
              <a:rPr lang="zh-CN" altLang="en-US" sz="2000">
                <a:solidFill>
                  <a:srgbClr val="FF7C80"/>
                </a:solidFill>
                <a:ea typeface="宋体" panose="02010600030101010101" pitchFamily="2" charset="-122"/>
              </a:rPr>
              <a:t>负号代表相位滞后。</a:t>
            </a:r>
          </a:p>
        </p:txBody>
      </p:sp>
      <p:sp>
        <p:nvSpPr>
          <p:cNvPr id="17440" name="Line 39">
            <a:extLst>
              <a:ext uri="{FF2B5EF4-FFF2-40B4-BE49-F238E27FC236}">
                <a16:creationId xmlns:a16="http://schemas.microsoft.com/office/drawing/2014/main" id="{CA137878-560C-2107-AF25-634E340BCD6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268538" y="2944813"/>
            <a:ext cx="431800" cy="484187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686120" name="AutoShape 40">
            <a:extLst>
              <a:ext uri="{FF2B5EF4-FFF2-40B4-BE49-F238E27FC236}">
                <a16:creationId xmlns:a16="http://schemas.microsoft.com/office/drawing/2014/main" id="{00B451B4-3577-C426-3236-ADCC292E85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65782" y="4006850"/>
            <a:ext cx="458146" cy="420688"/>
          </a:xfrm>
          <a:prstGeom prst="wedgeRoundRectCallout">
            <a:avLst>
              <a:gd name="adj1" fmla="val 38697"/>
              <a:gd name="adj2" fmla="val 63807"/>
              <a:gd name="adj3" fmla="val 16667"/>
            </a:avLst>
          </a:prstGeom>
          <a:noFill/>
          <a:ln w="28575">
            <a:solidFill>
              <a:srgbClr val="FF66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21" name="Text Box 41">
            <a:extLst>
              <a:ext uri="{FF2B5EF4-FFF2-40B4-BE49-F238E27FC236}">
                <a16:creationId xmlns:a16="http://schemas.microsoft.com/office/drawing/2014/main" id="{6DE08265-14A1-33F0-D1AE-C9998AB3233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00485" y="4437856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>
                <a:solidFill>
                  <a:srgbClr val="FF9900"/>
                </a:solidFill>
                <a:ea typeface="宋体" panose="02010600030101010101" pitchFamily="2" charset="-122"/>
              </a:rPr>
              <a:t>波因子</a:t>
            </a:r>
          </a:p>
        </p:txBody>
      </p:sp>
      <p:sp>
        <p:nvSpPr>
          <p:cNvPr id="686122" name="AutoShape 42">
            <a:extLst>
              <a:ext uri="{FF2B5EF4-FFF2-40B4-BE49-F238E27FC236}">
                <a16:creationId xmlns:a16="http://schemas.microsoft.com/office/drawing/2014/main" id="{B3D4AD40-43F3-1074-0B3E-EA8D81A8E8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725" y="4006850"/>
            <a:ext cx="546250" cy="420688"/>
          </a:xfrm>
          <a:prstGeom prst="wedgeRoundRectCallout">
            <a:avLst>
              <a:gd name="adj1" fmla="val 75690"/>
              <a:gd name="adj2" fmla="val -107736"/>
              <a:gd name="adj3" fmla="val 16667"/>
            </a:avLst>
          </a:prstGeom>
          <a:noFill/>
          <a:ln w="28575">
            <a:solidFill>
              <a:srgbClr val="FF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23" name="Text Box 43">
            <a:extLst>
              <a:ext uri="{FF2B5EF4-FFF2-40B4-BE49-F238E27FC236}">
                <a16:creationId xmlns:a16="http://schemas.microsoft.com/office/drawing/2014/main" id="{D2F49271-D745-40C3-75E9-21716A64A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6100" y="3392488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>
                <a:solidFill>
                  <a:srgbClr val="FF00FF"/>
                </a:solidFill>
                <a:ea typeface="宋体" panose="02010600030101010101" pitchFamily="2" charset="-122"/>
              </a:rPr>
              <a:t>时间因子</a:t>
            </a:r>
          </a:p>
        </p:txBody>
      </p:sp>
      <p:sp>
        <p:nvSpPr>
          <p:cNvPr id="686124" name="AutoShape 44">
            <a:extLst>
              <a:ext uri="{FF2B5EF4-FFF2-40B4-BE49-F238E27FC236}">
                <a16:creationId xmlns:a16="http://schemas.microsoft.com/office/drawing/2014/main" id="{7CE96DA9-391E-C8C1-63FB-13BC799E20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1072" y="4072573"/>
            <a:ext cx="486943" cy="420687"/>
          </a:xfrm>
          <a:prstGeom prst="wedgeRoundRectCallout">
            <a:avLst>
              <a:gd name="adj1" fmla="val -74814"/>
              <a:gd name="adj2" fmla="val 71361"/>
              <a:gd name="adj3" fmla="val 16667"/>
            </a:avLst>
          </a:prstGeom>
          <a:noFill/>
          <a:ln w="28575">
            <a:solidFill>
              <a:srgbClr val="33CCCC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25" name="Text Box 45">
            <a:extLst>
              <a:ext uri="{FF2B5EF4-FFF2-40B4-BE49-F238E27FC236}">
                <a16:creationId xmlns:a16="http://schemas.microsoft.com/office/drawing/2014/main" id="{B91C527F-CAAD-29EB-3D6D-A8E1AFEDF0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9444" y="4351337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 dirty="0">
                <a:solidFill>
                  <a:srgbClr val="4BD0FF"/>
                </a:solidFill>
                <a:ea typeface="宋体" panose="02010600030101010101" pitchFamily="2" charset="-122"/>
              </a:rPr>
              <a:t>振幅</a:t>
            </a:r>
          </a:p>
        </p:txBody>
      </p:sp>
      <p:sp>
        <p:nvSpPr>
          <p:cNvPr id="686126" name="AutoShape 46">
            <a:extLst>
              <a:ext uri="{FF2B5EF4-FFF2-40B4-BE49-F238E27FC236}">
                <a16:creationId xmlns:a16="http://schemas.microsoft.com/office/drawing/2014/main" id="{C25CBB15-0BC8-D9C2-1CC1-1E7AB64FAE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12" y="4033106"/>
            <a:ext cx="486943" cy="431800"/>
          </a:xfrm>
          <a:prstGeom prst="wedgeRoundRectCallout">
            <a:avLst>
              <a:gd name="adj1" fmla="val -45772"/>
              <a:gd name="adj2" fmla="val -72022"/>
              <a:gd name="adj3" fmla="val 16667"/>
            </a:avLst>
          </a:prstGeom>
          <a:noFill/>
          <a:ln w="28575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pPr algn="ctr"/>
            <a:endParaRPr lang="zh-CN" altLang="zh-CN" sz="1800" b="0">
              <a:solidFill>
                <a:schemeClr val="bg1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686127" name="Text Box 47">
            <a:extLst>
              <a:ext uri="{FF2B5EF4-FFF2-40B4-BE49-F238E27FC236}">
                <a16:creationId xmlns:a16="http://schemas.microsoft.com/office/drawing/2014/main" id="{A4657342-2160-3B69-2794-ED73FA692D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3120" y="3716338"/>
            <a:ext cx="1519238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ctr" fontAlgn="ctr">
              <a:spcBef>
                <a:spcPct val="50000"/>
              </a:spcBef>
            </a:pPr>
            <a:r>
              <a:rPr lang="zh-CN" altLang="en-US" sz="2000" dirty="0">
                <a:solidFill>
                  <a:srgbClr val="FF0000"/>
                </a:solidFill>
                <a:ea typeface="宋体" panose="02010600030101010101" pitchFamily="2" charset="-122"/>
              </a:rPr>
              <a:t>初相因子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860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860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86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2000"/>
                                        <p:tgtEl>
                                          <p:spTgt spid="686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86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2000"/>
                                        <p:tgtEl>
                                          <p:spTgt spid="6861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2000"/>
                                        <p:tgtEl>
                                          <p:spTgt spid="6860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9" dur="2000"/>
                                        <p:tgtEl>
                                          <p:spTgt spid="6860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6860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2000"/>
                                        <p:tgtEl>
                                          <p:spTgt spid="686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6861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3000"/>
                                        <p:tgtEl>
                                          <p:spTgt spid="686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2000"/>
                                        <p:tgtEl>
                                          <p:spTgt spid="686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2000"/>
                                        <p:tgtEl>
                                          <p:spTgt spid="6861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6861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6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686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1000"/>
                                        <p:tgtEl>
                                          <p:spTgt spid="686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1000"/>
                                        <p:tgtEl>
                                          <p:spTgt spid="686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1000"/>
                                        <p:tgtEl>
                                          <p:spTgt spid="686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1000"/>
                                        <p:tgtEl>
                                          <p:spTgt spid="686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1" dur="1000"/>
                                        <p:tgtEl>
                                          <p:spTgt spid="686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1000"/>
                                        <p:tgtEl>
                                          <p:spTgt spid="686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6090" grpId="0"/>
      <p:bldP spid="686105" grpId="0"/>
      <p:bldP spid="686106" grpId="0" build="p"/>
      <p:bldP spid="686109" grpId="0" build="p"/>
      <p:bldP spid="686120" grpId="0" animBg="1"/>
      <p:bldP spid="686121" grpId="0"/>
      <p:bldP spid="686122" grpId="0" animBg="1"/>
      <p:bldP spid="686123" grpId="0"/>
      <p:bldP spid="686124" grpId="0" animBg="1"/>
      <p:bldP spid="686125" grpId="0"/>
      <p:bldP spid="686126" grpId="0" animBg="1"/>
      <p:bldP spid="68612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灯片编号占位符 3">
            <a:extLst>
              <a:ext uri="{FF2B5EF4-FFF2-40B4-BE49-F238E27FC236}">
                <a16:creationId xmlns:a16="http://schemas.microsoft.com/office/drawing/2014/main" id="{DF07F000-ACA3-9B87-37B7-A2796334E9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AEE888-A314-4D86-A5A4-743B196D7F1C}" type="slidenum">
              <a:rPr lang="en-US" altLang="zh-CN"/>
              <a:pPr/>
              <a:t>9</a:t>
            </a:fld>
            <a:endParaRPr lang="en-US" altLang="zh-CN"/>
          </a:p>
        </p:txBody>
      </p:sp>
      <p:graphicFrame>
        <p:nvGraphicFramePr>
          <p:cNvPr id="616472" name="Object 1048">
            <a:extLst>
              <a:ext uri="{FF2B5EF4-FFF2-40B4-BE49-F238E27FC236}">
                <a16:creationId xmlns:a16="http://schemas.microsoft.com/office/drawing/2014/main" id="{E3784174-13F9-0A5F-23DC-8DD4FB8824B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5688" y="1568450"/>
          <a:ext cx="6591300" cy="9239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2840400" imgH="346680" progId="Equation.DSMT4">
                  <p:embed/>
                </p:oleObj>
              </mc:Choice>
              <mc:Fallback>
                <p:oleObj r:id="rId3" imgW="2840400" imgH="346680" progId="Equation.DSMT4">
                  <p:embed/>
                  <p:pic>
                    <p:nvPicPr>
                      <p:cNvPr id="616472" name="Object 1048">
                        <a:extLst>
                          <a:ext uri="{FF2B5EF4-FFF2-40B4-BE49-F238E27FC236}">
                            <a16:creationId xmlns:a16="http://schemas.microsoft.com/office/drawing/2014/main" id="{E3784174-13F9-0A5F-23DC-8DD4FB8824B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5688" y="1568450"/>
                        <a:ext cx="6591300" cy="9239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6471" name="Object 1047">
            <a:extLst>
              <a:ext uri="{FF2B5EF4-FFF2-40B4-BE49-F238E27FC236}">
                <a16:creationId xmlns:a16="http://schemas.microsoft.com/office/drawing/2014/main" id="{EF187877-9DC4-03D6-ACC2-BC3CEE63FE6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57275" y="1001713"/>
          <a:ext cx="2211388" cy="482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818640" imgH="148680" progId="Equation.DSMT4">
                  <p:embed/>
                </p:oleObj>
              </mc:Choice>
              <mc:Fallback>
                <p:oleObj r:id="rId5" imgW="818640" imgH="148680" progId="Equation.DSMT4">
                  <p:embed/>
                  <p:pic>
                    <p:nvPicPr>
                      <p:cNvPr id="616471" name="Object 1047">
                        <a:extLst>
                          <a:ext uri="{FF2B5EF4-FFF2-40B4-BE49-F238E27FC236}">
                            <a16:creationId xmlns:a16="http://schemas.microsoft.com/office/drawing/2014/main" id="{EF187877-9DC4-03D6-ACC2-BC3CEE63FE6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7275" y="1001713"/>
                        <a:ext cx="2211388" cy="482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74" name="Rectangle 1050">
            <a:extLst>
              <a:ext uri="{FF2B5EF4-FFF2-40B4-BE49-F238E27FC236}">
                <a16:creationId xmlns:a16="http://schemas.microsoft.com/office/drawing/2014/main" id="{27C6E6F5-6AF0-6FD3-31F2-6C82D8AC7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1027113"/>
            <a:ext cx="43211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由                               ，可得</a:t>
            </a:r>
            <a:r>
              <a:rPr lang="zh-CN" altLang="en-US">
                <a:solidFill>
                  <a:schemeClr val="bg1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   </a:t>
            </a:r>
          </a:p>
        </p:txBody>
      </p:sp>
      <p:grpSp>
        <p:nvGrpSpPr>
          <p:cNvPr id="616502" name="Group 1078">
            <a:extLst>
              <a:ext uri="{FF2B5EF4-FFF2-40B4-BE49-F238E27FC236}">
                <a16:creationId xmlns:a16="http://schemas.microsoft.com/office/drawing/2014/main" id="{3DCE7164-8AA1-4A8B-BDCE-6834D8B6F672}"/>
              </a:ext>
            </a:extLst>
          </p:cNvPr>
          <p:cNvGrpSpPr>
            <a:grpSpLocks/>
          </p:cNvGrpSpPr>
          <p:nvPr/>
        </p:nvGrpSpPr>
        <p:grpSpPr bwMode="auto">
          <a:xfrm>
            <a:off x="155823" y="2424114"/>
            <a:ext cx="8499475" cy="1543051"/>
            <a:chOff x="21" y="1657"/>
            <a:chExt cx="5082" cy="972"/>
          </a:xfrm>
        </p:grpSpPr>
        <p:graphicFrame>
          <p:nvGraphicFramePr>
            <p:cNvPr id="19462" name="Object 1051">
              <a:extLst>
                <a:ext uri="{FF2B5EF4-FFF2-40B4-BE49-F238E27FC236}">
                  <a16:creationId xmlns:a16="http://schemas.microsoft.com/office/drawing/2014/main" id="{D3AC1692-AE58-5CB2-C3E8-19A6BD1F2D3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02" y="1657"/>
            <a:ext cx="1471" cy="59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972360" imgH="357480" progId="Equation.3">
                    <p:embed/>
                  </p:oleObj>
                </mc:Choice>
                <mc:Fallback>
                  <p:oleObj r:id="rId7" imgW="972360" imgH="357480" progId="Equation.3">
                    <p:embed/>
                    <p:pic>
                      <p:nvPicPr>
                        <p:cNvPr id="19462" name="Object 1051">
                          <a:extLst>
                            <a:ext uri="{FF2B5EF4-FFF2-40B4-BE49-F238E27FC236}">
                              <a16:creationId xmlns:a16="http://schemas.microsoft.com/office/drawing/2014/main" id="{D3AC1692-AE58-5CB2-C3E8-19A6BD1F2D3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2" y="1657"/>
                          <a:ext cx="1471" cy="59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63" name="Rectangle 1053">
              <a:extLst>
                <a:ext uri="{FF2B5EF4-FFF2-40B4-BE49-F238E27FC236}">
                  <a16:creationId xmlns:a16="http://schemas.microsoft.com/office/drawing/2014/main" id="{AF4B049E-6195-DC8E-C33E-07350C6798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" y="1798"/>
              <a:ext cx="508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dirty="0">
                  <a:solidFill>
                    <a:schemeClr val="bg1"/>
                  </a:solidFill>
                  <a:latin typeface="楷体_GB2312" pitchFamily="49" charset="-122"/>
                </a:rPr>
                <a:t>其中                            </a:t>
              </a:r>
              <a:r>
                <a:rPr lang="zh-CN" altLang="en-US" dirty="0">
                  <a:solidFill>
                    <a:schemeClr val="bg1"/>
                  </a:solidFill>
                </a:rPr>
                <a:t>称为</a:t>
              </a:r>
              <a:r>
                <a:rPr lang="zh-CN" altLang="en-US" dirty="0">
                  <a:solidFill>
                    <a:srgbClr val="FF7C80"/>
                  </a:solidFill>
                </a:rPr>
                <a:t>媒质的</a:t>
              </a:r>
              <a:r>
                <a:rPr lang="zh-CN" altLang="en-US" dirty="0">
                  <a:solidFill>
                    <a:srgbClr val="FF8383"/>
                  </a:solidFill>
                  <a:ea typeface="宋体" panose="02010600030101010101" pitchFamily="2" charset="-122"/>
                </a:rPr>
                <a:t>本征阻抗</a:t>
              </a:r>
              <a:r>
                <a:rPr lang="zh-CN" altLang="en-US" dirty="0">
                  <a:solidFill>
                    <a:schemeClr val="bg1"/>
                  </a:solidFill>
                </a:rPr>
                <a:t>。</a:t>
              </a:r>
            </a:p>
          </p:txBody>
        </p:sp>
        <p:sp>
          <p:nvSpPr>
            <p:cNvPr id="2" name="Rectangle 1053">
              <a:extLst>
                <a:ext uri="{FF2B5EF4-FFF2-40B4-BE49-F238E27FC236}">
                  <a16:creationId xmlns:a16="http://schemas.microsoft.com/office/drawing/2014/main" id="{ECD99A34-0EEA-AAE8-BBFD-6694F6369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07" y="2135"/>
              <a:ext cx="2045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bg1">
                      <a:lumMod val="65000"/>
                    </a:schemeClr>
                  </a:solidFill>
                  <a:latin typeface="楷体_GB2312" pitchFamily="49" charset="-122"/>
                </a:rPr>
                <a:t>自由空间波：媒质的本征阻抗</a:t>
              </a:r>
              <a:endParaRPr lang="en-US" altLang="zh-CN" sz="1800" dirty="0">
                <a:solidFill>
                  <a:schemeClr val="bg1">
                    <a:lumMod val="65000"/>
                  </a:schemeClr>
                </a:solidFill>
                <a:latin typeface="楷体_GB2312" pitchFamily="49" charset="-122"/>
              </a:endParaRPr>
            </a:p>
            <a:p>
              <a:pPr>
                <a:spcBef>
                  <a:spcPct val="50000"/>
                </a:spcBef>
              </a:pPr>
              <a:r>
                <a:rPr lang="zh-CN" altLang="en-US" sz="1800" dirty="0">
                  <a:solidFill>
                    <a:schemeClr val="bg1">
                      <a:lumMod val="65000"/>
                    </a:schemeClr>
                  </a:solidFill>
                  <a:latin typeface="楷体_GB2312" pitchFamily="49" charset="-122"/>
                </a:rPr>
                <a:t>（导行波：传输线的特性阻抗）</a:t>
              </a:r>
              <a:endParaRPr lang="zh-CN" altLang="en-US" sz="1800" dirty="0">
                <a:solidFill>
                  <a:schemeClr val="bg1">
                    <a:lumMod val="65000"/>
                  </a:schemeClr>
                </a:solidFill>
              </a:endParaRPr>
            </a:p>
          </p:txBody>
        </p:sp>
      </p:grpSp>
      <p:graphicFrame>
        <p:nvGraphicFramePr>
          <p:cNvPr id="616484" name="Object 1060">
            <a:extLst>
              <a:ext uri="{FF2B5EF4-FFF2-40B4-BE49-F238E27FC236}">
                <a16:creationId xmlns:a16="http://schemas.microsoft.com/office/drawing/2014/main" id="{CFD57413-73DD-5420-5BC3-B6558CE54A8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3933825"/>
          <a:ext cx="3459162" cy="9350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356840" imgH="357480" progId="Equation.3">
                  <p:embed/>
                </p:oleObj>
              </mc:Choice>
              <mc:Fallback>
                <p:oleObj r:id="rId9" imgW="1356840" imgH="357480" progId="Equation.3">
                  <p:embed/>
                  <p:pic>
                    <p:nvPicPr>
                      <p:cNvPr id="616484" name="Object 1060">
                        <a:extLst>
                          <a:ext uri="{FF2B5EF4-FFF2-40B4-BE49-F238E27FC236}">
                            <a16:creationId xmlns:a16="http://schemas.microsoft.com/office/drawing/2014/main" id="{CFD57413-73DD-5420-5BC3-B6558CE54A8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3933825"/>
                        <a:ext cx="3459162" cy="9350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16494" name="Text Box 1070">
            <a:extLst>
              <a:ext uri="{FF2B5EF4-FFF2-40B4-BE49-F238E27FC236}">
                <a16:creationId xmlns:a16="http://schemas.microsoft.com/office/drawing/2014/main" id="{AEA34B66-4DE3-669D-C358-1D6AEBE5D4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13" y="487363"/>
            <a:ext cx="471328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11"/>
              </a:buBlip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zh-CN" altLang="en-US">
                <a:solidFill>
                  <a:schemeClr val="bg1"/>
                </a:solidFill>
              </a:rPr>
              <a:t>相伴的磁场</a:t>
            </a:r>
          </a:p>
        </p:txBody>
      </p:sp>
      <p:grpSp>
        <p:nvGrpSpPr>
          <p:cNvPr id="616503" name="Group 1079">
            <a:extLst>
              <a:ext uri="{FF2B5EF4-FFF2-40B4-BE49-F238E27FC236}">
                <a16:creationId xmlns:a16="http://schemas.microsoft.com/office/drawing/2014/main" id="{DA8299CE-DE65-7BFC-E718-6F5D8333CC8B}"/>
              </a:ext>
            </a:extLst>
          </p:cNvPr>
          <p:cNvGrpSpPr>
            <a:grpSpLocks/>
          </p:cNvGrpSpPr>
          <p:nvPr/>
        </p:nvGrpSpPr>
        <p:grpSpPr bwMode="auto">
          <a:xfrm>
            <a:off x="525463" y="4908550"/>
            <a:ext cx="7646987" cy="823913"/>
            <a:chOff x="331" y="2684"/>
            <a:chExt cx="4817" cy="519"/>
          </a:xfrm>
        </p:grpSpPr>
        <p:sp>
          <p:nvSpPr>
            <p:cNvPr id="19467" name="Text Box 1033">
              <a:extLst>
                <a:ext uri="{FF2B5EF4-FFF2-40B4-BE49-F238E27FC236}">
                  <a16:creationId xmlns:a16="http://schemas.microsoft.com/office/drawing/2014/main" id="{C4FD0EC0-106E-F6A3-2525-50F4D8129D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1" y="2754"/>
              <a:ext cx="41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chemeClr val="bg1"/>
                  </a:solidFill>
                </a:rPr>
                <a:t> </a:t>
              </a:r>
              <a:r>
                <a:rPr lang="zh-CN" altLang="en-US">
                  <a:solidFill>
                    <a:schemeClr val="bg1"/>
                  </a:solidFill>
                </a:rPr>
                <a:t>同理，对于</a:t>
              </a:r>
            </a:p>
          </p:txBody>
        </p:sp>
        <p:graphicFrame>
          <p:nvGraphicFramePr>
            <p:cNvPr id="19468" name="Object 1034">
              <a:extLst>
                <a:ext uri="{FF2B5EF4-FFF2-40B4-BE49-F238E27FC236}">
                  <a16:creationId xmlns:a16="http://schemas.microsoft.com/office/drawing/2014/main" id="{C9D2F787-BA7D-8FEC-CFFA-4D8332E83B6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404" y="2750"/>
            <a:ext cx="1865" cy="3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2" imgW="1038240" imgH="159480" progId="Equation.DSMT4">
                    <p:embed/>
                  </p:oleObj>
                </mc:Choice>
                <mc:Fallback>
                  <p:oleObj r:id="rId12" imgW="1038240" imgH="159480" progId="Equation.DSMT4">
                    <p:embed/>
                    <p:pic>
                      <p:nvPicPr>
                        <p:cNvPr id="19468" name="Object 1034">
                          <a:extLst>
                            <a:ext uri="{FF2B5EF4-FFF2-40B4-BE49-F238E27FC236}">
                              <a16:creationId xmlns:a16="http://schemas.microsoft.com/office/drawing/2014/main" id="{C9D2F787-BA7D-8FEC-CFFA-4D8332E83B6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404" y="2750"/>
                          <a:ext cx="1865" cy="3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9469" name="Object 1065">
              <a:extLst>
                <a:ext uri="{FF2B5EF4-FFF2-40B4-BE49-F238E27FC236}">
                  <a16:creationId xmlns:a16="http://schemas.microsoft.com/office/drawing/2014/main" id="{CA2DABBA-C29E-7A0D-F8E1-8CD63F5A20C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780" y="2684"/>
            <a:ext cx="1368" cy="51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4" imgW="895320" imgH="302400" progId="Equation.3">
                    <p:embed/>
                  </p:oleObj>
                </mc:Choice>
                <mc:Fallback>
                  <p:oleObj r:id="rId14" imgW="895320" imgH="302400" progId="Equation.3">
                    <p:embed/>
                    <p:pic>
                      <p:nvPicPr>
                        <p:cNvPr id="19469" name="Object 1065">
                          <a:extLst>
                            <a:ext uri="{FF2B5EF4-FFF2-40B4-BE49-F238E27FC236}">
                              <a16:creationId xmlns:a16="http://schemas.microsoft.com/office/drawing/2014/main" id="{CA2DABBA-C29E-7A0D-F8E1-8CD63F5A20C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80" y="2684"/>
                          <a:ext cx="1368" cy="51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9470" name="AutoShape 1071">
              <a:extLst>
                <a:ext uri="{FF2B5EF4-FFF2-40B4-BE49-F238E27FC236}">
                  <a16:creationId xmlns:a16="http://schemas.microsoft.com/office/drawing/2014/main" id="{83BF5FBA-9FC0-08D7-A704-0097803FBAE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2" y="2840"/>
              <a:ext cx="318" cy="140"/>
            </a:xfrm>
            <a:prstGeom prst="rightArrow">
              <a:avLst>
                <a:gd name="adj1" fmla="val 50000"/>
                <a:gd name="adj2" fmla="val 56765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pSp>
        <p:nvGrpSpPr>
          <p:cNvPr id="616500" name="Group 1076">
            <a:extLst>
              <a:ext uri="{FF2B5EF4-FFF2-40B4-BE49-F238E27FC236}">
                <a16:creationId xmlns:a16="http://schemas.microsoft.com/office/drawing/2014/main" id="{0C0C806A-29F6-2431-622F-1C0567FF0B66}"/>
              </a:ext>
            </a:extLst>
          </p:cNvPr>
          <p:cNvGrpSpPr>
            <a:grpSpLocks/>
          </p:cNvGrpSpPr>
          <p:nvPr/>
        </p:nvGrpSpPr>
        <p:grpSpPr bwMode="auto">
          <a:xfrm>
            <a:off x="6877050" y="620713"/>
            <a:ext cx="2157413" cy="3393413"/>
            <a:chOff x="4332" y="346"/>
            <a:chExt cx="1359" cy="2373"/>
          </a:xfrm>
        </p:grpSpPr>
        <p:sp>
          <p:nvSpPr>
            <p:cNvPr id="19472" name="Text Box 1072">
              <a:extLst>
                <a:ext uri="{FF2B5EF4-FFF2-40B4-BE49-F238E27FC236}">
                  <a16:creationId xmlns:a16="http://schemas.microsoft.com/office/drawing/2014/main" id="{37FE03C9-1C2D-D45E-BDCF-20AF42335E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2" y="346"/>
              <a:ext cx="1359" cy="65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6600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zh-CN" altLang="en-US" sz="2000">
                  <a:solidFill>
                    <a:srgbClr val="990000"/>
                  </a:solidFill>
                  <a:ea typeface="宋体" panose="02010600030101010101" pitchFamily="2" charset="-122"/>
                </a:rPr>
                <a:t>磁场与电场空间上相互垂直，且时间上同相位</a:t>
              </a:r>
            </a:p>
          </p:txBody>
        </p:sp>
        <p:sp>
          <p:nvSpPr>
            <p:cNvPr id="19473" name="Line 1074">
              <a:extLst>
                <a:ext uri="{FF2B5EF4-FFF2-40B4-BE49-F238E27FC236}">
                  <a16:creationId xmlns:a16="http://schemas.microsoft.com/office/drawing/2014/main" id="{C306B59D-D352-B1F0-7887-53CD5C9090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558" y="799"/>
              <a:ext cx="136" cy="272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74" name="Line 1075">
              <a:extLst>
                <a:ext uri="{FF2B5EF4-FFF2-40B4-BE49-F238E27FC236}">
                  <a16:creationId xmlns:a16="http://schemas.microsoft.com/office/drawing/2014/main" id="{17E7EF2A-8767-CA76-22A7-7C444A892EB3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817" y="799"/>
              <a:ext cx="376" cy="1920"/>
            </a:xfrm>
            <a:prstGeom prst="line">
              <a:avLst/>
            </a:prstGeom>
            <a:noFill/>
            <a:ln w="28575">
              <a:solidFill>
                <a:srgbClr val="FFCC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16501" name="Text Box 1077">
            <a:extLst>
              <a:ext uri="{FF2B5EF4-FFF2-40B4-BE49-F238E27FC236}">
                <a16:creationId xmlns:a16="http://schemas.microsoft.com/office/drawing/2014/main" id="{887FE8E8-D4D1-BC1E-7C40-2CEA526A69A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363" y="5627688"/>
            <a:ext cx="8858250" cy="1041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30000"/>
              </a:lnSpc>
              <a:buFontTx/>
              <a:buBlip>
                <a:blip r:embed="rId16"/>
              </a:buBlip>
            </a:pPr>
            <a:r>
              <a:rPr lang="en-US" altLang="zh-CN">
                <a:solidFill>
                  <a:schemeClr val="bg1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结论</a:t>
            </a:r>
            <a:r>
              <a:rPr lang="zh-CN" altLang="en-US">
                <a:solidFill>
                  <a:srgbClr val="FF99CC"/>
                </a:solidFill>
                <a:ea typeface="宋体" panose="02010600030101010101" pitchFamily="2" charset="-122"/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在理想介质中</a:t>
            </a:r>
            <a:r>
              <a:rPr lang="zh-CN" altLang="en-US">
                <a:solidFill>
                  <a:schemeClr val="bg1"/>
                </a:solidFill>
                <a:ea typeface="宋体" panose="02010600030101010101" pitchFamily="2" charset="-122"/>
              </a:rPr>
              <a:t>，</a:t>
            </a:r>
            <a:r>
              <a:rPr lang="zh-CN" altLang="en-US">
                <a:solidFill>
                  <a:schemeClr val="bg1"/>
                </a:solidFill>
              </a:rPr>
              <a:t>均匀平面波的电场强度与磁场强度相</a:t>
            </a:r>
          </a:p>
          <a:p>
            <a:pPr algn="just">
              <a:lnSpc>
                <a:spcPct val="130000"/>
              </a:lnSpc>
            </a:pPr>
            <a:r>
              <a:rPr lang="zh-CN" altLang="en-US">
                <a:solidFill>
                  <a:schemeClr val="bg1"/>
                </a:solidFill>
              </a:rPr>
              <a:t>                   互垂直，且同相位。</a:t>
            </a:r>
            <a:endParaRPr lang="zh-CN" altLang="en-US">
              <a:solidFill>
                <a:schemeClr val="bg1"/>
              </a:solidFill>
              <a:ea typeface="宋体" panose="02010600030101010101" pitchFamily="2" charset="-122"/>
            </a:endParaRPr>
          </a:p>
        </p:txBody>
      </p:sp>
      <p:sp>
        <p:nvSpPr>
          <p:cNvPr id="616506" name="AutoShape 1082">
            <a:extLst>
              <a:ext uri="{FF2B5EF4-FFF2-40B4-BE49-F238E27FC236}">
                <a16:creationId xmlns:a16="http://schemas.microsoft.com/office/drawing/2014/main" id="{24F41CD3-F327-74C2-9EB8-59F06AA32B02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4427538" y="4241800"/>
            <a:ext cx="647700" cy="266700"/>
          </a:xfrm>
          <a:prstGeom prst="leftArrow">
            <a:avLst>
              <a:gd name="adj1" fmla="val 50000"/>
              <a:gd name="adj2" fmla="val 60692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graphicFrame>
        <p:nvGraphicFramePr>
          <p:cNvPr id="19479" name="Object 15">
            <a:extLst>
              <a:ext uri="{FF2B5EF4-FFF2-40B4-BE49-F238E27FC236}">
                <a16:creationId xmlns:a16="http://schemas.microsoft.com/office/drawing/2014/main" id="{FFF068E7-5B1C-7F88-CFE4-0389B32ECAD0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923707"/>
              </p:ext>
            </p:extLst>
          </p:nvPr>
        </p:nvGraphicFramePr>
        <p:xfrm>
          <a:off x="6227763" y="2441575"/>
          <a:ext cx="2873375" cy="9842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7" imgW="1906200" imgH="467640" progId="Equation.3">
                  <p:embed/>
                </p:oleObj>
              </mc:Choice>
              <mc:Fallback>
                <p:oleObj r:id="rId17" imgW="1906200" imgH="467640" progId="Equation.3">
                  <p:embed/>
                  <p:pic>
                    <p:nvPicPr>
                      <p:cNvPr id="19479" name="Object 15">
                        <a:extLst>
                          <a:ext uri="{FF2B5EF4-FFF2-40B4-BE49-F238E27FC236}">
                            <a16:creationId xmlns:a16="http://schemas.microsoft.com/office/drawing/2014/main" id="{FFF068E7-5B1C-7F88-CFE4-0389B32ECAD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27763" y="2441575"/>
                        <a:ext cx="2873375" cy="984250"/>
                      </a:xfrm>
                      <a:prstGeom prst="rect">
                        <a:avLst/>
                      </a:prstGeom>
                      <a:solidFill>
                        <a:schemeClr val="accent1">
                          <a:lumMod val="75000"/>
                        </a:schemeClr>
                      </a:solidFill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" name="Text Box 1070">
            <a:extLst>
              <a:ext uri="{FF2B5EF4-FFF2-40B4-BE49-F238E27FC236}">
                <a16:creationId xmlns:a16="http://schemas.microsoft.com/office/drawing/2014/main" id="{EECFBB1F-4556-9E40-1435-BADD563735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6050" y="3471863"/>
            <a:ext cx="4713288" cy="4683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50000"/>
              </a:spcBef>
              <a:buFontTx/>
              <a:buBlip>
                <a:blip r:embed="rId11"/>
              </a:buBlip>
            </a:pPr>
            <a:r>
              <a:rPr lang="en-US" altLang="zh-CN">
                <a:solidFill>
                  <a:schemeClr val="bg1"/>
                </a:solidFill>
              </a:rPr>
              <a:t>    </a:t>
            </a:r>
            <a:r>
              <a:rPr lang="zh-CN" altLang="en-US">
                <a:solidFill>
                  <a:schemeClr val="bg1"/>
                </a:solidFill>
              </a:rPr>
              <a:t>在真空中，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48640F2-4FEA-0D2B-F43D-593C53E1FADC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5184301" y="3966718"/>
            <a:ext cx="3419949" cy="89121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164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16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16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1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16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16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616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616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2000"/>
                                        <p:tgtEl>
                                          <p:spTgt spid="61650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61650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6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616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6474" grpId="0"/>
      <p:bldP spid="616494" grpId="0"/>
      <p:bldP spid="616501" grpId="0" build="p"/>
      <p:bldP spid="616506" grpId="0" animBg="1"/>
      <p:bldP spid="2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3E2ED2C2-9E6A-9780-B537-448AB63F64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73" y="836713"/>
            <a:ext cx="9110255" cy="51845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785748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灯片编号占位符 2">
            <a:extLst>
              <a:ext uri="{FF2B5EF4-FFF2-40B4-BE49-F238E27FC236}">
                <a16:creationId xmlns:a16="http://schemas.microsoft.com/office/drawing/2014/main" id="{DB8F5479-55DF-17B7-B0DD-E33915A6E82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7B423F1-B995-4E14-9566-30143475F9DA}" type="slidenum">
              <a:rPr lang="en-US" altLang="zh-CN"/>
              <a:pPr/>
              <a:t>11</a:t>
            </a:fld>
            <a:endParaRPr lang="en-US" altLang="zh-CN"/>
          </a:p>
        </p:txBody>
      </p:sp>
      <p:sp>
        <p:nvSpPr>
          <p:cNvPr id="496652" name="Rectangle 12">
            <a:extLst>
              <a:ext uri="{FF2B5EF4-FFF2-40B4-BE49-F238E27FC236}">
                <a16:creationId xmlns:a16="http://schemas.microsoft.com/office/drawing/2014/main" id="{597F89BB-266F-32C5-0A32-73248EB28F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1100138"/>
            <a:ext cx="4248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rgbClr val="FF7C80"/>
                </a:solidFill>
                <a:ea typeface="宋体" panose="02010600030101010101" pitchFamily="2" charset="-122"/>
              </a:rPr>
              <a:t>1.   </a:t>
            </a:r>
            <a:r>
              <a:rPr lang="zh-CN" altLang="en-US">
                <a:solidFill>
                  <a:srgbClr val="FF7C80"/>
                </a:solidFill>
                <a:ea typeface="宋体" panose="02010600030101010101" pitchFamily="2" charset="-122"/>
              </a:rPr>
              <a:t>均匀平面波的传播参数</a:t>
            </a:r>
          </a:p>
        </p:txBody>
      </p:sp>
      <p:sp>
        <p:nvSpPr>
          <p:cNvPr id="496666" name="Text Box 26">
            <a:extLst>
              <a:ext uri="{FF2B5EF4-FFF2-40B4-BE49-F238E27FC236}">
                <a16:creationId xmlns:a16="http://schemas.microsoft.com/office/drawing/2014/main" id="{51D5303F-4BE3-5379-EADD-F82D897EC48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124325"/>
            <a:ext cx="6840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周期</a:t>
            </a:r>
            <a:r>
              <a:rPr lang="en-US" altLang="zh-CN" i="1">
                <a:solidFill>
                  <a:srgbClr val="FF99FF"/>
                </a:solidFill>
              </a:rPr>
              <a:t>T</a:t>
            </a:r>
            <a:r>
              <a:rPr lang="en-US" altLang="zh-CN">
                <a:solidFill>
                  <a:srgbClr val="FF99FF"/>
                </a:solidFill>
              </a:rPr>
              <a:t> </a:t>
            </a:r>
            <a:r>
              <a:rPr lang="zh-CN" altLang="en-US">
                <a:solidFill>
                  <a:srgbClr val="FF99FF"/>
                </a:solidFill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时间相位变化 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el-GR" altLang="zh-CN">
                <a:solidFill>
                  <a:schemeClr val="bg1"/>
                </a:solidFill>
                <a:latin typeface="Arial" panose="020B0604020202020204" pitchFamily="34" charset="0"/>
              </a:rPr>
              <a:t>π</a:t>
            </a:r>
            <a:r>
              <a:rPr lang="zh-CN" altLang="en-US">
                <a:solidFill>
                  <a:schemeClr val="bg1"/>
                </a:solidFill>
              </a:rPr>
              <a:t>的时间间隔。</a:t>
            </a:r>
            <a:endParaRPr lang="zh-CN" altLang="en-US" b="0"/>
          </a:p>
        </p:txBody>
      </p:sp>
      <p:sp>
        <p:nvSpPr>
          <p:cNvPr id="496677" name="Text Box 37">
            <a:extLst>
              <a:ext uri="{FF2B5EF4-FFF2-40B4-BE49-F238E27FC236}">
                <a16:creationId xmlns:a16="http://schemas.microsoft.com/office/drawing/2014/main" id="{3D481DAD-BF5D-BAFE-55B9-960AFFFA448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2708275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1</a:t>
            </a:r>
            <a:r>
              <a:rPr lang="zh-CN" altLang="en-US">
                <a:solidFill>
                  <a:schemeClr val="bg1"/>
                </a:solidFill>
              </a:rPr>
              <a:t>）角频率、频率和周期</a:t>
            </a:r>
          </a:p>
        </p:txBody>
      </p:sp>
      <p:sp>
        <p:nvSpPr>
          <p:cNvPr id="496675" name="Text Box 35">
            <a:extLst>
              <a:ext uri="{FF2B5EF4-FFF2-40B4-BE49-F238E27FC236}">
                <a16:creationId xmlns:a16="http://schemas.microsoft.com/office/drawing/2014/main" id="{A4195E6C-C95D-F7D2-070A-BC222AC569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3332163"/>
            <a:ext cx="811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角频率</a:t>
            </a:r>
            <a:r>
              <a:rPr lang="el-GR" altLang="zh-CN" i="1">
                <a:solidFill>
                  <a:srgbClr val="FF99FF"/>
                </a:solidFill>
                <a:latin typeface="楷体_GB2312" pitchFamily="49" charset="-122"/>
              </a:rPr>
              <a:t>ω</a:t>
            </a:r>
            <a:r>
              <a:rPr lang="en-US" altLang="zh-CN">
                <a:solidFill>
                  <a:srgbClr val="FF99FF"/>
                </a:solidFill>
              </a:rPr>
              <a:t> </a:t>
            </a:r>
            <a:r>
              <a:rPr lang="zh-CN" altLang="en-US">
                <a:solidFill>
                  <a:srgbClr val="FF99FF"/>
                </a:solidFill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表示单位时间内的相位变化，单位为</a:t>
            </a:r>
            <a:r>
              <a:rPr lang="en-US" altLang="zh-CN" b="0">
                <a:solidFill>
                  <a:schemeClr val="bg1"/>
                </a:solidFill>
              </a:rPr>
              <a:t>rad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/s</a:t>
            </a:r>
            <a:r>
              <a:rPr lang="zh-CN" altLang="en-US" b="0">
                <a:solidFill>
                  <a:schemeClr val="bg1"/>
                </a:solidFill>
                <a:latin typeface="Arial" panose="020B0604020202020204" pitchFamily="34" charset="0"/>
              </a:rPr>
              <a:t>。</a:t>
            </a:r>
            <a:r>
              <a:rPr lang="zh-CN" altLang="en-US" b="0">
                <a:latin typeface="幼圆" panose="02010509060101010101" pitchFamily="49" charset="-122"/>
                <a:ea typeface="幼圆" panose="02010509060101010101" pitchFamily="49" charset="-122"/>
              </a:rPr>
              <a:t> </a:t>
            </a:r>
          </a:p>
        </p:txBody>
      </p:sp>
      <p:grpSp>
        <p:nvGrpSpPr>
          <p:cNvPr id="496784" name="Group 144">
            <a:extLst>
              <a:ext uri="{FF2B5EF4-FFF2-40B4-BE49-F238E27FC236}">
                <a16:creationId xmlns:a16="http://schemas.microsoft.com/office/drawing/2014/main" id="{25AC5A34-132F-C195-85BD-70AA6C6B9990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5472113"/>
            <a:ext cx="3525837" cy="765175"/>
            <a:chOff x="68" y="2494"/>
            <a:chExt cx="2221" cy="482"/>
          </a:xfrm>
        </p:grpSpPr>
        <p:sp>
          <p:nvSpPr>
            <p:cNvPr id="21511" name="Text Box 52">
              <a:extLst>
                <a:ext uri="{FF2B5EF4-FFF2-40B4-BE49-F238E27FC236}">
                  <a16:creationId xmlns:a16="http://schemas.microsoft.com/office/drawing/2014/main" id="{86E987A4-1031-8DA6-8C11-7FC214E65A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" y="2597"/>
              <a:ext cx="1043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>
                  <a:solidFill>
                    <a:srgbClr val="FF99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频率 </a:t>
              </a:r>
              <a:r>
                <a:rPr lang="en-US" altLang="zh-CN" i="1">
                  <a:solidFill>
                    <a:srgbClr val="FF99FF"/>
                  </a:solidFill>
                  <a:ea typeface="宋体" panose="02010600030101010101" pitchFamily="2" charset="-122"/>
                </a:rPr>
                <a:t>f </a:t>
              </a:r>
              <a:r>
                <a:rPr lang="en-US" altLang="zh-CN">
                  <a:solidFill>
                    <a:srgbClr val="FF99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 </a:t>
              </a:r>
              <a:r>
                <a:rPr lang="zh-CN" altLang="en-US">
                  <a:solidFill>
                    <a:srgbClr val="FF99FF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：</a:t>
              </a:r>
              <a:endParaRPr lang="zh-CN" altLang="en-US" b="0">
                <a:solidFill>
                  <a:srgbClr val="FF99FF"/>
                </a:solidFill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graphicFrame>
          <p:nvGraphicFramePr>
            <p:cNvPr id="21512" name="Object 57" descr="虚线网格">
              <a:extLst>
                <a:ext uri="{FF2B5EF4-FFF2-40B4-BE49-F238E27FC236}">
                  <a16:creationId xmlns:a16="http://schemas.microsoft.com/office/drawing/2014/main" id="{48DE916E-FCD9-64BD-1729-4594E5B07EC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897" y="2494"/>
            <a:ext cx="1392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917280" imgH="280440" progId="Equation.DSMT4">
                    <p:embed/>
                  </p:oleObj>
                </mc:Choice>
                <mc:Fallback>
                  <p:oleObj r:id="rId3" imgW="917280" imgH="280440" progId="Equation.DSMT4">
                    <p:embed/>
                    <p:pic>
                      <p:nvPicPr>
                        <p:cNvPr id="21512" name="Object 57" descr="虚线网格">
                          <a:extLst>
                            <a:ext uri="{FF2B5EF4-FFF2-40B4-BE49-F238E27FC236}">
                              <a16:creationId xmlns:a16="http://schemas.microsoft.com/office/drawing/2014/main" id="{48DE916E-FCD9-64BD-1729-4594E5B07EC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897" y="2494"/>
                          <a:ext cx="1392" cy="4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96783" name="Group 143">
            <a:extLst>
              <a:ext uri="{FF2B5EF4-FFF2-40B4-BE49-F238E27FC236}">
                <a16:creationId xmlns:a16="http://schemas.microsoft.com/office/drawing/2014/main" id="{E8490AFF-B069-9A89-8B5E-B04285FCF11F}"/>
              </a:ext>
            </a:extLst>
          </p:cNvPr>
          <p:cNvGrpSpPr>
            <a:grpSpLocks/>
          </p:cNvGrpSpPr>
          <p:nvPr/>
        </p:nvGrpSpPr>
        <p:grpSpPr bwMode="auto">
          <a:xfrm>
            <a:off x="5508625" y="3903663"/>
            <a:ext cx="3632200" cy="2838450"/>
            <a:chOff x="3404" y="2141"/>
            <a:chExt cx="2288" cy="1788"/>
          </a:xfrm>
        </p:grpSpPr>
        <p:grpSp>
          <p:nvGrpSpPr>
            <p:cNvPr id="21514" name="Group 112">
              <a:extLst>
                <a:ext uri="{FF2B5EF4-FFF2-40B4-BE49-F238E27FC236}">
                  <a16:creationId xmlns:a16="http://schemas.microsoft.com/office/drawing/2014/main" id="{CE56B729-2DEE-9E5B-25AE-7F45BE9E2693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04" y="2141"/>
              <a:ext cx="2288" cy="1788"/>
              <a:chOff x="3243" y="1820"/>
              <a:chExt cx="2288" cy="1788"/>
            </a:xfrm>
          </p:grpSpPr>
          <p:sp>
            <p:nvSpPr>
              <p:cNvPr id="21515" name="AutoShape 111">
                <a:extLst>
                  <a:ext uri="{FF2B5EF4-FFF2-40B4-BE49-F238E27FC236}">
                    <a16:creationId xmlns:a16="http://schemas.microsoft.com/office/drawing/2014/main" id="{A80C6ABC-E1FB-7CC0-2391-ACBAAAADDD4D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243" y="1820"/>
                <a:ext cx="2268" cy="170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21516" name="Rectangle 113">
                <a:extLst>
                  <a:ext uri="{FF2B5EF4-FFF2-40B4-BE49-F238E27FC236}">
                    <a16:creationId xmlns:a16="http://schemas.microsoft.com/office/drawing/2014/main" id="{9A60EADC-D3A7-7274-7653-FD77B9407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7" y="3493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2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17" name="Rectangle 114">
                <a:extLst>
                  <a:ext uri="{FF2B5EF4-FFF2-40B4-BE49-F238E27FC236}">
                    <a16:creationId xmlns:a16="http://schemas.microsoft.com/office/drawing/2014/main" id="{1E381FB4-85BC-80B3-EC7A-6E9FA7312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6" y="1829"/>
                <a:ext cx="2259" cy="1683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1518" name="Rectangle 115">
                <a:extLst>
                  <a:ext uri="{FF2B5EF4-FFF2-40B4-BE49-F238E27FC236}">
                    <a16:creationId xmlns:a16="http://schemas.microsoft.com/office/drawing/2014/main" id="{D69DFFA0-BDAD-1ED1-DA90-6477002487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46" y="1829"/>
                <a:ext cx="2259" cy="1683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1519" name="Freeform 116">
                <a:extLst>
                  <a:ext uri="{FF2B5EF4-FFF2-40B4-BE49-F238E27FC236}">
                    <a16:creationId xmlns:a16="http://schemas.microsoft.com/office/drawing/2014/main" id="{B4C44328-D220-9EE7-F94E-18E568188F06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507" y="2513"/>
                <a:ext cx="1835" cy="36"/>
              </a:xfrm>
              <a:custGeom>
                <a:avLst/>
                <a:gdLst>
                  <a:gd name="T0" fmla="*/ 0 w 1835"/>
                  <a:gd name="T1" fmla="*/ 11 h 36"/>
                  <a:gd name="T2" fmla="*/ 1757 w 1835"/>
                  <a:gd name="T3" fmla="*/ 12 h 36"/>
                  <a:gd name="T4" fmla="*/ 1757 w 1835"/>
                  <a:gd name="T5" fmla="*/ 25 h 36"/>
                  <a:gd name="T6" fmla="*/ 0 w 1835"/>
                  <a:gd name="T7" fmla="*/ 25 h 36"/>
                  <a:gd name="T8" fmla="*/ 0 w 1835"/>
                  <a:gd name="T9" fmla="*/ 11 h 36"/>
                  <a:gd name="T10" fmla="*/ 1749 w 1835"/>
                  <a:gd name="T11" fmla="*/ 0 h 36"/>
                  <a:gd name="T12" fmla="*/ 1835 w 1835"/>
                  <a:gd name="T13" fmla="*/ 18 h 36"/>
                  <a:gd name="T14" fmla="*/ 1749 w 1835"/>
                  <a:gd name="T15" fmla="*/ 36 h 36"/>
                  <a:gd name="T16" fmla="*/ 1749 w 1835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35" h="36">
                    <a:moveTo>
                      <a:pt x="0" y="11"/>
                    </a:moveTo>
                    <a:lnTo>
                      <a:pt x="1757" y="12"/>
                    </a:lnTo>
                    <a:lnTo>
                      <a:pt x="1757" y="25"/>
                    </a:lnTo>
                    <a:lnTo>
                      <a:pt x="0" y="25"/>
                    </a:lnTo>
                    <a:lnTo>
                      <a:pt x="0" y="11"/>
                    </a:lnTo>
                    <a:close/>
                    <a:moveTo>
                      <a:pt x="1749" y="0"/>
                    </a:moveTo>
                    <a:lnTo>
                      <a:pt x="1835" y="18"/>
                    </a:lnTo>
                    <a:lnTo>
                      <a:pt x="1749" y="36"/>
                    </a:lnTo>
                    <a:lnTo>
                      <a:pt x="1749" y="0"/>
                    </a:lnTo>
                    <a:close/>
                  </a:path>
                </a:pathLst>
              </a:custGeom>
              <a:solidFill>
                <a:srgbClr val="0000FF"/>
              </a:solidFill>
              <a:ln w="15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0" name="Freeform 117">
                <a:extLst>
                  <a:ext uri="{FF2B5EF4-FFF2-40B4-BE49-F238E27FC236}">
                    <a16:creationId xmlns:a16="http://schemas.microsoft.com/office/drawing/2014/main" id="{24221E36-FBC1-9FFB-2AB2-70A7B9B76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72" y="2179"/>
                <a:ext cx="463" cy="351"/>
              </a:xfrm>
              <a:custGeom>
                <a:avLst/>
                <a:gdLst>
                  <a:gd name="T0" fmla="*/ 14 w 463"/>
                  <a:gd name="T1" fmla="*/ 319 h 351"/>
                  <a:gd name="T2" fmla="*/ 43 w 463"/>
                  <a:gd name="T3" fmla="*/ 254 h 351"/>
                  <a:gd name="T4" fmla="*/ 65 w 463"/>
                  <a:gd name="T5" fmla="*/ 208 h 351"/>
                  <a:gd name="T6" fmla="*/ 79 w 463"/>
                  <a:gd name="T7" fmla="*/ 177 h 351"/>
                  <a:gd name="T8" fmla="*/ 94 w 463"/>
                  <a:gd name="T9" fmla="*/ 149 h 351"/>
                  <a:gd name="T10" fmla="*/ 108 w 463"/>
                  <a:gd name="T11" fmla="*/ 122 h 351"/>
                  <a:gd name="T12" fmla="*/ 123 w 463"/>
                  <a:gd name="T13" fmla="*/ 99 h 351"/>
                  <a:gd name="T14" fmla="*/ 137 w 463"/>
                  <a:gd name="T15" fmla="*/ 76 h 351"/>
                  <a:gd name="T16" fmla="*/ 152 w 463"/>
                  <a:gd name="T17" fmla="*/ 55 h 351"/>
                  <a:gd name="T18" fmla="*/ 166 w 463"/>
                  <a:gd name="T19" fmla="*/ 38 h 351"/>
                  <a:gd name="T20" fmla="*/ 181 w 463"/>
                  <a:gd name="T21" fmla="*/ 24 h 351"/>
                  <a:gd name="T22" fmla="*/ 195 w 463"/>
                  <a:gd name="T23" fmla="*/ 13 h 351"/>
                  <a:gd name="T24" fmla="*/ 210 w 463"/>
                  <a:gd name="T25" fmla="*/ 5 h 351"/>
                  <a:gd name="T26" fmla="*/ 224 w 463"/>
                  <a:gd name="T27" fmla="*/ 1 h 351"/>
                  <a:gd name="T28" fmla="*/ 235 w 463"/>
                  <a:gd name="T29" fmla="*/ 0 h 351"/>
                  <a:gd name="T30" fmla="*/ 243 w 463"/>
                  <a:gd name="T31" fmla="*/ 3 h 351"/>
                  <a:gd name="T32" fmla="*/ 250 w 463"/>
                  <a:gd name="T33" fmla="*/ 6 h 351"/>
                  <a:gd name="T34" fmla="*/ 258 w 463"/>
                  <a:gd name="T35" fmla="*/ 10 h 351"/>
                  <a:gd name="T36" fmla="*/ 266 w 463"/>
                  <a:gd name="T37" fmla="*/ 17 h 351"/>
                  <a:gd name="T38" fmla="*/ 275 w 463"/>
                  <a:gd name="T39" fmla="*/ 24 h 351"/>
                  <a:gd name="T40" fmla="*/ 283 w 463"/>
                  <a:gd name="T41" fmla="*/ 33 h 351"/>
                  <a:gd name="T42" fmla="*/ 295 w 463"/>
                  <a:gd name="T43" fmla="*/ 47 h 351"/>
                  <a:gd name="T44" fmla="*/ 312 w 463"/>
                  <a:gd name="T45" fmla="*/ 71 h 351"/>
                  <a:gd name="T46" fmla="*/ 328 w 463"/>
                  <a:gd name="T47" fmla="*/ 96 h 351"/>
                  <a:gd name="T48" fmla="*/ 345 w 463"/>
                  <a:gd name="T49" fmla="*/ 125 h 351"/>
                  <a:gd name="T50" fmla="*/ 361 w 463"/>
                  <a:gd name="T51" fmla="*/ 154 h 351"/>
                  <a:gd name="T52" fmla="*/ 393 w 463"/>
                  <a:gd name="T53" fmla="*/ 215 h 351"/>
                  <a:gd name="T54" fmla="*/ 408 w 463"/>
                  <a:gd name="T55" fmla="*/ 244 h 351"/>
                  <a:gd name="T56" fmla="*/ 421 w 463"/>
                  <a:gd name="T57" fmla="*/ 272 h 351"/>
                  <a:gd name="T58" fmla="*/ 434 w 463"/>
                  <a:gd name="T59" fmla="*/ 297 h 351"/>
                  <a:gd name="T60" fmla="*/ 445 w 463"/>
                  <a:gd name="T61" fmla="*/ 320 h 351"/>
                  <a:gd name="T62" fmla="*/ 450 w 463"/>
                  <a:gd name="T63" fmla="*/ 330 h 351"/>
                  <a:gd name="T64" fmla="*/ 455 w 463"/>
                  <a:gd name="T65" fmla="*/ 338 h 351"/>
                  <a:gd name="T66" fmla="*/ 460 w 463"/>
                  <a:gd name="T67" fmla="*/ 345 h 351"/>
                  <a:gd name="T68" fmla="*/ 463 w 463"/>
                  <a:gd name="T69" fmla="*/ 351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63" h="351">
                    <a:moveTo>
                      <a:pt x="0" y="351"/>
                    </a:moveTo>
                    <a:lnTo>
                      <a:pt x="14" y="319"/>
                    </a:lnTo>
                    <a:lnTo>
                      <a:pt x="29" y="286"/>
                    </a:lnTo>
                    <a:lnTo>
                      <a:pt x="43" y="254"/>
                    </a:lnTo>
                    <a:lnTo>
                      <a:pt x="58" y="223"/>
                    </a:lnTo>
                    <a:lnTo>
                      <a:pt x="65" y="208"/>
                    </a:lnTo>
                    <a:lnTo>
                      <a:pt x="72" y="193"/>
                    </a:lnTo>
                    <a:lnTo>
                      <a:pt x="79" y="177"/>
                    </a:lnTo>
                    <a:lnTo>
                      <a:pt x="87" y="163"/>
                    </a:lnTo>
                    <a:lnTo>
                      <a:pt x="94" y="149"/>
                    </a:lnTo>
                    <a:lnTo>
                      <a:pt x="101" y="136"/>
                    </a:lnTo>
                    <a:lnTo>
                      <a:pt x="108" y="122"/>
                    </a:lnTo>
                    <a:lnTo>
                      <a:pt x="116" y="111"/>
                    </a:lnTo>
                    <a:lnTo>
                      <a:pt x="123" y="99"/>
                    </a:lnTo>
                    <a:lnTo>
                      <a:pt x="130" y="87"/>
                    </a:lnTo>
                    <a:lnTo>
                      <a:pt x="137" y="76"/>
                    </a:lnTo>
                    <a:lnTo>
                      <a:pt x="145" y="65"/>
                    </a:lnTo>
                    <a:lnTo>
                      <a:pt x="152" y="55"/>
                    </a:lnTo>
                    <a:lnTo>
                      <a:pt x="159" y="47"/>
                    </a:lnTo>
                    <a:lnTo>
                      <a:pt x="166" y="38"/>
                    </a:lnTo>
                    <a:lnTo>
                      <a:pt x="173" y="31"/>
                    </a:lnTo>
                    <a:lnTo>
                      <a:pt x="181" y="24"/>
                    </a:lnTo>
                    <a:lnTo>
                      <a:pt x="188" y="18"/>
                    </a:lnTo>
                    <a:lnTo>
                      <a:pt x="195" y="13"/>
                    </a:lnTo>
                    <a:lnTo>
                      <a:pt x="202" y="9"/>
                    </a:lnTo>
                    <a:lnTo>
                      <a:pt x="210" y="5"/>
                    </a:lnTo>
                    <a:lnTo>
                      <a:pt x="217" y="3"/>
                    </a:lnTo>
                    <a:lnTo>
                      <a:pt x="224" y="1"/>
                    </a:lnTo>
                    <a:lnTo>
                      <a:pt x="231" y="0"/>
                    </a:lnTo>
                    <a:lnTo>
                      <a:pt x="235" y="0"/>
                    </a:lnTo>
                    <a:lnTo>
                      <a:pt x="238" y="1"/>
                    </a:lnTo>
                    <a:lnTo>
                      <a:pt x="243" y="3"/>
                    </a:lnTo>
                    <a:lnTo>
                      <a:pt x="247" y="4"/>
                    </a:lnTo>
                    <a:lnTo>
                      <a:pt x="250" y="6"/>
                    </a:lnTo>
                    <a:lnTo>
                      <a:pt x="254" y="8"/>
                    </a:lnTo>
                    <a:lnTo>
                      <a:pt x="258" y="10"/>
                    </a:lnTo>
                    <a:lnTo>
                      <a:pt x="262" y="13"/>
                    </a:lnTo>
                    <a:lnTo>
                      <a:pt x="266" y="17"/>
                    </a:lnTo>
                    <a:lnTo>
                      <a:pt x="271" y="20"/>
                    </a:lnTo>
                    <a:lnTo>
                      <a:pt x="275" y="24"/>
                    </a:lnTo>
                    <a:lnTo>
                      <a:pt x="279" y="28"/>
                    </a:lnTo>
                    <a:lnTo>
                      <a:pt x="283" y="33"/>
                    </a:lnTo>
                    <a:lnTo>
                      <a:pt x="287" y="37"/>
                    </a:lnTo>
                    <a:lnTo>
                      <a:pt x="295" y="47"/>
                    </a:lnTo>
                    <a:lnTo>
                      <a:pt x="304" y="59"/>
                    </a:lnTo>
                    <a:lnTo>
                      <a:pt x="312" y="71"/>
                    </a:lnTo>
                    <a:lnTo>
                      <a:pt x="320" y="82"/>
                    </a:lnTo>
                    <a:lnTo>
                      <a:pt x="328" y="96"/>
                    </a:lnTo>
                    <a:lnTo>
                      <a:pt x="337" y="111"/>
                    </a:lnTo>
                    <a:lnTo>
                      <a:pt x="345" y="125"/>
                    </a:lnTo>
                    <a:lnTo>
                      <a:pt x="353" y="140"/>
                    </a:lnTo>
                    <a:lnTo>
                      <a:pt x="361" y="154"/>
                    </a:lnTo>
                    <a:lnTo>
                      <a:pt x="378" y="185"/>
                    </a:lnTo>
                    <a:lnTo>
                      <a:pt x="393" y="215"/>
                    </a:lnTo>
                    <a:lnTo>
                      <a:pt x="401" y="229"/>
                    </a:lnTo>
                    <a:lnTo>
                      <a:pt x="408" y="244"/>
                    </a:lnTo>
                    <a:lnTo>
                      <a:pt x="415" y="258"/>
                    </a:lnTo>
                    <a:lnTo>
                      <a:pt x="421" y="272"/>
                    </a:lnTo>
                    <a:lnTo>
                      <a:pt x="427" y="285"/>
                    </a:lnTo>
                    <a:lnTo>
                      <a:pt x="434" y="297"/>
                    </a:lnTo>
                    <a:lnTo>
                      <a:pt x="440" y="309"/>
                    </a:lnTo>
                    <a:lnTo>
                      <a:pt x="445" y="320"/>
                    </a:lnTo>
                    <a:lnTo>
                      <a:pt x="448" y="324"/>
                    </a:lnTo>
                    <a:lnTo>
                      <a:pt x="450" y="330"/>
                    </a:lnTo>
                    <a:lnTo>
                      <a:pt x="452" y="334"/>
                    </a:lnTo>
                    <a:lnTo>
                      <a:pt x="455" y="338"/>
                    </a:lnTo>
                    <a:lnTo>
                      <a:pt x="457" y="341"/>
                    </a:lnTo>
                    <a:lnTo>
                      <a:pt x="460" y="345"/>
                    </a:lnTo>
                    <a:lnTo>
                      <a:pt x="462" y="348"/>
                    </a:lnTo>
                    <a:lnTo>
                      <a:pt x="463" y="351"/>
                    </a:lnTo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1" name="Freeform 118">
                <a:extLst>
                  <a:ext uri="{FF2B5EF4-FFF2-40B4-BE49-F238E27FC236}">
                    <a16:creationId xmlns:a16="http://schemas.microsoft.com/office/drawing/2014/main" id="{39F3AC68-B996-486A-90E2-8DAD647129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99" y="2179"/>
                <a:ext cx="463" cy="351"/>
              </a:xfrm>
              <a:custGeom>
                <a:avLst/>
                <a:gdLst>
                  <a:gd name="T0" fmla="*/ 15 w 463"/>
                  <a:gd name="T1" fmla="*/ 319 h 351"/>
                  <a:gd name="T2" fmla="*/ 44 w 463"/>
                  <a:gd name="T3" fmla="*/ 254 h 351"/>
                  <a:gd name="T4" fmla="*/ 65 w 463"/>
                  <a:gd name="T5" fmla="*/ 208 h 351"/>
                  <a:gd name="T6" fmla="*/ 80 w 463"/>
                  <a:gd name="T7" fmla="*/ 177 h 351"/>
                  <a:gd name="T8" fmla="*/ 94 w 463"/>
                  <a:gd name="T9" fmla="*/ 149 h 351"/>
                  <a:gd name="T10" fmla="*/ 109 w 463"/>
                  <a:gd name="T11" fmla="*/ 122 h 351"/>
                  <a:gd name="T12" fmla="*/ 123 w 463"/>
                  <a:gd name="T13" fmla="*/ 99 h 351"/>
                  <a:gd name="T14" fmla="*/ 138 w 463"/>
                  <a:gd name="T15" fmla="*/ 76 h 351"/>
                  <a:gd name="T16" fmla="*/ 152 w 463"/>
                  <a:gd name="T17" fmla="*/ 55 h 351"/>
                  <a:gd name="T18" fmla="*/ 167 w 463"/>
                  <a:gd name="T19" fmla="*/ 38 h 351"/>
                  <a:gd name="T20" fmla="*/ 181 w 463"/>
                  <a:gd name="T21" fmla="*/ 24 h 351"/>
                  <a:gd name="T22" fmla="*/ 196 w 463"/>
                  <a:gd name="T23" fmla="*/ 13 h 351"/>
                  <a:gd name="T24" fmla="*/ 210 w 463"/>
                  <a:gd name="T25" fmla="*/ 5 h 351"/>
                  <a:gd name="T26" fmla="*/ 224 w 463"/>
                  <a:gd name="T27" fmla="*/ 1 h 351"/>
                  <a:gd name="T28" fmla="*/ 236 w 463"/>
                  <a:gd name="T29" fmla="*/ 0 h 351"/>
                  <a:gd name="T30" fmla="*/ 243 w 463"/>
                  <a:gd name="T31" fmla="*/ 3 h 351"/>
                  <a:gd name="T32" fmla="*/ 250 w 463"/>
                  <a:gd name="T33" fmla="*/ 6 h 351"/>
                  <a:gd name="T34" fmla="*/ 259 w 463"/>
                  <a:gd name="T35" fmla="*/ 10 h 351"/>
                  <a:gd name="T36" fmla="*/ 267 w 463"/>
                  <a:gd name="T37" fmla="*/ 17 h 351"/>
                  <a:gd name="T38" fmla="*/ 274 w 463"/>
                  <a:gd name="T39" fmla="*/ 24 h 351"/>
                  <a:gd name="T40" fmla="*/ 282 w 463"/>
                  <a:gd name="T41" fmla="*/ 33 h 351"/>
                  <a:gd name="T42" fmla="*/ 296 w 463"/>
                  <a:gd name="T43" fmla="*/ 47 h 351"/>
                  <a:gd name="T44" fmla="*/ 312 w 463"/>
                  <a:gd name="T45" fmla="*/ 71 h 351"/>
                  <a:gd name="T46" fmla="*/ 329 w 463"/>
                  <a:gd name="T47" fmla="*/ 96 h 351"/>
                  <a:gd name="T48" fmla="*/ 345 w 463"/>
                  <a:gd name="T49" fmla="*/ 125 h 351"/>
                  <a:gd name="T50" fmla="*/ 362 w 463"/>
                  <a:gd name="T51" fmla="*/ 154 h 351"/>
                  <a:gd name="T52" fmla="*/ 394 w 463"/>
                  <a:gd name="T53" fmla="*/ 215 h 351"/>
                  <a:gd name="T54" fmla="*/ 408 w 463"/>
                  <a:gd name="T55" fmla="*/ 244 h 351"/>
                  <a:gd name="T56" fmla="*/ 422 w 463"/>
                  <a:gd name="T57" fmla="*/ 272 h 351"/>
                  <a:gd name="T58" fmla="*/ 434 w 463"/>
                  <a:gd name="T59" fmla="*/ 297 h 351"/>
                  <a:gd name="T60" fmla="*/ 445 w 463"/>
                  <a:gd name="T61" fmla="*/ 320 h 351"/>
                  <a:gd name="T62" fmla="*/ 451 w 463"/>
                  <a:gd name="T63" fmla="*/ 330 h 351"/>
                  <a:gd name="T64" fmla="*/ 456 w 463"/>
                  <a:gd name="T65" fmla="*/ 338 h 351"/>
                  <a:gd name="T66" fmla="*/ 460 w 463"/>
                  <a:gd name="T67" fmla="*/ 345 h 351"/>
                  <a:gd name="T68" fmla="*/ 463 w 463"/>
                  <a:gd name="T69" fmla="*/ 351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63" h="351">
                    <a:moveTo>
                      <a:pt x="0" y="351"/>
                    </a:moveTo>
                    <a:lnTo>
                      <a:pt x="15" y="319"/>
                    </a:lnTo>
                    <a:lnTo>
                      <a:pt x="29" y="286"/>
                    </a:lnTo>
                    <a:lnTo>
                      <a:pt x="44" y="254"/>
                    </a:lnTo>
                    <a:lnTo>
                      <a:pt x="58" y="223"/>
                    </a:lnTo>
                    <a:lnTo>
                      <a:pt x="65" y="208"/>
                    </a:lnTo>
                    <a:lnTo>
                      <a:pt x="73" y="193"/>
                    </a:lnTo>
                    <a:lnTo>
                      <a:pt x="80" y="177"/>
                    </a:lnTo>
                    <a:lnTo>
                      <a:pt x="87" y="163"/>
                    </a:lnTo>
                    <a:lnTo>
                      <a:pt x="94" y="149"/>
                    </a:lnTo>
                    <a:lnTo>
                      <a:pt x="102" y="136"/>
                    </a:lnTo>
                    <a:lnTo>
                      <a:pt x="109" y="122"/>
                    </a:lnTo>
                    <a:lnTo>
                      <a:pt x="116" y="111"/>
                    </a:lnTo>
                    <a:lnTo>
                      <a:pt x="123" y="99"/>
                    </a:lnTo>
                    <a:lnTo>
                      <a:pt x="130" y="87"/>
                    </a:lnTo>
                    <a:lnTo>
                      <a:pt x="138" y="76"/>
                    </a:lnTo>
                    <a:lnTo>
                      <a:pt x="145" y="65"/>
                    </a:lnTo>
                    <a:lnTo>
                      <a:pt x="152" y="55"/>
                    </a:lnTo>
                    <a:lnTo>
                      <a:pt x="159" y="47"/>
                    </a:lnTo>
                    <a:lnTo>
                      <a:pt x="167" y="38"/>
                    </a:lnTo>
                    <a:lnTo>
                      <a:pt x="174" y="31"/>
                    </a:lnTo>
                    <a:lnTo>
                      <a:pt x="181" y="24"/>
                    </a:lnTo>
                    <a:lnTo>
                      <a:pt x="188" y="18"/>
                    </a:lnTo>
                    <a:lnTo>
                      <a:pt x="196" y="13"/>
                    </a:lnTo>
                    <a:lnTo>
                      <a:pt x="203" y="9"/>
                    </a:lnTo>
                    <a:lnTo>
                      <a:pt x="210" y="5"/>
                    </a:lnTo>
                    <a:lnTo>
                      <a:pt x="217" y="3"/>
                    </a:lnTo>
                    <a:lnTo>
                      <a:pt x="224" y="1"/>
                    </a:lnTo>
                    <a:lnTo>
                      <a:pt x="232" y="0"/>
                    </a:lnTo>
                    <a:lnTo>
                      <a:pt x="236" y="0"/>
                    </a:lnTo>
                    <a:lnTo>
                      <a:pt x="239" y="1"/>
                    </a:lnTo>
                    <a:lnTo>
                      <a:pt x="243" y="3"/>
                    </a:lnTo>
                    <a:lnTo>
                      <a:pt x="247" y="4"/>
                    </a:lnTo>
                    <a:lnTo>
                      <a:pt x="250" y="6"/>
                    </a:lnTo>
                    <a:lnTo>
                      <a:pt x="254" y="8"/>
                    </a:lnTo>
                    <a:lnTo>
                      <a:pt x="259" y="10"/>
                    </a:lnTo>
                    <a:lnTo>
                      <a:pt x="263" y="13"/>
                    </a:lnTo>
                    <a:lnTo>
                      <a:pt x="267" y="17"/>
                    </a:lnTo>
                    <a:lnTo>
                      <a:pt x="271" y="20"/>
                    </a:lnTo>
                    <a:lnTo>
                      <a:pt x="274" y="24"/>
                    </a:lnTo>
                    <a:lnTo>
                      <a:pt x="278" y="28"/>
                    </a:lnTo>
                    <a:lnTo>
                      <a:pt x="282" y="33"/>
                    </a:lnTo>
                    <a:lnTo>
                      <a:pt x="286" y="37"/>
                    </a:lnTo>
                    <a:lnTo>
                      <a:pt x="296" y="47"/>
                    </a:lnTo>
                    <a:lnTo>
                      <a:pt x="304" y="59"/>
                    </a:lnTo>
                    <a:lnTo>
                      <a:pt x="312" y="71"/>
                    </a:lnTo>
                    <a:lnTo>
                      <a:pt x="321" y="82"/>
                    </a:lnTo>
                    <a:lnTo>
                      <a:pt x="329" y="96"/>
                    </a:lnTo>
                    <a:lnTo>
                      <a:pt x="337" y="111"/>
                    </a:lnTo>
                    <a:lnTo>
                      <a:pt x="345" y="125"/>
                    </a:lnTo>
                    <a:lnTo>
                      <a:pt x="354" y="140"/>
                    </a:lnTo>
                    <a:lnTo>
                      <a:pt x="362" y="154"/>
                    </a:lnTo>
                    <a:lnTo>
                      <a:pt x="378" y="185"/>
                    </a:lnTo>
                    <a:lnTo>
                      <a:pt x="394" y="215"/>
                    </a:lnTo>
                    <a:lnTo>
                      <a:pt x="401" y="229"/>
                    </a:lnTo>
                    <a:lnTo>
                      <a:pt x="408" y="244"/>
                    </a:lnTo>
                    <a:lnTo>
                      <a:pt x="416" y="258"/>
                    </a:lnTo>
                    <a:lnTo>
                      <a:pt x="422" y="272"/>
                    </a:lnTo>
                    <a:lnTo>
                      <a:pt x="428" y="285"/>
                    </a:lnTo>
                    <a:lnTo>
                      <a:pt x="434" y="297"/>
                    </a:lnTo>
                    <a:lnTo>
                      <a:pt x="440" y="309"/>
                    </a:lnTo>
                    <a:lnTo>
                      <a:pt x="445" y="320"/>
                    </a:lnTo>
                    <a:lnTo>
                      <a:pt x="449" y="324"/>
                    </a:lnTo>
                    <a:lnTo>
                      <a:pt x="451" y="330"/>
                    </a:lnTo>
                    <a:lnTo>
                      <a:pt x="453" y="334"/>
                    </a:lnTo>
                    <a:lnTo>
                      <a:pt x="456" y="338"/>
                    </a:lnTo>
                    <a:lnTo>
                      <a:pt x="458" y="341"/>
                    </a:lnTo>
                    <a:lnTo>
                      <a:pt x="460" y="345"/>
                    </a:lnTo>
                    <a:lnTo>
                      <a:pt x="462" y="348"/>
                    </a:lnTo>
                    <a:lnTo>
                      <a:pt x="463" y="351"/>
                    </a:lnTo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2" name="Freeform 119">
                <a:extLst>
                  <a:ext uri="{FF2B5EF4-FFF2-40B4-BE49-F238E27FC236}">
                    <a16:creationId xmlns:a16="http://schemas.microsoft.com/office/drawing/2014/main" id="{86558755-7B99-3E61-3223-8C538FC964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4" y="2530"/>
                <a:ext cx="463" cy="351"/>
              </a:xfrm>
              <a:custGeom>
                <a:avLst/>
                <a:gdLst>
                  <a:gd name="T0" fmla="*/ 449 w 463"/>
                  <a:gd name="T1" fmla="*/ 34 h 351"/>
                  <a:gd name="T2" fmla="*/ 420 w 463"/>
                  <a:gd name="T3" fmla="*/ 98 h 351"/>
                  <a:gd name="T4" fmla="*/ 398 w 463"/>
                  <a:gd name="T5" fmla="*/ 145 h 351"/>
                  <a:gd name="T6" fmla="*/ 384 w 463"/>
                  <a:gd name="T7" fmla="*/ 174 h 351"/>
                  <a:gd name="T8" fmla="*/ 369 w 463"/>
                  <a:gd name="T9" fmla="*/ 202 h 351"/>
                  <a:gd name="T10" fmla="*/ 355 w 463"/>
                  <a:gd name="T11" fmla="*/ 229 h 351"/>
                  <a:gd name="T12" fmla="*/ 340 w 463"/>
                  <a:gd name="T13" fmla="*/ 254 h 351"/>
                  <a:gd name="T14" fmla="*/ 325 w 463"/>
                  <a:gd name="T15" fmla="*/ 276 h 351"/>
                  <a:gd name="T16" fmla="*/ 310 w 463"/>
                  <a:gd name="T17" fmla="*/ 296 h 351"/>
                  <a:gd name="T18" fmla="*/ 296 w 463"/>
                  <a:gd name="T19" fmla="*/ 313 h 351"/>
                  <a:gd name="T20" fmla="*/ 282 w 463"/>
                  <a:gd name="T21" fmla="*/ 328 h 351"/>
                  <a:gd name="T22" fmla="*/ 267 w 463"/>
                  <a:gd name="T23" fmla="*/ 339 h 351"/>
                  <a:gd name="T24" fmla="*/ 253 w 463"/>
                  <a:gd name="T25" fmla="*/ 347 h 351"/>
                  <a:gd name="T26" fmla="*/ 238 w 463"/>
                  <a:gd name="T27" fmla="*/ 351 h 351"/>
                  <a:gd name="T28" fmla="*/ 228 w 463"/>
                  <a:gd name="T29" fmla="*/ 351 h 351"/>
                  <a:gd name="T30" fmla="*/ 221 w 463"/>
                  <a:gd name="T31" fmla="*/ 350 h 351"/>
                  <a:gd name="T32" fmla="*/ 212 w 463"/>
                  <a:gd name="T33" fmla="*/ 347 h 351"/>
                  <a:gd name="T34" fmla="*/ 205 w 463"/>
                  <a:gd name="T35" fmla="*/ 341 h 351"/>
                  <a:gd name="T36" fmla="*/ 197 w 463"/>
                  <a:gd name="T37" fmla="*/ 336 h 351"/>
                  <a:gd name="T38" fmla="*/ 189 w 463"/>
                  <a:gd name="T39" fmla="*/ 328 h 351"/>
                  <a:gd name="T40" fmla="*/ 180 w 463"/>
                  <a:gd name="T41" fmla="*/ 320 h 351"/>
                  <a:gd name="T42" fmla="*/ 168 w 463"/>
                  <a:gd name="T43" fmla="*/ 305 h 351"/>
                  <a:gd name="T44" fmla="*/ 151 w 463"/>
                  <a:gd name="T45" fmla="*/ 282 h 351"/>
                  <a:gd name="T46" fmla="*/ 134 w 463"/>
                  <a:gd name="T47" fmla="*/ 256 h 351"/>
                  <a:gd name="T48" fmla="*/ 117 w 463"/>
                  <a:gd name="T49" fmla="*/ 228 h 351"/>
                  <a:gd name="T50" fmla="*/ 101 w 463"/>
                  <a:gd name="T51" fmla="*/ 198 h 351"/>
                  <a:gd name="T52" fmla="*/ 70 w 463"/>
                  <a:gd name="T53" fmla="*/ 137 h 351"/>
                  <a:gd name="T54" fmla="*/ 54 w 463"/>
                  <a:gd name="T55" fmla="*/ 108 h 351"/>
                  <a:gd name="T56" fmla="*/ 41 w 463"/>
                  <a:gd name="T57" fmla="*/ 80 h 351"/>
                  <a:gd name="T58" fmla="*/ 28 w 463"/>
                  <a:gd name="T59" fmla="*/ 54 h 351"/>
                  <a:gd name="T60" fmla="*/ 17 w 463"/>
                  <a:gd name="T61" fmla="*/ 33 h 351"/>
                  <a:gd name="T62" fmla="*/ 12 w 463"/>
                  <a:gd name="T63" fmla="*/ 23 h 351"/>
                  <a:gd name="T64" fmla="*/ 8 w 463"/>
                  <a:gd name="T65" fmla="*/ 14 h 351"/>
                  <a:gd name="T66" fmla="*/ 4 w 463"/>
                  <a:gd name="T67" fmla="*/ 7 h 351"/>
                  <a:gd name="T68" fmla="*/ 0 w 463"/>
                  <a:gd name="T69" fmla="*/ 0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63" h="351">
                    <a:moveTo>
                      <a:pt x="463" y="0"/>
                    </a:moveTo>
                    <a:lnTo>
                      <a:pt x="449" y="34"/>
                    </a:lnTo>
                    <a:lnTo>
                      <a:pt x="434" y="66"/>
                    </a:lnTo>
                    <a:lnTo>
                      <a:pt x="420" y="98"/>
                    </a:lnTo>
                    <a:lnTo>
                      <a:pt x="405" y="130"/>
                    </a:lnTo>
                    <a:lnTo>
                      <a:pt x="398" y="145"/>
                    </a:lnTo>
                    <a:lnTo>
                      <a:pt x="391" y="160"/>
                    </a:lnTo>
                    <a:lnTo>
                      <a:pt x="384" y="174"/>
                    </a:lnTo>
                    <a:lnTo>
                      <a:pt x="377" y="189"/>
                    </a:lnTo>
                    <a:lnTo>
                      <a:pt x="369" y="202"/>
                    </a:lnTo>
                    <a:lnTo>
                      <a:pt x="362" y="216"/>
                    </a:lnTo>
                    <a:lnTo>
                      <a:pt x="355" y="229"/>
                    </a:lnTo>
                    <a:lnTo>
                      <a:pt x="348" y="242"/>
                    </a:lnTo>
                    <a:lnTo>
                      <a:pt x="340" y="254"/>
                    </a:lnTo>
                    <a:lnTo>
                      <a:pt x="333" y="266"/>
                    </a:lnTo>
                    <a:lnTo>
                      <a:pt x="325" y="276"/>
                    </a:lnTo>
                    <a:lnTo>
                      <a:pt x="318" y="286"/>
                    </a:lnTo>
                    <a:lnTo>
                      <a:pt x="310" y="296"/>
                    </a:lnTo>
                    <a:lnTo>
                      <a:pt x="303" y="306"/>
                    </a:lnTo>
                    <a:lnTo>
                      <a:pt x="296" y="313"/>
                    </a:lnTo>
                    <a:lnTo>
                      <a:pt x="289" y="321"/>
                    </a:lnTo>
                    <a:lnTo>
                      <a:pt x="282" y="328"/>
                    </a:lnTo>
                    <a:lnTo>
                      <a:pt x="274" y="334"/>
                    </a:lnTo>
                    <a:lnTo>
                      <a:pt x="267" y="339"/>
                    </a:lnTo>
                    <a:lnTo>
                      <a:pt x="260" y="343"/>
                    </a:lnTo>
                    <a:lnTo>
                      <a:pt x="253" y="347"/>
                    </a:lnTo>
                    <a:lnTo>
                      <a:pt x="245" y="349"/>
                    </a:lnTo>
                    <a:lnTo>
                      <a:pt x="238" y="351"/>
                    </a:lnTo>
                    <a:lnTo>
                      <a:pt x="231" y="351"/>
                    </a:lnTo>
                    <a:lnTo>
                      <a:pt x="228" y="351"/>
                    </a:lnTo>
                    <a:lnTo>
                      <a:pt x="224" y="350"/>
                    </a:lnTo>
                    <a:lnTo>
                      <a:pt x="221" y="350"/>
                    </a:lnTo>
                    <a:lnTo>
                      <a:pt x="216" y="348"/>
                    </a:lnTo>
                    <a:lnTo>
                      <a:pt x="212" y="347"/>
                    </a:lnTo>
                    <a:lnTo>
                      <a:pt x="208" y="344"/>
                    </a:lnTo>
                    <a:lnTo>
                      <a:pt x="205" y="341"/>
                    </a:lnTo>
                    <a:lnTo>
                      <a:pt x="201" y="339"/>
                    </a:lnTo>
                    <a:lnTo>
                      <a:pt x="197" y="336"/>
                    </a:lnTo>
                    <a:lnTo>
                      <a:pt x="193" y="332"/>
                    </a:lnTo>
                    <a:lnTo>
                      <a:pt x="189" y="328"/>
                    </a:lnTo>
                    <a:lnTo>
                      <a:pt x="184" y="324"/>
                    </a:lnTo>
                    <a:lnTo>
                      <a:pt x="180" y="320"/>
                    </a:lnTo>
                    <a:lnTo>
                      <a:pt x="176" y="314"/>
                    </a:lnTo>
                    <a:lnTo>
                      <a:pt x="168" y="305"/>
                    </a:lnTo>
                    <a:lnTo>
                      <a:pt x="160" y="294"/>
                    </a:lnTo>
                    <a:lnTo>
                      <a:pt x="151" y="282"/>
                    </a:lnTo>
                    <a:lnTo>
                      <a:pt x="142" y="269"/>
                    </a:lnTo>
                    <a:lnTo>
                      <a:pt x="134" y="256"/>
                    </a:lnTo>
                    <a:lnTo>
                      <a:pt x="126" y="242"/>
                    </a:lnTo>
                    <a:lnTo>
                      <a:pt x="117" y="228"/>
                    </a:lnTo>
                    <a:lnTo>
                      <a:pt x="109" y="213"/>
                    </a:lnTo>
                    <a:lnTo>
                      <a:pt x="101" y="198"/>
                    </a:lnTo>
                    <a:lnTo>
                      <a:pt x="85" y="167"/>
                    </a:lnTo>
                    <a:lnTo>
                      <a:pt x="70" y="137"/>
                    </a:lnTo>
                    <a:lnTo>
                      <a:pt x="62" y="122"/>
                    </a:lnTo>
                    <a:lnTo>
                      <a:pt x="54" y="108"/>
                    </a:lnTo>
                    <a:lnTo>
                      <a:pt x="48" y="94"/>
                    </a:lnTo>
                    <a:lnTo>
                      <a:pt x="41" y="80"/>
                    </a:lnTo>
                    <a:lnTo>
                      <a:pt x="35" y="67"/>
                    </a:lnTo>
                    <a:lnTo>
                      <a:pt x="28" y="54"/>
                    </a:lnTo>
                    <a:lnTo>
                      <a:pt x="22" y="43"/>
                    </a:lnTo>
                    <a:lnTo>
                      <a:pt x="17" y="33"/>
                    </a:lnTo>
                    <a:lnTo>
                      <a:pt x="15" y="27"/>
                    </a:lnTo>
                    <a:lnTo>
                      <a:pt x="12" y="23"/>
                    </a:lnTo>
                    <a:lnTo>
                      <a:pt x="10" y="19"/>
                    </a:lnTo>
                    <a:lnTo>
                      <a:pt x="8" y="14"/>
                    </a:lnTo>
                    <a:lnTo>
                      <a:pt x="6" y="10"/>
                    </a:lnTo>
                    <a:lnTo>
                      <a:pt x="4" y="7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3" name="Freeform 120">
                <a:extLst>
                  <a:ext uri="{FF2B5EF4-FFF2-40B4-BE49-F238E27FC236}">
                    <a16:creationId xmlns:a16="http://schemas.microsoft.com/office/drawing/2014/main" id="{CB0A54E7-3006-2359-D24C-ED55AE6069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530"/>
                <a:ext cx="464" cy="351"/>
              </a:xfrm>
              <a:custGeom>
                <a:avLst/>
                <a:gdLst>
                  <a:gd name="T0" fmla="*/ 449 w 464"/>
                  <a:gd name="T1" fmla="*/ 34 h 351"/>
                  <a:gd name="T2" fmla="*/ 420 w 464"/>
                  <a:gd name="T3" fmla="*/ 98 h 351"/>
                  <a:gd name="T4" fmla="*/ 399 w 464"/>
                  <a:gd name="T5" fmla="*/ 145 h 351"/>
                  <a:gd name="T6" fmla="*/ 384 w 464"/>
                  <a:gd name="T7" fmla="*/ 174 h 351"/>
                  <a:gd name="T8" fmla="*/ 369 w 464"/>
                  <a:gd name="T9" fmla="*/ 202 h 351"/>
                  <a:gd name="T10" fmla="*/ 354 w 464"/>
                  <a:gd name="T11" fmla="*/ 229 h 351"/>
                  <a:gd name="T12" fmla="*/ 340 w 464"/>
                  <a:gd name="T13" fmla="*/ 254 h 351"/>
                  <a:gd name="T14" fmla="*/ 325 w 464"/>
                  <a:gd name="T15" fmla="*/ 276 h 351"/>
                  <a:gd name="T16" fmla="*/ 311 w 464"/>
                  <a:gd name="T17" fmla="*/ 296 h 351"/>
                  <a:gd name="T18" fmla="*/ 296 w 464"/>
                  <a:gd name="T19" fmla="*/ 313 h 351"/>
                  <a:gd name="T20" fmla="*/ 282 w 464"/>
                  <a:gd name="T21" fmla="*/ 328 h 351"/>
                  <a:gd name="T22" fmla="*/ 268 w 464"/>
                  <a:gd name="T23" fmla="*/ 339 h 351"/>
                  <a:gd name="T24" fmla="*/ 253 w 464"/>
                  <a:gd name="T25" fmla="*/ 347 h 351"/>
                  <a:gd name="T26" fmla="*/ 239 w 464"/>
                  <a:gd name="T27" fmla="*/ 351 h 351"/>
                  <a:gd name="T28" fmla="*/ 228 w 464"/>
                  <a:gd name="T29" fmla="*/ 351 h 351"/>
                  <a:gd name="T30" fmla="*/ 221 w 464"/>
                  <a:gd name="T31" fmla="*/ 350 h 351"/>
                  <a:gd name="T32" fmla="*/ 213 w 464"/>
                  <a:gd name="T33" fmla="*/ 347 h 351"/>
                  <a:gd name="T34" fmla="*/ 206 w 464"/>
                  <a:gd name="T35" fmla="*/ 341 h 351"/>
                  <a:gd name="T36" fmla="*/ 197 w 464"/>
                  <a:gd name="T37" fmla="*/ 336 h 351"/>
                  <a:gd name="T38" fmla="*/ 189 w 464"/>
                  <a:gd name="T39" fmla="*/ 328 h 351"/>
                  <a:gd name="T40" fmla="*/ 181 w 464"/>
                  <a:gd name="T41" fmla="*/ 320 h 351"/>
                  <a:gd name="T42" fmla="*/ 168 w 464"/>
                  <a:gd name="T43" fmla="*/ 305 h 351"/>
                  <a:gd name="T44" fmla="*/ 152 w 464"/>
                  <a:gd name="T45" fmla="*/ 282 h 351"/>
                  <a:gd name="T46" fmla="*/ 134 w 464"/>
                  <a:gd name="T47" fmla="*/ 256 h 351"/>
                  <a:gd name="T48" fmla="*/ 118 w 464"/>
                  <a:gd name="T49" fmla="*/ 228 h 351"/>
                  <a:gd name="T50" fmla="*/ 101 w 464"/>
                  <a:gd name="T51" fmla="*/ 198 h 351"/>
                  <a:gd name="T52" fmla="*/ 70 w 464"/>
                  <a:gd name="T53" fmla="*/ 137 h 351"/>
                  <a:gd name="T54" fmla="*/ 55 w 464"/>
                  <a:gd name="T55" fmla="*/ 108 h 351"/>
                  <a:gd name="T56" fmla="*/ 41 w 464"/>
                  <a:gd name="T57" fmla="*/ 80 h 351"/>
                  <a:gd name="T58" fmla="*/ 29 w 464"/>
                  <a:gd name="T59" fmla="*/ 54 h 351"/>
                  <a:gd name="T60" fmla="*/ 18 w 464"/>
                  <a:gd name="T61" fmla="*/ 33 h 351"/>
                  <a:gd name="T62" fmla="*/ 12 w 464"/>
                  <a:gd name="T63" fmla="*/ 23 h 351"/>
                  <a:gd name="T64" fmla="*/ 8 w 464"/>
                  <a:gd name="T65" fmla="*/ 14 h 351"/>
                  <a:gd name="T66" fmla="*/ 4 w 464"/>
                  <a:gd name="T67" fmla="*/ 7 h 351"/>
                  <a:gd name="T68" fmla="*/ 0 w 464"/>
                  <a:gd name="T69" fmla="*/ 0 h 35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64" h="351">
                    <a:moveTo>
                      <a:pt x="464" y="0"/>
                    </a:moveTo>
                    <a:lnTo>
                      <a:pt x="449" y="34"/>
                    </a:lnTo>
                    <a:lnTo>
                      <a:pt x="435" y="66"/>
                    </a:lnTo>
                    <a:lnTo>
                      <a:pt x="420" y="98"/>
                    </a:lnTo>
                    <a:lnTo>
                      <a:pt x="406" y="130"/>
                    </a:lnTo>
                    <a:lnTo>
                      <a:pt x="399" y="145"/>
                    </a:lnTo>
                    <a:lnTo>
                      <a:pt x="391" y="160"/>
                    </a:lnTo>
                    <a:lnTo>
                      <a:pt x="384" y="174"/>
                    </a:lnTo>
                    <a:lnTo>
                      <a:pt x="376" y="189"/>
                    </a:lnTo>
                    <a:lnTo>
                      <a:pt x="369" y="202"/>
                    </a:lnTo>
                    <a:lnTo>
                      <a:pt x="361" y="216"/>
                    </a:lnTo>
                    <a:lnTo>
                      <a:pt x="354" y="229"/>
                    </a:lnTo>
                    <a:lnTo>
                      <a:pt x="347" y="242"/>
                    </a:lnTo>
                    <a:lnTo>
                      <a:pt x="340" y="254"/>
                    </a:lnTo>
                    <a:lnTo>
                      <a:pt x="333" y="266"/>
                    </a:lnTo>
                    <a:lnTo>
                      <a:pt x="325" y="276"/>
                    </a:lnTo>
                    <a:lnTo>
                      <a:pt x="318" y="286"/>
                    </a:lnTo>
                    <a:lnTo>
                      <a:pt x="311" y="296"/>
                    </a:lnTo>
                    <a:lnTo>
                      <a:pt x="304" y="306"/>
                    </a:lnTo>
                    <a:lnTo>
                      <a:pt x="296" y="313"/>
                    </a:lnTo>
                    <a:lnTo>
                      <a:pt x="289" y="321"/>
                    </a:lnTo>
                    <a:lnTo>
                      <a:pt x="282" y="328"/>
                    </a:lnTo>
                    <a:lnTo>
                      <a:pt x="275" y="334"/>
                    </a:lnTo>
                    <a:lnTo>
                      <a:pt x="268" y="339"/>
                    </a:lnTo>
                    <a:lnTo>
                      <a:pt x="260" y="343"/>
                    </a:lnTo>
                    <a:lnTo>
                      <a:pt x="253" y="347"/>
                    </a:lnTo>
                    <a:lnTo>
                      <a:pt x="246" y="349"/>
                    </a:lnTo>
                    <a:lnTo>
                      <a:pt x="239" y="351"/>
                    </a:lnTo>
                    <a:lnTo>
                      <a:pt x="231" y="351"/>
                    </a:lnTo>
                    <a:lnTo>
                      <a:pt x="228" y="351"/>
                    </a:lnTo>
                    <a:lnTo>
                      <a:pt x="224" y="350"/>
                    </a:lnTo>
                    <a:lnTo>
                      <a:pt x="221" y="350"/>
                    </a:lnTo>
                    <a:lnTo>
                      <a:pt x="217" y="348"/>
                    </a:lnTo>
                    <a:lnTo>
                      <a:pt x="213" y="347"/>
                    </a:lnTo>
                    <a:lnTo>
                      <a:pt x="209" y="344"/>
                    </a:lnTo>
                    <a:lnTo>
                      <a:pt x="206" y="341"/>
                    </a:lnTo>
                    <a:lnTo>
                      <a:pt x="201" y="339"/>
                    </a:lnTo>
                    <a:lnTo>
                      <a:pt x="197" y="336"/>
                    </a:lnTo>
                    <a:lnTo>
                      <a:pt x="193" y="332"/>
                    </a:lnTo>
                    <a:lnTo>
                      <a:pt x="189" y="328"/>
                    </a:lnTo>
                    <a:lnTo>
                      <a:pt x="185" y="324"/>
                    </a:lnTo>
                    <a:lnTo>
                      <a:pt x="181" y="320"/>
                    </a:lnTo>
                    <a:lnTo>
                      <a:pt x="177" y="314"/>
                    </a:lnTo>
                    <a:lnTo>
                      <a:pt x="168" y="305"/>
                    </a:lnTo>
                    <a:lnTo>
                      <a:pt x="160" y="294"/>
                    </a:lnTo>
                    <a:lnTo>
                      <a:pt x="152" y="282"/>
                    </a:lnTo>
                    <a:lnTo>
                      <a:pt x="143" y="269"/>
                    </a:lnTo>
                    <a:lnTo>
                      <a:pt x="134" y="256"/>
                    </a:lnTo>
                    <a:lnTo>
                      <a:pt x="126" y="242"/>
                    </a:lnTo>
                    <a:lnTo>
                      <a:pt x="118" y="228"/>
                    </a:lnTo>
                    <a:lnTo>
                      <a:pt x="109" y="213"/>
                    </a:lnTo>
                    <a:lnTo>
                      <a:pt x="101" y="198"/>
                    </a:lnTo>
                    <a:lnTo>
                      <a:pt x="86" y="167"/>
                    </a:lnTo>
                    <a:lnTo>
                      <a:pt x="70" y="137"/>
                    </a:lnTo>
                    <a:lnTo>
                      <a:pt x="62" y="122"/>
                    </a:lnTo>
                    <a:lnTo>
                      <a:pt x="55" y="108"/>
                    </a:lnTo>
                    <a:lnTo>
                      <a:pt x="49" y="94"/>
                    </a:lnTo>
                    <a:lnTo>
                      <a:pt x="41" y="80"/>
                    </a:lnTo>
                    <a:lnTo>
                      <a:pt x="35" y="67"/>
                    </a:lnTo>
                    <a:lnTo>
                      <a:pt x="29" y="54"/>
                    </a:lnTo>
                    <a:lnTo>
                      <a:pt x="23" y="43"/>
                    </a:lnTo>
                    <a:lnTo>
                      <a:pt x="18" y="33"/>
                    </a:lnTo>
                    <a:lnTo>
                      <a:pt x="16" y="27"/>
                    </a:lnTo>
                    <a:lnTo>
                      <a:pt x="12" y="23"/>
                    </a:lnTo>
                    <a:lnTo>
                      <a:pt x="10" y="19"/>
                    </a:lnTo>
                    <a:lnTo>
                      <a:pt x="8" y="14"/>
                    </a:lnTo>
                    <a:lnTo>
                      <a:pt x="6" y="10"/>
                    </a:lnTo>
                    <a:lnTo>
                      <a:pt x="4" y="7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4925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4" name="Rectangle 121">
                <a:extLst>
                  <a:ext uri="{FF2B5EF4-FFF2-40B4-BE49-F238E27FC236}">
                    <a16:creationId xmlns:a16="http://schemas.microsoft.com/office/drawing/2014/main" id="{DE345C2C-AE6B-995B-6ACE-0D4B45C33F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42" y="2552"/>
                <a:ext cx="36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t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25" name="Rectangle 122">
                <a:extLst>
                  <a:ext uri="{FF2B5EF4-FFF2-40B4-BE49-F238E27FC236}">
                    <a16:creationId xmlns:a16="http://schemas.microsoft.com/office/drawing/2014/main" id="{63D14CC1-4BD5-3912-CBBA-C2C043F623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99" y="2578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2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26" name="Line 123">
                <a:extLst>
                  <a:ext uri="{FF2B5EF4-FFF2-40B4-BE49-F238E27FC236}">
                    <a16:creationId xmlns:a16="http://schemas.microsoft.com/office/drawing/2014/main" id="{4A00D6E7-F8FE-4C09-9176-2EB617E2FAE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49" y="2951"/>
                <a:ext cx="1" cy="14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7" name="Line 124">
                <a:extLst>
                  <a:ext uri="{FF2B5EF4-FFF2-40B4-BE49-F238E27FC236}">
                    <a16:creationId xmlns:a16="http://schemas.microsoft.com/office/drawing/2014/main" id="{F34B6F15-AA37-7E47-2210-9FD323D8911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7" y="2951"/>
                <a:ext cx="1" cy="140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8" name="Freeform 125">
                <a:extLst>
                  <a:ext uri="{FF2B5EF4-FFF2-40B4-BE49-F238E27FC236}">
                    <a16:creationId xmlns:a16="http://schemas.microsoft.com/office/drawing/2014/main" id="{6445B479-2B76-3894-8331-20887EC4D70D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956" y="2977"/>
                <a:ext cx="927" cy="36"/>
              </a:xfrm>
              <a:custGeom>
                <a:avLst/>
                <a:gdLst>
                  <a:gd name="T0" fmla="*/ 25 w 927"/>
                  <a:gd name="T1" fmla="*/ 12 h 36"/>
                  <a:gd name="T2" fmla="*/ 901 w 927"/>
                  <a:gd name="T3" fmla="*/ 13 h 36"/>
                  <a:gd name="T4" fmla="*/ 901 w 927"/>
                  <a:gd name="T5" fmla="*/ 24 h 36"/>
                  <a:gd name="T6" fmla="*/ 25 w 927"/>
                  <a:gd name="T7" fmla="*/ 24 h 36"/>
                  <a:gd name="T8" fmla="*/ 25 w 927"/>
                  <a:gd name="T9" fmla="*/ 12 h 36"/>
                  <a:gd name="T10" fmla="*/ 35 w 927"/>
                  <a:gd name="T11" fmla="*/ 36 h 36"/>
                  <a:gd name="T12" fmla="*/ 0 w 927"/>
                  <a:gd name="T13" fmla="*/ 17 h 36"/>
                  <a:gd name="T14" fmla="*/ 35 w 927"/>
                  <a:gd name="T15" fmla="*/ 0 h 36"/>
                  <a:gd name="T16" fmla="*/ 35 w 927"/>
                  <a:gd name="T17" fmla="*/ 36 h 36"/>
                  <a:gd name="T18" fmla="*/ 893 w 927"/>
                  <a:gd name="T19" fmla="*/ 0 h 36"/>
                  <a:gd name="T20" fmla="*/ 927 w 927"/>
                  <a:gd name="T21" fmla="*/ 18 h 36"/>
                  <a:gd name="T22" fmla="*/ 893 w 927"/>
                  <a:gd name="T23" fmla="*/ 36 h 36"/>
                  <a:gd name="T24" fmla="*/ 893 w 927"/>
                  <a:gd name="T25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27" h="36">
                    <a:moveTo>
                      <a:pt x="25" y="12"/>
                    </a:moveTo>
                    <a:lnTo>
                      <a:pt x="901" y="13"/>
                    </a:lnTo>
                    <a:lnTo>
                      <a:pt x="901" y="24"/>
                    </a:lnTo>
                    <a:lnTo>
                      <a:pt x="25" y="24"/>
                    </a:lnTo>
                    <a:lnTo>
                      <a:pt x="25" y="12"/>
                    </a:lnTo>
                    <a:close/>
                    <a:moveTo>
                      <a:pt x="35" y="36"/>
                    </a:moveTo>
                    <a:lnTo>
                      <a:pt x="0" y="17"/>
                    </a:lnTo>
                    <a:lnTo>
                      <a:pt x="35" y="0"/>
                    </a:lnTo>
                    <a:lnTo>
                      <a:pt x="35" y="36"/>
                    </a:lnTo>
                    <a:close/>
                    <a:moveTo>
                      <a:pt x="893" y="0"/>
                    </a:moveTo>
                    <a:lnTo>
                      <a:pt x="927" y="18"/>
                    </a:lnTo>
                    <a:lnTo>
                      <a:pt x="893" y="36"/>
                    </a:lnTo>
                    <a:lnTo>
                      <a:pt x="893" y="0"/>
                    </a:lnTo>
                    <a:close/>
                  </a:path>
                </a:pathLst>
              </a:custGeom>
              <a:solidFill>
                <a:srgbClr val="FF00FF"/>
              </a:solidFill>
              <a:ln w="1588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29" name="Rectangle 126">
                <a:extLst>
                  <a:ext uri="{FF2B5EF4-FFF2-40B4-BE49-F238E27FC236}">
                    <a16:creationId xmlns:a16="http://schemas.microsoft.com/office/drawing/2014/main" id="{35CDA9F1-C4E9-3592-22A8-9E03A2AE6A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7" y="2881"/>
                <a:ext cx="239" cy="23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1530" name="Rectangle 127">
                <a:extLst>
                  <a:ext uri="{FF2B5EF4-FFF2-40B4-BE49-F238E27FC236}">
                    <a16:creationId xmlns:a16="http://schemas.microsoft.com/office/drawing/2014/main" id="{CE84C957-6871-33E7-E343-BCE09C4EBE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90" y="2917"/>
                <a:ext cx="71" cy="15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6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T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31" name="Rectangle 128">
                <a:extLst>
                  <a:ext uri="{FF2B5EF4-FFF2-40B4-BE49-F238E27FC236}">
                    <a16:creationId xmlns:a16="http://schemas.microsoft.com/office/drawing/2014/main" id="{D53029F2-E27F-199C-669C-655DCF734C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93" y="2949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2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32" name="Rectangle 129">
                <a:extLst>
                  <a:ext uri="{FF2B5EF4-FFF2-40B4-BE49-F238E27FC236}">
                    <a16:creationId xmlns:a16="http://schemas.microsoft.com/office/drawing/2014/main" id="{C7B7F188-EDAE-7A5C-7942-5153702E1A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6" y="2008"/>
                <a:ext cx="238" cy="561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1533" name="Freeform 130">
                <a:extLst>
                  <a:ext uri="{FF2B5EF4-FFF2-40B4-BE49-F238E27FC236}">
                    <a16:creationId xmlns:a16="http://schemas.microsoft.com/office/drawing/2014/main" id="{8E48BA83-DEE5-77B3-51B9-033EA4BC53FD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489" y="1899"/>
                <a:ext cx="35" cy="1192"/>
              </a:xfrm>
              <a:custGeom>
                <a:avLst/>
                <a:gdLst>
                  <a:gd name="T0" fmla="*/ 10 w 35"/>
                  <a:gd name="T1" fmla="*/ 1192 h 1192"/>
                  <a:gd name="T2" fmla="*/ 11 w 35"/>
                  <a:gd name="T3" fmla="*/ 81 h 1192"/>
                  <a:gd name="T4" fmla="*/ 24 w 35"/>
                  <a:gd name="T5" fmla="*/ 81 h 1192"/>
                  <a:gd name="T6" fmla="*/ 24 w 35"/>
                  <a:gd name="T7" fmla="*/ 1192 h 1192"/>
                  <a:gd name="T8" fmla="*/ 10 w 35"/>
                  <a:gd name="T9" fmla="*/ 1192 h 1192"/>
                  <a:gd name="T10" fmla="*/ 0 w 35"/>
                  <a:gd name="T11" fmla="*/ 90 h 1192"/>
                  <a:gd name="T12" fmla="*/ 17 w 35"/>
                  <a:gd name="T13" fmla="*/ 0 h 1192"/>
                  <a:gd name="T14" fmla="*/ 35 w 35"/>
                  <a:gd name="T15" fmla="*/ 90 h 1192"/>
                  <a:gd name="T16" fmla="*/ 0 w 35"/>
                  <a:gd name="T17" fmla="*/ 90 h 11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" h="1192">
                    <a:moveTo>
                      <a:pt x="10" y="1192"/>
                    </a:moveTo>
                    <a:lnTo>
                      <a:pt x="11" y="81"/>
                    </a:lnTo>
                    <a:lnTo>
                      <a:pt x="24" y="81"/>
                    </a:lnTo>
                    <a:lnTo>
                      <a:pt x="24" y="1192"/>
                    </a:lnTo>
                    <a:lnTo>
                      <a:pt x="10" y="1192"/>
                    </a:lnTo>
                    <a:close/>
                    <a:moveTo>
                      <a:pt x="0" y="90"/>
                    </a:moveTo>
                    <a:lnTo>
                      <a:pt x="17" y="0"/>
                    </a:lnTo>
                    <a:lnTo>
                      <a:pt x="35" y="9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FF"/>
              </a:solidFill>
              <a:ln w="15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1534" name="Rectangle 131">
                <a:extLst>
                  <a:ext uri="{FF2B5EF4-FFF2-40B4-BE49-F238E27FC236}">
                    <a16:creationId xmlns:a16="http://schemas.microsoft.com/office/drawing/2014/main" id="{E9CB3076-04CD-FA0F-0C14-0785EE0F10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04" y="2467"/>
                <a:ext cx="68" cy="16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7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o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35" name="Rectangle 132">
                <a:extLst>
                  <a:ext uri="{FF2B5EF4-FFF2-40B4-BE49-F238E27FC236}">
                    <a16:creationId xmlns:a16="http://schemas.microsoft.com/office/drawing/2014/main" id="{3709B460-0B76-7317-6D2C-EF0E82E38B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88" y="2508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2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36" name="Rectangle 133">
                <a:extLst>
                  <a:ext uri="{FF2B5EF4-FFF2-40B4-BE49-F238E27FC236}">
                    <a16:creationId xmlns:a16="http://schemas.microsoft.com/office/drawing/2014/main" id="{6B17E4FD-511F-C8C7-F6FF-5167E37CEB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50" y="1969"/>
                <a:ext cx="3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1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37" name="Rectangle 134">
                <a:extLst>
                  <a:ext uri="{FF2B5EF4-FFF2-40B4-BE49-F238E27FC236}">
                    <a16:creationId xmlns:a16="http://schemas.microsoft.com/office/drawing/2014/main" id="{53774813-DDD4-E958-E91E-61942CC5E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60" y="1877"/>
                <a:ext cx="9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9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E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1538" name="Rectangle 135">
                <a:extLst>
                  <a:ext uri="{FF2B5EF4-FFF2-40B4-BE49-F238E27FC236}">
                    <a16:creationId xmlns:a16="http://schemas.microsoft.com/office/drawing/2014/main" id="{2E165C05-A9A0-4613-50C3-84EB46AE04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13" y="1937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2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1539" name="Group 136">
              <a:extLst>
                <a:ext uri="{FF2B5EF4-FFF2-40B4-BE49-F238E27FC236}">
                  <a16:creationId xmlns:a16="http://schemas.microsoft.com/office/drawing/2014/main" id="{69B9D918-A660-D711-6525-3BA9A26995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670" y="3542"/>
              <a:ext cx="1841" cy="251"/>
              <a:chOff x="3447" y="3270"/>
              <a:chExt cx="1841" cy="251"/>
            </a:xfrm>
          </p:grpSpPr>
          <p:sp>
            <p:nvSpPr>
              <p:cNvPr id="21540" name="Text Box 137">
                <a:extLst>
                  <a:ext uri="{FF2B5EF4-FFF2-40B4-BE49-F238E27FC236}">
                    <a16:creationId xmlns:a16="http://schemas.microsoft.com/office/drawing/2014/main" id="{DB33137E-1226-338B-03A3-F361391BBE1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70" y="3284"/>
                <a:ext cx="1818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spcBef>
                    <a:spcPct val="20000"/>
                  </a:spcBef>
                </a:pPr>
                <a:r>
                  <a:rPr lang="zh-CN" altLang="en-US" sz="1400">
                    <a:ea typeface="宋体" panose="02010600030101010101" pitchFamily="2" charset="-122"/>
                  </a:rPr>
                  <a:t>的曲线</a:t>
                </a:r>
                <a:endParaRPr lang="zh-CN" altLang="en-US" sz="14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1541" name="Object 138">
                <a:extLst>
                  <a:ext uri="{FF2B5EF4-FFF2-40B4-BE49-F238E27FC236}">
                    <a16:creationId xmlns:a16="http://schemas.microsoft.com/office/drawing/2014/main" id="{846F6C1F-B12C-D91A-7CAA-0D0AD4358F66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447" y="3270"/>
              <a:ext cx="1429" cy="25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5" imgW="1181100" imgH="228600" progId="Equation.DSMT4">
                      <p:embed/>
                    </p:oleObj>
                  </mc:Choice>
                  <mc:Fallback>
                    <p:oleObj r:id="rId5" imgW="1181100" imgH="228600" progId="Equation.DSMT4">
                      <p:embed/>
                      <p:pic>
                        <p:nvPicPr>
                          <p:cNvPr id="21541" name="Object 138">
                            <a:extLst>
                              <a:ext uri="{FF2B5EF4-FFF2-40B4-BE49-F238E27FC236}">
                                <a16:creationId xmlns:a16="http://schemas.microsoft.com/office/drawing/2014/main" id="{846F6C1F-B12C-D91A-7CAA-0D0AD4358F66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6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447" y="3270"/>
                            <a:ext cx="1429" cy="25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496785" name="Group 145">
            <a:extLst>
              <a:ext uri="{FF2B5EF4-FFF2-40B4-BE49-F238E27FC236}">
                <a16:creationId xmlns:a16="http://schemas.microsoft.com/office/drawing/2014/main" id="{24B25876-C262-0F29-B9F0-AE189CBFF399}"/>
              </a:ext>
            </a:extLst>
          </p:cNvPr>
          <p:cNvGrpSpPr>
            <a:grpSpLocks/>
          </p:cNvGrpSpPr>
          <p:nvPr/>
        </p:nvGrpSpPr>
        <p:grpSpPr bwMode="auto">
          <a:xfrm>
            <a:off x="925513" y="4724400"/>
            <a:ext cx="3359150" cy="792163"/>
            <a:chOff x="759" y="1978"/>
            <a:chExt cx="1983" cy="482"/>
          </a:xfrm>
        </p:grpSpPr>
        <p:graphicFrame>
          <p:nvGraphicFramePr>
            <p:cNvPr id="21543" name="Object 54" descr="虚线网格">
              <a:extLst>
                <a:ext uri="{FF2B5EF4-FFF2-40B4-BE49-F238E27FC236}">
                  <a16:creationId xmlns:a16="http://schemas.microsoft.com/office/drawing/2014/main" id="{5C12721B-92C2-8F97-C209-2FAED31029A0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1851" y="1978"/>
            <a:ext cx="891" cy="48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565920" imgH="280440" progId="Equation.DSMT4">
                    <p:embed/>
                  </p:oleObj>
                </mc:Choice>
                <mc:Fallback>
                  <p:oleObj r:id="rId7" imgW="565920" imgH="280440" progId="Equation.DSMT4">
                    <p:embed/>
                    <p:pic>
                      <p:nvPicPr>
                        <p:cNvPr id="21543" name="Object 54" descr="虚线网格">
                          <a:extLst>
                            <a:ext uri="{FF2B5EF4-FFF2-40B4-BE49-F238E27FC236}">
                              <a16:creationId xmlns:a16="http://schemas.microsoft.com/office/drawing/2014/main" id="{5C12721B-92C2-8F97-C209-2FAED31029A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851" y="1978"/>
                          <a:ext cx="891" cy="48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1544" name="Object 140" descr="虚线网格">
              <a:extLst>
                <a:ext uri="{FF2B5EF4-FFF2-40B4-BE49-F238E27FC236}">
                  <a16:creationId xmlns:a16="http://schemas.microsoft.com/office/drawing/2014/main" id="{2239A66D-6E62-10C7-E97C-3DC48C143F5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759" y="2110"/>
            <a:ext cx="689" cy="217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9" imgW="423000" imgH="93600" progId="Equation.DSMT4">
                    <p:embed/>
                  </p:oleObj>
                </mc:Choice>
                <mc:Fallback>
                  <p:oleObj r:id="rId9" imgW="423000" imgH="93600" progId="Equation.DSMT4">
                    <p:embed/>
                    <p:pic>
                      <p:nvPicPr>
                        <p:cNvPr id="21544" name="Object 140" descr="虚线网格">
                          <a:extLst>
                            <a:ext uri="{FF2B5EF4-FFF2-40B4-BE49-F238E27FC236}">
                              <a16:creationId xmlns:a16="http://schemas.microsoft.com/office/drawing/2014/main" id="{2239A66D-6E62-10C7-E97C-3DC48C143F5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59" y="2110"/>
                          <a:ext cx="689" cy="217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1545" name="AutoShape 141">
              <a:extLst>
                <a:ext uri="{FF2B5EF4-FFF2-40B4-BE49-F238E27FC236}">
                  <a16:creationId xmlns:a16="http://schemas.microsoft.com/office/drawing/2014/main" id="{F8B19470-1470-96BF-9543-9D3777DE2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3" y="2159"/>
              <a:ext cx="318" cy="140"/>
            </a:xfrm>
            <a:prstGeom prst="rightArrow">
              <a:avLst>
                <a:gd name="adj1" fmla="val 50000"/>
                <a:gd name="adj2" fmla="val 56765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sp>
        <p:nvSpPr>
          <p:cNvPr id="496782" name="Rectangle 142">
            <a:extLst>
              <a:ext uri="{FF2B5EF4-FFF2-40B4-BE49-F238E27FC236}">
                <a16:creationId xmlns:a16="http://schemas.microsoft.com/office/drawing/2014/main" id="{2EB5D396-23C9-1A68-0047-5142A32DE9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523875"/>
            <a:ext cx="6551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chemeClr val="bg1"/>
                </a:solidFill>
              </a:rPr>
              <a:t>5.1.2  </a:t>
            </a:r>
            <a:r>
              <a:rPr lang="zh-CN" altLang="en-US">
                <a:solidFill>
                  <a:schemeClr val="bg1"/>
                </a:solidFill>
                <a:ea typeface="幼圆" panose="02010509060101010101" pitchFamily="49" charset="-122"/>
              </a:rPr>
              <a:t>理想介质中</a:t>
            </a:r>
            <a:r>
              <a:rPr lang="zh-CN" altLang="en-US">
                <a:solidFill>
                  <a:srgbClr val="FF0000"/>
                </a:solidFill>
                <a:ea typeface="幼圆" panose="02010509060101010101" pitchFamily="49" charset="-122"/>
              </a:rPr>
              <a:t>均匀平面波</a:t>
            </a:r>
            <a:r>
              <a:rPr lang="zh-CN" altLang="en-US">
                <a:solidFill>
                  <a:schemeClr val="bg1"/>
                </a:solidFill>
                <a:ea typeface="幼圆" panose="02010509060101010101" pitchFamily="49" charset="-122"/>
              </a:rPr>
              <a:t>的传播特点</a:t>
            </a:r>
          </a:p>
        </p:txBody>
      </p:sp>
      <p:graphicFrame>
        <p:nvGraphicFramePr>
          <p:cNvPr id="496787" name="Object 147" descr="虚线网格">
            <a:extLst>
              <a:ext uri="{FF2B5EF4-FFF2-40B4-BE49-F238E27FC236}">
                <a16:creationId xmlns:a16="http://schemas.microsoft.com/office/drawing/2014/main" id="{D2D27980-79F3-9751-221A-E27167EB5E87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755650" y="2133600"/>
          <a:ext cx="7056438" cy="515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2796480" imgH="148680" progId="Equation.3">
                  <p:embed/>
                </p:oleObj>
              </mc:Choice>
              <mc:Fallback>
                <p:oleObj r:id="rId11" imgW="2796480" imgH="148680" progId="Equation.3">
                  <p:embed/>
                  <p:pic>
                    <p:nvPicPr>
                      <p:cNvPr id="496787" name="Object 147" descr="虚线网格">
                        <a:extLst>
                          <a:ext uri="{FF2B5EF4-FFF2-40B4-BE49-F238E27FC236}">
                            <a16:creationId xmlns:a16="http://schemas.microsoft.com/office/drawing/2014/main" id="{D2D27980-79F3-9751-221A-E27167EB5E87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2133600"/>
                        <a:ext cx="7056438" cy="515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96789" name="Text Box 149">
            <a:extLst>
              <a:ext uri="{FF2B5EF4-FFF2-40B4-BE49-F238E27FC236}">
                <a16:creationId xmlns:a16="http://schemas.microsoft.com/office/drawing/2014/main" id="{DEA28F8D-F93D-9E83-D238-3690B5F9F3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557338"/>
            <a:ext cx="6048375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1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对于沿</a:t>
            </a:r>
            <a:r>
              <a:rPr lang="en-US" altLang="zh-CN">
                <a:solidFill>
                  <a:schemeClr val="bg1"/>
                </a:solidFill>
              </a:rPr>
              <a:t>+z</a:t>
            </a:r>
            <a:r>
              <a:rPr lang="zh-CN" altLang="en-US">
                <a:solidFill>
                  <a:schemeClr val="bg1"/>
                </a:solidFill>
              </a:rPr>
              <a:t>方向传播的均匀平面波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13"/>
              </a:buBlip>
            </a:pP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4967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49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4967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4966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2000"/>
                                        <p:tgtEl>
                                          <p:spTgt spid="496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4966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2000"/>
                                        <p:tgtEl>
                                          <p:spTgt spid="4967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3000"/>
                                        <p:tgtEl>
                                          <p:spTgt spid="4967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4967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6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2000"/>
                                        <p:tgtEl>
                                          <p:spTgt spid="4967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96652" grpId="0"/>
      <p:bldP spid="496666" grpId="0"/>
      <p:bldP spid="496677" grpId="0"/>
      <p:bldP spid="496675" grpId="0"/>
      <p:bldP spid="496782" grpId="0"/>
      <p:bldP spid="496789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灯片编号占位符 2">
            <a:extLst>
              <a:ext uri="{FF2B5EF4-FFF2-40B4-BE49-F238E27FC236}">
                <a16:creationId xmlns:a16="http://schemas.microsoft.com/office/drawing/2014/main" id="{E569D673-924E-2CDD-20EB-86136672AE3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4689422-DFFC-480E-9AB2-B57B843785FB}" type="slidenum">
              <a:rPr lang="en-US" altLang="zh-CN"/>
              <a:pPr/>
              <a:t>12</a:t>
            </a:fld>
            <a:endParaRPr lang="en-US" altLang="zh-CN"/>
          </a:p>
        </p:txBody>
      </p:sp>
      <p:sp>
        <p:nvSpPr>
          <p:cNvPr id="649229" name="Text Box 13">
            <a:extLst>
              <a:ext uri="{FF2B5EF4-FFF2-40B4-BE49-F238E27FC236}">
                <a16:creationId xmlns:a16="http://schemas.microsoft.com/office/drawing/2014/main" id="{8F5E595F-FFAA-A5DA-27FA-ADA9C968E5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3500" y="549275"/>
            <a:ext cx="7172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zh-CN" altLang="en-US">
                <a:solidFill>
                  <a:schemeClr val="bg1"/>
                </a:solidFill>
              </a:rPr>
              <a:t>）相位常数</a:t>
            </a:r>
            <a:r>
              <a:rPr lang="en-US" altLang="zh-CN" i="1">
                <a:solidFill>
                  <a:schemeClr val="bg1"/>
                </a:solidFill>
                <a:ea typeface="宋体" panose="02010600030101010101" pitchFamily="2" charset="-122"/>
              </a:rPr>
              <a:t>k</a:t>
            </a:r>
            <a:r>
              <a:rPr lang="en-US" altLang="zh-CN"/>
              <a:t> </a:t>
            </a:r>
            <a:r>
              <a:rPr lang="zh-CN" altLang="en-US">
                <a:solidFill>
                  <a:schemeClr val="bg1"/>
                </a:solidFill>
              </a:rPr>
              <a:t>（波数</a:t>
            </a:r>
            <a:r>
              <a:rPr lang="en-US" altLang="zh-CN" i="1">
                <a:solidFill>
                  <a:schemeClr val="bg1"/>
                </a:solidFill>
              </a:rPr>
              <a:t>k</a:t>
            </a:r>
            <a:r>
              <a:rPr lang="zh-CN" altLang="en-US">
                <a:solidFill>
                  <a:schemeClr val="bg1"/>
                </a:solidFill>
              </a:rPr>
              <a:t>）和波长</a:t>
            </a:r>
          </a:p>
        </p:txBody>
      </p:sp>
      <p:sp>
        <p:nvSpPr>
          <p:cNvPr id="649230" name="Text Box 14">
            <a:extLst>
              <a:ext uri="{FF2B5EF4-FFF2-40B4-BE49-F238E27FC236}">
                <a16:creationId xmlns:a16="http://schemas.microsoft.com/office/drawing/2014/main" id="{DD6FFC86-8483-EE97-6B8C-3E8DAB664AF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601913"/>
            <a:ext cx="4824413" cy="1114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i="1">
                <a:solidFill>
                  <a:schemeClr val="bg1"/>
                </a:solidFill>
                <a:ea typeface="幼圆" panose="02010509060101010101" pitchFamily="49" charset="-122"/>
              </a:rPr>
              <a:t>k </a:t>
            </a:r>
            <a:r>
              <a:rPr lang="zh-CN" altLang="en-US">
                <a:solidFill>
                  <a:schemeClr val="bg1"/>
                </a:solidFill>
              </a:rPr>
              <a:t>的大小等于空间距离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el-GR" altLang="zh-CN">
                <a:solidFill>
                  <a:schemeClr val="bg1"/>
                </a:solidFill>
              </a:rPr>
              <a:t>π</a:t>
            </a:r>
            <a:r>
              <a:rPr lang="zh-CN" altLang="en-US">
                <a:solidFill>
                  <a:schemeClr val="bg1"/>
                </a:solidFill>
              </a:rPr>
              <a:t>内所包含的波长数目，因此也称为</a:t>
            </a: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波数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649247" name="Text Box 31">
            <a:extLst>
              <a:ext uri="{FF2B5EF4-FFF2-40B4-BE49-F238E27FC236}">
                <a16:creationId xmlns:a16="http://schemas.microsoft.com/office/drawing/2014/main" id="{6F66DD4F-9040-CA0A-A926-094C361460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4652963"/>
            <a:ext cx="8640762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99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波长</a:t>
            </a:r>
            <a:r>
              <a:rPr lang="el-GR" altLang="zh-CN" i="1">
                <a:solidFill>
                  <a:srgbClr val="FF99FF"/>
                </a:solidFill>
              </a:rPr>
              <a:t>λ</a:t>
            </a: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99FF"/>
                </a:solidFill>
                <a:latin typeface="Arial" panose="020B0604020202020204" pitchFamily="34" charset="0"/>
                <a:ea typeface="宋体" panose="02010600030101010101" pitchFamily="2" charset="-122"/>
              </a:rPr>
              <a:t>：</a:t>
            </a:r>
            <a:r>
              <a:rPr lang="zh-CN" altLang="en-US">
                <a:solidFill>
                  <a:schemeClr val="bg1"/>
                </a:solidFill>
                <a:latin typeface="Arial" panose="020B0604020202020204" pitchFamily="34" charset="0"/>
              </a:rPr>
              <a:t>在任意固定时刻，</a:t>
            </a:r>
            <a:r>
              <a:rPr lang="zh-CN" altLang="en-US">
                <a:solidFill>
                  <a:schemeClr val="bg1"/>
                </a:solidFill>
              </a:rPr>
              <a:t>空间相位差为</a:t>
            </a:r>
            <a:r>
              <a:rPr lang="en-US" altLang="zh-CN">
                <a:solidFill>
                  <a:schemeClr val="bg1"/>
                </a:solidFill>
              </a:rPr>
              <a:t>2</a:t>
            </a:r>
            <a:r>
              <a:rPr lang="el-GR" altLang="zh-CN">
                <a:solidFill>
                  <a:schemeClr val="bg1"/>
                </a:solidFill>
              </a:rPr>
              <a:t>π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zh-CN" altLang="en-US">
                <a:solidFill>
                  <a:schemeClr val="bg1"/>
                </a:solidFill>
              </a:rPr>
              <a:t>的两个波阵面的间距。</a:t>
            </a:r>
            <a:endParaRPr lang="zh-CN" altLang="en-US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649256" name="Text Box 40">
            <a:extLst>
              <a:ext uri="{FF2B5EF4-FFF2-40B4-BE49-F238E27FC236}">
                <a16:creationId xmlns:a16="http://schemas.microsoft.com/office/drawing/2014/main" id="{91A558C6-DEF0-3337-66A5-DD74DFB1DE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825" y="1171575"/>
            <a:ext cx="698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相位常数</a:t>
            </a:r>
            <a:r>
              <a:rPr lang="zh-CN" altLang="en-US">
                <a:solidFill>
                  <a:srgbClr val="FF99FF"/>
                </a:solidFill>
              </a:rPr>
              <a:t> </a:t>
            </a:r>
            <a:r>
              <a:rPr lang="en-US" altLang="zh-CN" b="0" i="1">
                <a:solidFill>
                  <a:srgbClr val="FF99FF"/>
                </a:solidFill>
              </a:rPr>
              <a:t>k</a:t>
            </a:r>
            <a:r>
              <a:rPr lang="en-US" altLang="zh-CN" i="1">
                <a:solidFill>
                  <a:schemeClr val="bg1"/>
                </a:solidFill>
                <a:ea typeface="宋体" panose="02010600030101010101" pitchFamily="2" charset="-122"/>
              </a:rPr>
              <a:t> </a:t>
            </a:r>
            <a:r>
              <a:rPr lang="zh-CN" altLang="en-US">
                <a:solidFill>
                  <a:srgbClr val="FF99FF"/>
                </a:solidFill>
                <a:ea typeface="宋体" panose="02010600030101010101" pitchFamily="2" charset="-122"/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表示波传播单位距离的相位变化。</a:t>
            </a:r>
            <a:endParaRPr lang="zh-CN" altLang="en-US" b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649297" name="Group 81">
            <a:extLst>
              <a:ext uri="{FF2B5EF4-FFF2-40B4-BE49-F238E27FC236}">
                <a16:creationId xmlns:a16="http://schemas.microsoft.com/office/drawing/2014/main" id="{49F045CE-A0B3-ECC3-8BC5-17875B553F56}"/>
              </a:ext>
            </a:extLst>
          </p:cNvPr>
          <p:cNvGrpSpPr>
            <a:grpSpLocks/>
          </p:cNvGrpSpPr>
          <p:nvPr/>
        </p:nvGrpSpPr>
        <p:grpSpPr bwMode="auto">
          <a:xfrm>
            <a:off x="5435600" y="1839913"/>
            <a:ext cx="3595688" cy="2813050"/>
            <a:chOff x="3424" y="1976"/>
            <a:chExt cx="2265" cy="1772"/>
          </a:xfrm>
        </p:grpSpPr>
        <p:grpSp>
          <p:nvGrpSpPr>
            <p:cNvPr id="23559" name="Group 52">
              <a:extLst>
                <a:ext uri="{FF2B5EF4-FFF2-40B4-BE49-F238E27FC236}">
                  <a16:creationId xmlns:a16="http://schemas.microsoft.com/office/drawing/2014/main" id="{275E83EB-24C2-4CD4-F8FF-645CCE7010B5}"/>
                </a:ext>
              </a:extLst>
            </p:cNvPr>
            <p:cNvGrpSpPr>
              <a:grpSpLocks noChangeAspect="1"/>
            </p:cNvGrpSpPr>
            <p:nvPr/>
          </p:nvGrpSpPr>
          <p:grpSpPr bwMode="auto">
            <a:xfrm>
              <a:off x="3424" y="1976"/>
              <a:ext cx="2265" cy="1772"/>
              <a:chOff x="3424" y="1745"/>
              <a:chExt cx="2265" cy="1772"/>
            </a:xfrm>
          </p:grpSpPr>
          <p:sp>
            <p:nvSpPr>
              <p:cNvPr id="23560" name="AutoShape 51">
                <a:extLst>
                  <a:ext uri="{FF2B5EF4-FFF2-40B4-BE49-F238E27FC236}">
                    <a16:creationId xmlns:a16="http://schemas.microsoft.com/office/drawing/2014/main" id="{DAFD2D3A-E3C3-61E7-F352-748E1D196FA9}"/>
                  </a:ext>
                </a:extLst>
              </p:cNvPr>
              <p:cNvSpPr>
                <a:spLocks noChangeAspect="1" noChangeArrowheads="1" noTextEdit="1"/>
              </p:cNvSpPr>
              <p:nvPr/>
            </p:nvSpPr>
            <p:spPr bwMode="auto">
              <a:xfrm>
                <a:off x="3424" y="1745"/>
                <a:ext cx="2245" cy="168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eaLnBrk="0" hangingPunct="0"/>
                <a:endParaRPr lang="zh-CN" altLang="en-US"/>
              </a:p>
            </p:txBody>
          </p:sp>
          <p:sp>
            <p:nvSpPr>
              <p:cNvPr id="23561" name="Rectangle 53">
                <a:extLst>
                  <a:ext uri="{FF2B5EF4-FFF2-40B4-BE49-F238E27FC236}">
                    <a16:creationId xmlns:a16="http://schemas.microsoft.com/office/drawing/2014/main" id="{70DBB674-8B94-C3A6-EB7D-6A5C44F1A1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665" y="3402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2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62" name="Rectangle 54">
                <a:extLst>
                  <a:ext uri="{FF2B5EF4-FFF2-40B4-BE49-F238E27FC236}">
                    <a16:creationId xmlns:a16="http://schemas.microsoft.com/office/drawing/2014/main" id="{14869DA5-8C6B-5BAE-7690-10A24B876D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7" y="1754"/>
                <a:ext cx="2236" cy="1667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3563" name="Rectangle 55">
                <a:extLst>
                  <a:ext uri="{FF2B5EF4-FFF2-40B4-BE49-F238E27FC236}">
                    <a16:creationId xmlns:a16="http://schemas.microsoft.com/office/drawing/2014/main" id="{4DAAC3DC-F54B-E098-C542-AE89A9B180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27" y="1754"/>
                <a:ext cx="2236" cy="1667"/>
              </a:xfrm>
              <a:prstGeom prst="rect">
                <a:avLst/>
              </a:prstGeom>
              <a:noFill/>
              <a:ln w="9525">
                <a:solidFill>
                  <a:srgbClr val="FF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3564" name="Freeform 56">
                <a:extLst>
                  <a:ext uri="{FF2B5EF4-FFF2-40B4-BE49-F238E27FC236}">
                    <a16:creationId xmlns:a16="http://schemas.microsoft.com/office/drawing/2014/main" id="{9470DAE1-049E-D0C8-BA59-82926316D8C8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686" y="2431"/>
                <a:ext cx="1815" cy="36"/>
              </a:xfrm>
              <a:custGeom>
                <a:avLst/>
                <a:gdLst>
                  <a:gd name="T0" fmla="*/ 0 w 1815"/>
                  <a:gd name="T1" fmla="*/ 11 h 36"/>
                  <a:gd name="T2" fmla="*/ 1739 w 1815"/>
                  <a:gd name="T3" fmla="*/ 12 h 36"/>
                  <a:gd name="T4" fmla="*/ 1739 w 1815"/>
                  <a:gd name="T5" fmla="*/ 25 h 36"/>
                  <a:gd name="T6" fmla="*/ 0 w 1815"/>
                  <a:gd name="T7" fmla="*/ 25 h 36"/>
                  <a:gd name="T8" fmla="*/ 0 w 1815"/>
                  <a:gd name="T9" fmla="*/ 11 h 36"/>
                  <a:gd name="T10" fmla="*/ 1730 w 1815"/>
                  <a:gd name="T11" fmla="*/ 0 h 36"/>
                  <a:gd name="T12" fmla="*/ 1815 w 1815"/>
                  <a:gd name="T13" fmla="*/ 19 h 36"/>
                  <a:gd name="T14" fmla="*/ 1730 w 1815"/>
                  <a:gd name="T15" fmla="*/ 36 h 36"/>
                  <a:gd name="T16" fmla="*/ 1730 w 1815"/>
                  <a:gd name="T17" fmla="*/ 0 h 3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1815" h="36">
                    <a:moveTo>
                      <a:pt x="0" y="11"/>
                    </a:moveTo>
                    <a:lnTo>
                      <a:pt x="1739" y="12"/>
                    </a:lnTo>
                    <a:lnTo>
                      <a:pt x="1739" y="25"/>
                    </a:lnTo>
                    <a:lnTo>
                      <a:pt x="0" y="25"/>
                    </a:lnTo>
                    <a:lnTo>
                      <a:pt x="0" y="11"/>
                    </a:lnTo>
                    <a:close/>
                    <a:moveTo>
                      <a:pt x="1730" y="0"/>
                    </a:moveTo>
                    <a:lnTo>
                      <a:pt x="1815" y="19"/>
                    </a:lnTo>
                    <a:lnTo>
                      <a:pt x="1730" y="36"/>
                    </a:lnTo>
                    <a:lnTo>
                      <a:pt x="1730" y="0"/>
                    </a:lnTo>
                    <a:close/>
                  </a:path>
                </a:pathLst>
              </a:custGeom>
              <a:solidFill>
                <a:srgbClr val="0000FF"/>
              </a:solidFill>
              <a:ln w="15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5" name="Freeform 57">
                <a:extLst>
                  <a:ext uri="{FF2B5EF4-FFF2-40B4-BE49-F238E27FC236}">
                    <a16:creationId xmlns:a16="http://schemas.microsoft.com/office/drawing/2014/main" id="{2D0A8153-D3C6-C698-6FD7-8F442DC68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3" y="2101"/>
                <a:ext cx="458" cy="348"/>
              </a:xfrm>
              <a:custGeom>
                <a:avLst/>
                <a:gdLst>
                  <a:gd name="T0" fmla="*/ 14 w 458"/>
                  <a:gd name="T1" fmla="*/ 315 h 348"/>
                  <a:gd name="T2" fmla="*/ 43 w 458"/>
                  <a:gd name="T3" fmla="*/ 251 h 348"/>
                  <a:gd name="T4" fmla="*/ 64 w 458"/>
                  <a:gd name="T5" fmla="*/ 205 h 348"/>
                  <a:gd name="T6" fmla="*/ 78 w 458"/>
                  <a:gd name="T7" fmla="*/ 175 h 348"/>
                  <a:gd name="T8" fmla="*/ 93 w 458"/>
                  <a:gd name="T9" fmla="*/ 148 h 348"/>
                  <a:gd name="T10" fmla="*/ 107 w 458"/>
                  <a:gd name="T11" fmla="*/ 121 h 348"/>
                  <a:gd name="T12" fmla="*/ 121 w 458"/>
                  <a:gd name="T13" fmla="*/ 97 h 348"/>
                  <a:gd name="T14" fmla="*/ 136 w 458"/>
                  <a:gd name="T15" fmla="*/ 75 h 348"/>
                  <a:gd name="T16" fmla="*/ 150 w 458"/>
                  <a:gd name="T17" fmla="*/ 55 h 348"/>
                  <a:gd name="T18" fmla="*/ 164 w 458"/>
                  <a:gd name="T19" fmla="*/ 37 h 348"/>
                  <a:gd name="T20" fmla="*/ 179 w 458"/>
                  <a:gd name="T21" fmla="*/ 24 h 348"/>
                  <a:gd name="T22" fmla="*/ 193 w 458"/>
                  <a:gd name="T23" fmla="*/ 13 h 348"/>
                  <a:gd name="T24" fmla="*/ 207 w 458"/>
                  <a:gd name="T25" fmla="*/ 4 h 348"/>
                  <a:gd name="T26" fmla="*/ 221 w 458"/>
                  <a:gd name="T27" fmla="*/ 1 h 348"/>
                  <a:gd name="T28" fmla="*/ 233 w 458"/>
                  <a:gd name="T29" fmla="*/ 0 h 348"/>
                  <a:gd name="T30" fmla="*/ 240 w 458"/>
                  <a:gd name="T31" fmla="*/ 2 h 348"/>
                  <a:gd name="T32" fmla="*/ 247 w 458"/>
                  <a:gd name="T33" fmla="*/ 5 h 348"/>
                  <a:gd name="T34" fmla="*/ 255 w 458"/>
                  <a:gd name="T35" fmla="*/ 10 h 348"/>
                  <a:gd name="T36" fmla="*/ 263 w 458"/>
                  <a:gd name="T37" fmla="*/ 16 h 348"/>
                  <a:gd name="T38" fmla="*/ 272 w 458"/>
                  <a:gd name="T39" fmla="*/ 24 h 348"/>
                  <a:gd name="T40" fmla="*/ 280 w 458"/>
                  <a:gd name="T41" fmla="*/ 32 h 348"/>
                  <a:gd name="T42" fmla="*/ 292 w 458"/>
                  <a:gd name="T43" fmla="*/ 46 h 348"/>
                  <a:gd name="T44" fmla="*/ 308 w 458"/>
                  <a:gd name="T45" fmla="*/ 70 h 348"/>
                  <a:gd name="T46" fmla="*/ 325 w 458"/>
                  <a:gd name="T47" fmla="*/ 95 h 348"/>
                  <a:gd name="T48" fmla="*/ 341 w 458"/>
                  <a:gd name="T49" fmla="*/ 123 h 348"/>
                  <a:gd name="T50" fmla="*/ 357 w 458"/>
                  <a:gd name="T51" fmla="*/ 152 h 348"/>
                  <a:gd name="T52" fmla="*/ 389 w 458"/>
                  <a:gd name="T53" fmla="*/ 213 h 348"/>
                  <a:gd name="T54" fmla="*/ 403 w 458"/>
                  <a:gd name="T55" fmla="*/ 242 h 348"/>
                  <a:gd name="T56" fmla="*/ 417 w 458"/>
                  <a:gd name="T57" fmla="*/ 269 h 348"/>
                  <a:gd name="T58" fmla="*/ 429 w 458"/>
                  <a:gd name="T59" fmla="*/ 294 h 348"/>
                  <a:gd name="T60" fmla="*/ 440 w 458"/>
                  <a:gd name="T61" fmla="*/ 317 h 348"/>
                  <a:gd name="T62" fmla="*/ 445 w 458"/>
                  <a:gd name="T63" fmla="*/ 326 h 348"/>
                  <a:gd name="T64" fmla="*/ 450 w 458"/>
                  <a:gd name="T65" fmla="*/ 335 h 348"/>
                  <a:gd name="T66" fmla="*/ 455 w 458"/>
                  <a:gd name="T67" fmla="*/ 341 h 348"/>
                  <a:gd name="T68" fmla="*/ 458 w 458"/>
                  <a:gd name="T69" fmla="*/ 348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58" h="348">
                    <a:moveTo>
                      <a:pt x="0" y="348"/>
                    </a:moveTo>
                    <a:lnTo>
                      <a:pt x="14" y="315"/>
                    </a:lnTo>
                    <a:lnTo>
                      <a:pt x="28" y="283"/>
                    </a:lnTo>
                    <a:lnTo>
                      <a:pt x="43" y="251"/>
                    </a:lnTo>
                    <a:lnTo>
                      <a:pt x="57" y="220"/>
                    </a:lnTo>
                    <a:lnTo>
                      <a:pt x="64" y="205"/>
                    </a:lnTo>
                    <a:lnTo>
                      <a:pt x="71" y="190"/>
                    </a:lnTo>
                    <a:lnTo>
                      <a:pt x="78" y="175"/>
                    </a:lnTo>
                    <a:lnTo>
                      <a:pt x="85" y="161"/>
                    </a:lnTo>
                    <a:lnTo>
                      <a:pt x="93" y="148"/>
                    </a:lnTo>
                    <a:lnTo>
                      <a:pt x="100" y="135"/>
                    </a:lnTo>
                    <a:lnTo>
                      <a:pt x="107" y="121"/>
                    </a:lnTo>
                    <a:lnTo>
                      <a:pt x="114" y="109"/>
                    </a:lnTo>
                    <a:lnTo>
                      <a:pt x="121" y="97"/>
                    </a:lnTo>
                    <a:lnTo>
                      <a:pt x="128" y="86"/>
                    </a:lnTo>
                    <a:lnTo>
                      <a:pt x="136" y="75"/>
                    </a:lnTo>
                    <a:lnTo>
                      <a:pt x="143" y="64"/>
                    </a:lnTo>
                    <a:lnTo>
                      <a:pt x="150" y="55"/>
                    </a:lnTo>
                    <a:lnTo>
                      <a:pt x="157" y="46"/>
                    </a:lnTo>
                    <a:lnTo>
                      <a:pt x="164" y="37"/>
                    </a:lnTo>
                    <a:lnTo>
                      <a:pt x="171" y="30"/>
                    </a:lnTo>
                    <a:lnTo>
                      <a:pt x="179" y="24"/>
                    </a:lnTo>
                    <a:lnTo>
                      <a:pt x="186" y="17"/>
                    </a:lnTo>
                    <a:lnTo>
                      <a:pt x="193" y="13"/>
                    </a:lnTo>
                    <a:lnTo>
                      <a:pt x="200" y="9"/>
                    </a:lnTo>
                    <a:lnTo>
                      <a:pt x="207" y="4"/>
                    </a:lnTo>
                    <a:lnTo>
                      <a:pt x="214" y="2"/>
                    </a:lnTo>
                    <a:lnTo>
                      <a:pt x="221" y="1"/>
                    </a:lnTo>
                    <a:lnTo>
                      <a:pt x="229" y="0"/>
                    </a:lnTo>
                    <a:lnTo>
                      <a:pt x="233" y="0"/>
                    </a:lnTo>
                    <a:lnTo>
                      <a:pt x="236" y="1"/>
                    </a:lnTo>
                    <a:lnTo>
                      <a:pt x="240" y="2"/>
                    </a:lnTo>
                    <a:lnTo>
                      <a:pt x="244" y="3"/>
                    </a:lnTo>
                    <a:lnTo>
                      <a:pt x="247" y="5"/>
                    </a:lnTo>
                    <a:lnTo>
                      <a:pt x="251" y="8"/>
                    </a:lnTo>
                    <a:lnTo>
                      <a:pt x="255" y="10"/>
                    </a:lnTo>
                    <a:lnTo>
                      <a:pt x="259" y="13"/>
                    </a:lnTo>
                    <a:lnTo>
                      <a:pt x="263" y="16"/>
                    </a:lnTo>
                    <a:lnTo>
                      <a:pt x="267" y="19"/>
                    </a:lnTo>
                    <a:lnTo>
                      <a:pt x="272" y="24"/>
                    </a:lnTo>
                    <a:lnTo>
                      <a:pt x="276" y="28"/>
                    </a:lnTo>
                    <a:lnTo>
                      <a:pt x="280" y="32"/>
                    </a:lnTo>
                    <a:lnTo>
                      <a:pt x="284" y="36"/>
                    </a:lnTo>
                    <a:lnTo>
                      <a:pt x="292" y="46"/>
                    </a:lnTo>
                    <a:lnTo>
                      <a:pt x="300" y="58"/>
                    </a:lnTo>
                    <a:lnTo>
                      <a:pt x="308" y="70"/>
                    </a:lnTo>
                    <a:lnTo>
                      <a:pt x="317" y="81"/>
                    </a:lnTo>
                    <a:lnTo>
                      <a:pt x="325" y="95"/>
                    </a:lnTo>
                    <a:lnTo>
                      <a:pt x="333" y="109"/>
                    </a:lnTo>
                    <a:lnTo>
                      <a:pt x="341" y="123"/>
                    </a:lnTo>
                    <a:lnTo>
                      <a:pt x="349" y="138"/>
                    </a:lnTo>
                    <a:lnTo>
                      <a:pt x="357" y="152"/>
                    </a:lnTo>
                    <a:lnTo>
                      <a:pt x="374" y="183"/>
                    </a:lnTo>
                    <a:lnTo>
                      <a:pt x="389" y="213"/>
                    </a:lnTo>
                    <a:lnTo>
                      <a:pt x="396" y="227"/>
                    </a:lnTo>
                    <a:lnTo>
                      <a:pt x="403" y="242"/>
                    </a:lnTo>
                    <a:lnTo>
                      <a:pt x="411" y="256"/>
                    </a:lnTo>
                    <a:lnTo>
                      <a:pt x="417" y="269"/>
                    </a:lnTo>
                    <a:lnTo>
                      <a:pt x="423" y="282"/>
                    </a:lnTo>
                    <a:lnTo>
                      <a:pt x="429" y="294"/>
                    </a:lnTo>
                    <a:lnTo>
                      <a:pt x="435" y="306"/>
                    </a:lnTo>
                    <a:lnTo>
                      <a:pt x="440" y="317"/>
                    </a:lnTo>
                    <a:lnTo>
                      <a:pt x="443" y="321"/>
                    </a:lnTo>
                    <a:lnTo>
                      <a:pt x="445" y="326"/>
                    </a:lnTo>
                    <a:lnTo>
                      <a:pt x="447" y="330"/>
                    </a:lnTo>
                    <a:lnTo>
                      <a:pt x="450" y="335"/>
                    </a:lnTo>
                    <a:lnTo>
                      <a:pt x="453" y="338"/>
                    </a:lnTo>
                    <a:lnTo>
                      <a:pt x="455" y="341"/>
                    </a:lnTo>
                    <a:lnTo>
                      <a:pt x="457" y="344"/>
                    </a:lnTo>
                    <a:lnTo>
                      <a:pt x="458" y="348"/>
                    </a:lnTo>
                  </a:path>
                </a:pathLst>
              </a:custGeom>
              <a:noFill/>
              <a:ln w="3333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6" name="Freeform 58">
                <a:extLst>
                  <a:ext uri="{FF2B5EF4-FFF2-40B4-BE49-F238E27FC236}">
                    <a16:creationId xmlns:a16="http://schemas.microsoft.com/office/drawing/2014/main" id="{B1CCB5D8-2A78-C33B-0461-13FB93CCE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71" y="2101"/>
                <a:ext cx="458" cy="348"/>
              </a:xfrm>
              <a:custGeom>
                <a:avLst/>
                <a:gdLst>
                  <a:gd name="T0" fmla="*/ 14 w 458"/>
                  <a:gd name="T1" fmla="*/ 315 h 348"/>
                  <a:gd name="T2" fmla="*/ 43 w 458"/>
                  <a:gd name="T3" fmla="*/ 251 h 348"/>
                  <a:gd name="T4" fmla="*/ 64 w 458"/>
                  <a:gd name="T5" fmla="*/ 205 h 348"/>
                  <a:gd name="T6" fmla="*/ 78 w 458"/>
                  <a:gd name="T7" fmla="*/ 175 h 348"/>
                  <a:gd name="T8" fmla="*/ 93 w 458"/>
                  <a:gd name="T9" fmla="*/ 148 h 348"/>
                  <a:gd name="T10" fmla="*/ 107 w 458"/>
                  <a:gd name="T11" fmla="*/ 121 h 348"/>
                  <a:gd name="T12" fmla="*/ 121 w 458"/>
                  <a:gd name="T13" fmla="*/ 97 h 348"/>
                  <a:gd name="T14" fmla="*/ 136 w 458"/>
                  <a:gd name="T15" fmla="*/ 75 h 348"/>
                  <a:gd name="T16" fmla="*/ 150 w 458"/>
                  <a:gd name="T17" fmla="*/ 55 h 348"/>
                  <a:gd name="T18" fmla="*/ 164 w 458"/>
                  <a:gd name="T19" fmla="*/ 37 h 348"/>
                  <a:gd name="T20" fmla="*/ 179 w 458"/>
                  <a:gd name="T21" fmla="*/ 24 h 348"/>
                  <a:gd name="T22" fmla="*/ 193 w 458"/>
                  <a:gd name="T23" fmla="*/ 13 h 348"/>
                  <a:gd name="T24" fmla="*/ 207 w 458"/>
                  <a:gd name="T25" fmla="*/ 4 h 348"/>
                  <a:gd name="T26" fmla="*/ 222 w 458"/>
                  <a:gd name="T27" fmla="*/ 1 h 348"/>
                  <a:gd name="T28" fmla="*/ 233 w 458"/>
                  <a:gd name="T29" fmla="*/ 0 h 348"/>
                  <a:gd name="T30" fmla="*/ 240 w 458"/>
                  <a:gd name="T31" fmla="*/ 2 h 348"/>
                  <a:gd name="T32" fmla="*/ 247 w 458"/>
                  <a:gd name="T33" fmla="*/ 5 h 348"/>
                  <a:gd name="T34" fmla="*/ 255 w 458"/>
                  <a:gd name="T35" fmla="*/ 10 h 348"/>
                  <a:gd name="T36" fmla="*/ 263 w 458"/>
                  <a:gd name="T37" fmla="*/ 16 h 348"/>
                  <a:gd name="T38" fmla="*/ 271 w 458"/>
                  <a:gd name="T39" fmla="*/ 24 h 348"/>
                  <a:gd name="T40" fmla="*/ 279 w 458"/>
                  <a:gd name="T41" fmla="*/ 32 h 348"/>
                  <a:gd name="T42" fmla="*/ 292 w 458"/>
                  <a:gd name="T43" fmla="*/ 46 h 348"/>
                  <a:gd name="T44" fmla="*/ 308 w 458"/>
                  <a:gd name="T45" fmla="*/ 70 h 348"/>
                  <a:gd name="T46" fmla="*/ 325 w 458"/>
                  <a:gd name="T47" fmla="*/ 95 h 348"/>
                  <a:gd name="T48" fmla="*/ 341 w 458"/>
                  <a:gd name="T49" fmla="*/ 123 h 348"/>
                  <a:gd name="T50" fmla="*/ 357 w 458"/>
                  <a:gd name="T51" fmla="*/ 152 h 348"/>
                  <a:gd name="T52" fmla="*/ 389 w 458"/>
                  <a:gd name="T53" fmla="*/ 213 h 348"/>
                  <a:gd name="T54" fmla="*/ 403 w 458"/>
                  <a:gd name="T55" fmla="*/ 242 h 348"/>
                  <a:gd name="T56" fmla="*/ 417 w 458"/>
                  <a:gd name="T57" fmla="*/ 269 h 348"/>
                  <a:gd name="T58" fmla="*/ 429 w 458"/>
                  <a:gd name="T59" fmla="*/ 294 h 348"/>
                  <a:gd name="T60" fmla="*/ 440 w 458"/>
                  <a:gd name="T61" fmla="*/ 317 h 348"/>
                  <a:gd name="T62" fmla="*/ 445 w 458"/>
                  <a:gd name="T63" fmla="*/ 326 h 348"/>
                  <a:gd name="T64" fmla="*/ 451 w 458"/>
                  <a:gd name="T65" fmla="*/ 335 h 348"/>
                  <a:gd name="T66" fmla="*/ 455 w 458"/>
                  <a:gd name="T67" fmla="*/ 341 h 348"/>
                  <a:gd name="T68" fmla="*/ 458 w 458"/>
                  <a:gd name="T69" fmla="*/ 348 h 3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58" h="348">
                    <a:moveTo>
                      <a:pt x="0" y="348"/>
                    </a:moveTo>
                    <a:lnTo>
                      <a:pt x="14" y="315"/>
                    </a:lnTo>
                    <a:lnTo>
                      <a:pt x="28" y="283"/>
                    </a:lnTo>
                    <a:lnTo>
                      <a:pt x="43" y="251"/>
                    </a:lnTo>
                    <a:lnTo>
                      <a:pt x="57" y="220"/>
                    </a:lnTo>
                    <a:lnTo>
                      <a:pt x="64" y="205"/>
                    </a:lnTo>
                    <a:lnTo>
                      <a:pt x="71" y="190"/>
                    </a:lnTo>
                    <a:lnTo>
                      <a:pt x="78" y="175"/>
                    </a:lnTo>
                    <a:lnTo>
                      <a:pt x="86" y="161"/>
                    </a:lnTo>
                    <a:lnTo>
                      <a:pt x="93" y="148"/>
                    </a:lnTo>
                    <a:lnTo>
                      <a:pt x="100" y="135"/>
                    </a:lnTo>
                    <a:lnTo>
                      <a:pt x="107" y="121"/>
                    </a:lnTo>
                    <a:lnTo>
                      <a:pt x="114" y="109"/>
                    </a:lnTo>
                    <a:lnTo>
                      <a:pt x="121" y="97"/>
                    </a:lnTo>
                    <a:lnTo>
                      <a:pt x="128" y="86"/>
                    </a:lnTo>
                    <a:lnTo>
                      <a:pt x="136" y="75"/>
                    </a:lnTo>
                    <a:lnTo>
                      <a:pt x="143" y="64"/>
                    </a:lnTo>
                    <a:lnTo>
                      <a:pt x="150" y="55"/>
                    </a:lnTo>
                    <a:lnTo>
                      <a:pt x="157" y="46"/>
                    </a:lnTo>
                    <a:lnTo>
                      <a:pt x="164" y="37"/>
                    </a:lnTo>
                    <a:lnTo>
                      <a:pt x="171" y="30"/>
                    </a:lnTo>
                    <a:lnTo>
                      <a:pt x="179" y="24"/>
                    </a:lnTo>
                    <a:lnTo>
                      <a:pt x="186" y="17"/>
                    </a:lnTo>
                    <a:lnTo>
                      <a:pt x="193" y="13"/>
                    </a:lnTo>
                    <a:lnTo>
                      <a:pt x="200" y="9"/>
                    </a:lnTo>
                    <a:lnTo>
                      <a:pt x="207" y="4"/>
                    </a:lnTo>
                    <a:lnTo>
                      <a:pt x="214" y="2"/>
                    </a:lnTo>
                    <a:lnTo>
                      <a:pt x="222" y="1"/>
                    </a:lnTo>
                    <a:lnTo>
                      <a:pt x="229" y="0"/>
                    </a:lnTo>
                    <a:lnTo>
                      <a:pt x="233" y="0"/>
                    </a:lnTo>
                    <a:lnTo>
                      <a:pt x="236" y="1"/>
                    </a:lnTo>
                    <a:lnTo>
                      <a:pt x="240" y="2"/>
                    </a:lnTo>
                    <a:lnTo>
                      <a:pt x="244" y="3"/>
                    </a:lnTo>
                    <a:lnTo>
                      <a:pt x="247" y="5"/>
                    </a:lnTo>
                    <a:lnTo>
                      <a:pt x="251" y="8"/>
                    </a:lnTo>
                    <a:lnTo>
                      <a:pt x="255" y="10"/>
                    </a:lnTo>
                    <a:lnTo>
                      <a:pt x="259" y="13"/>
                    </a:lnTo>
                    <a:lnTo>
                      <a:pt x="263" y="16"/>
                    </a:lnTo>
                    <a:lnTo>
                      <a:pt x="268" y="19"/>
                    </a:lnTo>
                    <a:lnTo>
                      <a:pt x="271" y="24"/>
                    </a:lnTo>
                    <a:lnTo>
                      <a:pt x="275" y="28"/>
                    </a:lnTo>
                    <a:lnTo>
                      <a:pt x="279" y="32"/>
                    </a:lnTo>
                    <a:lnTo>
                      <a:pt x="283" y="36"/>
                    </a:lnTo>
                    <a:lnTo>
                      <a:pt x="292" y="46"/>
                    </a:lnTo>
                    <a:lnTo>
                      <a:pt x="300" y="58"/>
                    </a:lnTo>
                    <a:lnTo>
                      <a:pt x="308" y="70"/>
                    </a:lnTo>
                    <a:lnTo>
                      <a:pt x="317" y="81"/>
                    </a:lnTo>
                    <a:lnTo>
                      <a:pt x="325" y="95"/>
                    </a:lnTo>
                    <a:lnTo>
                      <a:pt x="333" y="109"/>
                    </a:lnTo>
                    <a:lnTo>
                      <a:pt x="341" y="123"/>
                    </a:lnTo>
                    <a:lnTo>
                      <a:pt x="349" y="138"/>
                    </a:lnTo>
                    <a:lnTo>
                      <a:pt x="357" y="152"/>
                    </a:lnTo>
                    <a:lnTo>
                      <a:pt x="374" y="183"/>
                    </a:lnTo>
                    <a:lnTo>
                      <a:pt x="389" y="213"/>
                    </a:lnTo>
                    <a:lnTo>
                      <a:pt x="396" y="227"/>
                    </a:lnTo>
                    <a:lnTo>
                      <a:pt x="403" y="242"/>
                    </a:lnTo>
                    <a:lnTo>
                      <a:pt x="411" y="256"/>
                    </a:lnTo>
                    <a:lnTo>
                      <a:pt x="417" y="269"/>
                    </a:lnTo>
                    <a:lnTo>
                      <a:pt x="423" y="282"/>
                    </a:lnTo>
                    <a:lnTo>
                      <a:pt x="429" y="294"/>
                    </a:lnTo>
                    <a:lnTo>
                      <a:pt x="435" y="306"/>
                    </a:lnTo>
                    <a:lnTo>
                      <a:pt x="440" y="317"/>
                    </a:lnTo>
                    <a:lnTo>
                      <a:pt x="443" y="321"/>
                    </a:lnTo>
                    <a:lnTo>
                      <a:pt x="445" y="326"/>
                    </a:lnTo>
                    <a:lnTo>
                      <a:pt x="447" y="330"/>
                    </a:lnTo>
                    <a:lnTo>
                      <a:pt x="451" y="335"/>
                    </a:lnTo>
                    <a:lnTo>
                      <a:pt x="453" y="338"/>
                    </a:lnTo>
                    <a:lnTo>
                      <a:pt x="455" y="341"/>
                    </a:lnTo>
                    <a:lnTo>
                      <a:pt x="457" y="344"/>
                    </a:lnTo>
                    <a:lnTo>
                      <a:pt x="458" y="348"/>
                    </a:lnTo>
                  </a:path>
                </a:pathLst>
              </a:custGeom>
              <a:noFill/>
              <a:ln w="3333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7" name="Freeform 59">
                <a:extLst>
                  <a:ext uri="{FF2B5EF4-FFF2-40B4-BE49-F238E27FC236}">
                    <a16:creationId xmlns:a16="http://schemas.microsoft.com/office/drawing/2014/main" id="{44A29701-D872-C4D1-7D85-0273CFFCD7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10" y="2449"/>
                <a:ext cx="459" cy="347"/>
              </a:xfrm>
              <a:custGeom>
                <a:avLst/>
                <a:gdLst>
                  <a:gd name="T0" fmla="*/ 444 w 459"/>
                  <a:gd name="T1" fmla="*/ 33 h 347"/>
                  <a:gd name="T2" fmla="*/ 416 w 459"/>
                  <a:gd name="T3" fmla="*/ 97 h 347"/>
                  <a:gd name="T4" fmla="*/ 394 w 459"/>
                  <a:gd name="T5" fmla="*/ 143 h 347"/>
                  <a:gd name="T6" fmla="*/ 380 w 459"/>
                  <a:gd name="T7" fmla="*/ 172 h 347"/>
                  <a:gd name="T8" fmla="*/ 366 w 459"/>
                  <a:gd name="T9" fmla="*/ 199 h 347"/>
                  <a:gd name="T10" fmla="*/ 351 w 459"/>
                  <a:gd name="T11" fmla="*/ 226 h 347"/>
                  <a:gd name="T12" fmla="*/ 337 w 459"/>
                  <a:gd name="T13" fmla="*/ 251 h 347"/>
                  <a:gd name="T14" fmla="*/ 322 w 459"/>
                  <a:gd name="T15" fmla="*/ 273 h 347"/>
                  <a:gd name="T16" fmla="*/ 307 w 459"/>
                  <a:gd name="T17" fmla="*/ 292 h 347"/>
                  <a:gd name="T18" fmla="*/ 293 w 459"/>
                  <a:gd name="T19" fmla="*/ 310 h 347"/>
                  <a:gd name="T20" fmla="*/ 279 w 459"/>
                  <a:gd name="T21" fmla="*/ 325 h 347"/>
                  <a:gd name="T22" fmla="*/ 264 w 459"/>
                  <a:gd name="T23" fmla="*/ 335 h 347"/>
                  <a:gd name="T24" fmla="*/ 250 w 459"/>
                  <a:gd name="T25" fmla="*/ 343 h 347"/>
                  <a:gd name="T26" fmla="*/ 236 w 459"/>
                  <a:gd name="T27" fmla="*/ 347 h 347"/>
                  <a:gd name="T28" fmla="*/ 226 w 459"/>
                  <a:gd name="T29" fmla="*/ 347 h 347"/>
                  <a:gd name="T30" fmla="*/ 218 w 459"/>
                  <a:gd name="T31" fmla="*/ 346 h 347"/>
                  <a:gd name="T32" fmla="*/ 210 w 459"/>
                  <a:gd name="T33" fmla="*/ 343 h 347"/>
                  <a:gd name="T34" fmla="*/ 203 w 459"/>
                  <a:gd name="T35" fmla="*/ 337 h 347"/>
                  <a:gd name="T36" fmla="*/ 195 w 459"/>
                  <a:gd name="T37" fmla="*/ 332 h 347"/>
                  <a:gd name="T38" fmla="*/ 187 w 459"/>
                  <a:gd name="T39" fmla="*/ 325 h 347"/>
                  <a:gd name="T40" fmla="*/ 179 w 459"/>
                  <a:gd name="T41" fmla="*/ 316 h 347"/>
                  <a:gd name="T42" fmla="*/ 166 w 459"/>
                  <a:gd name="T43" fmla="*/ 301 h 347"/>
                  <a:gd name="T44" fmla="*/ 150 w 459"/>
                  <a:gd name="T45" fmla="*/ 279 h 347"/>
                  <a:gd name="T46" fmla="*/ 132 w 459"/>
                  <a:gd name="T47" fmla="*/ 253 h 347"/>
                  <a:gd name="T48" fmla="*/ 116 w 459"/>
                  <a:gd name="T49" fmla="*/ 225 h 347"/>
                  <a:gd name="T50" fmla="*/ 100 w 459"/>
                  <a:gd name="T51" fmla="*/ 195 h 347"/>
                  <a:gd name="T52" fmla="*/ 69 w 459"/>
                  <a:gd name="T53" fmla="*/ 135 h 347"/>
                  <a:gd name="T54" fmla="*/ 54 w 459"/>
                  <a:gd name="T55" fmla="*/ 106 h 347"/>
                  <a:gd name="T56" fmla="*/ 40 w 459"/>
                  <a:gd name="T57" fmla="*/ 79 h 347"/>
                  <a:gd name="T58" fmla="*/ 28 w 459"/>
                  <a:gd name="T59" fmla="*/ 53 h 347"/>
                  <a:gd name="T60" fmla="*/ 17 w 459"/>
                  <a:gd name="T61" fmla="*/ 32 h 347"/>
                  <a:gd name="T62" fmla="*/ 12 w 459"/>
                  <a:gd name="T63" fmla="*/ 22 h 347"/>
                  <a:gd name="T64" fmla="*/ 8 w 459"/>
                  <a:gd name="T65" fmla="*/ 13 h 347"/>
                  <a:gd name="T66" fmla="*/ 4 w 459"/>
                  <a:gd name="T67" fmla="*/ 6 h 347"/>
                  <a:gd name="T68" fmla="*/ 0 w 459"/>
                  <a:gd name="T69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59" h="347">
                    <a:moveTo>
                      <a:pt x="459" y="0"/>
                    </a:moveTo>
                    <a:lnTo>
                      <a:pt x="444" y="33"/>
                    </a:lnTo>
                    <a:lnTo>
                      <a:pt x="430" y="65"/>
                    </a:lnTo>
                    <a:lnTo>
                      <a:pt x="416" y="97"/>
                    </a:lnTo>
                    <a:lnTo>
                      <a:pt x="401" y="128"/>
                    </a:lnTo>
                    <a:lnTo>
                      <a:pt x="394" y="143"/>
                    </a:lnTo>
                    <a:lnTo>
                      <a:pt x="387" y="158"/>
                    </a:lnTo>
                    <a:lnTo>
                      <a:pt x="380" y="172"/>
                    </a:lnTo>
                    <a:lnTo>
                      <a:pt x="373" y="187"/>
                    </a:lnTo>
                    <a:lnTo>
                      <a:pt x="366" y="199"/>
                    </a:lnTo>
                    <a:lnTo>
                      <a:pt x="358" y="213"/>
                    </a:lnTo>
                    <a:lnTo>
                      <a:pt x="351" y="226"/>
                    </a:lnTo>
                    <a:lnTo>
                      <a:pt x="344" y="239"/>
                    </a:lnTo>
                    <a:lnTo>
                      <a:pt x="337" y="251"/>
                    </a:lnTo>
                    <a:lnTo>
                      <a:pt x="330" y="263"/>
                    </a:lnTo>
                    <a:lnTo>
                      <a:pt x="322" y="273"/>
                    </a:lnTo>
                    <a:lnTo>
                      <a:pt x="314" y="283"/>
                    </a:lnTo>
                    <a:lnTo>
                      <a:pt x="307" y="292"/>
                    </a:lnTo>
                    <a:lnTo>
                      <a:pt x="300" y="302"/>
                    </a:lnTo>
                    <a:lnTo>
                      <a:pt x="293" y="310"/>
                    </a:lnTo>
                    <a:lnTo>
                      <a:pt x="286" y="317"/>
                    </a:lnTo>
                    <a:lnTo>
                      <a:pt x="279" y="325"/>
                    </a:lnTo>
                    <a:lnTo>
                      <a:pt x="272" y="330"/>
                    </a:lnTo>
                    <a:lnTo>
                      <a:pt x="264" y="335"/>
                    </a:lnTo>
                    <a:lnTo>
                      <a:pt x="257" y="340"/>
                    </a:lnTo>
                    <a:lnTo>
                      <a:pt x="250" y="343"/>
                    </a:lnTo>
                    <a:lnTo>
                      <a:pt x="243" y="345"/>
                    </a:lnTo>
                    <a:lnTo>
                      <a:pt x="236" y="347"/>
                    </a:lnTo>
                    <a:lnTo>
                      <a:pt x="229" y="347"/>
                    </a:lnTo>
                    <a:lnTo>
                      <a:pt x="226" y="347"/>
                    </a:lnTo>
                    <a:lnTo>
                      <a:pt x="221" y="346"/>
                    </a:lnTo>
                    <a:lnTo>
                      <a:pt x="218" y="346"/>
                    </a:lnTo>
                    <a:lnTo>
                      <a:pt x="214" y="344"/>
                    </a:lnTo>
                    <a:lnTo>
                      <a:pt x="210" y="343"/>
                    </a:lnTo>
                    <a:lnTo>
                      <a:pt x="206" y="341"/>
                    </a:lnTo>
                    <a:lnTo>
                      <a:pt x="203" y="337"/>
                    </a:lnTo>
                    <a:lnTo>
                      <a:pt x="199" y="335"/>
                    </a:lnTo>
                    <a:lnTo>
                      <a:pt x="195" y="332"/>
                    </a:lnTo>
                    <a:lnTo>
                      <a:pt x="191" y="328"/>
                    </a:lnTo>
                    <a:lnTo>
                      <a:pt x="187" y="325"/>
                    </a:lnTo>
                    <a:lnTo>
                      <a:pt x="183" y="320"/>
                    </a:lnTo>
                    <a:lnTo>
                      <a:pt x="179" y="316"/>
                    </a:lnTo>
                    <a:lnTo>
                      <a:pt x="174" y="311"/>
                    </a:lnTo>
                    <a:lnTo>
                      <a:pt x="166" y="301"/>
                    </a:lnTo>
                    <a:lnTo>
                      <a:pt x="158" y="290"/>
                    </a:lnTo>
                    <a:lnTo>
                      <a:pt x="150" y="279"/>
                    </a:lnTo>
                    <a:lnTo>
                      <a:pt x="141" y="266"/>
                    </a:lnTo>
                    <a:lnTo>
                      <a:pt x="132" y="253"/>
                    </a:lnTo>
                    <a:lnTo>
                      <a:pt x="124" y="239"/>
                    </a:lnTo>
                    <a:lnTo>
                      <a:pt x="116" y="225"/>
                    </a:lnTo>
                    <a:lnTo>
                      <a:pt x="108" y="210"/>
                    </a:lnTo>
                    <a:lnTo>
                      <a:pt x="100" y="195"/>
                    </a:lnTo>
                    <a:lnTo>
                      <a:pt x="84" y="165"/>
                    </a:lnTo>
                    <a:lnTo>
                      <a:pt x="69" y="135"/>
                    </a:lnTo>
                    <a:lnTo>
                      <a:pt x="61" y="120"/>
                    </a:lnTo>
                    <a:lnTo>
                      <a:pt x="54" y="106"/>
                    </a:lnTo>
                    <a:lnTo>
                      <a:pt x="48" y="93"/>
                    </a:lnTo>
                    <a:lnTo>
                      <a:pt x="40" y="79"/>
                    </a:lnTo>
                    <a:lnTo>
                      <a:pt x="34" y="66"/>
                    </a:lnTo>
                    <a:lnTo>
                      <a:pt x="28" y="53"/>
                    </a:lnTo>
                    <a:lnTo>
                      <a:pt x="22" y="42"/>
                    </a:lnTo>
                    <a:lnTo>
                      <a:pt x="17" y="32"/>
                    </a:lnTo>
                    <a:lnTo>
                      <a:pt x="15" y="26"/>
                    </a:lnTo>
                    <a:lnTo>
                      <a:pt x="12" y="22"/>
                    </a:lnTo>
                    <a:lnTo>
                      <a:pt x="10" y="18"/>
                    </a:lnTo>
                    <a:lnTo>
                      <a:pt x="8" y="13"/>
                    </a:lnTo>
                    <a:lnTo>
                      <a:pt x="6" y="9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8" name="Freeform 60">
                <a:extLst>
                  <a:ext uri="{FF2B5EF4-FFF2-40B4-BE49-F238E27FC236}">
                    <a16:creationId xmlns:a16="http://schemas.microsoft.com/office/drawing/2014/main" id="{0746E47E-FBA5-48EB-6912-EF391FC73E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828" y="2449"/>
                <a:ext cx="459" cy="347"/>
              </a:xfrm>
              <a:custGeom>
                <a:avLst/>
                <a:gdLst>
                  <a:gd name="T0" fmla="*/ 444 w 459"/>
                  <a:gd name="T1" fmla="*/ 33 h 347"/>
                  <a:gd name="T2" fmla="*/ 416 w 459"/>
                  <a:gd name="T3" fmla="*/ 97 h 347"/>
                  <a:gd name="T4" fmla="*/ 394 w 459"/>
                  <a:gd name="T5" fmla="*/ 143 h 347"/>
                  <a:gd name="T6" fmla="*/ 380 w 459"/>
                  <a:gd name="T7" fmla="*/ 172 h 347"/>
                  <a:gd name="T8" fmla="*/ 365 w 459"/>
                  <a:gd name="T9" fmla="*/ 199 h 347"/>
                  <a:gd name="T10" fmla="*/ 350 w 459"/>
                  <a:gd name="T11" fmla="*/ 226 h 347"/>
                  <a:gd name="T12" fmla="*/ 336 w 459"/>
                  <a:gd name="T13" fmla="*/ 251 h 347"/>
                  <a:gd name="T14" fmla="*/ 322 w 459"/>
                  <a:gd name="T15" fmla="*/ 273 h 347"/>
                  <a:gd name="T16" fmla="*/ 307 w 459"/>
                  <a:gd name="T17" fmla="*/ 292 h 347"/>
                  <a:gd name="T18" fmla="*/ 293 w 459"/>
                  <a:gd name="T19" fmla="*/ 310 h 347"/>
                  <a:gd name="T20" fmla="*/ 279 w 459"/>
                  <a:gd name="T21" fmla="*/ 325 h 347"/>
                  <a:gd name="T22" fmla="*/ 264 w 459"/>
                  <a:gd name="T23" fmla="*/ 335 h 347"/>
                  <a:gd name="T24" fmla="*/ 250 w 459"/>
                  <a:gd name="T25" fmla="*/ 343 h 347"/>
                  <a:gd name="T26" fmla="*/ 236 w 459"/>
                  <a:gd name="T27" fmla="*/ 347 h 347"/>
                  <a:gd name="T28" fmla="*/ 226 w 459"/>
                  <a:gd name="T29" fmla="*/ 347 h 347"/>
                  <a:gd name="T30" fmla="*/ 218 w 459"/>
                  <a:gd name="T31" fmla="*/ 346 h 347"/>
                  <a:gd name="T32" fmla="*/ 210 w 459"/>
                  <a:gd name="T33" fmla="*/ 343 h 347"/>
                  <a:gd name="T34" fmla="*/ 203 w 459"/>
                  <a:gd name="T35" fmla="*/ 337 h 347"/>
                  <a:gd name="T36" fmla="*/ 195 w 459"/>
                  <a:gd name="T37" fmla="*/ 332 h 347"/>
                  <a:gd name="T38" fmla="*/ 187 w 459"/>
                  <a:gd name="T39" fmla="*/ 325 h 347"/>
                  <a:gd name="T40" fmla="*/ 179 w 459"/>
                  <a:gd name="T41" fmla="*/ 316 h 347"/>
                  <a:gd name="T42" fmla="*/ 166 w 459"/>
                  <a:gd name="T43" fmla="*/ 301 h 347"/>
                  <a:gd name="T44" fmla="*/ 150 w 459"/>
                  <a:gd name="T45" fmla="*/ 279 h 347"/>
                  <a:gd name="T46" fmla="*/ 133 w 459"/>
                  <a:gd name="T47" fmla="*/ 253 h 347"/>
                  <a:gd name="T48" fmla="*/ 116 w 459"/>
                  <a:gd name="T49" fmla="*/ 225 h 347"/>
                  <a:gd name="T50" fmla="*/ 100 w 459"/>
                  <a:gd name="T51" fmla="*/ 195 h 347"/>
                  <a:gd name="T52" fmla="*/ 69 w 459"/>
                  <a:gd name="T53" fmla="*/ 135 h 347"/>
                  <a:gd name="T54" fmla="*/ 54 w 459"/>
                  <a:gd name="T55" fmla="*/ 106 h 347"/>
                  <a:gd name="T56" fmla="*/ 41 w 459"/>
                  <a:gd name="T57" fmla="*/ 79 h 347"/>
                  <a:gd name="T58" fmla="*/ 28 w 459"/>
                  <a:gd name="T59" fmla="*/ 53 h 347"/>
                  <a:gd name="T60" fmla="*/ 17 w 459"/>
                  <a:gd name="T61" fmla="*/ 32 h 347"/>
                  <a:gd name="T62" fmla="*/ 12 w 459"/>
                  <a:gd name="T63" fmla="*/ 22 h 347"/>
                  <a:gd name="T64" fmla="*/ 8 w 459"/>
                  <a:gd name="T65" fmla="*/ 13 h 347"/>
                  <a:gd name="T66" fmla="*/ 4 w 459"/>
                  <a:gd name="T67" fmla="*/ 6 h 347"/>
                  <a:gd name="T68" fmla="*/ 0 w 459"/>
                  <a:gd name="T69" fmla="*/ 0 h 34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</a:cxnLst>
                <a:rect l="0" t="0" r="r" b="b"/>
                <a:pathLst>
                  <a:path w="459" h="347">
                    <a:moveTo>
                      <a:pt x="459" y="0"/>
                    </a:moveTo>
                    <a:lnTo>
                      <a:pt x="444" y="33"/>
                    </a:lnTo>
                    <a:lnTo>
                      <a:pt x="430" y="65"/>
                    </a:lnTo>
                    <a:lnTo>
                      <a:pt x="416" y="97"/>
                    </a:lnTo>
                    <a:lnTo>
                      <a:pt x="401" y="128"/>
                    </a:lnTo>
                    <a:lnTo>
                      <a:pt x="394" y="143"/>
                    </a:lnTo>
                    <a:lnTo>
                      <a:pt x="387" y="158"/>
                    </a:lnTo>
                    <a:lnTo>
                      <a:pt x="380" y="172"/>
                    </a:lnTo>
                    <a:lnTo>
                      <a:pt x="372" y="187"/>
                    </a:lnTo>
                    <a:lnTo>
                      <a:pt x="365" y="199"/>
                    </a:lnTo>
                    <a:lnTo>
                      <a:pt x="357" y="213"/>
                    </a:lnTo>
                    <a:lnTo>
                      <a:pt x="350" y="226"/>
                    </a:lnTo>
                    <a:lnTo>
                      <a:pt x="343" y="239"/>
                    </a:lnTo>
                    <a:lnTo>
                      <a:pt x="336" y="251"/>
                    </a:lnTo>
                    <a:lnTo>
                      <a:pt x="329" y="263"/>
                    </a:lnTo>
                    <a:lnTo>
                      <a:pt x="322" y="273"/>
                    </a:lnTo>
                    <a:lnTo>
                      <a:pt x="315" y="283"/>
                    </a:lnTo>
                    <a:lnTo>
                      <a:pt x="307" y="292"/>
                    </a:lnTo>
                    <a:lnTo>
                      <a:pt x="300" y="302"/>
                    </a:lnTo>
                    <a:lnTo>
                      <a:pt x="293" y="310"/>
                    </a:lnTo>
                    <a:lnTo>
                      <a:pt x="286" y="317"/>
                    </a:lnTo>
                    <a:lnTo>
                      <a:pt x="279" y="325"/>
                    </a:lnTo>
                    <a:lnTo>
                      <a:pt x="272" y="330"/>
                    </a:lnTo>
                    <a:lnTo>
                      <a:pt x="264" y="335"/>
                    </a:lnTo>
                    <a:lnTo>
                      <a:pt x="257" y="340"/>
                    </a:lnTo>
                    <a:lnTo>
                      <a:pt x="250" y="343"/>
                    </a:lnTo>
                    <a:lnTo>
                      <a:pt x="243" y="345"/>
                    </a:lnTo>
                    <a:lnTo>
                      <a:pt x="236" y="347"/>
                    </a:lnTo>
                    <a:lnTo>
                      <a:pt x="229" y="347"/>
                    </a:lnTo>
                    <a:lnTo>
                      <a:pt x="226" y="347"/>
                    </a:lnTo>
                    <a:lnTo>
                      <a:pt x="221" y="346"/>
                    </a:lnTo>
                    <a:lnTo>
                      <a:pt x="218" y="346"/>
                    </a:lnTo>
                    <a:lnTo>
                      <a:pt x="214" y="344"/>
                    </a:lnTo>
                    <a:lnTo>
                      <a:pt x="210" y="343"/>
                    </a:lnTo>
                    <a:lnTo>
                      <a:pt x="206" y="341"/>
                    </a:lnTo>
                    <a:lnTo>
                      <a:pt x="203" y="337"/>
                    </a:lnTo>
                    <a:lnTo>
                      <a:pt x="199" y="335"/>
                    </a:lnTo>
                    <a:lnTo>
                      <a:pt x="195" y="332"/>
                    </a:lnTo>
                    <a:lnTo>
                      <a:pt x="191" y="328"/>
                    </a:lnTo>
                    <a:lnTo>
                      <a:pt x="187" y="325"/>
                    </a:lnTo>
                    <a:lnTo>
                      <a:pt x="183" y="320"/>
                    </a:lnTo>
                    <a:lnTo>
                      <a:pt x="179" y="316"/>
                    </a:lnTo>
                    <a:lnTo>
                      <a:pt x="174" y="311"/>
                    </a:lnTo>
                    <a:lnTo>
                      <a:pt x="166" y="301"/>
                    </a:lnTo>
                    <a:lnTo>
                      <a:pt x="158" y="290"/>
                    </a:lnTo>
                    <a:lnTo>
                      <a:pt x="150" y="279"/>
                    </a:lnTo>
                    <a:lnTo>
                      <a:pt x="141" y="266"/>
                    </a:lnTo>
                    <a:lnTo>
                      <a:pt x="133" y="253"/>
                    </a:lnTo>
                    <a:lnTo>
                      <a:pt x="124" y="239"/>
                    </a:lnTo>
                    <a:lnTo>
                      <a:pt x="116" y="225"/>
                    </a:lnTo>
                    <a:lnTo>
                      <a:pt x="108" y="210"/>
                    </a:lnTo>
                    <a:lnTo>
                      <a:pt x="100" y="195"/>
                    </a:lnTo>
                    <a:lnTo>
                      <a:pt x="84" y="165"/>
                    </a:lnTo>
                    <a:lnTo>
                      <a:pt x="69" y="135"/>
                    </a:lnTo>
                    <a:lnTo>
                      <a:pt x="61" y="120"/>
                    </a:lnTo>
                    <a:lnTo>
                      <a:pt x="54" y="106"/>
                    </a:lnTo>
                    <a:lnTo>
                      <a:pt x="48" y="93"/>
                    </a:lnTo>
                    <a:lnTo>
                      <a:pt x="41" y="79"/>
                    </a:lnTo>
                    <a:lnTo>
                      <a:pt x="34" y="66"/>
                    </a:lnTo>
                    <a:lnTo>
                      <a:pt x="28" y="53"/>
                    </a:lnTo>
                    <a:lnTo>
                      <a:pt x="22" y="42"/>
                    </a:lnTo>
                    <a:lnTo>
                      <a:pt x="17" y="32"/>
                    </a:lnTo>
                    <a:lnTo>
                      <a:pt x="15" y="26"/>
                    </a:lnTo>
                    <a:lnTo>
                      <a:pt x="12" y="22"/>
                    </a:lnTo>
                    <a:lnTo>
                      <a:pt x="10" y="18"/>
                    </a:lnTo>
                    <a:lnTo>
                      <a:pt x="8" y="13"/>
                    </a:lnTo>
                    <a:lnTo>
                      <a:pt x="6" y="9"/>
                    </a:lnTo>
                    <a:lnTo>
                      <a:pt x="4" y="6"/>
                    </a:lnTo>
                    <a:lnTo>
                      <a:pt x="2" y="3"/>
                    </a:lnTo>
                    <a:lnTo>
                      <a:pt x="0" y="0"/>
                    </a:lnTo>
                  </a:path>
                </a:pathLst>
              </a:custGeom>
              <a:noFill/>
              <a:ln w="33338">
                <a:solidFill>
                  <a:srgbClr val="FF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69" name="Line 61">
                <a:extLst>
                  <a:ext uri="{FF2B5EF4-FFF2-40B4-BE49-F238E27FC236}">
                    <a16:creationId xmlns:a16="http://schemas.microsoft.com/office/drawing/2014/main" id="{FE09A8A9-2463-AB07-4B63-474FE6B6C4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123" y="2865"/>
                <a:ext cx="1" cy="139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0" name="Line 62">
                <a:extLst>
                  <a:ext uri="{FF2B5EF4-FFF2-40B4-BE49-F238E27FC236}">
                    <a16:creationId xmlns:a16="http://schemas.microsoft.com/office/drawing/2014/main" id="{CAEE5022-EBA3-25DF-0936-DD6160E8CA7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5052" y="2865"/>
                <a:ext cx="1" cy="139"/>
              </a:xfrm>
              <a:prstGeom prst="line">
                <a:avLst/>
              </a:prstGeom>
              <a:noFill/>
              <a:ln w="9525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1" name="Freeform 63">
                <a:extLst>
                  <a:ext uri="{FF2B5EF4-FFF2-40B4-BE49-F238E27FC236}">
                    <a16:creationId xmlns:a16="http://schemas.microsoft.com/office/drawing/2014/main" id="{B169C109-B3F0-C9E6-F17A-2EA90CC71762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4129" y="2891"/>
                <a:ext cx="918" cy="35"/>
              </a:xfrm>
              <a:custGeom>
                <a:avLst/>
                <a:gdLst>
                  <a:gd name="T0" fmla="*/ 26 w 918"/>
                  <a:gd name="T1" fmla="*/ 12 h 35"/>
                  <a:gd name="T2" fmla="*/ 893 w 918"/>
                  <a:gd name="T3" fmla="*/ 13 h 35"/>
                  <a:gd name="T4" fmla="*/ 893 w 918"/>
                  <a:gd name="T5" fmla="*/ 24 h 35"/>
                  <a:gd name="T6" fmla="*/ 26 w 918"/>
                  <a:gd name="T7" fmla="*/ 24 h 35"/>
                  <a:gd name="T8" fmla="*/ 26 w 918"/>
                  <a:gd name="T9" fmla="*/ 12 h 35"/>
                  <a:gd name="T10" fmla="*/ 35 w 918"/>
                  <a:gd name="T11" fmla="*/ 35 h 35"/>
                  <a:gd name="T12" fmla="*/ 0 w 918"/>
                  <a:gd name="T13" fmla="*/ 17 h 35"/>
                  <a:gd name="T14" fmla="*/ 35 w 918"/>
                  <a:gd name="T15" fmla="*/ 0 h 35"/>
                  <a:gd name="T16" fmla="*/ 35 w 918"/>
                  <a:gd name="T17" fmla="*/ 35 h 35"/>
                  <a:gd name="T18" fmla="*/ 885 w 918"/>
                  <a:gd name="T19" fmla="*/ 0 h 35"/>
                  <a:gd name="T20" fmla="*/ 918 w 918"/>
                  <a:gd name="T21" fmla="*/ 18 h 35"/>
                  <a:gd name="T22" fmla="*/ 885 w 918"/>
                  <a:gd name="T23" fmla="*/ 35 h 35"/>
                  <a:gd name="T24" fmla="*/ 885 w 918"/>
                  <a:gd name="T25" fmla="*/ 0 h 3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918" h="35">
                    <a:moveTo>
                      <a:pt x="26" y="12"/>
                    </a:moveTo>
                    <a:lnTo>
                      <a:pt x="893" y="13"/>
                    </a:lnTo>
                    <a:lnTo>
                      <a:pt x="893" y="24"/>
                    </a:lnTo>
                    <a:lnTo>
                      <a:pt x="26" y="24"/>
                    </a:lnTo>
                    <a:lnTo>
                      <a:pt x="26" y="12"/>
                    </a:lnTo>
                    <a:close/>
                    <a:moveTo>
                      <a:pt x="35" y="35"/>
                    </a:moveTo>
                    <a:lnTo>
                      <a:pt x="0" y="17"/>
                    </a:lnTo>
                    <a:lnTo>
                      <a:pt x="35" y="0"/>
                    </a:lnTo>
                    <a:lnTo>
                      <a:pt x="35" y="35"/>
                    </a:lnTo>
                    <a:close/>
                    <a:moveTo>
                      <a:pt x="885" y="0"/>
                    </a:moveTo>
                    <a:lnTo>
                      <a:pt x="918" y="18"/>
                    </a:lnTo>
                    <a:lnTo>
                      <a:pt x="885" y="35"/>
                    </a:lnTo>
                    <a:lnTo>
                      <a:pt x="885" y="0"/>
                    </a:lnTo>
                    <a:close/>
                  </a:path>
                </a:pathLst>
              </a:custGeom>
              <a:solidFill>
                <a:srgbClr val="FF00FF"/>
              </a:solidFill>
              <a:ln w="1588">
                <a:solidFill>
                  <a:srgbClr val="FF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2" name="Rectangle 64">
                <a:extLst>
                  <a:ext uri="{FF2B5EF4-FFF2-40B4-BE49-F238E27FC236}">
                    <a16:creationId xmlns:a16="http://schemas.microsoft.com/office/drawing/2014/main" id="{2868E912-F9E8-9629-9CEF-A47F7EBE98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46" y="1931"/>
                <a:ext cx="237" cy="55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3573" name="Freeform 65">
                <a:extLst>
                  <a:ext uri="{FF2B5EF4-FFF2-40B4-BE49-F238E27FC236}">
                    <a16:creationId xmlns:a16="http://schemas.microsoft.com/office/drawing/2014/main" id="{97E9F4C9-72EC-679A-679B-A0843925ACE0}"/>
                  </a:ext>
                </a:extLst>
              </p:cNvPr>
              <p:cNvSpPr>
                <a:spLocks noEditPoints="1" noChangeArrowheads="1"/>
              </p:cNvSpPr>
              <p:nvPr/>
            </p:nvSpPr>
            <p:spPr bwMode="auto">
              <a:xfrm>
                <a:off x="3667" y="1823"/>
                <a:ext cx="35" cy="1181"/>
              </a:xfrm>
              <a:custGeom>
                <a:avLst/>
                <a:gdLst>
                  <a:gd name="T0" fmla="*/ 11 w 35"/>
                  <a:gd name="T1" fmla="*/ 1181 h 1181"/>
                  <a:gd name="T2" fmla="*/ 12 w 35"/>
                  <a:gd name="T3" fmla="*/ 80 h 1181"/>
                  <a:gd name="T4" fmla="*/ 24 w 35"/>
                  <a:gd name="T5" fmla="*/ 80 h 1181"/>
                  <a:gd name="T6" fmla="*/ 24 w 35"/>
                  <a:gd name="T7" fmla="*/ 1181 h 1181"/>
                  <a:gd name="T8" fmla="*/ 11 w 35"/>
                  <a:gd name="T9" fmla="*/ 1181 h 1181"/>
                  <a:gd name="T10" fmla="*/ 0 w 35"/>
                  <a:gd name="T11" fmla="*/ 90 h 1181"/>
                  <a:gd name="T12" fmla="*/ 18 w 35"/>
                  <a:gd name="T13" fmla="*/ 0 h 1181"/>
                  <a:gd name="T14" fmla="*/ 35 w 35"/>
                  <a:gd name="T15" fmla="*/ 90 h 1181"/>
                  <a:gd name="T16" fmla="*/ 0 w 35"/>
                  <a:gd name="T17" fmla="*/ 90 h 1181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</a:cxnLst>
                <a:rect l="0" t="0" r="r" b="b"/>
                <a:pathLst>
                  <a:path w="35" h="1181">
                    <a:moveTo>
                      <a:pt x="11" y="1181"/>
                    </a:moveTo>
                    <a:lnTo>
                      <a:pt x="12" y="80"/>
                    </a:lnTo>
                    <a:lnTo>
                      <a:pt x="24" y="80"/>
                    </a:lnTo>
                    <a:lnTo>
                      <a:pt x="24" y="1181"/>
                    </a:lnTo>
                    <a:lnTo>
                      <a:pt x="11" y="1181"/>
                    </a:lnTo>
                    <a:close/>
                    <a:moveTo>
                      <a:pt x="0" y="90"/>
                    </a:moveTo>
                    <a:lnTo>
                      <a:pt x="18" y="0"/>
                    </a:lnTo>
                    <a:lnTo>
                      <a:pt x="35" y="90"/>
                    </a:lnTo>
                    <a:lnTo>
                      <a:pt x="0" y="90"/>
                    </a:lnTo>
                    <a:close/>
                  </a:path>
                </a:pathLst>
              </a:custGeom>
              <a:solidFill>
                <a:srgbClr val="0000FF"/>
              </a:solidFill>
              <a:ln w="1588">
                <a:solidFill>
                  <a:srgbClr val="0000FF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3574" name="Rectangle 66">
                <a:extLst>
                  <a:ext uri="{FF2B5EF4-FFF2-40B4-BE49-F238E27FC236}">
                    <a16:creationId xmlns:a16="http://schemas.microsoft.com/office/drawing/2014/main" id="{3ACA162E-47C3-444D-97B2-50F6EE840E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83" y="2386"/>
                <a:ext cx="80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20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o</a:t>
                </a:r>
                <a:endParaRPr lang="en-US" altLang="zh-CN" sz="20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5" name="Rectangle 67">
                <a:extLst>
                  <a:ext uri="{FF2B5EF4-FFF2-40B4-BE49-F238E27FC236}">
                    <a16:creationId xmlns:a16="http://schemas.microsoft.com/office/drawing/2014/main" id="{7A914055-3003-0302-FA77-628C0A4ECE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666" y="2427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2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6" name="Rectangle 68">
                <a:extLst>
                  <a:ext uri="{FF2B5EF4-FFF2-40B4-BE49-F238E27FC236}">
                    <a16:creationId xmlns:a16="http://schemas.microsoft.com/office/drawing/2014/main" id="{21976557-51BC-61B0-3E5D-4594AE057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27" y="1892"/>
                <a:ext cx="39" cy="10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1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x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7" name="Rectangle 69">
                <a:extLst>
                  <a:ext uri="{FF2B5EF4-FFF2-40B4-BE49-F238E27FC236}">
                    <a16:creationId xmlns:a16="http://schemas.microsoft.com/office/drawing/2014/main" id="{DAAB0634-A165-E769-980E-63AB61DD2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738" y="1801"/>
                <a:ext cx="9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9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E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8" name="Rectangle 70">
                <a:extLst>
                  <a:ext uri="{FF2B5EF4-FFF2-40B4-BE49-F238E27FC236}">
                    <a16:creationId xmlns:a16="http://schemas.microsoft.com/office/drawing/2014/main" id="{EDBC0107-A9BC-D7BC-C400-B1B778600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89" y="1861"/>
                <a:ext cx="24" cy="11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200" b="0">
                    <a:solidFill>
                      <a:srgbClr val="000000"/>
                    </a:solidFill>
                    <a:ea typeface="宋体" panose="02010600030101010101" pitchFamily="2" charset="-122"/>
                  </a:rPr>
                  <a:t> 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79" name="Rectangle 71">
                <a:extLst>
                  <a:ext uri="{FF2B5EF4-FFF2-40B4-BE49-F238E27FC236}">
                    <a16:creationId xmlns:a16="http://schemas.microsoft.com/office/drawing/2014/main" id="{20D85A1C-FCCA-E251-9BC2-AF5EB7A49D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6" y="2828"/>
                <a:ext cx="132" cy="176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3580" name="Rectangle 72">
                <a:extLst>
                  <a:ext uri="{FF2B5EF4-FFF2-40B4-BE49-F238E27FC236}">
                    <a16:creationId xmlns:a16="http://schemas.microsoft.com/office/drawing/2014/main" id="{810849FF-5B91-6954-C823-EC7E499E44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57" y="2829"/>
                <a:ext cx="132" cy="177"/>
              </a:xfrm>
              <a:prstGeom prst="rect">
                <a:avLst/>
              </a:prstGeom>
              <a:solidFill>
                <a:srgbClr val="CC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>
                  <a:spcBef>
                    <a:spcPct val="20000"/>
                  </a:spcBef>
                </a:pPr>
                <a:endParaRPr lang="zh-CN" altLang="en-US"/>
              </a:p>
            </p:txBody>
          </p:sp>
          <p:sp>
            <p:nvSpPr>
              <p:cNvPr id="23581" name="Rectangle 73">
                <a:extLst>
                  <a:ext uri="{FF2B5EF4-FFF2-40B4-BE49-F238E27FC236}">
                    <a16:creationId xmlns:a16="http://schemas.microsoft.com/office/drawing/2014/main" id="{80DA87B1-E997-245F-70CB-387F4FD35A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" y="2817"/>
                <a:ext cx="83" cy="18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1900" b="0" i="1">
                    <a:solidFill>
                      <a:srgbClr val="000000"/>
                    </a:solidFill>
                    <a:latin typeface="Symbol" panose="05050102010706020507" pitchFamily="18" charset="2"/>
                    <a:ea typeface="宋体" panose="02010600030101010101" pitchFamily="2" charset="-122"/>
                  </a:rPr>
                  <a:t>l</a:t>
                </a:r>
                <a:endParaRPr lang="en-US" altLang="zh-CN" sz="2800" b="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sp>
            <p:nvSpPr>
              <p:cNvPr id="23582" name="Rectangle 74">
                <a:extLst>
                  <a:ext uri="{FF2B5EF4-FFF2-40B4-BE49-F238E27FC236}">
                    <a16:creationId xmlns:a16="http://schemas.microsoft.com/office/drawing/2014/main" id="{A54DA4F6-311F-B2A9-9C7B-4C33E6996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05" y="2474"/>
                <a:ext cx="62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0" tIns="0" rIns="0" bIns="0">
                <a:spAutoFit/>
              </a:bodyPr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>
                  <a:spcBef>
                    <a:spcPct val="20000"/>
                  </a:spcBef>
                </a:pPr>
                <a:r>
                  <a:rPr lang="en-US" altLang="zh-CN" sz="2000" b="0" i="1">
                    <a:solidFill>
                      <a:srgbClr val="000000"/>
                    </a:solidFill>
                    <a:ea typeface="宋体" panose="02010600030101010101" pitchFamily="2" charset="-122"/>
                  </a:rPr>
                  <a:t>z</a:t>
                </a:r>
                <a:endParaRPr lang="en-US" altLang="zh-CN" sz="2000" b="0" i="1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</p:grpSp>
        <p:grpSp>
          <p:nvGrpSpPr>
            <p:cNvPr id="23583" name="Group 75">
              <a:extLst>
                <a:ext uri="{FF2B5EF4-FFF2-40B4-BE49-F238E27FC236}">
                  <a16:creationId xmlns:a16="http://schemas.microsoft.com/office/drawing/2014/main" id="{577BD01F-86E0-5E7E-466E-74903AEFF15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53" y="3238"/>
              <a:ext cx="1690" cy="231"/>
              <a:chOff x="3753" y="3018"/>
              <a:chExt cx="1690" cy="231"/>
            </a:xfrm>
          </p:grpSpPr>
          <p:sp>
            <p:nvSpPr>
              <p:cNvPr id="23584" name="Text Box 76">
                <a:extLst>
                  <a:ext uri="{FF2B5EF4-FFF2-40B4-BE49-F238E27FC236}">
                    <a16:creationId xmlns:a16="http://schemas.microsoft.com/office/drawing/2014/main" id="{BF7014D3-F728-D123-A288-1B2E5A5D20F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057" y="3022"/>
                <a:ext cx="1386" cy="18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 marL="342900" indent="-342900"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fontAlgn="base">
                  <a:spcBef>
                    <a:spcPct val="0"/>
                  </a:spcBef>
                  <a:spcAft>
                    <a:spcPct val="0"/>
                  </a:spcAft>
                  <a:defRPr sz="2400" b="1">
                    <a:solidFill>
                      <a:schemeClr val="tx1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algn="r">
                  <a:spcBef>
                    <a:spcPct val="20000"/>
                  </a:spcBef>
                </a:pPr>
                <a:r>
                  <a:rPr lang="zh-CN" altLang="en-US" sz="1400">
                    <a:ea typeface="宋体" panose="02010600030101010101" pitchFamily="2" charset="-122"/>
                  </a:rPr>
                  <a:t>的曲线</a:t>
                </a:r>
                <a:endParaRPr lang="zh-CN" altLang="en-US" sz="1400">
                  <a:latin typeface="Arial" panose="020B0604020202020204" pitchFamily="34" charset="0"/>
                  <a:ea typeface="宋体" panose="02010600030101010101" pitchFamily="2" charset="-122"/>
                </a:endParaRPr>
              </a:p>
            </p:txBody>
          </p:sp>
          <p:graphicFrame>
            <p:nvGraphicFramePr>
              <p:cNvPr id="23585" name="Object 77">
                <a:extLst>
                  <a:ext uri="{FF2B5EF4-FFF2-40B4-BE49-F238E27FC236}">
                    <a16:creationId xmlns:a16="http://schemas.microsoft.com/office/drawing/2014/main" id="{6F0D8791-F419-8514-C3DF-6F10FEECF31B}"/>
                  </a:ext>
                </a:extLst>
              </p:cNvPr>
              <p:cNvGraphicFramePr>
                <a:graphicFrameLocks noChangeAspect="1"/>
              </p:cNvGraphicFramePr>
              <p:nvPr/>
            </p:nvGraphicFramePr>
            <p:xfrm>
              <a:off x="3753" y="3018"/>
              <a:ext cx="1333" cy="231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r:id="rId3" imgW="1231366" imgH="228501" progId="Equation.DSMT4">
                      <p:embed/>
                    </p:oleObj>
                  </mc:Choice>
                  <mc:Fallback>
                    <p:oleObj r:id="rId3" imgW="1231366" imgH="228501" progId="Equation.DSMT4">
                      <p:embed/>
                      <p:pic>
                        <p:nvPicPr>
                          <p:cNvPr id="23585" name="Object 77">
                            <a:extLst>
                              <a:ext uri="{FF2B5EF4-FFF2-40B4-BE49-F238E27FC236}">
                                <a16:creationId xmlns:a16="http://schemas.microsoft.com/office/drawing/2014/main" id="{6F0D8791-F419-8514-C3DF-6F10FEECF31B}"/>
                              </a:ext>
                            </a:extLst>
                          </p:cNvPr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4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3753" y="3018"/>
                            <a:ext cx="1333" cy="231"/>
                          </a:xfrm>
                          <a:prstGeom prst="rect">
                            <a:avLst/>
                          </a:prstGeom>
                          <a:noFill/>
                          <a:ln>
                            <a:noFill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  <a:ext uri="{91240B29-F687-4F45-9708-019B960494DF}">
                              <a14:hiddenLine xmlns:a14="http://schemas.microsoft.com/office/drawing/2010/main" w="38100">
                                <a:solidFill>
                                  <a:srgbClr val="000000"/>
                                </a:solidFill>
                                <a:miter lim="800000"/>
                                <a:headEnd/>
                                <a:tailEnd/>
                              </a14:hiddenLine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</p:grpSp>
      </p:grpSp>
      <p:grpSp>
        <p:nvGrpSpPr>
          <p:cNvPr id="649298" name="Group 82">
            <a:extLst>
              <a:ext uri="{FF2B5EF4-FFF2-40B4-BE49-F238E27FC236}">
                <a16:creationId xmlns:a16="http://schemas.microsoft.com/office/drawing/2014/main" id="{34E27B2B-F0FC-29E4-9C09-F0D0C7DAD52D}"/>
              </a:ext>
            </a:extLst>
          </p:cNvPr>
          <p:cNvGrpSpPr>
            <a:grpSpLocks/>
          </p:cNvGrpSpPr>
          <p:nvPr/>
        </p:nvGrpSpPr>
        <p:grpSpPr bwMode="auto">
          <a:xfrm>
            <a:off x="2814638" y="5183188"/>
            <a:ext cx="4171950" cy="935037"/>
            <a:chOff x="1773" y="981"/>
            <a:chExt cx="2583" cy="581"/>
          </a:xfrm>
        </p:grpSpPr>
        <p:graphicFrame>
          <p:nvGraphicFramePr>
            <p:cNvPr id="23587" name="Object 16">
              <a:extLst>
                <a:ext uri="{FF2B5EF4-FFF2-40B4-BE49-F238E27FC236}">
                  <a16:creationId xmlns:a16="http://schemas.microsoft.com/office/drawing/2014/main" id="{66A57092-1DA2-BB1F-3C0D-5690858E9D9E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164" y="981"/>
            <a:ext cx="2192" cy="58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1115280" imgH="324360" progId="Equation.DSMT4">
                    <p:embed/>
                  </p:oleObj>
                </mc:Choice>
                <mc:Fallback>
                  <p:oleObj r:id="rId5" imgW="1115280" imgH="324360" progId="Equation.DSMT4">
                    <p:embed/>
                    <p:pic>
                      <p:nvPicPr>
                        <p:cNvPr id="23587" name="Object 16">
                          <a:extLst>
                            <a:ext uri="{FF2B5EF4-FFF2-40B4-BE49-F238E27FC236}">
                              <a16:creationId xmlns:a16="http://schemas.microsoft.com/office/drawing/2014/main" id="{66A57092-1DA2-BB1F-3C0D-5690858E9D9E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164" y="981"/>
                          <a:ext cx="2192" cy="58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3588" name="AutoShape 78">
              <a:extLst>
                <a:ext uri="{FF2B5EF4-FFF2-40B4-BE49-F238E27FC236}">
                  <a16:creationId xmlns:a16="http://schemas.microsoft.com/office/drawing/2014/main" id="{53C55C1F-BA22-5BFB-03A0-0F727D0D83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73" y="1186"/>
              <a:ext cx="318" cy="140"/>
            </a:xfrm>
            <a:prstGeom prst="rightArrow">
              <a:avLst>
                <a:gd name="adj1" fmla="val 50000"/>
                <a:gd name="adj2" fmla="val 56765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aphicFrame>
        <p:nvGraphicFramePr>
          <p:cNvPr id="649295" name="Object 79">
            <a:extLst>
              <a:ext uri="{FF2B5EF4-FFF2-40B4-BE49-F238E27FC236}">
                <a16:creationId xmlns:a16="http://schemas.microsoft.com/office/drawing/2014/main" id="{8BB98318-D496-5600-D70A-A6EB5DAA550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57313" y="5373688"/>
          <a:ext cx="1169987" cy="407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401040" imgH="93600" progId="Equation.DSMT4">
                  <p:embed/>
                </p:oleObj>
              </mc:Choice>
              <mc:Fallback>
                <p:oleObj r:id="rId7" imgW="401040" imgH="93600" progId="Equation.DSMT4">
                  <p:embed/>
                  <p:pic>
                    <p:nvPicPr>
                      <p:cNvPr id="649295" name="Object 79">
                        <a:extLst>
                          <a:ext uri="{FF2B5EF4-FFF2-40B4-BE49-F238E27FC236}">
                            <a16:creationId xmlns:a16="http://schemas.microsoft.com/office/drawing/2014/main" id="{8BB98318-D496-5600-D70A-A6EB5DAA550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57313" y="5373688"/>
                        <a:ext cx="1169987" cy="407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49299" name="Object 83" descr="虚线网格">
            <a:extLst>
              <a:ext uri="{FF2B5EF4-FFF2-40B4-BE49-F238E27FC236}">
                <a16:creationId xmlns:a16="http://schemas.microsoft.com/office/drawing/2014/main" id="{86866718-2BC9-11B8-C996-205CF2F318A3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1331913" y="1785938"/>
          <a:ext cx="3222625" cy="774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356840" imgH="280440" progId="Equation.3">
                  <p:embed/>
                </p:oleObj>
              </mc:Choice>
              <mc:Fallback>
                <p:oleObj r:id="rId9" imgW="1356840" imgH="280440" progId="Equation.3">
                  <p:embed/>
                  <p:pic>
                    <p:nvPicPr>
                      <p:cNvPr id="649299" name="Object 83" descr="虚线网格">
                        <a:extLst>
                          <a:ext uri="{FF2B5EF4-FFF2-40B4-BE49-F238E27FC236}">
                            <a16:creationId xmlns:a16="http://schemas.microsoft.com/office/drawing/2014/main" id="{86866718-2BC9-11B8-C996-205CF2F318A3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785938"/>
                        <a:ext cx="3222625" cy="774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649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492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2000"/>
                                        <p:tgtEl>
                                          <p:spTgt spid="649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2000"/>
                                        <p:tgtEl>
                                          <p:spTgt spid="6492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492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2000"/>
                                        <p:tgtEl>
                                          <p:spTgt spid="649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3000"/>
                                        <p:tgtEl>
                                          <p:spTgt spid="649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9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6492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9229" grpId="0"/>
      <p:bldP spid="649230" grpId="0"/>
      <p:bldP spid="649247" grpId="0"/>
      <p:bldP spid="64925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2">
            <a:extLst>
              <a:ext uri="{FF2B5EF4-FFF2-40B4-BE49-F238E27FC236}">
                <a16:creationId xmlns:a16="http://schemas.microsoft.com/office/drawing/2014/main" id="{C2F6C471-6416-48CD-BFA3-7DDAB9410B9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AEF5D16-3F72-44ED-97B5-939E721670A0}" type="slidenum">
              <a:rPr lang="en-US" altLang="zh-CN"/>
              <a:pPr/>
              <a:t>13</a:t>
            </a:fld>
            <a:endParaRPr lang="en-US" altLang="zh-CN"/>
          </a:p>
        </p:txBody>
      </p:sp>
      <p:pic>
        <p:nvPicPr>
          <p:cNvPr id="648195" name="Picture 3" descr="3">
            <a:hlinkClick r:id="rId3" action="ppaction://program"/>
            <a:extLst>
              <a:ext uri="{FF2B5EF4-FFF2-40B4-BE49-F238E27FC236}">
                <a16:creationId xmlns:a16="http://schemas.microsoft.com/office/drawing/2014/main" id="{1224A7EB-1C43-5F99-7D0F-AF8E268813B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19700" y="549275"/>
            <a:ext cx="3600450" cy="2052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48196" name="Text Box 4">
            <a:extLst>
              <a:ext uri="{FF2B5EF4-FFF2-40B4-BE49-F238E27FC236}">
                <a16:creationId xmlns:a16="http://schemas.microsoft.com/office/drawing/2014/main" id="{F6CCE45D-33BB-3966-7118-D023EAD5C8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" y="668338"/>
            <a:ext cx="3200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（</a:t>
            </a:r>
            <a:r>
              <a:rPr lang="en-US" altLang="zh-CN">
                <a:solidFill>
                  <a:schemeClr val="bg1"/>
                </a:solidFill>
              </a:rPr>
              <a:t>3</a:t>
            </a:r>
            <a:r>
              <a:rPr lang="zh-CN" altLang="en-US">
                <a:solidFill>
                  <a:schemeClr val="bg1"/>
                </a:solidFill>
              </a:rPr>
              <a:t>）相速</a:t>
            </a:r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 i="1" baseline="-25000">
                <a:solidFill>
                  <a:schemeClr val="bg1"/>
                </a:solidFill>
              </a:rPr>
              <a:t>p</a:t>
            </a:r>
            <a:r>
              <a:rPr lang="zh-CN" altLang="en-US">
                <a:solidFill>
                  <a:schemeClr val="bg1"/>
                </a:solidFill>
              </a:rPr>
              <a:t>（波速</a:t>
            </a:r>
            <a:r>
              <a:rPr lang="en-US" altLang="zh-CN" i="1">
                <a:solidFill>
                  <a:schemeClr val="bg1"/>
                </a:solidFill>
              </a:rPr>
              <a:t>v</a:t>
            </a:r>
            <a:r>
              <a:rPr lang="en-US" altLang="zh-CN"/>
              <a:t> </a:t>
            </a:r>
            <a:r>
              <a:rPr lang="zh-CN" altLang="en-US">
                <a:solidFill>
                  <a:schemeClr val="bg1"/>
                </a:solidFill>
              </a:rPr>
              <a:t>）</a:t>
            </a:r>
          </a:p>
        </p:txBody>
      </p:sp>
      <p:grpSp>
        <p:nvGrpSpPr>
          <p:cNvPr id="648242" name="Group 50">
            <a:extLst>
              <a:ext uri="{FF2B5EF4-FFF2-40B4-BE49-F238E27FC236}">
                <a16:creationId xmlns:a16="http://schemas.microsoft.com/office/drawing/2014/main" id="{44A2B6CA-AF2C-F5D7-7DC7-9DF7D6C95F1B}"/>
              </a:ext>
            </a:extLst>
          </p:cNvPr>
          <p:cNvGrpSpPr>
            <a:grpSpLocks/>
          </p:cNvGrpSpPr>
          <p:nvPr/>
        </p:nvGrpSpPr>
        <p:grpSpPr bwMode="auto">
          <a:xfrm>
            <a:off x="611188" y="2492375"/>
            <a:ext cx="2876550" cy="531813"/>
            <a:chOff x="385" y="1715"/>
            <a:chExt cx="1812" cy="335"/>
          </a:xfrm>
        </p:grpSpPr>
        <p:graphicFrame>
          <p:nvGraphicFramePr>
            <p:cNvPr id="25606" name="Object 8">
              <a:extLst>
                <a:ext uri="{FF2B5EF4-FFF2-40B4-BE49-F238E27FC236}">
                  <a16:creationId xmlns:a16="http://schemas.microsoft.com/office/drawing/2014/main" id="{72EFDFA4-DEF3-B7E9-29E2-373307E8F06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8" y="1715"/>
            <a:ext cx="1779" cy="33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5" imgW="796680" imgH="137520" progId="Equation.3">
                    <p:embed/>
                  </p:oleObj>
                </mc:Choice>
                <mc:Fallback>
                  <p:oleObj r:id="rId5" imgW="796680" imgH="137520" progId="Equation.3">
                    <p:embed/>
                    <p:pic>
                      <p:nvPicPr>
                        <p:cNvPr id="25606" name="Object 8">
                          <a:extLst>
                            <a:ext uri="{FF2B5EF4-FFF2-40B4-BE49-F238E27FC236}">
                              <a16:creationId xmlns:a16="http://schemas.microsoft.com/office/drawing/2014/main" id="{72EFDFA4-DEF3-B7E9-29E2-373307E8F06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8" y="1715"/>
                          <a:ext cx="1779" cy="33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07" name="Text Box 13">
              <a:extLst>
                <a:ext uri="{FF2B5EF4-FFF2-40B4-BE49-F238E27FC236}">
                  <a16:creationId xmlns:a16="http://schemas.microsoft.com/office/drawing/2014/main" id="{DC141C7C-EAC1-9A77-625D-4A4800A406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5" y="1736"/>
              <a:ext cx="136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en-US" altLang="zh-CN">
                  <a:solidFill>
                    <a:srgbClr val="FF7C80"/>
                  </a:solidFill>
                  <a:ea typeface="宋体" panose="02010600030101010101" pitchFamily="2" charset="-122"/>
                </a:rPr>
                <a:t> </a:t>
              </a:r>
            </a:p>
          </p:txBody>
        </p:sp>
      </p:grpSp>
      <p:sp>
        <p:nvSpPr>
          <p:cNvPr id="648206" name="Text Box 14">
            <a:extLst>
              <a:ext uri="{FF2B5EF4-FFF2-40B4-BE49-F238E27FC236}">
                <a16:creationId xmlns:a16="http://schemas.microsoft.com/office/drawing/2014/main" id="{CFA09B54-27BF-71F9-A8D4-5C88D5A354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1344613"/>
            <a:ext cx="4824413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rgbClr val="FF99FF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相速</a:t>
            </a:r>
            <a:r>
              <a:rPr lang="en-US" altLang="zh-CN" i="1">
                <a:solidFill>
                  <a:srgbClr val="FF99FF"/>
                </a:solidFill>
              </a:rPr>
              <a:t>v</a:t>
            </a:r>
            <a:r>
              <a:rPr lang="en-US" altLang="zh-CN" i="1" baseline="-25000">
                <a:solidFill>
                  <a:srgbClr val="FF99FF"/>
                </a:solidFill>
              </a:rPr>
              <a:t>p</a:t>
            </a:r>
            <a:r>
              <a:rPr lang="zh-CN" altLang="en-US">
                <a:solidFill>
                  <a:srgbClr val="FF99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：</a:t>
            </a:r>
            <a:r>
              <a:rPr lang="zh-CN" altLang="en-US">
                <a:solidFill>
                  <a:schemeClr val="bg1"/>
                </a:solidFill>
              </a:rPr>
              <a:t>电磁波的等相位面在空间</a:t>
            </a:r>
          </a:p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中的传输速度。</a:t>
            </a:r>
          </a:p>
        </p:txBody>
      </p:sp>
      <p:grpSp>
        <p:nvGrpSpPr>
          <p:cNvPr id="648235" name="Group 43">
            <a:extLst>
              <a:ext uri="{FF2B5EF4-FFF2-40B4-BE49-F238E27FC236}">
                <a16:creationId xmlns:a16="http://schemas.microsoft.com/office/drawing/2014/main" id="{F2A5C16A-B71E-1B23-E02E-CD4EA785746D}"/>
              </a:ext>
            </a:extLst>
          </p:cNvPr>
          <p:cNvGrpSpPr>
            <a:grpSpLocks/>
          </p:cNvGrpSpPr>
          <p:nvPr/>
        </p:nvGrpSpPr>
        <p:grpSpPr bwMode="auto">
          <a:xfrm>
            <a:off x="4211638" y="3716337"/>
            <a:ext cx="4899026" cy="1035050"/>
            <a:chOff x="2426" y="983"/>
            <a:chExt cx="3086" cy="652"/>
          </a:xfrm>
        </p:grpSpPr>
        <p:sp>
          <p:nvSpPr>
            <p:cNvPr id="25610" name="Text Box 12">
              <a:extLst>
                <a:ext uri="{FF2B5EF4-FFF2-40B4-BE49-F238E27FC236}">
                  <a16:creationId xmlns:a16="http://schemas.microsoft.com/office/drawing/2014/main" id="{189AD0C6-5997-53EF-9F2C-EE2BC05717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5" y="983"/>
              <a:ext cx="1407" cy="652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000" dirty="0">
                  <a:solidFill>
                    <a:srgbClr val="9A1D00"/>
                  </a:solidFill>
                  <a:latin typeface="Arial" panose="020B0604020202020204" pitchFamily="34" charset="0"/>
                  <a:ea typeface="宋体" panose="02010600030101010101" pitchFamily="2" charset="-122"/>
                </a:rPr>
                <a:t>相速只与媒质参数有关，而与电磁波的频率无关</a:t>
              </a:r>
            </a:p>
          </p:txBody>
        </p:sp>
        <p:sp>
          <p:nvSpPr>
            <p:cNvPr id="25611" name="Line 21">
              <a:extLst>
                <a:ext uri="{FF2B5EF4-FFF2-40B4-BE49-F238E27FC236}">
                  <a16:creationId xmlns:a16="http://schemas.microsoft.com/office/drawing/2014/main" id="{AA5195DB-634D-8862-D7BD-40DD62A90F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26" y="1475"/>
              <a:ext cx="1679" cy="9"/>
            </a:xfrm>
            <a:prstGeom prst="line">
              <a:avLst/>
            </a:prstGeom>
            <a:noFill/>
            <a:ln w="28575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648237" name="Text Box 45">
            <a:extLst>
              <a:ext uri="{FF2B5EF4-FFF2-40B4-BE49-F238E27FC236}">
                <a16:creationId xmlns:a16="http://schemas.microsoft.com/office/drawing/2014/main" id="{C17383CB-ADC6-C7F8-7DA6-305DEE2E374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3141663"/>
            <a:ext cx="712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>
                <a:solidFill>
                  <a:schemeClr val="bg1"/>
                </a:solidFill>
              </a:rPr>
              <a:t>故</a:t>
            </a:r>
            <a:r>
              <a:rPr lang="zh-CN" altLang="en-US">
                <a:solidFill>
                  <a:schemeClr val="bg1"/>
                </a:solidFill>
                <a:sym typeface="Symbol" panose="05050102010706020507" pitchFamily="18" charset="2"/>
              </a:rPr>
              <a:t>得到理想介质中</a:t>
            </a:r>
            <a:r>
              <a:rPr lang="zh-CN" altLang="en-US">
                <a:solidFill>
                  <a:schemeClr val="bg1"/>
                </a:solidFill>
              </a:rPr>
              <a:t>均匀平面波的相速为</a:t>
            </a:r>
          </a:p>
        </p:txBody>
      </p:sp>
      <p:grpSp>
        <p:nvGrpSpPr>
          <p:cNvPr id="648238" name="Group 46">
            <a:extLst>
              <a:ext uri="{FF2B5EF4-FFF2-40B4-BE49-F238E27FC236}">
                <a16:creationId xmlns:a16="http://schemas.microsoft.com/office/drawing/2014/main" id="{6DF20898-DAEA-FD5D-BE0F-CED0EC702307}"/>
              </a:ext>
            </a:extLst>
          </p:cNvPr>
          <p:cNvGrpSpPr>
            <a:grpSpLocks/>
          </p:cNvGrpSpPr>
          <p:nvPr/>
        </p:nvGrpSpPr>
        <p:grpSpPr bwMode="auto">
          <a:xfrm>
            <a:off x="3419475" y="2565400"/>
            <a:ext cx="2736850" cy="358775"/>
            <a:chOff x="1700" y="1145"/>
            <a:chExt cx="1731" cy="233"/>
          </a:xfrm>
        </p:grpSpPr>
        <p:graphicFrame>
          <p:nvGraphicFramePr>
            <p:cNvPr id="25614" name="Object 47">
              <a:extLst>
                <a:ext uri="{FF2B5EF4-FFF2-40B4-BE49-F238E27FC236}">
                  <a16:creationId xmlns:a16="http://schemas.microsoft.com/office/drawing/2014/main" id="{F1F63307-62AA-98EA-2139-A26E92B4DA1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2058" y="1145"/>
            <a:ext cx="1373" cy="23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75720" imgH="93600" progId="Equation.DSMT4">
                    <p:embed/>
                  </p:oleObj>
                </mc:Choice>
                <mc:Fallback>
                  <p:oleObj r:id="rId7" imgW="675720" imgH="93600" progId="Equation.DSMT4">
                    <p:embed/>
                    <p:pic>
                      <p:nvPicPr>
                        <p:cNvPr id="25614" name="Object 47">
                          <a:extLst>
                            <a:ext uri="{FF2B5EF4-FFF2-40B4-BE49-F238E27FC236}">
                              <a16:creationId xmlns:a16="http://schemas.microsoft.com/office/drawing/2014/main" id="{F1F63307-62AA-98EA-2139-A26E92B4DA10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058" y="1145"/>
                          <a:ext cx="1373" cy="23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5615" name="AutoShape 48">
              <a:extLst>
                <a:ext uri="{FF2B5EF4-FFF2-40B4-BE49-F238E27FC236}">
                  <a16:creationId xmlns:a16="http://schemas.microsoft.com/office/drawing/2014/main" id="{3E78AEF8-56AB-E85E-40C2-2E860AD855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00" y="1186"/>
              <a:ext cx="318" cy="140"/>
            </a:xfrm>
            <a:prstGeom prst="rightArrow">
              <a:avLst>
                <a:gd name="adj1" fmla="val 50000"/>
                <a:gd name="adj2" fmla="val 56765"/>
              </a:avLst>
            </a:prstGeom>
            <a:solidFill>
              <a:srgbClr val="FFCC99"/>
            </a:solidFill>
            <a:ln w="9525">
              <a:solidFill>
                <a:srgbClr val="FF00FF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</p:grpSp>
      <p:graphicFrame>
        <p:nvGraphicFramePr>
          <p:cNvPr id="648243" name="Object 51" descr="虚线网格">
            <a:extLst>
              <a:ext uri="{FF2B5EF4-FFF2-40B4-BE49-F238E27FC236}">
                <a16:creationId xmlns:a16="http://schemas.microsoft.com/office/drawing/2014/main" id="{9DECF378-AF1F-1741-83B2-0E7C845018D9}"/>
              </a:ext>
            </a:extLst>
          </p:cNvPr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506674848"/>
              </p:ext>
            </p:extLst>
          </p:nvPr>
        </p:nvGraphicFramePr>
        <p:xfrm>
          <a:off x="1511300" y="4667946"/>
          <a:ext cx="6842125" cy="11874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3038040" imgH="478440" progId="Equation.3">
                  <p:embed/>
                </p:oleObj>
              </mc:Choice>
              <mc:Fallback>
                <p:oleObj r:id="rId9" imgW="3038040" imgH="478440" progId="Equation.3">
                  <p:embed/>
                  <p:pic>
                    <p:nvPicPr>
                      <p:cNvPr id="648243" name="Object 51" descr="虚线网格">
                        <a:extLst>
                          <a:ext uri="{FF2B5EF4-FFF2-40B4-BE49-F238E27FC236}">
                            <a16:creationId xmlns:a16="http://schemas.microsoft.com/office/drawing/2014/main" id="{9DECF378-AF1F-1741-83B2-0E7C845018D9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11300" y="4667946"/>
                        <a:ext cx="6842125" cy="11874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8245" name="Text Box 53">
            <a:extLst>
              <a:ext uri="{FF2B5EF4-FFF2-40B4-BE49-F238E27FC236}">
                <a16:creationId xmlns:a16="http://schemas.microsoft.com/office/drawing/2014/main" id="{C8BA6E05-5065-A515-86CF-505E48C1C7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9388" y="4835525"/>
            <a:ext cx="712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真空中：</a:t>
            </a:r>
          </a:p>
        </p:txBody>
      </p:sp>
      <p:graphicFrame>
        <p:nvGraphicFramePr>
          <p:cNvPr id="648246" name="Object 54" descr="虚线网格">
            <a:extLst>
              <a:ext uri="{FF2B5EF4-FFF2-40B4-BE49-F238E27FC236}">
                <a16:creationId xmlns:a16="http://schemas.microsoft.com/office/drawing/2014/main" id="{191FCF88-6721-0CC7-6BEE-E1B0FAF83C8B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50437849"/>
              </p:ext>
            </p:extLst>
          </p:nvPr>
        </p:nvGraphicFramePr>
        <p:xfrm>
          <a:off x="1260578" y="5656845"/>
          <a:ext cx="1340054" cy="9155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516240" imgH="374040" progId="Equation.3">
                  <p:embed/>
                </p:oleObj>
              </mc:Choice>
              <mc:Fallback>
                <p:oleObj r:id="rId11" imgW="516240" imgH="374040" progId="Equation.3">
                  <p:embed/>
                  <p:pic>
                    <p:nvPicPr>
                      <p:cNvPr id="648246" name="Object 54" descr="虚线网格">
                        <a:extLst>
                          <a:ext uri="{FF2B5EF4-FFF2-40B4-BE49-F238E27FC236}">
                            <a16:creationId xmlns:a16="http://schemas.microsoft.com/office/drawing/2014/main" id="{191FCF88-6721-0CC7-6BEE-E1B0FAF83C8B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0578" y="5656845"/>
                        <a:ext cx="1340054" cy="9155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8250" name="AutoShape 58">
            <a:extLst>
              <a:ext uri="{FF2B5EF4-FFF2-40B4-BE49-F238E27FC236}">
                <a16:creationId xmlns:a16="http://schemas.microsoft.com/office/drawing/2014/main" id="{8246816C-3D55-4478-74AE-0B7255D3B431}"/>
              </a:ext>
            </a:extLst>
          </p:cNvPr>
          <p:cNvSpPr>
            <a:spLocks noChangeArrowheads="1"/>
          </p:cNvSpPr>
          <p:nvPr/>
        </p:nvSpPr>
        <p:spPr bwMode="auto">
          <a:xfrm flipH="1">
            <a:off x="323850" y="5876925"/>
            <a:ext cx="647700" cy="266700"/>
          </a:xfrm>
          <a:prstGeom prst="leftArrow">
            <a:avLst>
              <a:gd name="adj1" fmla="val 50000"/>
              <a:gd name="adj2" fmla="val 60692"/>
            </a:avLst>
          </a:prstGeom>
          <a:solidFill>
            <a:srgbClr val="FFCCFF"/>
          </a:solidFill>
          <a:ln w="9525">
            <a:solidFill>
              <a:srgbClr val="FF3300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C09E6D3B-79D5-8BE7-0F49-4ACAC021DCA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02515" y="3647105"/>
            <a:ext cx="6336704" cy="815385"/>
          </a:xfrm>
          <a:prstGeom prst="rect">
            <a:avLst/>
          </a:prstGeom>
        </p:spPr>
      </p:pic>
      <p:graphicFrame>
        <p:nvGraphicFramePr>
          <p:cNvPr id="2" name="Object 54" descr="虚线网格">
            <a:extLst>
              <a:ext uri="{FF2B5EF4-FFF2-40B4-BE49-F238E27FC236}">
                <a16:creationId xmlns:a16="http://schemas.microsoft.com/office/drawing/2014/main" id="{3F2F8ABA-869C-BD75-3976-6A4FD3F6614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80764890"/>
              </p:ext>
            </p:extLst>
          </p:nvPr>
        </p:nvGraphicFramePr>
        <p:xfrm>
          <a:off x="5544344" y="3238619"/>
          <a:ext cx="827856" cy="32736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417600" imgH="164880" progId="Equation.3">
                  <p:embed/>
                </p:oleObj>
              </mc:Choice>
              <mc:Fallback>
                <p:oleObj r:id="rId14" imgW="417600" imgH="164880" progId="Equation.3">
                  <p:embed/>
                  <p:pic>
                    <p:nvPicPr>
                      <p:cNvPr id="2" name="Object 54" descr="虚线网格">
                        <a:extLst>
                          <a:ext uri="{FF2B5EF4-FFF2-40B4-BE49-F238E27FC236}">
                            <a16:creationId xmlns:a16="http://schemas.microsoft.com/office/drawing/2014/main" id="{3F2F8ABA-869C-BD75-3976-6A4FD3F6614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44344" y="3238619"/>
                        <a:ext cx="827856" cy="32736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48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648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648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648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48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48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648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6482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2000"/>
                                        <p:tgtEl>
                                          <p:spTgt spid="6482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2000"/>
                                        <p:tgtEl>
                                          <p:spTgt spid="6482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8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2000"/>
                                        <p:tgtEl>
                                          <p:spTgt spid="648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8196" grpId="0"/>
      <p:bldP spid="648206" grpId="0"/>
      <p:bldP spid="648237" grpId="0"/>
      <p:bldP spid="648245" grpId="0"/>
      <p:bldP spid="64825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灯片编号占位符 2">
            <a:extLst>
              <a:ext uri="{FF2B5EF4-FFF2-40B4-BE49-F238E27FC236}">
                <a16:creationId xmlns:a16="http://schemas.microsoft.com/office/drawing/2014/main" id="{AE585417-C439-BB92-E5DA-472437AAF38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8352319-9459-428F-B0C2-8C220C38AFEB}" type="slidenum">
              <a:rPr lang="en-US" altLang="zh-CN"/>
              <a:pPr/>
              <a:t>14</a:t>
            </a:fld>
            <a:endParaRPr lang="en-US" altLang="zh-CN"/>
          </a:p>
        </p:txBody>
      </p:sp>
      <p:sp>
        <p:nvSpPr>
          <p:cNvPr id="505858" name="Text Box 2">
            <a:extLst>
              <a:ext uri="{FF2B5EF4-FFF2-40B4-BE49-F238E27FC236}">
                <a16:creationId xmlns:a16="http://schemas.microsoft.com/office/drawing/2014/main" id="{6B3846D7-E902-DF98-459D-F6DEB84D7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76250"/>
            <a:ext cx="4953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>
                <a:solidFill>
                  <a:srgbClr val="FF7C80"/>
                </a:solidFill>
                <a:ea typeface="宋体" panose="02010600030101010101" pitchFamily="2" charset="-122"/>
              </a:rPr>
              <a:t>2</a:t>
            </a:r>
            <a:r>
              <a:rPr lang="zh-CN" altLang="en-US">
                <a:solidFill>
                  <a:srgbClr val="FF7C80"/>
                </a:solidFill>
                <a:ea typeface="宋体" panose="02010600030101010101" pitchFamily="2" charset="-122"/>
              </a:rPr>
              <a:t>、能量密度与能流密度矢量</a:t>
            </a:r>
          </a:p>
        </p:txBody>
      </p:sp>
      <p:graphicFrame>
        <p:nvGraphicFramePr>
          <p:cNvPr id="505861" name="Object 5">
            <a:extLst>
              <a:ext uri="{FF2B5EF4-FFF2-40B4-BE49-F238E27FC236}">
                <a16:creationId xmlns:a16="http://schemas.microsoft.com/office/drawing/2014/main" id="{8822E0A0-2F7D-FA81-1917-DEE28760EDF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4773613"/>
          <a:ext cx="5184775" cy="887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3" imgW="1862280" imgH="302400" progId="Equation.DSMT4">
                  <p:embed/>
                </p:oleObj>
              </mc:Choice>
              <mc:Fallback>
                <p:oleObj r:id="rId3" imgW="1862280" imgH="302400" progId="Equation.DSMT4">
                  <p:embed/>
                  <p:pic>
                    <p:nvPicPr>
                      <p:cNvPr id="505861" name="Object 5">
                        <a:extLst>
                          <a:ext uri="{FF2B5EF4-FFF2-40B4-BE49-F238E27FC236}">
                            <a16:creationId xmlns:a16="http://schemas.microsoft.com/office/drawing/2014/main" id="{8822E0A0-2F7D-FA81-1917-DEE28760EDF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4773613"/>
                        <a:ext cx="5184775" cy="887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5865" name="Object 9">
            <a:extLst>
              <a:ext uri="{FF2B5EF4-FFF2-40B4-BE49-F238E27FC236}">
                <a16:creationId xmlns:a16="http://schemas.microsoft.com/office/drawing/2014/main" id="{AB17D2E1-8D6E-2FF7-F65E-D76BA053A6E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1700213"/>
          <a:ext cx="4465637" cy="833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455840" imgH="280440" progId="Equation.DSMT4">
                  <p:embed/>
                </p:oleObj>
              </mc:Choice>
              <mc:Fallback>
                <p:oleObj r:id="rId5" imgW="1455840" imgH="280440" progId="Equation.DSMT4">
                  <p:embed/>
                  <p:pic>
                    <p:nvPicPr>
                      <p:cNvPr id="505865" name="Object 9">
                        <a:extLst>
                          <a:ext uri="{FF2B5EF4-FFF2-40B4-BE49-F238E27FC236}">
                            <a16:creationId xmlns:a16="http://schemas.microsoft.com/office/drawing/2014/main" id="{AB17D2E1-8D6E-2FF7-F65E-D76BA053A6E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1700213"/>
                        <a:ext cx="4465637" cy="833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2856" name="Group 1048">
            <a:extLst>
              <a:ext uri="{FF2B5EF4-FFF2-40B4-BE49-F238E27FC236}">
                <a16:creationId xmlns:a16="http://schemas.microsoft.com/office/drawing/2014/main" id="{62F91DE3-2D72-9635-0B67-0A91C3315F33}"/>
              </a:ext>
            </a:extLst>
          </p:cNvPr>
          <p:cNvGrpSpPr>
            <a:grpSpLocks/>
          </p:cNvGrpSpPr>
          <p:nvPr/>
        </p:nvGrpSpPr>
        <p:grpSpPr bwMode="auto">
          <a:xfrm>
            <a:off x="468313" y="908050"/>
            <a:ext cx="5111750" cy="865188"/>
            <a:chOff x="295" y="618"/>
            <a:chExt cx="3084" cy="499"/>
          </a:xfrm>
        </p:grpSpPr>
        <p:graphicFrame>
          <p:nvGraphicFramePr>
            <p:cNvPr id="27654" name="Object 4">
              <a:extLst>
                <a:ext uri="{FF2B5EF4-FFF2-40B4-BE49-F238E27FC236}">
                  <a16:creationId xmlns:a16="http://schemas.microsoft.com/office/drawing/2014/main" id="{36016638-8F71-89C3-CDAD-227FA3F03D5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703" y="618"/>
            <a:ext cx="1219" cy="4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7" imgW="642600" imgH="302400" progId="Equation.3">
                    <p:embed/>
                  </p:oleObj>
                </mc:Choice>
                <mc:Fallback>
                  <p:oleObj r:id="rId7" imgW="642600" imgH="302400" progId="Equation.3">
                    <p:embed/>
                    <p:pic>
                      <p:nvPicPr>
                        <p:cNvPr id="27654" name="Object 4">
                          <a:extLst>
                            <a:ext uri="{FF2B5EF4-FFF2-40B4-BE49-F238E27FC236}">
                              <a16:creationId xmlns:a16="http://schemas.microsoft.com/office/drawing/2014/main" id="{36016638-8F71-89C3-CDAD-227FA3F03D5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8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703" y="618"/>
                          <a:ext cx="1219" cy="4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55" name="Rectangle 14">
              <a:extLst>
                <a:ext uri="{FF2B5EF4-FFF2-40B4-BE49-F238E27FC236}">
                  <a16:creationId xmlns:a16="http://schemas.microsoft.com/office/drawing/2014/main" id="{55E96084-10CD-BF61-1DC2-B23AE24A49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5" y="676"/>
              <a:ext cx="481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由于</a:t>
              </a:r>
            </a:p>
          </p:txBody>
        </p:sp>
        <p:sp>
          <p:nvSpPr>
            <p:cNvPr id="27656" name="Rectangle 15">
              <a:extLst>
                <a:ext uri="{FF2B5EF4-FFF2-40B4-BE49-F238E27FC236}">
                  <a16:creationId xmlns:a16="http://schemas.microsoft.com/office/drawing/2014/main" id="{D5C42085-0435-9D2E-9E82-37AB41E0AC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7" y="686"/>
              <a:ext cx="1542" cy="2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>
                  <a:solidFill>
                    <a:schemeClr val="bg1"/>
                  </a:solidFill>
                  <a:latin typeface="幼圆" panose="02010509060101010101" pitchFamily="49" charset="-122"/>
                  <a:ea typeface="幼圆" panose="02010509060101010101" pitchFamily="49" charset="-122"/>
                </a:rPr>
                <a:t>，</a:t>
              </a: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于是有</a:t>
              </a:r>
            </a:p>
          </p:txBody>
        </p:sp>
      </p:grpSp>
      <p:grpSp>
        <p:nvGrpSpPr>
          <p:cNvPr id="632858" name="Group 1050">
            <a:extLst>
              <a:ext uri="{FF2B5EF4-FFF2-40B4-BE49-F238E27FC236}">
                <a16:creationId xmlns:a16="http://schemas.microsoft.com/office/drawing/2014/main" id="{A3DCB76E-829E-BAC6-25A1-115541D94989}"/>
              </a:ext>
            </a:extLst>
          </p:cNvPr>
          <p:cNvGrpSpPr>
            <a:grpSpLocks/>
          </p:cNvGrpSpPr>
          <p:nvPr/>
        </p:nvGrpSpPr>
        <p:grpSpPr bwMode="auto">
          <a:xfrm>
            <a:off x="5580063" y="5794375"/>
            <a:ext cx="3600450" cy="730250"/>
            <a:chOff x="3016" y="3521"/>
            <a:chExt cx="2268" cy="460"/>
          </a:xfrm>
        </p:grpSpPr>
        <p:sp>
          <p:nvSpPr>
            <p:cNvPr id="27658" name="Rectangle 11">
              <a:extLst>
                <a:ext uri="{FF2B5EF4-FFF2-40B4-BE49-F238E27FC236}">
                  <a16:creationId xmlns:a16="http://schemas.microsoft.com/office/drawing/2014/main" id="{E03F7AF5-5CDB-4B4C-8894-F06A2E57C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79" y="3521"/>
              <a:ext cx="1905" cy="460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rgbClr val="9A1D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理想介质中能量流动的速度等于相速</a:t>
              </a:r>
            </a:p>
          </p:txBody>
        </p:sp>
        <p:sp>
          <p:nvSpPr>
            <p:cNvPr id="27659" name="Line 16">
              <a:extLst>
                <a:ext uri="{FF2B5EF4-FFF2-40B4-BE49-F238E27FC236}">
                  <a16:creationId xmlns:a16="http://schemas.microsoft.com/office/drawing/2014/main" id="{99E41617-99E4-DA88-B808-0C91AC8B24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16" y="3657"/>
              <a:ext cx="363" cy="0"/>
            </a:xfrm>
            <a:prstGeom prst="line">
              <a:avLst/>
            </a:prstGeom>
            <a:noFill/>
            <a:ln w="317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505876" name="Object 20">
            <a:extLst>
              <a:ext uri="{FF2B5EF4-FFF2-40B4-BE49-F238E27FC236}">
                <a16:creationId xmlns:a16="http://schemas.microsoft.com/office/drawing/2014/main" id="{11CC256E-2B13-6F73-3D0D-07BEE0D1105B}"/>
              </a:ext>
            </a:extLst>
          </p:cNvPr>
          <p:cNvGraphicFramePr>
            <a:graphicFrameLocks/>
          </p:cNvGraphicFramePr>
          <p:nvPr/>
        </p:nvGraphicFramePr>
        <p:xfrm>
          <a:off x="996950" y="3932238"/>
          <a:ext cx="3359150" cy="865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1104120" imgH="280440" progId="Equation.DSMT4">
                  <p:embed/>
                </p:oleObj>
              </mc:Choice>
              <mc:Fallback>
                <p:oleObj r:id="rId9" imgW="1104120" imgH="280440" progId="Equation.DSMT4">
                  <p:embed/>
                  <p:pic>
                    <p:nvPicPr>
                      <p:cNvPr id="505876" name="Object 20">
                        <a:extLst>
                          <a:ext uri="{FF2B5EF4-FFF2-40B4-BE49-F238E27FC236}">
                            <a16:creationId xmlns:a16="http://schemas.microsoft.com/office/drawing/2014/main" id="{11CC256E-2B13-6F73-3D0D-07BEE0D110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96950" y="3932238"/>
                        <a:ext cx="3359150" cy="8651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32857" name="Group 1049">
            <a:extLst>
              <a:ext uri="{FF2B5EF4-FFF2-40B4-BE49-F238E27FC236}">
                <a16:creationId xmlns:a16="http://schemas.microsoft.com/office/drawing/2014/main" id="{21A913B9-7376-36AF-E648-ECF9F4B61BED}"/>
              </a:ext>
            </a:extLst>
          </p:cNvPr>
          <p:cNvGrpSpPr>
            <a:grpSpLocks/>
          </p:cNvGrpSpPr>
          <p:nvPr/>
        </p:nvGrpSpPr>
        <p:grpSpPr bwMode="auto">
          <a:xfrm>
            <a:off x="103188" y="2420938"/>
            <a:ext cx="5116512" cy="720725"/>
            <a:chOff x="65" y="1669"/>
            <a:chExt cx="3187" cy="403"/>
          </a:xfrm>
        </p:grpSpPr>
        <p:graphicFrame>
          <p:nvGraphicFramePr>
            <p:cNvPr id="27662" name="Object 17">
              <a:extLst>
                <a:ext uri="{FF2B5EF4-FFF2-40B4-BE49-F238E27FC236}">
                  <a16:creationId xmlns:a16="http://schemas.microsoft.com/office/drawing/2014/main" id="{0396B7C0-59B9-BC6C-132C-C39855E00538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83" y="1669"/>
            <a:ext cx="2669" cy="40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11" imgW="1455840" imgH="214560" progId="Equation.DSMT4">
                    <p:embed/>
                  </p:oleObj>
                </mc:Choice>
                <mc:Fallback>
                  <p:oleObj r:id="rId11" imgW="1455840" imgH="214560" progId="Equation.DSMT4">
                    <p:embed/>
                    <p:pic>
                      <p:nvPicPr>
                        <p:cNvPr id="27662" name="Object 17">
                          <a:extLst>
                            <a:ext uri="{FF2B5EF4-FFF2-40B4-BE49-F238E27FC236}">
                              <a16:creationId xmlns:a16="http://schemas.microsoft.com/office/drawing/2014/main" id="{0396B7C0-59B9-BC6C-132C-C39855E00538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2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83" y="1669"/>
                          <a:ext cx="2669" cy="40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27663" name="Rectangle 1046">
              <a:extLst>
                <a:ext uri="{FF2B5EF4-FFF2-40B4-BE49-F238E27FC236}">
                  <a16:creationId xmlns:a16="http://schemas.microsoft.com/office/drawing/2014/main" id="{D671F611-97AF-1BA0-D1F1-11850C9B77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" y="1736"/>
              <a:ext cx="502" cy="2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>
                  <a:solidFill>
                    <a:schemeClr val="bg1"/>
                  </a:solidFill>
                  <a:latin typeface="楷体_GB2312" pitchFamily="49" charset="-122"/>
                </a:rPr>
                <a:t>故</a:t>
              </a:r>
            </a:p>
          </p:txBody>
        </p:sp>
      </p:grpSp>
      <p:grpSp>
        <p:nvGrpSpPr>
          <p:cNvPr id="632859" name="Group 1051">
            <a:extLst>
              <a:ext uri="{FF2B5EF4-FFF2-40B4-BE49-F238E27FC236}">
                <a16:creationId xmlns:a16="http://schemas.microsoft.com/office/drawing/2014/main" id="{B5A8A373-FD4B-BCFC-7925-8D823D50BB61}"/>
              </a:ext>
            </a:extLst>
          </p:cNvPr>
          <p:cNvGrpSpPr>
            <a:grpSpLocks/>
          </p:cNvGrpSpPr>
          <p:nvPr/>
        </p:nvGrpSpPr>
        <p:grpSpPr bwMode="auto">
          <a:xfrm>
            <a:off x="5148263" y="1916113"/>
            <a:ext cx="3814762" cy="730250"/>
            <a:chOff x="3243" y="1253"/>
            <a:chExt cx="2403" cy="388"/>
          </a:xfrm>
        </p:grpSpPr>
        <p:sp>
          <p:nvSpPr>
            <p:cNvPr id="27665" name="Line 13">
              <a:extLst>
                <a:ext uri="{FF2B5EF4-FFF2-40B4-BE49-F238E27FC236}">
                  <a16:creationId xmlns:a16="http://schemas.microsoft.com/office/drawing/2014/main" id="{CEF32AB3-20EE-F897-AB68-0F63AE33AF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43" y="1389"/>
              <a:ext cx="408" cy="0"/>
            </a:xfrm>
            <a:prstGeom prst="line">
              <a:avLst/>
            </a:prstGeom>
            <a:noFill/>
            <a:ln w="31750">
              <a:solidFill>
                <a:srgbClr val="FF99CC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66" name="Rectangle 1047">
              <a:extLst>
                <a:ext uri="{FF2B5EF4-FFF2-40B4-BE49-F238E27FC236}">
                  <a16:creationId xmlns:a16="http://schemas.microsoft.com/office/drawing/2014/main" id="{8D6D4789-711D-9C90-089C-353D25E823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0" y="1253"/>
              <a:ext cx="2086" cy="388"/>
            </a:xfrm>
            <a:prstGeom prst="rect">
              <a:avLst/>
            </a:prstGeom>
            <a:solidFill>
              <a:srgbClr val="CCFFFF"/>
            </a:solidFill>
            <a:ln w="28575">
              <a:solidFill>
                <a:srgbClr val="FF99CC"/>
              </a:solidFill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  <a:buFont typeface="Wingdings" panose="05000000000000000000" pitchFamily="2" charset="2"/>
                <a:buNone/>
              </a:pPr>
              <a:r>
                <a:rPr lang="zh-CN" altLang="en-US" sz="2000">
                  <a:solidFill>
                    <a:srgbClr val="9A1D00"/>
                  </a:solidFill>
                  <a:latin typeface="宋体" panose="02010600030101010101" pitchFamily="2" charset="-122"/>
                  <a:ea typeface="宋体" panose="02010600030101010101" pitchFamily="2" charset="-122"/>
                </a:rPr>
                <a:t>理想介质中，均匀平面波的电场能量与磁场能量相同</a:t>
              </a:r>
            </a:p>
          </p:txBody>
        </p:sp>
      </p:grpSp>
      <p:graphicFrame>
        <p:nvGraphicFramePr>
          <p:cNvPr id="632860" name="Object 1052">
            <a:extLst>
              <a:ext uri="{FF2B5EF4-FFF2-40B4-BE49-F238E27FC236}">
                <a16:creationId xmlns:a16="http://schemas.microsoft.com/office/drawing/2014/main" id="{23189986-6809-F604-2884-5EDF819E752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71550" y="3144838"/>
          <a:ext cx="6570663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3" imgW="2455560" imgH="302400" progId="Equation.DSMT4">
                  <p:embed/>
                </p:oleObj>
              </mc:Choice>
              <mc:Fallback>
                <p:oleObj r:id="rId13" imgW="2455560" imgH="302400" progId="Equation.DSMT4">
                  <p:embed/>
                  <p:pic>
                    <p:nvPicPr>
                      <p:cNvPr id="632860" name="Object 1052">
                        <a:extLst>
                          <a:ext uri="{FF2B5EF4-FFF2-40B4-BE49-F238E27FC236}">
                            <a16:creationId xmlns:a16="http://schemas.microsoft.com/office/drawing/2014/main" id="{23189986-6809-F604-2884-5EDF819E752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144838"/>
                        <a:ext cx="6570663" cy="860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2861" name="Object 1053">
            <a:extLst>
              <a:ext uri="{FF2B5EF4-FFF2-40B4-BE49-F238E27FC236}">
                <a16:creationId xmlns:a16="http://schemas.microsoft.com/office/drawing/2014/main" id="{E6B09F74-CE0C-9FE2-8D3F-EA5A4EA19600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1476375" y="5624513"/>
          <a:ext cx="4032250" cy="915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5" imgW="1631520" imgH="324360" progId="Equation.3">
                  <p:embed/>
                </p:oleObj>
              </mc:Choice>
              <mc:Fallback>
                <p:oleObj r:id="rId15" imgW="1631520" imgH="324360" progId="Equation.3">
                  <p:embed/>
                  <p:pic>
                    <p:nvPicPr>
                      <p:cNvPr id="632861" name="Object 1053">
                        <a:extLst>
                          <a:ext uri="{FF2B5EF4-FFF2-40B4-BE49-F238E27FC236}">
                            <a16:creationId xmlns:a16="http://schemas.microsoft.com/office/drawing/2014/main" id="{E6B09F74-CE0C-9FE2-8D3F-EA5A4EA1960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6375" y="5624513"/>
                        <a:ext cx="4032250" cy="9159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505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32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5058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632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328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32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505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5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505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6328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2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2000"/>
                                        <p:tgtEl>
                                          <p:spTgt spid="6328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585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灯片编号占位符 3">
            <a:extLst>
              <a:ext uri="{FF2B5EF4-FFF2-40B4-BE49-F238E27FC236}">
                <a16:creationId xmlns:a16="http://schemas.microsoft.com/office/drawing/2014/main" id="{E542AFBB-CDE3-A7C0-844D-B9C4391740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E9479EA-1F82-4976-8733-C0556A6523B7}" type="slidenum">
              <a:rPr lang="en-US" altLang="zh-CN"/>
              <a:pPr/>
              <a:t>15</a:t>
            </a:fld>
            <a:endParaRPr lang="en-US" altLang="zh-CN"/>
          </a:p>
        </p:txBody>
      </p:sp>
      <p:sp>
        <p:nvSpPr>
          <p:cNvPr id="650247" name="Text Box 7">
            <a:extLst>
              <a:ext uri="{FF2B5EF4-FFF2-40B4-BE49-F238E27FC236}">
                <a16:creationId xmlns:a16="http://schemas.microsoft.com/office/drawing/2014/main" id="{70599079-5E35-6981-B8EE-3A20E4452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7950" y="476250"/>
            <a:ext cx="8567738" cy="493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81000" indent="-3810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lnSpc>
                <a:spcPct val="110000"/>
              </a:lnSpc>
              <a:spcBef>
                <a:spcPct val="20000"/>
              </a:spcBef>
            </a:pPr>
            <a:r>
              <a:rPr lang="en-US" altLang="zh-CN">
                <a:solidFill>
                  <a:srgbClr val="FF7C80"/>
                </a:solidFill>
                <a:ea typeface="宋体" panose="02010600030101010101" pitchFamily="2" charset="-122"/>
              </a:rPr>
              <a:t>3</a:t>
            </a:r>
            <a:r>
              <a:rPr lang="zh-CN" altLang="en-US">
                <a:solidFill>
                  <a:srgbClr val="FF7C80"/>
                </a:solidFill>
                <a:ea typeface="宋体" panose="02010600030101010101" pitchFamily="2" charset="-122"/>
              </a:rPr>
              <a:t>、理想介质中的均匀平面波的传播特点</a:t>
            </a:r>
          </a:p>
        </p:txBody>
      </p:sp>
      <p:sp>
        <p:nvSpPr>
          <p:cNvPr id="650277" name="Text Box 37">
            <a:extLst>
              <a:ext uri="{FF2B5EF4-FFF2-40B4-BE49-F238E27FC236}">
                <a16:creationId xmlns:a16="http://schemas.microsoft.com/office/drawing/2014/main" id="{40BB8A03-4448-B10C-0B8A-3B4E286B01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885826"/>
            <a:ext cx="5445261" cy="8763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</a:rPr>
              <a:t>   </a:t>
            </a:r>
            <a:r>
              <a:rPr lang="zh-CN" altLang="en-US" dirty="0">
                <a:solidFill>
                  <a:schemeClr val="bg1"/>
                </a:solidFill>
              </a:rPr>
              <a:t>电场、磁场与传播方向相互垂直，是横电磁波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(</a:t>
            </a:r>
            <a:r>
              <a:rPr lang="en-US" altLang="zh-CN" dirty="0">
                <a:solidFill>
                  <a:schemeClr val="bg1"/>
                </a:solidFill>
              </a:rPr>
              <a:t>TEM</a:t>
            </a:r>
            <a:r>
              <a:rPr lang="zh-CN" altLang="en-US" dirty="0">
                <a:solidFill>
                  <a:schemeClr val="bg1"/>
                </a:solidFill>
              </a:rPr>
              <a:t>模自由空间波 </a:t>
            </a:r>
            <a:r>
              <a:rPr lang="en-US" altLang="zh-CN" dirty="0">
                <a:solidFill>
                  <a:schemeClr val="bg1"/>
                </a:solidFill>
                <a:latin typeface="楷体_GB2312" pitchFamily="49" charset="-122"/>
              </a:rPr>
              <a:t>)</a:t>
            </a:r>
            <a:r>
              <a:rPr lang="zh-CN" altLang="en-US" dirty="0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650278" name="Text Box 38">
            <a:extLst>
              <a:ext uri="{FF2B5EF4-FFF2-40B4-BE49-F238E27FC236}">
                <a16:creationId xmlns:a16="http://schemas.microsoft.com/office/drawing/2014/main" id="{2E478835-D490-AFD9-D8F0-939DBF960F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4138" y="1846263"/>
            <a:ext cx="5856287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</a:rPr>
              <a:t>   </a:t>
            </a:r>
            <a:r>
              <a:rPr lang="zh-CN" altLang="en-US" dirty="0">
                <a:solidFill>
                  <a:schemeClr val="bg1"/>
                </a:solidFill>
              </a:rPr>
              <a:t>无衰减，电场与磁场的振幅不变。</a:t>
            </a:r>
          </a:p>
        </p:txBody>
      </p:sp>
      <p:sp>
        <p:nvSpPr>
          <p:cNvPr id="650279" name="Text Box 39">
            <a:extLst>
              <a:ext uri="{FF2B5EF4-FFF2-40B4-BE49-F238E27FC236}">
                <a16:creationId xmlns:a16="http://schemas.microsoft.com/office/drawing/2014/main" id="{BEBAC2CD-4151-6644-E8FD-5AF941B85CC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2709863"/>
            <a:ext cx="61468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波阻抗为实数，电场与磁场同相位。</a:t>
            </a:r>
          </a:p>
        </p:txBody>
      </p:sp>
      <p:sp>
        <p:nvSpPr>
          <p:cNvPr id="650280" name="Text Box 40">
            <a:extLst>
              <a:ext uri="{FF2B5EF4-FFF2-40B4-BE49-F238E27FC236}">
                <a16:creationId xmlns:a16="http://schemas.microsoft.com/office/drawing/2014/main" id="{7D592258-2FD1-B398-F6CE-FA9BF47429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963" y="3646488"/>
            <a:ext cx="5689600" cy="493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>
                <a:solidFill>
                  <a:schemeClr val="bg1"/>
                </a:solidFill>
              </a:rPr>
              <a:t>   </a:t>
            </a:r>
            <a:r>
              <a:rPr lang="zh-CN" altLang="en-US">
                <a:solidFill>
                  <a:schemeClr val="bg1"/>
                </a:solidFill>
              </a:rPr>
              <a:t>电磁波的</a:t>
            </a:r>
            <a:r>
              <a:rPr lang="zh-CN" altLang="en-US">
                <a:solidFill>
                  <a:srgbClr val="FF0000"/>
                </a:solidFill>
              </a:rPr>
              <a:t>相速与频率无关</a:t>
            </a:r>
            <a:r>
              <a:rPr lang="zh-CN" altLang="en-US">
                <a:solidFill>
                  <a:schemeClr val="bg1"/>
                </a:solidFill>
              </a:rPr>
              <a:t>，</a:t>
            </a:r>
            <a:r>
              <a:rPr lang="zh-CN" altLang="en-US">
                <a:solidFill>
                  <a:srgbClr val="FF0000"/>
                </a:solidFill>
              </a:rPr>
              <a:t>无色散</a:t>
            </a:r>
            <a:r>
              <a:rPr lang="zh-CN" altLang="en-US">
                <a:solidFill>
                  <a:schemeClr val="bg1"/>
                </a:solidFill>
              </a:rPr>
              <a:t>。</a:t>
            </a:r>
          </a:p>
        </p:txBody>
      </p:sp>
      <p:sp>
        <p:nvSpPr>
          <p:cNvPr id="650281" name="Text Box 41">
            <a:extLst>
              <a:ext uri="{FF2B5EF4-FFF2-40B4-BE49-F238E27FC236}">
                <a16:creationId xmlns:a16="http://schemas.microsoft.com/office/drawing/2014/main" id="{A7DD5E27-5C27-7BB6-8028-DECACD2060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50" y="4510088"/>
            <a:ext cx="5543550" cy="968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spcBef>
                <a:spcPct val="20000"/>
              </a:spcBef>
              <a:buFontTx/>
              <a:buBlip>
                <a:blip r:embed="rId3"/>
              </a:buBlip>
            </a:pPr>
            <a:r>
              <a:rPr lang="en-US" altLang="zh-CN" dirty="0">
                <a:solidFill>
                  <a:schemeClr val="bg1"/>
                </a:solidFill>
              </a:rPr>
              <a:t>    </a:t>
            </a:r>
            <a:r>
              <a:rPr lang="zh-CN" altLang="en-US" dirty="0">
                <a:solidFill>
                  <a:schemeClr val="bg1"/>
                </a:solidFill>
              </a:rPr>
              <a:t>电场能量密度等于磁场能量密度， </a:t>
            </a:r>
          </a:p>
          <a:p>
            <a:pPr algn="just">
              <a:lnSpc>
                <a:spcPct val="110000"/>
              </a:lnSpc>
              <a:spcBef>
                <a:spcPct val="20000"/>
              </a:spcBef>
            </a:pPr>
            <a:r>
              <a:rPr lang="zh-CN" altLang="en-US" dirty="0">
                <a:solidFill>
                  <a:srgbClr val="9A1D00"/>
                </a:solidFill>
              </a:rPr>
              <a:t>       </a:t>
            </a:r>
            <a:r>
              <a:rPr lang="zh-CN" altLang="en-US" dirty="0">
                <a:solidFill>
                  <a:schemeClr val="bg1"/>
                </a:solidFill>
              </a:rPr>
              <a:t>能量的传输速度等于相速。</a:t>
            </a:r>
          </a:p>
        </p:txBody>
      </p:sp>
      <p:grpSp>
        <p:nvGrpSpPr>
          <p:cNvPr id="29704" name="Group 49">
            <a:extLst>
              <a:ext uri="{FF2B5EF4-FFF2-40B4-BE49-F238E27FC236}">
                <a16:creationId xmlns:a16="http://schemas.microsoft.com/office/drawing/2014/main" id="{E126E228-8D0F-B72F-3E36-D68E80537610}"/>
              </a:ext>
            </a:extLst>
          </p:cNvPr>
          <p:cNvGrpSpPr>
            <a:grpSpLocks/>
          </p:cNvGrpSpPr>
          <p:nvPr/>
        </p:nvGrpSpPr>
        <p:grpSpPr bwMode="auto">
          <a:xfrm>
            <a:off x="5770563" y="574464"/>
            <a:ext cx="3344862" cy="2847975"/>
            <a:chOff x="3424" y="1842"/>
            <a:chExt cx="2268" cy="1996"/>
          </a:xfrm>
        </p:grpSpPr>
        <p:sp>
          <p:nvSpPr>
            <p:cNvPr id="29705" name="Rectangle 9">
              <a:extLst>
                <a:ext uri="{FF2B5EF4-FFF2-40B4-BE49-F238E27FC236}">
                  <a16:creationId xmlns:a16="http://schemas.microsoft.com/office/drawing/2014/main" id="{999C4CA9-030C-580C-C68F-B30FFE048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24" y="1842"/>
              <a:ext cx="2268" cy="1996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rgbClr val="FF0000"/>
              </a:solidFill>
              <a:miter lim="800000"/>
              <a:headEnd/>
              <a:tailEnd/>
            </a:ln>
          </p:spPr>
          <p:txBody>
            <a:bodyPr wrap="none" anchor="ctr"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29706" name="Rectangle 13">
              <a:extLst>
                <a:ext uri="{FF2B5EF4-FFF2-40B4-BE49-F238E27FC236}">
                  <a16:creationId xmlns:a16="http://schemas.microsoft.com/office/drawing/2014/main" id="{A48778BA-D214-41E3-CA82-7022C88040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20" y="3156"/>
              <a:ext cx="165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en-US" altLang="zh-CN" sz="2000" b="0" i="1">
                  <a:solidFill>
                    <a:srgbClr val="000000"/>
                  </a:solidFill>
                  <a:ea typeface="宋体" panose="02010600030101010101" pitchFamily="2" charset="-122"/>
                </a:rPr>
                <a:t>z</a:t>
              </a:r>
              <a:endParaRPr lang="en-US" altLang="zh-CN" sz="2000" b="0" i="1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07" name="Freeform 16">
              <a:extLst>
                <a:ext uri="{FF2B5EF4-FFF2-40B4-BE49-F238E27FC236}">
                  <a16:creationId xmlns:a16="http://schemas.microsoft.com/office/drawing/2014/main" id="{671FBFDF-691D-8E12-C7F5-7B2C351066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2" y="2183"/>
              <a:ext cx="357" cy="560"/>
            </a:xfrm>
            <a:custGeom>
              <a:avLst/>
              <a:gdLst>
                <a:gd name="T0" fmla="*/ 0 w 272"/>
                <a:gd name="T1" fmla="*/ 287 h 378"/>
                <a:gd name="T2" fmla="*/ 136 w 272"/>
                <a:gd name="T3" fmla="*/ 15 h 378"/>
                <a:gd name="T4" fmla="*/ 272 w 272"/>
                <a:gd name="T5" fmla="*/ 378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378">
                  <a:moveTo>
                    <a:pt x="0" y="287"/>
                  </a:moveTo>
                  <a:cubicBezTo>
                    <a:pt x="45" y="143"/>
                    <a:pt x="91" y="0"/>
                    <a:pt x="136" y="15"/>
                  </a:cubicBezTo>
                  <a:cubicBezTo>
                    <a:pt x="181" y="30"/>
                    <a:pt x="249" y="317"/>
                    <a:pt x="272" y="378"/>
                  </a:cubicBezTo>
                </a:path>
              </a:pathLst>
            </a:custGeom>
            <a:solidFill>
              <a:srgbClr val="FF5757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8" name="Freeform 17">
              <a:extLst>
                <a:ext uri="{FF2B5EF4-FFF2-40B4-BE49-F238E27FC236}">
                  <a16:creationId xmlns:a16="http://schemas.microsoft.com/office/drawing/2014/main" id="{BFDDDA34-A22C-593D-A890-3CE7A2D010B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4321" y="2713"/>
              <a:ext cx="357" cy="560"/>
            </a:xfrm>
            <a:custGeom>
              <a:avLst/>
              <a:gdLst>
                <a:gd name="T0" fmla="*/ 0 w 272"/>
                <a:gd name="T1" fmla="*/ 287 h 378"/>
                <a:gd name="T2" fmla="*/ 136 w 272"/>
                <a:gd name="T3" fmla="*/ 15 h 378"/>
                <a:gd name="T4" fmla="*/ 272 w 272"/>
                <a:gd name="T5" fmla="*/ 378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378">
                  <a:moveTo>
                    <a:pt x="0" y="287"/>
                  </a:moveTo>
                  <a:cubicBezTo>
                    <a:pt x="45" y="143"/>
                    <a:pt x="91" y="0"/>
                    <a:pt x="136" y="15"/>
                  </a:cubicBezTo>
                  <a:cubicBezTo>
                    <a:pt x="181" y="30"/>
                    <a:pt x="249" y="317"/>
                    <a:pt x="272" y="378"/>
                  </a:cubicBezTo>
                </a:path>
              </a:pathLst>
            </a:custGeom>
            <a:solidFill>
              <a:srgbClr val="FF5757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09" name="Freeform 18">
              <a:extLst>
                <a:ext uri="{FF2B5EF4-FFF2-40B4-BE49-F238E27FC236}">
                  <a16:creationId xmlns:a16="http://schemas.microsoft.com/office/drawing/2014/main" id="{9028DE23-D78C-1E96-78DE-E8DDF839000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0800000">
              <a:off x="5033" y="2965"/>
              <a:ext cx="358" cy="560"/>
            </a:xfrm>
            <a:custGeom>
              <a:avLst/>
              <a:gdLst>
                <a:gd name="T0" fmla="*/ 0 w 272"/>
                <a:gd name="T1" fmla="*/ 287 h 378"/>
                <a:gd name="T2" fmla="*/ 136 w 272"/>
                <a:gd name="T3" fmla="*/ 15 h 378"/>
                <a:gd name="T4" fmla="*/ 272 w 272"/>
                <a:gd name="T5" fmla="*/ 378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378">
                  <a:moveTo>
                    <a:pt x="0" y="287"/>
                  </a:moveTo>
                  <a:cubicBezTo>
                    <a:pt x="45" y="143"/>
                    <a:pt x="91" y="0"/>
                    <a:pt x="136" y="15"/>
                  </a:cubicBezTo>
                  <a:cubicBezTo>
                    <a:pt x="181" y="30"/>
                    <a:pt x="249" y="317"/>
                    <a:pt x="272" y="378"/>
                  </a:cubicBezTo>
                </a:path>
              </a:pathLst>
            </a:custGeom>
            <a:solidFill>
              <a:srgbClr val="FF5757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0" name="Freeform 19">
              <a:extLst>
                <a:ext uri="{FF2B5EF4-FFF2-40B4-BE49-F238E27FC236}">
                  <a16:creationId xmlns:a16="http://schemas.microsoft.com/office/drawing/2014/main" id="{B79057B5-4F66-9CF0-BD67-3A74F5C307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4" y="2624"/>
              <a:ext cx="504" cy="174"/>
            </a:xfrm>
            <a:custGeom>
              <a:avLst/>
              <a:gdLst>
                <a:gd name="T0" fmla="*/ 141 w 504"/>
                <a:gd name="T1" fmla="*/ 0 h 174"/>
                <a:gd name="T2" fmla="*/ 60 w 504"/>
                <a:gd name="T3" fmla="*/ 158 h 174"/>
                <a:gd name="T4" fmla="*/ 504 w 504"/>
                <a:gd name="T5" fmla="*/ 99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4" h="174">
                  <a:moveTo>
                    <a:pt x="141" y="0"/>
                  </a:moveTo>
                  <a:cubicBezTo>
                    <a:pt x="128" y="26"/>
                    <a:pt x="0" y="142"/>
                    <a:pt x="60" y="158"/>
                  </a:cubicBezTo>
                  <a:cubicBezTo>
                    <a:pt x="120" y="174"/>
                    <a:pt x="412" y="111"/>
                    <a:pt x="504" y="99"/>
                  </a:cubicBezTo>
                </a:path>
              </a:pathLst>
            </a:custGeom>
            <a:solidFill>
              <a:srgbClr val="FF7FFF"/>
            </a:solidFill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1" name="Freeform 20">
              <a:extLst>
                <a:ext uri="{FF2B5EF4-FFF2-40B4-BE49-F238E27FC236}">
                  <a16:creationId xmlns:a16="http://schemas.microsoft.com/office/drawing/2014/main" id="{99E36A90-5E04-7482-36FC-14FB933CE0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6" y="2664"/>
              <a:ext cx="535" cy="174"/>
            </a:xfrm>
            <a:custGeom>
              <a:avLst/>
              <a:gdLst>
                <a:gd name="T0" fmla="*/ 388 w 535"/>
                <a:gd name="T1" fmla="*/ 174 h 174"/>
                <a:gd name="T2" fmla="*/ 470 w 535"/>
                <a:gd name="T3" fmla="*/ 17 h 174"/>
                <a:gd name="T4" fmla="*/ 0 w 535"/>
                <a:gd name="T5" fmla="*/ 75 h 17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5" h="174">
                  <a:moveTo>
                    <a:pt x="388" y="174"/>
                  </a:moveTo>
                  <a:cubicBezTo>
                    <a:pt x="402" y="148"/>
                    <a:pt x="535" y="34"/>
                    <a:pt x="470" y="17"/>
                  </a:cubicBezTo>
                  <a:cubicBezTo>
                    <a:pt x="405" y="0"/>
                    <a:pt x="98" y="63"/>
                    <a:pt x="0" y="75"/>
                  </a:cubicBezTo>
                </a:path>
              </a:pathLst>
            </a:custGeom>
            <a:solidFill>
              <a:srgbClr val="FF7FFF"/>
            </a:solidFill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2" name="Freeform 21">
              <a:extLst>
                <a:ext uri="{FF2B5EF4-FFF2-40B4-BE49-F238E27FC236}">
                  <a16:creationId xmlns:a16="http://schemas.microsoft.com/office/drawing/2014/main" id="{1E8ADC33-606D-F41E-6168-94C1FB8F2E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86" y="2435"/>
              <a:ext cx="357" cy="560"/>
            </a:xfrm>
            <a:custGeom>
              <a:avLst/>
              <a:gdLst>
                <a:gd name="T0" fmla="*/ 0 w 272"/>
                <a:gd name="T1" fmla="*/ 287 h 378"/>
                <a:gd name="T2" fmla="*/ 136 w 272"/>
                <a:gd name="T3" fmla="*/ 15 h 378"/>
                <a:gd name="T4" fmla="*/ 272 w 272"/>
                <a:gd name="T5" fmla="*/ 378 h 3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72" h="378">
                  <a:moveTo>
                    <a:pt x="0" y="287"/>
                  </a:moveTo>
                  <a:cubicBezTo>
                    <a:pt x="45" y="143"/>
                    <a:pt x="91" y="0"/>
                    <a:pt x="136" y="15"/>
                  </a:cubicBezTo>
                  <a:cubicBezTo>
                    <a:pt x="181" y="30"/>
                    <a:pt x="249" y="317"/>
                    <a:pt x="272" y="378"/>
                  </a:cubicBezTo>
                </a:path>
              </a:pathLst>
            </a:custGeom>
            <a:solidFill>
              <a:srgbClr val="FF5757"/>
            </a:solidFill>
            <a:ln w="25400">
              <a:solidFill>
                <a:srgbClr val="FF0000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3" name="Freeform 22">
              <a:extLst>
                <a:ext uri="{FF2B5EF4-FFF2-40B4-BE49-F238E27FC236}">
                  <a16:creationId xmlns:a16="http://schemas.microsoft.com/office/drawing/2014/main" id="{CE0AB77E-02ED-F178-C625-9E10B2E1C1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9" y="2864"/>
              <a:ext cx="536" cy="163"/>
            </a:xfrm>
            <a:custGeom>
              <a:avLst/>
              <a:gdLst>
                <a:gd name="T0" fmla="*/ 157 w 536"/>
                <a:gd name="T1" fmla="*/ 0 h 163"/>
                <a:gd name="T2" fmla="*/ 63 w 536"/>
                <a:gd name="T3" fmla="*/ 147 h 163"/>
                <a:gd name="T4" fmla="*/ 536 w 536"/>
                <a:gd name="T5" fmla="*/ 99 h 16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36" h="163">
                  <a:moveTo>
                    <a:pt x="157" y="0"/>
                  </a:moveTo>
                  <a:cubicBezTo>
                    <a:pt x="141" y="24"/>
                    <a:pt x="0" y="131"/>
                    <a:pt x="63" y="147"/>
                  </a:cubicBezTo>
                  <a:cubicBezTo>
                    <a:pt x="126" y="163"/>
                    <a:pt x="438" y="109"/>
                    <a:pt x="536" y="99"/>
                  </a:cubicBezTo>
                </a:path>
              </a:pathLst>
            </a:custGeom>
            <a:solidFill>
              <a:srgbClr val="FF7FFF"/>
            </a:solidFill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4" name="Freeform 23">
              <a:extLst>
                <a:ext uri="{FF2B5EF4-FFF2-40B4-BE49-F238E27FC236}">
                  <a16:creationId xmlns:a16="http://schemas.microsoft.com/office/drawing/2014/main" id="{CA41A2F0-0A32-3DCF-46F9-129D5AD550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36" y="2927"/>
              <a:ext cx="500" cy="168"/>
            </a:xfrm>
            <a:custGeom>
              <a:avLst/>
              <a:gdLst>
                <a:gd name="T0" fmla="*/ 357 w 500"/>
                <a:gd name="T1" fmla="*/ 168 h 168"/>
                <a:gd name="T2" fmla="*/ 441 w 500"/>
                <a:gd name="T3" fmla="*/ 20 h 168"/>
                <a:gd name="T4" fmla="*/ 0 w 500"/>
                <a:gd name="T5" fmla="*/ 46 h 1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500" h="168">
                  <a:moveTo>
                    <a:pt x="357" y="168"/>
                  </a:moveTo>
                  <a:cubicBezTo>
                    <a:pt x="371" y="143"/>
                    <a:pt x="500" y="40"/>
                    <a:pt x="441" y="20"/>
                  </a:cubicBezTo>
                  <a:cubicBezTo>
                    <a:pt x="382" y="0"/>
                    <a:pt x="92" y="41"/>
                    <a:pt x="0" y="46"/>
                  </a:cubicBezTo>
                </a:path>
              </a:pathLst>
            </a:custGeom>
            <a:solidFill>
              <a:srgbClr val="FF7FFF"/>
            </a:solidFill>
            <a:ln w="25400">
              <a:solidFill>
                <a:srgbClr val="FF00FF"/>
              </a:solidFill>
              <a:round/>
              <a:headEnd/>
              <a:tailEnd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5" name="Line 24">
              <a:extLst>
                <a:ext uri="{FF2B5EF4-FFF2-40B4-BE49-F238E27FC236}">
                  <a16:creationId xmlns:a16="http://schemas.microsoft.com/office/drawing/2014/main" id="{CB17E996-C75A-F050-C0F3-8224FFD2E93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2" y="2609"/>
              <a:ext cx="1623" cy="574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6" name="Rectangle 27">
              <a:extLst>
                <a:ext uri="{FF2B5EF4-FFF2-40B4-BE49-F238E27FC236}">
                  <a16:creationId xmlns:a16="http://schemas.microsoft.com/office/drawing/2014/main" id="{99557C0B-FE60-8CC5-EA81-7AA562F643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01" y="2139"/>
              <a:ext cx="237" cy="530"/>
            </a:xfrm>
            <a:prstGeom prst="rect">
              <a:avLst/>
            </a:prstGeom>
            <a:solidFill>
              <a:srgbClr val="CC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pPr>
                <a:spcBef>
                  <a:spcPct val="20000"/>
                </a:spcBef>
              </a:pPr>
              <a:endParaRPr lang="zh-CN" altLang="en-US"/>
            </a:p>
          </p:txBody>
        </p:sp>
        <p:sp>
          <p:nvSpPr>
            <p:cNvPr id="29717" name="Line 28">
              <a:extLst>
                <a:ext uri="{FF2B5EF4-FFF2-40B4-BE49-F238E27FC236}">
                  <a16:creationId xmlns:a16="http://schemas.microsoft.com/office/drawing/2014/main" id="{F4EF30B7-F8A6-8725-F6A4-E39070B4A6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38" y="2624"/>
              <a:ext cx="354" cy="133"/>
            </a:xfrm>
            <a:prstGeom prst="line">
              <a:avLst/>
            </a:prstGeom>
            <a:noFill/>
            <a:ln w="160020">
              <a:solidFill>
                <a:srgbClr val="CC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18" name="Rectangle 29">
              <a:extLst>
                <a:ext uri="{FF2B5EF4-FFF2-40B4-BE49-F238E27FC236}">
                  <a16:creationId xmlns:a16="http://schemas.microsoft.com/office/drawing/2014/main" id="{90C27705-775A-0615-D675-E8BC258B7F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36" y="2508"/>
              <a:ext cx="104" cy="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just">
                <a:spcBef>
                  <a:spcPct val="20000"/>
                </a:spcBef>
              </a:pPr>
              <a:r>
                <a:rPr lang="en-US" altLang="zh-CN" sz="1800" i="1">
                  <a:solidFill>
                    <a:srgbClr val="000000"/>
                  </a:solidFill>
                  <a:ea typeface="宋体" panose="02010600030101010101" pitchFamily="2" charset="-122"/>
                </a:rPr>
                <a:t>O</a:t>
              </a:r>
              <a:endParaRPr lang="en-US" altLang="zh-CN" sz="1800"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9719" name="Text Box 31">
              <a:extLst>
                <a:ext uri="{FF2B5EF4-FFF2-40B4-BE49-F238E27FC236}">
                  <a16:creationId xmlns:a16="http://schemas.microsoft.com/office/drawing/2014/main" id="{A1142635-DB83-E9E3-3CCB-9DB4731DEC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60" y="3566"/>
              <a:ext cx="20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 algn="ctr">
                <a:spcBef>
                  <a:spcPct val="20000"/>
                </a:spcBef>
              </a:pP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理想介质中均匀平面波的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18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E</a:t>
              </a:r>
              <a:r>
                <a:rPr lang="en-US" altLang="zh-CN" sz="8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zh-CN" altLang="en-US" sz="1600" dirty="0">
                  <a:latin typeface="宋体" panose="02010600030101010101" pitchFamily="2" charset="-122"/>
                  <a:ea typeface="宋体" panose="02010600030101010101" pitchFamily="2" charset="-122"/>
                </a:rPr>
                <a:t>和</a:t>
              </a:r>
              <a:r>
                <a:rPr lang="zh-CN" altLang="en-US" sz="800" dirty="0">
                  <a:latin typeface="宋体" panose="02010600030101010101" pitchFamily="2" charset="-122"/>
                  <a:ea typeface="宋体" panose="02010600030101010101" pitchFamily="2" charset="-122"/>
                </a:rPr>
                <a:t> </a:t>
              </a:r>
              <a:r>
                <a:rPr lang="en-US" altLang="zh-CN" sz="1800" i="1" dirty="0">
                  <a:latin typeface="宋体" panose="02010600030101010101" pitchFamily="2" charset="-122"/>
                  <a:ea typeface="宋体" panose="02010600030101010101" pitchFamily="2" charset="-122"/>
                </a:rPr>
                <a:t>H</a:t>
              </a:r>
            </a:p>
          </p:txBody>
        </p:sp>
        <p:sp>
          <p:nvSpPr>
            <p:cNvPr id="29720" name="Line 35">
              <a:extLst>
                <a:ext uri="{FF2B5EF4-FFF2-40B4-BE49-F238E27FC236}">
                  <a16:creationId xmlns:a16="http://schemas.microsoft.com/office/drawing/2014/main" id="{3181A283-19CE-F06E-7357-49DEE97614E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47" y="1963"/>
              <a:ext cx="1" cy="706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721" name="Line 36">
              <a:extLst>
                <a:ext uri="{FF2B5EF4-FFF2-40B4-BE49-F238E27FC236}">
                  <a16:creationId xmlns:a16="http://schemas.microsoft.com/office/drawing/2014/main" id="{997BF4EE-380C-978C-8848-80DEDE944847}"/>
                </a:ext>
              </a:extLst>
            </p:cNvPr>
            <p:cNvSpPr>
              <a:spLocks noChangeAspect="1" noChangeShapeType="1"/>
            </p:cNvSpPr>
            <p:nvPr/>
          </p:nvSpPr>
          <p:spPr bwMode="auto">
            <a:xfrm flipH="1">
              <a:off x="3480" y="2668"/>
              <a:ext cx="659" cy="265"/>
            </a:xfrm>
            <a:prstGeom prst="line">
              <a:avLst/>
            </a:prstGeom>
            <a:noFill/>
            <a:ln w="25400">
              <a:solidFill>
                <a:srgbClr val="0000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29722" name="Object 45">
              <a:extLst>
                <a:ext uri="{FF2B5EF4-FFF2-40B4-BE49-F238E27FC236}">
                  <a16:creationId xmlns:a16="http://schemas.microsoft.com/office/drawing/2014/main" id="{3B0F0DC9-2595-2335-9CBE-CC5DB511BE63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150" y="1873"/>
            <a:ext cx="254" cy="28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4" imgW="104400" imgH="137520" progId="Equation.DSMT4">
                    <p:embed/>
                  </p:oleObj>
                </mc:Choice>
                <mc:Fallback>
                  <p:oleObj r:id="rId4" imgW="104400" imgH="137520" progId="Equation.DSMT4">
                    <p:embed/>
                    <p:pic>
                      <p:nvPicPr>
                        <p:cNvPr id="29722" name="Object 45">
                          <a:extLst>
                            <a:ext uri="{FF2B5EF4-FFF2-40B4-BE49-F238E27FC236}">
                              <a16:creationId xmlns:a16="http://schemas.microsoft.com/office/drawing/2014/main" id="{3B0F0DC9-2595-2335-9CBE-CC5DB511BE6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50" y="1873"/>
                          <a:ext cx="254" cy="28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29723" name="Object 47">
              <a:extLst>
                <a:ext uri="{FF2B5EF4-FFF2-40B4-BE49-F238E27FC236}">
                  <a16:creationId xmlns:a16="http://schemas.microsoft.com/office/drawing/2014/main" id="{F49F6814-BF2B-87A2-DB74-CA82A958C3D7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3424" y="2934"/>
            <a:ext cx="305" cy="2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6" imgW="137520" imgH="148680" progId="Equation.DSMT4">
                    <p:embed/>
                  </p:oleObj>
                </mc:Choice>
                <mc:Fallback>
                  <p:oleObj r:id="rId6" imgW="137520" imgH="148680" progId="Equation.DSMT4">
                    <p:embed/>
                    <p:pic>
                      <p:nvPicPr>
                        <p:cNvPr id="29723" name="Object 47">
                          <a:extLst>
                            <a:ext uri="{FF2B5EF4-FFF2-40B4-BE49-F238E27FC236}">
                              <a16:creationId xmlns:a16="http://schemas.microsoft.com/office/drawing/2014/main" id="{F49F6814-BF2B-87A2-DB74-CA82A958C3D7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24" y="2934"/>
                          <a:ext cx="305" cy="2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pic>
        <p:nvPicPr>
          <p:cNvPr id="3" name="图片 2" descr="图示&#10;&#10;AI 生成的内容可能不正确。">
            <a:extLst>
              <a:ext uri="{FF2B5EF4-FFF2-40B4-BE49-F238E27FC236}">
                <a16:creationId xmlns:a16="http://schemas.microsoft.com/office/drawing/2014/main" id="{070B5DF0-D3FA-4DAD-4F48-F83568E9897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95471" y="3533775"/>
            <a:ext cx="2867025" cy="28479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502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5027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5027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502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502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502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0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5028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50247" grpId="0"/>
      <p:bldP spid="650277" grpId="0" build="p"/>
      <p:bldP spid="650278" grpId="0" build="p"/>
      <p:bldP spid="650279" grpId="0" build="p"/>
      <p:bldP spid="650280" grpId="0" build="p"/>
      <p:bldP spid="650281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:a16="http://schemas.microsoft.com/office/drawing/2014/main" id="{538AC7EF-248E-8E0D-BF2C-5CA9CE3BC2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84062"/>
            <a:ext cx="9151962" cy="69758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0222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2">
            <a:extLst>
              <a:ext uri="{FF2B5EF4-FFF2-40B4-BE49-F238E27FC236}">
                <a16:creationId xmlns:a16="http://schemas.microsoft.com/office/drawing/2014/main" id="{BCAB4C60-3DC2-2DB3-C6D9-B4C5FD74ABC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22F96C7-FA58-4398-9655-25B94C1C06A7}" type="slidenum">
              <a:rPr lang="en-US" altLang="zh-CN"/>
              <a:pPr/>
              <a:t>17</a:t>
            </a:fld>
            <a:endParaRPr lang="en-US" altLang="zh-CN"/>
          </a:p>
        </p:txBody>
      </p:sp>
      <p:sp>
        <p:nvSpPr>
          <p:cNvPr id="694274" name="Rectangle 2">
            <a:extLst>
              <a:ext uri="{FF2B5EF4-FFF2-40B4-BE49-F238E27FC236}">
                <a16:creationId xmlns:a16="http://schemas.microsoft.com/office/drawing/2014/main" id="{C5B64620-BA15-0832-B337-0C2B4A179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219075"/>
            <a:ext cx="903605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/>
          <a:p>
            <a:pPr fontAlgn="ctr">
              <a:lnSpc>
                <a:spcPct val="140000"/>
              </a:lnSpc>
            </a:pPr>
            <a:r>
              <a:rPr lang="en-US" altLang="zh-CN">
                <a:solidFill>
                  <a:srgbClr val="FF99FF"/>
                </a:solidFill>
                <a:ea typeface="幼圆" panose="02010509060101010101" pitchFamily="49" charset="-122"/>
              </a:rPr>
              <a:t>【</a:t>
            </a:r>
            <a:r>
              <a:rPr lang="zh-CN" altLang="en-US">
                <a:solidFill>
                  <a:srgbClr val="FF99FF"/>
                </a:solidFill>
                <a:ea typeface="幼圆" panose="02010509060101010101" pitchFamily="49" charset="-122"/>
              </a:rPr>
              <a:t>书</a:t>
            </a:r>
            <a:r>
              <a:rPr lang="en-US" altLang="zh-CN">
                <a:solidFill>
                  <a:srgbClr val="FF99FF"/>
                </a:solidFill>
                <a:ea typeface="幼圆" panose="02010509060101010101" pitchFamily="49" charset="-122"/>
              </a:rPr>
              <a:t>/</a:t>
            </a:r>
            <a:r>
              <a:rPr lang="zh-CN" altLang="en-US">
                <a:solidFill>
                  <a:srgbClr val="FF99FF"/>
                </a:solidFill>
                <a:ea typeface="幼圆" panose="02010509060101010101" pitchFamily="49" charset="-122"/>
              </a:rPr>
              <a:t>例</a:t>
            </a:r>
            <a:r>
              <a:rPr lang="en-US" altLang="zh-CN">
                <a:solidFill>
                  <a:srgbClr val="FF99FF"/>
                </a:solidFill>
              </a:rPr>
              <a:t>5.1.1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>
                <a:solidFill>
                  <a:srgbClr val="FF99FF"/>
                </a:solidFill>
                <a:ea typeface="幼圆" panose="02010509060101010101" pitchFamily="49" charset="-122"/>
              </a:rPr>
              <a:t>】</a:t>
            </a:r>
            <a:r>
              <a:rPr lang="zh-CN" altLang="en-US">
                <a:solidFill>
                  <a:schemeClr val="bg1"/>
                </a:solidFill>
              </a:rPr>
              <a:t>频率为</a:t>
            </a:r>
            <a:r>
              <a:rPr lang="en-US" altLang="zh-CN" b="0">
                <a:solidFill>
                  <a:schemeClr val="bg1"/>
                </a:solidFill>
              </a:rPr>
              <a:t>9.4GHz</a:t>
            </a:r>
            <a:r>
              <a:rPr lang="zh-CN" altLang="en-US">
                <a:solidFill>
                  <a:schemeClr val="bg1"/>
                </a:solidFill>
              </a:rPr>
              <a:t>的均匀平面波在</a:t>
            </a:r>
            <a:r>
              <a:rPr lang="zh-CN" altLang="en-US">
                <a:solidFill>
                  <a:srgbClr val="FF0000"/>
                </a:solidFill>
              </a:rPr>
              <a:t>聚乙烯</a:t>
            </a:r>
            <a:r>
              <a:rPr lang="zh-CN" altLang="en-US">
                <a:solidFill>
                  <a:schemeClr val="bg1"/>
                </a:solidFill>
              </a:rPr>
              <a:t>中传播，设其为</a:t>
            </a:r>
            <a:r>
              <a:rPr lang="zh-CN" altLang="en-US">
                <a:solidFill>
                  <a:srgbClr val="FF0000"/>
                </a:solidFill>
              </a:rPr>
              <a:t>无耗材料</a:t>
            </a:r>
            <a:r>
              <a:rPr lang="zh-CN" altLang="en-US">
                <a:solidFill>
                  <a:schemeClr val="bg1"/>
                </a:solidFill>
              </a:rPr>
              <a:t>，相对介电常数为</a:t>
            </a:r>
            <a:r>
              <a:rPr lang="el-GR" altLang="zh-CN" i="1">
                <a:solidFill>
                  <a:schemeClr val="bg1"/>
                </a:solidFill>
              </a:rPr>
              <a:t>ε</a:t>
            </a:r>
            <a:r>
              <a:rPr lang="en-US" altLang="zh-CN" baseline="-25000">
                <a:solidFill>
                  <a:schemeClr val="bg1"/>
                </a:solidFill>
              </a:rPr>
              <a:t>r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>
                <a:solidFill>
                  <a:schemeClr val="bg1"/>
                </a:solidFill>
              </a:rPr>
              <a:t> </a:t>
            </a:r>
            <a:r>
              <a:rPr lang="en-US" altLang="zh-CN" b="0">
                <a:solidFill>
                  <a:schemeClr val="bg1"/>
                </a:solidFill>
              </a:rPr>
              <a:t>2.26 </a:t>
            </a:r>
            <a:r>
              <a:rPr lang="zh-CN" altLang="en-US">
                <a:solidFill>
                  <a:schemeClr val="bg1"/>
                </a:solidFill>
              </a:rPr>
              <a:t>。若磁场的振幅为</a:t>
            </a:r>
            <a:r>
              <a:rPr lang="en-US" altLang="zh-CN">
                <a:solidFill>
                  <a:schemeClr val="bg1"/>
                </a:solidFill>
              </a:rPr>
              <a:t>7m</a:t>
            </a:r>
            <a:r>
              <a:rPr lang="en-US" altLang="zh-CN" b="0">
                <a:solidFill>
                  <a:schemeClr val="bg1"/>
                </a:solidFill>
              </a:rPr>
              <a:t>V </a:t>
            </a:r>
            <a:r>
              <a:rPr lang="en-US" altLang="zh-CN" b="0">
                <a:solidFill>
                  <a:schemeClr val="bg1"/>
                </a:solidFill>
                <a:latin typeface="Arial" panose="020B0604020202020204" pitchFamily="34" charset="0"/>
              </a:rPr>
              <a:t>/ </a:t>
            </a:r>
            <a:r>
              <a:rPr lang="en-US" altLang="zh-CN" b="0">
                <a:solidFill>
                  <a:schemeClr val="bg1"/>
                </a:solidFill>
              </a:rPr>
              <a:t>m</a:t>
            </a:r>
            <a:r>
              <a:rPr lang="zh-CN" altLang="en-US">
                <a:solidFill>
                  <a:schemeClr val="bg1"/>
                </a:solidFill>
              </a:rPr>
              <a:t>，求相速、波长、波阻抗和电场强度的幅值。</a:t>
            </a:r>
            <a:endParaRPr lang="zh-CN" altLang="el-GR">
              <a:solidFill>
                <a:schemeClr val="bg1"/>
              </a:solidFill>
            </a:endParaRPr>
          </a:p>
        </p:txBody>
      </p:sp>
      <p:grpSp>
        <p:nvGrpSpPr>
          <p:cNvPr id="694289" name="Group 17">
            <a:extLst>
              <a:ext uri="{FF2B5EF4-FFF2-40B4-BE49-F238E27FC236}">
                <a16:creationId xmlns:a16="http://schemas.microsoft.com/office/drawing/2014/main" id="{97EBCB3A-2508-8A23-ADFB-1D1085DEC7F9}"/>
              </a:ext>
            </a:extLst>
          </p:cNvPr>
          <p:cNvGrpSpPr>
            <a:grpSpLocks/>
          </p:cNvGrpSpPr>
          <p:nvPr/>
        </p:nvGrpSpPr>
        <p:grpSpPr bwMode="auto">
          <a:xfrm>
            <a:off x="179388" y="2419350"/>
            <a:ext cx="6134100" cy="503238"/>
            <a:chOff x="72" y="1343"/>
            <a:chExt cx="3864" cy="317"/>
          </a:xfrm>
        </p:grpSpPr>
        <p:graphicFrame>
          <p:nvGraphicFramePr>
            <p:cNvPr id="31748" name="Object 3">
              <a:extLst>
                <a:ext uri="{FF2B5EF4-FFF2-40B4-BE49-F238E27FC236}">
                  <a16:creationId xmlns:a16="http://schemas.microsoft.com/office/drawing/2014/main" id="{12A8863D-A342-B6E0-FBFA-6C06074F2669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1754" y="1343"/>
            <a:ext cx="2182" cy="30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1378800" imgH="148680" progId="Equation.DSMT4">
                    <p:embed/>
                  </p:oleObj>
                </mc:Choice>
                <mc:Fallback>
                  <p:oleObj r:id="rId3" imgW="1378800" imgH="148680" progId="Equation.DSMT4">
                    <p:embed/>
                    <p:pic>
                      <p:nvPicPr>
                        <p:cNvPr id="31748" name="Object 3">
                          <a:extLst>
                            <a:ext uri="{FF2B5EF4-FFF2-40B4-BE49-F238E27FC236}">
                              <a16:creationId xmlns:a16="http://schemas.microsoft.com/office/drawing/2014/main" id="{12A8863D-A342-B6E0-FBFA-6C06074F2669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754" y="1343"/>
                          <a:ext cx="2182" cy="30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1749" name="Rectangle 4">
              <a:extLst>
                <a:ext uri="{FF2B5EF4-FFF2-40B4-BE49-F238E27FC236}">
                  <a16:creationId xmlns:a16="http://schemas.microsoft.com/office/drawing/2014/main" id="{FF733BC5-2246-7E42-FED4-D03D1E131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" y="1372"/>
              <a:ext cx="330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en-US" altLang="zh-CN">
                  <a:solidFill>
                    <a:srgbClr val="FF99FF"/>
                  </a:solidFill>
                  <a:ea typeface="幼圆" panose="02010509060101010101" pitchFamily="49" charset="-122"/>
                </a:rPr>
                <a:t>【</a:t>
              </a:r>
              <a:r>
                <a:rPr lang="zh-CN" altLang="en-US">
                  <a:solidFill>
                    <a:srgbClr val="FF99FF"/>
                  </a:solidFill>
                  <a:ea typeface="幼圆" panose="02010509060101010101" pitchFamily="49" charset="-122"/>
                </a:rPr>
                <a:t>解</a:t>
              </a:r>
              <a:r>
                <a:rPr lang="en-US" altLang="zh-CN">
                  <a:solidFill>
                    <a:srgbClr val="FF99FF"/>
                  </a:solidFill>
                </a:rPr>
                <a:t>】</a:t>
              </a:r>
              <a:r>
                <a:rPr lang="zh-CN" altLang="en-US">
                  <a:solidFill>
                    <a:schemeClr val="bg1"/>
                  </a:solidFill>
                </a:rPr>
                <a:t>由题意</a:t>
              </a:r>
            </a:p>
          </p:txBody>
        </p:sp>
      </p:grpSp>
      <p:sp>
        <p:nvSpPr>
          <p:cNvPr id="694277" name="Rectangle 5">
            <a:extLst>
              <a:ext uri="{FF2B5EF4-FFF2-40B4-BE49-F238E27FC236}">
                <a16:creationId xmlns:a16="http://schemas.microsoft.com/office/drawing/2014/main" id="{AF385EF5-0C95-AE5E-EB42-C13958004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463" y="3138488"/>
            <a:ext cx="14843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因此</a:t>
            </a:r>
          </a:p>
        </p:txBody>
      </p:sp>
      <p:graphicFrame>
        <p:nvGraphicFramePr>
          <p:cNvPr id="694284" name="Object 12">
            <a:extLst>
              <a:ext uri="{FF2B5EF4-FFF2-40B4-BE49-F238E27FC236}">
                <a16:creationId xmlns:a16="http://schemas.microsoft.com/office/drawing/2014/main" id="{7DE2FD04-CEFF-1AE3-F6DD-98E951B5515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8700" y="5035550"/>
          <a:ext cx="3914775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785600" imgH="368640" progId="Equation.DSMT4">
                  <p:embed/>
                </p:oleObj>
              </mc:Choice>
              <mc:Fallback>
                <p:oleObj r:id="rId5" imgW="1785600" imgH="368640" progId="Equation.DSMT4">
                  <p:embed/>
                  <p:pic>
                    <p:nvPicPr>
                      <p:cNvPr id="694284" name="Object 12">
                        <a:extLst>
                          <a:ext uri="{FF2B5EF4-FFF2-40B4-BE49-F238E27FC236}">
                            <a16:creationId xmlns:a16="http://schemas.microsoft.com/office/drawing/2014/main" id="{7DE2FD04-CEFF-1AE3-F6DD-98E951B5515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8700" y="5035550"/>
                        <a:ext cx="3914775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86" name="Object 14">
            <a:extLst>
              <a:ext uri="{FF2B5EF4-FFF2-40B4-BE49-F238E27FC236}">
                <a16:creationId xmlns:a16="http://schemas.microsoft.com/office/drawing/2014/main" id="{B9A4C8E4-76DA-5B5C-2DCC-7829CA18FF3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290763" y="6099175"/>
          <a:ext cx="5233987" cy="4968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2104200" imgH="148680" progId="Equation.DSMT4">
                  <p:embed/>
                </p:oleObj>
              </mc:Choice>
              <mc:Fallback>
                <p:oleObj r:id="rId7" imgW="2104200" imgH="148680" progId="Equation.DSMT4">
                  <p:embed/>
                  <p:pic>
                    <p:nvPicPr>
                      <p:cNvPr id="694286" name="Object 14">
                        <a:extLst>
                          <a:ext uri="{FF2B5EF4-FFF2-40B4-BE49-F238E27FC236}">
                            <a16:creationId xmlns:a16="http://schemas.microsoft.com/office/drawing/2014/main" id="{B9A4C8E4-76DA-5B5C-2DCC-7829CA18FF3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90763" y="6099175"/>
                        <a:ext cx="5233987" cy="4968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90" name="Object 18" descr="虚线网格">
            <a:extLst>
              <a:ext uri="{FF2B5EF4-FFF2-40B4-BE49-F238E27FC236}">
                <a16:creationId xmlns:a16="http://schemas.microsoft.com/office/drawing/2014/main" id="{01783CFA-0042-E6C1-5BA9-B02F9806E3A0}"/>
              </a:ext>
            </a:extLst>
          </p:cNvPr>
          <p:cNvGraphicFramePr>
            <a:graphicFrameLocks noGrp="1" noChangeAspect="1"/>
          </p:cNvGraphicFramePr>
          <p:nvPr>
            <p:ph/>
          </p:nvPr>
        </p:nvGraphicFramePr>
        <p:xfrm>
          <a:off x="2195513" y="2924175"/>
          <a:ext cx="5256212" cy="10350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060280" imgH="357480" progId="Equation.3">
                  <p:embed/>
                </p:oleObj>
              </mc:Choice>
              <mc:Fallback>
                <p:oleObj r:id="rId9" imgW="2060280" imgH="357480" progId="Equation.3">
                  <p:embed/>
                  <p:pic>
                    <p:nvPicPr>
                      <p:cNvPr id="694290" name="Object 18" descr="虚线网格">
                        <a:extLst>
                          <a:ext uri="{FF2B5EF4-FFF2-40B4-BE49-F238E27FC236}">
                            <a16:creationId xmlns:a16="http://schemas.microsoft.com/office/drawing/2014/main" id="{01783CFA-0042-E6C1-5BA9-B02F9806E3A0}"/>
                          </a:ext>
                        </a:extLst>
                      </p:cNvPr>
                      <p:cNvPicPr>
                        <a:picLocks noGrp="1"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2924175"/>
                        <a:ext cx="5256212" cy="10350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4292" name="Object 20" descr="虚线网格">
            <a:extLst>
              <a:ext uri="{FF2B5EF4-FFF2-40B4-BE49-F238E27FC236}">
                <a16:creationId xmlns:a16="http://schemas.microsoft.com/office/drawing/2014/main" id="{75296861-1CDB-9FAD-5B83-8972B2ED01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195513" y="4003675"/>
          <a:ext cx="4276725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1664640" imgH="324360" progId="Equation.3">
                  <p:embed/>
                </p:oleObj>
              </mc:Choice>
              <mc:Fallback>
                <p:oleObj r:id="rId11" imgW="1664640" imgH="324360" progId="Equation.3">
                  <p:embed/>
                  <p:pic>
                    <p:nvPicPr>
                      <p:cNvPr id="694292" name="Object 20" descr="虚线网格">
                        <a:extLst>
                          <a:ext uri="{FF2B5EF4-FFF2-40B4-BE49-F238E27FC236}">
                            <a16:creationId xmlns:a16="http://schemas.microsoft.com/office/drawing/2014/main" id="{75296861-1CDB-9FAD-5B83-8972B2ED01F6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4003675"/>
                        <a:ext cx="4276725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1755" name="图片 1">
            <a:extLst>
              <a:ext uri="{FF2B5EF4-FFF2-40B4-BE49-F238E27FC236}">
                <a16:creationId xmlns:a16="http://schemas.microsoft.com/office/drawing/2014/main" id="{1BC7C485-0CE7-FA39-628B-6BB528299577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16013" y="1751013"/>
            <a:ext cx="655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94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694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2000"/>
                                        <p:tgtEl>
                                          <p:spTgt spid="6942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2000"/>
                                        <p:tgtEl>
                                          <p:spTgt spid="6942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3000"/>
                                        <p:tgtEl>
                                          <p:spTgt spid="694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94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4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94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4274" grpId="0"/>
      <p:bldP spid="694277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灯片编号占位符 3">
            <a:extLst>
              <a:ext uri="{FF2B5EF4-FFF2-40B4-BE49-F238E27FC236}">
                <a16:creationId xmlns:a16="http://schemas.microsoft.com/office/drawing/2014/main" id="{310903A8-BFF5-F3FE-3424-B506DD10867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A72F70-73AF-4EE2-B634-47A242346B3F}" type="slidenum">
              <a:rPr lang="en-US" altLang="zh-CN"/>
              <a:pPr/>
              <a:t>18</a:t>
            </a:fld>
            <a:endParaRPr lang="en-US" altLang="zh-CN"/>
          </a:p>
        </p:txBody>
      </p:sp>
      <p:sp>
        <p:nvSpPr>
          <p:cNvPr id="623629" name="Rectangle 1037">
            <a:extLst>
              <a:ext uri="{FF2B5EF4-FFF2-40B4-BE49-F238E27FC236}">
                <a16:creationId xmlns:a16="http://schemas.microsoft.com/office/drawing/2014/main" id="{F9426EF4-4838-0F47-89B0-10F2800317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9365" y="2028864"/>
            <a:ext cx="687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en-US" altLang="zh-CN" dirty="0">
                <a:solidFill>
                  <a:srgbClr val="FF99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99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解</a:t>
            </a:r>
            <a:r>
              <a:rPr lang="en-US" altLang="zh-CN" dirty="0">
                <a:solidFill>
                  <a:srgbClr val="FF99FF"/>
                </a:solidFill>
                <a:latin typeface="幼圆" panose="02010509060101010101" pitchFamily="49" charset="-122"/>
                <a:ea typeface="幼圆" panose="02010509060101010101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  <a:latin typeface="楷体_GB2312" pitchFamily="49" charset="-122"/>
              </a:rPr>
              <a:t>以余弦为基准：</a:t>
            </a:r>
            <a:endParaRPr lang="zh-CN" altLang="en-US" b="0" dirty="0">
              <a:solidFill>
                <a:schemeClr val="bg1"/>
              </a:solidFill>
              <a:latin typeface="楷体_GB2312" pitchFamily="49" charset="-122"/>
              <a:cs typeface="Times New Roman" panose="02020603050405020304" pitchFamily="18" charset="0"/>
            </a:endParaRPr>
          </a:p>
        </p:txBody>
      </p:sp>
      <p:graphicFrame>
        <p:nvGraphicFramePr>
          <p:cNvPr id="623630" name="Object 1038">
            <a:extLst>
              <a:ext uri="{FF2B5EF4-FFF2-40B4-BE49-F238E27FC236}">
                <a16:creationId xmlns:a16="http://schemas.microsoft.com/office/drawing/2014/main" id="{9A1EA446-298A-DF69-DD24-595097DDF52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7010200"/>
              </p:ext>
            </p:extLst>
          </p:nvPr>
        </p:nvGraphicFramePr>
        <p:xfrm>
          <a:off x="3109066" y="1894667"/>
          <a:ext cx="50736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1785600" imgH="280440" progId="Equation.DSMT4">
                  <p:embed/>
                </p:oleObj>
              </mc:Choice>
              <mc:Fallback>
                <p:oleObj r:id="rId4" imgW="1785600" imgH="280440" progId="Equation.DSMT4">
                  <p:embed/>
                  <p:pic>
                    <p:nvPicPr>
                      <p:cNvPr id="623630" name="Object 1038">
                        <a:extLst>
                          <a:ext uri="{FF2B5EF4-FFF2-40B4-BE49-F238E27FC236}">
                            <a16:creationId xmlns:a16="http://schemas.microsoft.com/office/drawing/2014/main" id="{9A1EA446-298A-DF69-DD24-595097DDF52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09066" y="1894667"/>
                        <a:ext cx="50736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2772" name="Rectangle 1029">
            <a:extLst>
              <a:ext uri="{FF2B5EF4-FFF2-40B4-BE49-F238E27FC236}">
                <a16:creationId xmlns:a16="http://schemas.microsoft.com/office/drawing/2014/main" id="{A45ACD94-D9EA-1D92-CE70-DF598ACFD0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025" y="306909"/>
            <a:ext cx="9036050" cy="1625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40000"/>
              </a:lnSpc>
            </a:pPr>
            <a:r>
              <a:rPr lang="en-US" altLang="zh-CN" dirty="0">
                <a:solidFill>
                  <a:srgbClr val="FF99FF"/>
                </a:solidFill>
                <a:ea typeface="幼圆" panose="02010509060101010101" pitchFamily="49" charset="-122"/>
              </a:rPr>
              <a:t> 【</a:t>
            </a:r>
            <a:r>
              <a:rPr lang="zh-CN" altLang="en-US" dirty="0">
                <a:solidFill>
                  <a:srgbClr val="FF99FF"/>
                </a:solidFill>
                <a:ea typeface="幼圆" panose="02010509060101010101" pitchFamily="49" charset="-122"/>
              </a:rPr>
              <a:t>例</a:t>
            </a:r>
            <a:r>
              <a:rPr lang="en-US" altLang="zh-CN" dirty="0">
                <a:solidFill>
                  <a:srgbClr val="FF99FF"/>
                </a:solidFill>
                <a:ea typeface="幼圆" panose="02010509060101010101" pitchFamily="49" charset="-122"/>
              </a:rPr>
              <a:t>5.1.2】</a:t>
            </a:r>
            <a:r>
              <a:rPr lang="en-US" altLang="zh-CN" dirty="0">
                <a:solidFill>
                  <a:schemeClr val="bg1"/>
                </a:solidFill>
                <a:ea typeface="幼圆" panose="02010509060101010101" pitchFamily="49" charset="-122"/>
              </a:rPr>
              <a:t>  </a:t>
            </a:r>
            <a:r>
              <a:rPr lang="zh-CN" altLang="en-US" dirty="0">
                <a:solidFill>
                  <a:schemeClr val="bg1"/>
                </a:solidFill>
              </a:rPr>
              <a:t>均匀平面波的磁场强度的振幅为      </a:t>
            </a:r>
            <a:r>
              <a:rPr lang="en-US" altLang="zh-CN" dirty="0">
                <a:solidFill>
                  <a:schemeClr val="bg1"/>
                </a:solidFill>
              </a:rPr>
              <a:t>A/m</a:t>
            </a:r>
            <a:r>
              <a:rPr lang="zh-CN" altLang="en-US" dirty="0">
                <a:solidFill>
                  <a:schemeClr val="bg1"/>
                </a:solidFill>
              </a:rPr>
              <a:t>，以相位常数为</a:t>
            </a:r>
            <a:r>
              <a:rPr lang="en-US" altLang="zh-CN" dirty="0">
                <a:solidFill>
                  <a:schemeClr val="bg1"/>
                </a:solidFill>
              </a:rPr>
              <a:t>30</a:t>
            </a:r>
            <a:r>
              <a:rPr lang="en-US" altLang="zh-CN" b="0" dirty="0">
                <a:solidFill>
                  <a:schemeClr val="bg1"/>
                </a:solidFill>
              </a:rPr>
              <a:t> rad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/</a:t>
            </a:r>
            <a:r>
              <a:rPr lang="en-US" altLang="zh-CN" b="0" dirty="0">
                <a:solidFill>
                  <a:schemeClr val="bg1"/>
                </a:solidFill>
              </a:rPr>
              <a:t>m </a:t>
            </a:r>
            <a:r>
              <a:rPr lang="zh-CN" altLang="en-US" u="sng" dirty="0">
                <a:solidFill>
                  <a:schemeClr val="bg1"/>
                </a:solidFill>
              </a:rPr>
              <a:t>在</a:t>
            </a:r>
            <a:r>
              <a:rPr lang="zh-CN" altLang="en-US" u="sng" dirty="0">
                <a:solidFill>
                  <a:srgbClr val="FF0000"/>
                </a:solidFill>
              </a:rPr>
              <a:t>空气</a:t>
            </a:r>
            <a:r>
              <a:rPr lang="zh-CN" altLang="en-US" u="sng" dirty="0">
                <a:solidFill>
                  <a:schemeClr val="bg1"/>
                </a:solidFill>
              </a:rPr>
              <a:t>中</a:t>
            </a:r>
            <a:r>
              <a:rPr lang="zh-CN" altLang="en-US" dirty="0">
                <a:solidFill>
                  <a:schemeClr val="bg1"/>
                </a:solidFill>
              </a:rPr>
              <a:t>沿        方向传播。当</a:t>
            </a:r>
            <a:r>
              <a:rPr lang="en-US" altLang="zh-CN" i="1" dirty="0">
                <a:solidFill>
                  <a:schemeClr val="bg1"/>
                </a:solidFill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 dirty="0">
                <a:solidFill>
                  <a:schemeClr val="bg1"/>
                </a:solidFill>
              </a:rPr>
              <a:t> 0 </a:t>
            </a:r>
            <a:r>
              <a:rPr lang="zh-CN" altLang="en-US" dirty="0">
                <a:solidFill>
                  <a:schemeClr val="bg1"/>
                </a:solidFill>
              </a:rPr>
              <a:t>和 </a:t>
            </a:r>
            <a:r>
              <a:rPr lang="en-US" altLang="zh-CN" b="0" i="1" dirty="0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 dirty="0">
                <a:solidFill>
                  <a:schemeClr val="bg1"/>
                </a:solidFill>
              </a:rPr>
              <a:t> 0 </a:t>
            </a:r>
            <a:r>
              <a:rPr lang="zh-CN" altLang="en-US" dirty="0">
                <a:solidFill>
                  <a:schemeClr val="bg1"/>
                </a:solidFill>
              </a:rPr>
              <a:t>时 ，磁场强度为               ，求电场和磁场的表示式，并求出频率和波长。 </a:t>
            </a:r>
          </a:p>
        </p:txBody>
      </p:sp>
      <p:graphicFrame>
        <p:nvGraphicFramePr>
          <p:cNvPr id="32773" name="Object 1031">
            <a:extLst>
              <a:ext uri="{FF2B5EF4-FFF2-40B4-BE49-F238E27FC236}">
                <a16:creationId xmlns:a16="http://schemas.microsoft.com/office/drawing/2014/main" id="{E685B4BC-E217-019D-2888-21399105B53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1072939"/>
              </p:ext>
            </p:extLst>
          </p:nvPr>
        </p:nvGraphicFramePr>
        <p:xfrm>
          <a:off x="6094413" y="235471"/>
          <a:ext cx="45720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37520" imgH="280440" progId="Equation.DSMT4">
                  <p:embed/>
                </p:oleObj>
              </mc:Choice>
              <mc:Fallback>
                <p:oleObj r:id="rId6" imgW="137520" imgH="280440" progId="Equation.DSMT4">
                  <p:embed/>
                  <p:pic>
                    <p:nvPicPr>
                      <p:cNvPr id="32773" name="Object 1031">
                        <a:extLst>
                          <a:ext uri="{FF2B5EF4-FFF2-40B4-BE49-F238E27FC236}">
                            <a16:creationId xmlns:a16="http://schemas.microsoft.com/office/drawing/2014/main" id="{E685B4BC-E217-019D-2888-21399105B53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094413" y="235471"/>
                        <a:ext cx="457200" cy="7921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4" name="Object 1032">
            <a:extLst>
              <a:ext uri="{FF2B5EF4-FFF2-40B4-BE49-F238E27FC236}">
                <a16:creationId xmlns:a16="http://schemas.microsoft.com/office/drawing/2014/main" id="{EF2C26A8-E04F-658B-F65E-4F15B614FE5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62604217"/>
              </p:ext>
            </p:extLst>
          </p:nvPr>
        </p:nvGraphicFramePr>
        <p:xfrm>
          <a:off x="3516313" y="954609"/>
          <a:ext cx="550862" cy="466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92240" imgH="148680" progId="Equation.3">
                  <p:embed/>
                </p:oleObj>
              </mc:Choice>
              <mc:Fallback>
                <p:oleObj r:id="rId8" imgW="192240" imgH="148680" progId="Equation.3">
                  <p:embed/>
                  <p:pic>
                    <p:nvPicPr>
                      <p:cNvPr id="32774" name="Object 1032">
                        <a:extLst>
                          <a:ext uri="{FF2B5EF4-FFF2-40B4-BE49-F238E27FC236}">
                            <a16:creationId xmlns:a16="http://schemas.microsoft.com/office/drawing/2014/main" id="{EF2C26A8-E04F-658B-F65E-4F15B614FE5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16313" y="954609"/>
                        <a:ext cx="550862" cy="466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2775" name="Object 1034">
            <a:extLst>
              <a:ext uri="{FF2B5EF4-FFF2-40B4-BE49-F238E27FC236}">
                <a16:creationId xmlns:a16="http://schemas.microsoft.com/office/drawing/2014/main" id="{870A3948-6B62-2FD1-4043-2A211BFCC58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32056284"/>
              </p:ext>
            </p:extLst>
          </p:nvPr>
        </p:nvGraphicFramePr>
        <p:xfrm>
          <a:off x="1136650" y="1276871"/>
          <a:ext cx="1058863" cy="8397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417600" imgH="318960" progId="Equation.3">
                  <p:embed/>
                </p:oleObj>
              </mc:Choice>
              <mc:Fallback>
                <p:oleObj r:id="rId10" imgW="417600" imgH="318960" progId="Equation.3">
                  <p:embed/>
                  <p:pic>
                    <p:nvPicPr>
                      <p:cNvPr id="32775" name="Object 1034">
                        <a:extLst>
                          <a:ext uri="{FF2B5EF4-FFF2-40B4-BE49-F238E27FC236}">
                            <a16:creationId xmlns:a16="http://schemas.microsoft.com/office/drawing/2014/main" id="{870A3948-6B62-2FD1-4043-2A211BFCC58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6650" y="1276871"/>
                        <a:ext cx="1058863" cy="8397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1" name="Object 1049">
            <a:extLst>
              <a:ext uri="{FF2B5EF4-FFF2-40B4-BE49-F238E27FC236}">
                <a16:creationId xmlns:a16="http://schemas.microsoft.com/office/drawing/2014/main" id="{2FE07D8C-D7DE-17E9-9B40-C9AD67F341DC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16322600"/>
              </p:ext>
            </p:extLst>
          </p:nvPr>
        </p:nvGraphicFramePr>
        <p:xfrm>
          <a:off x="2339752" y="2557863"/>
          <a:ext cx="6432550" cy="503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2" imgW="2620440" imgH="159480" progId="Equation.DSMT4">
                  <p:embed/>
                </p:oleObj>
              </mc:Choice>
              <mc:Fallback>
                <p:oleObj r:id="rId12" imgW="2620440" imgH="159480" progId="Equation.DSMT4">
                  <p:embed/>
                  <p:pic>
                    <p:nvPicPr>
                      <p:cNvPr id="623641" name="Object 1049">
                        <a:extLst>
                          <a:ext uri="{FF2B5EF4-FFF2-40B4-BE49-F238E27FC236}">
                            <a16:creationId xmlns:a16="http://schemas.microsoft.com/office/drawing/2014/main" id="{2FE07D8C-D7DE-17E9-9B40-C9AD67F341D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39752" y="2557863"/>
                        <a:ext cx="6432550" cy="5032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5" name="Object 1053">
            <a:extLst>
              <a:ext uri="{FF2B5EF4-FFF2-40B4-BE49-F238E27FC236}">
                <a16:creationId xmlns:a16="http://schemas.microsoft.com/office/drawing/2014/main" id="{8919162B-A5C8-9835-DF51-BD962B8988AF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3320526"/>
              </p:ext>
            </p:extLst>
          </p:nvPr>
        </p:nvGraphicFramePr>
        <p:xfrm>
          <a:off x="73025" y="3505963"/>
          <a:ext cx="2960688" cy="7699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4" imgW="1269000" imgH="280440" progId="Equation.DSMT4">
                  <p:embed/>
                </p:oleObj>
              </mc:Choice>
              <mc:Fallback>
                <p:oleObj r:id="rId14" imgW="1269000" imgH="280440" progId="Equation.DSMT4">
                  <p:embed/>
                  <p:pic>
                    <p:nvPicPr>
                      <p:cNvPr id="623645" name="Object 1053">
                        <a:extLst>
                          <a:ext uri="{FF2B5EF4-FFF2-40B4-BE49-F238E27FC236}">
                            <a16:creationId xmlns:a16="http://schemas.microsoft.com/office/drawing/2014/main" id="{8919162B-A5C8-9835-DF51-BD962B8988AF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025" y="3505963"/>
                        <a:ext cx="2960688" cy="76993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6" name="Object 1054">
            <a:extLst>
              <a:ext uri="{FF2B5EF4-FFF2-40B4-BE49-F238E27FC236}">
                <a16:creationId xmlns:a16="http://schemas.microsoft.com/office/drawing/2014/main" id="{07AB4733-3F24-2572-47B4-0D505B09EFD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4921125"/>
              </p:ext>
            </p:extLst>
          </p:nvPr>
        </p:nvGraphicFramePr>
        <p:xfrm>
          <a:off x="3196779" y="3397502"/>
          <a:ext cx="4926013" cy="8207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6" imgW="2192040" imgH="302400" progId="Equation.DSMT4">
                  <p:embed/>
                </p:oleObj>
              </mc:Choice>
              <mc:Fallback>
                <p:oleObj r:id="rId16" imgW="2192040" imgH="302400" progId="Equation.DSMT4">
                  <p:embed/>
                  <p:pic>
                    <p:nvPicPr>
                      <p:cNvPr id="623646" name="Object 1054">
                        <a:extLst>
                          <a:ext uri="{FF2B5EF4-FFF2-40B4-BE49-F238E27FC236}">
                            <a16:creationId xmlns:a16="http://schemas.microsoft.com/office/drawing/2014/main" id="{07AB4733-3F24-2572-47B4-0D505B09EFD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96779" y="3397502"/>
                        <a:ext cx="4926013" cy="8207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3648" name="Object 1056">
            <a:extLst>
              <a:ext uri="{FF2B5EF4-FFF2-40B4-BE49-F238E27FC236}">
                <a16:creationId xmlns:a16="http://schemas.microsoft.com/office/drawing/2014/main" id="{8AFA3A0A-A596-236A-883F-3B62BB16A71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03736505"/>
              </p:ext>
            </p:extLst>
          </p:nvPr>
        </p:nvGraphicFramePr>
        <p:xfrm>
          <a:off x="570706" y="4863325"/>
          <a:ext cx="4926013" cy="49610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8" imgW="2093040" imgH="159480" progId="Equation.3">
                  <p:embed/>
                </p:oleObj>
              </mc:Choice>
              <mc:Fallback>
                <p:oleObj r:id="rId18" imgW="2093040" imgH="159480" progId="Equation.3">
                  <p:embed/>
                  <p:pic>
                    <p:nvPicPr>
                      <p:cNvPr id="623648" name="Object 1056">
                        <a:extLst>
                          <a:ext uri="{FF2B5EF4-FFF2-40B4-BE49-F238E27FC236}">
                            <a16:creationId xmlns:a16="http://schemas.microsoft.com/office/drawing/2014/main" id="{8AFA3A0A-A596-236A-883F-3B62BB16A71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70706" y="4863325"/>
                        <a:ext cx="4926013" cy="49610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623654" name="Group 1062">
            <a:extLst>
              <a:ext uri="{FF2B5EF4-FFF2-40B4-BE49-F238E27FC236}">
                <a16:creationId xmlns:a16="http://schemas.microsoft.com/office/drawing/2014/main" id="{8460322D-08F8-7449-B079-E7B13890753E}"/>
              </a:ext>
            </a:extLst>
          </p:cNvPr>
          <p:cNvGrpSpPr>
            <a:grpSpLocks/>
          </p:cNvGrpSpPr>
          <p:nvPr/>
        </p:nvGrpSpPr>
        <p:grpSpPr bwMode="auto">
          <a:xfrm>
            <a:off x="54667" y="4152163"/>
            <a:ext cx="5958091" cy="866908"/>
            <a:chOff x="127" y="2487"/>
            <a:chExt cx="3936" cy="521"/>
          </a:xfrm>
        </p:grpSpPr>
        <p:graphicFrame>
          <p:nvGraphicFramePr>
            <p:cNvPr id="32781" name="Object 1055">
              <a:extLst>
                <a:ext uri="{FF2B5EF4-FFF2-40B4-BE49-F238E27FC236}">
                  <a16:creationId xmlns:a16="http://schemas.microsoft.com/office/drawing/2014/main" id="{72EB1282-5C70-EB01-A2BF-813AD047EA40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3373604089"/>
                </p:ext>
              </p:extLst>
            </p:nvPr>
          </p:nvGraphicFramePr>
          <p:xfrm>
            <a:off x="447" y="2487"/>
            <a:ext cx="3616" cy="52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20" imgW="2170080" imgH="280440" progId="Equation.DSMT4">
                    <p:embed/>
                  </p:oleObj>
                </mc:Choice>
                <mc:Fallback>
                  <p:oleObj r:id="rId20" imgW="2170080" imgH="280440" progId="Equation.DSMT4">
                    <p:embed/>
                    <p:pic>
                      <p:nvPicPr>
                        <p:cNvPr id="32781" name="Object 1055">
                          <a:extLst>
                            <a:ext uri="{FF2B5EF4-FFF2-40B4-BE49-F238E27FC236}">
                              <a16:creationId xmlns:a16="http://schemas.microsoft.com/office/drawing/2014/main" id="{72EB1282-5C70-EB01-A2BF-813AD047EA40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7" y="2487"/>
                          <a:ext cx="3616" cy="52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2782" name="Rectangle 1059">
              <a:extLst>
                <a:ext uri="{FF2B5EF4-FFF2-40B4-BE49-F238E27FC236}">
                  <a16:creationId xmlns:a16="http://schemas.microsoft.com/office/drawing/2014/main" id="{C1BF2991-07CE-8736-214B-142E787A2A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7" y="2571"/>
              <a:ext cx="131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1pPr>
              <a:lvl2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2pPr>
              <a:lvl3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3pPr>
              <a:lvl4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4pPr>
              <a:lvl5pPr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5pPr>
              <a:lvl6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6pPr>
              <a:lvl7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7pPr>
              <a:lvl8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8pPr>
              <a:lvl9pPr fontAlgn="base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Times New Roman" panose="02020603050405020304" pitchFamily="18" charset="0"/>
                  <a:ea typeface="楷体_GB2312" pitchFamily="49" charset="-122"/>
                </a:defRPr>
              </a:lvl9pPr>
            </a:lstStyle>
            <a:p>
              <a:pPr>
                <a:spcBef>
                  <a:spcPct val="20000"/>
                </a:spcBef>
              </a:pPr>
              <a:r>
                <a:rPr lang="zh-CN" altLang="en-US" dirty="0">
                  <a:solidFill>
                    <a:schemeClr val="bg1"/>
                  </a:solidFill>
                </a:rPr>
                <a:t>则                     </a:t>
              </a:r>
            </a:p>
          </p:txBody>
        </p:sp>
      </p:grpSp>
      <p:sp>
        <p:nvSpPr>
          <p:cNvPr id="623656" name="Rectangle 1064">
            <a:extLst>
              <a:ext uri="{FF2B5EF4-FFF2-40B4-BE49-F238E27FC236}">
                <a16:creationId xmlns:a16="http://schemas.microsoft.com/office/drawing/2014/main" id="{EFD17C0B-9110-C6DF-9D39-EC7756D222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-239365" y="3099884"/>
            <a:ext cx="6872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indent="2667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algn="just"/>
            <a:r>
              <a:rPr lang="zh-CN" altLang="en-US" dirty="0">
                <a:solidFill>
                  <a:schemeClr val="bg1"/>
                </a:solidFill>
              </a:rPr>
              <a:t>因 </a:t>
            </a:r>
            <a:r>
              <a:rPr lang="en-US" altLang="zh-CN" i="1" dirty="0">
                <a:solidFill>
                  <a:schemeClr val="bg1"/>
                </a:solidFill>
              </a:rPr>
              <a:t>k=30rad/m</a:t>
            </a:r>
          </a:p>
        </p:txBody>
      </p:sp>
      <p:pic>
        <p:nvPicPr>
          <p:cNvPr id="32784" name="图片 2">
            <a:extLst>
              <a:ext uri="{FF2B5EF4-FFF2-40B4-BE49-F238E27FC236}">
                <a16:creationId xmlns:a16="http://schemas.microsoft.com/office/drawing/2014/main" id="{3A42FEF2-2316-F5E8-C3B8-5BA0CCCF99FB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85752" y="41935"/>
            <a:ext cx="4491037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5392B76-8711-9336-F975-05AB3BEC19A1}"/>
              </a:ext>
            </a:extLst>
          </p:cNvPr>
          <p:cNvPicPr>
            <a:picLocks noChangeAspect="1"/>
          </p:cNvPicPr>
          <p:nvPr/>
        </p:nvPicPr>
        <p:blipFill>
          <a:blip r:embed="rId23"/>
          <a:stretch>
            <a:fillRect/>
          </a:stretch>
        </p:blipFill>
        <p:spPr>
          <a:xfrm>
            <a:off x="1835696" y="5375378"/>
            <a:ext cx="5314950" cy="147637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236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236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23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236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2000"/>
                                        <p:tgtEl>
                                          <p:spTgt spid="623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2000"/>
                                        <p:tgtEl>
                                          <p:spTgt spid="623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2000"/>
                                        <p:tgtEl>
                                          <p:spTgt spid="623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3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2000"/>
                                        <p:tgtEl>
                                          <p:spTgt spid="623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3629" grpId="0"/>
      <p:bldP spid="623656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灯片编号占位符 3">
            <a:extLst>
              <a:ext uri="{FF2B5EF4-FFF2-40B4-BE49-F238E27FC236}">
                <a16:creationId xmlns:a16="http://schemas.microsoft.com/office/drawing/2014/main" id="{EE9EB095-9238-63C9-0081-7DEF73287E0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4B14E4E-EE43-4527-A549-760883D5DF62}" type="slidenum">
              <a:rPr lang="en-US" altLang="zh-CN"/>
              <a:pPr/>
              <a:t>19</a:t>
            </a:fld>
            <a:endParaRPr lang="en-US" altLang="zh-CN"/>
          </a:p>
        </p:txBody>
      </p:sp>
      <p:grpSp>
        <p:nvGrpSpPr>
          <p:cNvPr id="506929" name="Group 49">
            <a:extLst>
              <a:ext uri="{FF2B5EF4-FFF2-40B4-BE49-F238E27FC236}">
                <a16:creationId xmlns:a16="http://schemas.microsoft.com/office/drawing/2014/main" id="{20C44E46-10EB-17C4-0D3F-10E68EC5CA2D}"/>
              </a:ext>
            </a:extLst>
          </p:cNvPr>
          <p:cNvGrpSpPr>
            <a:grpSpLocks/>
          </p:cNvGrpSpPr>
          <p:nvPr/>
        </p:nvGrpSpPr>
        <p:grpSpPr bwMode="auto">
          <a:xfrm>
            <a:off x="44451" y="539750"/>
            <a:ext cx="9053512" cy="1990725"/>
            <a:chOff x="20" y="340"/>
            <a:chExt cx="5703" cy="1254"/>
          </a:xfrm>
        </p:grpSpPr>
        <p:sp>
          <p:nvSpPr>
            <p:cNvPr id="34819" name="Rectangle 23">
              <a:extLst>
                <a:ext uri="{FF2B5EF4-FFF2-40B4-BE49-F238E27FC236}">
                  <a16:creationId xmlns:a16="http://schemas.microsoft.com/office/drawing/2014/main" id="{B070990E-28A2-3152-B61C-5B6C717A95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0" y="340"/>
              <a:ext cx="5703" cy="12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/>
            <a:p>
              <a:pPr fontAlgn="ctr">
                <a:lnSpc>
                  <a:spcPct val="130000"/>
                </a:lnSpc>
              </a:pPr>
              <a:r>
                <a:rPr lang="en-US" altLang="zh-CN" dirty="0">
                  <a:solidFill>
                    <a:srgbClr val="FF99FF"/>
                  </a:solidFill>
                  <a:ea typeface="幼圆" panose="02010509060101010101" pitchFamily="49" charset="-122"/>
                </a:rPr>
                <a:t>【</a:t>
              </a:r>
              <a:r>
                <a:rPr lang="zh-CN" altLang="en-US" dirty="0">
                  <a:solidFill>
                    <a:srgbClr val="FF99FF"/>
                  </a:solidFill>
                  <a:ea typeface="幼圆" panose="02010509060101010101" pitchFamily="49" charset="-122"/>
                </a:rPr>
                <a:t>书</a:t>
              </a:r>
              <a:r>
                <a:rPr lang="en-US" altLang="zh-CN" dirty="0">
                  <a:solidFill>
                    <a:srgbClr val="FF99FF"/>
                  </a:solidFill>
                  <a:ea typeface="幼圆" panose="02010509060101010101" pitchFamily="49" charset="-122"/>
                </a:rPr>
                <a:t>/</a:t>
              </a:r>
              <a:r>
                <a:rPr lang="zh-CN" altLang="en-US" dirty="0">
                  <a:solidFill>
                    <a:srgbClr val="FF99FF"/>
                  </a:solidFill>
                  <a:ea typeface="幼圆" panose="02010509060101010101" pitchFamily="49" charset="-122"/>
                </a:rPr>
                <a:t>例</a:t>
              </a:r>
              <a:r>
                <a:rPr lang="en-US" altLang="zh-CN" dirty="0">
                  <a:solidFill>
                    <a:srgbClr val="FF99FF"/>
                  </a:solidFill>
                  <a:ea typeface="幼圆" panose="02010509060101010101" pitchFamily="49" charset="-122"/>
                </a:rPr>
                <a:t>5.1.3】</a:t>
              </a:r>
              <a:r>
                <a:rPr lang="en-US" altLang="zh-CN" dirty="0">
                  <a:solidFill>
                    <a:schemeClr val="bg1"/>
                  </a:solidFill>
                  <a:ea typeface="幼圆" panose="02010509060101010101" pitchFamily="49" charset="-122"/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</a:rPr>
                <a:t>频率为</a:t>
              </a:r>
              <a:r>
                <a:rPr lang="en-US" altLang="zh-CN" dirty="0">
                  <a:solidFill>
                    <a:schemeClr val="bg1"/>
                  </a:solidFill>
                </a:rPr>
                <a:t>100MHz</a:t>
              </a:r>
              <a:r>
                <a:rPr lang="zh-CN" altLang="en-US" dirty="0">
                  <a:solidFill>
                    <a:schemeClr val="bg1"/>
                  </a:solidFill>
                </a:rPr>
                <a:t>的均匀电磁波，在</a:t>
              </a:r>
              <a:r>
                <a:rPr lang="zh-CN" altLang="en-US" dirty="0">
                  <a:solidFill>
                    <a:srgbClr val="FF0000"/>
                  </a:solidFill>
                </a:rPr>
                <a:t>无耗媒质</a:t>
              </a:r>
              <a:r>
                <a:rPr lang="zh-CN" altLang="en-US" dirty="0">
                  <a:solidFill>
                    <a:schemeClr val="bg1"/>
                  </a:solidFill>
                </a:rPr>
                <a:t>中沿 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</a:rPr>
                <a:t>+</a:t>
              </a:r>
              <a:r>
                <a:rPr lang="en-US" altLang="zh-CN" b="0" i="1" dirty="0">
                  <a:solidFill>
                    <a:schemeClr val="bg1"/>
                  </a:solidFill>
                  <a:latin typeface="Arial" panose="020B0604020202020204" pitchFamily="34" charset="0"/>
                </a:rPr>
                <a:t>z</a:t>
              </a:r>
              <a:r>
                <a:rPr lang="en-US" altLang="zh-CN" b="0" i="1" dirty="0">
                  <a:solidFill>
                    <a:schemeClr val="bg1"/>
                  </a:solidFill>
                </a:rPr>
                <a:t> </a:t>
              </a:r>
              <a:r>
                <a:rPr lang="zh-CN" altLang="en-US" dirty="0">
                  <a:solidFill>
                    <a:schemeClr val="bg1"/>
                  </a:solidFill>
                </a:rPr>
                <a:t>方向传播，其电场             。已知该媒质的相对介电常数</a:t>
              </a:r>
              <a:r>
                <a:rPr lang="el-GR" altLang="zh-CN" i="1" dirty="0">
                  <a:solidFill>
                    <a:schemeClr val="bg1"/>
                  </a:solidFill>
                </a:rPr>
                <a:t>ε</a:t>
              </a:r>
              <a:r>
                <a:rPr lang="en-US" altLang="zh-CN" baseline="-25000" dirty="0">
                  <a:solidFill>
                    <a:schemeClr val="bg1"/>
                  </a:solidFill>
                </a:rPr>
                <a:t>r 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</a:rPr>
                <a:t>=</a:t>
              </a:r>
              <a:r>
                <a:rPr lang="en-US" altLang="zh-CN" dirty="0">
                  <a:solidFill>
                    <a:schemeClr val="bg1"/>
                  </a:solidFill>
                </a:rPr>
                <a:t> 4</a:t>
              </a:r>
              <a:r>
                <a:rPr lang="zh-CN" altLang="en-US" dirty="0">
                  <a:solidFill>
                    <a:schemeClr val="bg1"/>
                  </a:solidFill>
                </a:rPr>
                <a:t>、相对磁导率</a:t>
              </a:r>
              <a:r>
                <a:rPr lang="el-GR" altLang="zh-CN" i="1" dirty="0">
                  <a:solidFill>
                    <a:schemeClr val="bg1"/>
                  </a:solidFill>
                </a:rPr>
                <a:t>μ</a:t>
              </a:r>
              <a:r>
                <a:rPr lang="en-US" altLang="zh-CN" baseline="-25000" dirty="0">
                  <a:solidFill>
                    <a:schemeClr val="bg1"/>
                  </a:solidFill>
                </a:rPr>
                <a:t>r 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</a:rPr>
                <a:t>=</a:t>
              </a:r>
              <a:r>
                <a:rPr lang="en-US" altLang="zh-CN" dirty="0">
                  <a:solidFill>
                    <a:schemeClr val="bg1"/>
                  </a:solidFill>
                </a:rPr>
                <a:t>1 </a:t>
              </a:r>
              <a:r>
                <a:rPr lang="zh-CN" altLang="en-US" dirty="0">
                  <a:solidFill>
                    <a:schemeClr val="bg1"/>
                  </a:solidFill>
                </a:rPr>
                <a:t>，且当</a:t>
              </a:r>
              <a:r>
                <a:rPr lang="en-US" altLang="zh-CN" i="1" dirty="0">
                  <a:solidFill>
                    <a:schemeClr val="bg1"/>
                  </a:solidFill>
                </a:rPr>
                <a:t>t 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</a:rPr>
                <a:t>=</a:t>
              </a:r>
              <a:r>
                <a:rPr lang="en-US" altLang="zh-CN" dirty="0">
                  <a:solidFill>
                    <a:schemeClr val="bg1"/>
                  </a:solidFill>
                </a:rPr>
                <a:t> 0</a:t>
              </a:r>
              <a:r>
                <a:rPr lang="zh-CN" altLang="en-US" dirty="0">
                  <a:solidFill>
                    <a:schemeClr val="bg1"/>
                  </a:solidFill>
                </a:rPr>
                <a:t>、</a:t>
              </a:r>
              <a:r>
                <a:rPr lang="en-US" altLang="zh-CN" b="0" i="1" dirty="0">
                  <a:solidFill>
                    <a:schemeClr val="bg1"/>
                  </a:solidFill>
                  <a:latin typeface="Arial" panose="020B0604020202020204" pitchFamily="34" charset="0"/>
                </a:rPr>
                <a:t>z</a:t>
              </a:r>
              <a:r>
                <a:rPr lang="en-US" altLang="zh-CN" dirty="0">
                  <a:solidFill>
                    <a:schemeClr val="bg1"/>
                  </a:solidFill>
                </a:rPr>
                <a:t> 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</a:rPr>
                <a:t>=</a:t>
              </a:r>
              <a:r>
                <a:rPr lang="en-US" altLang="zh-CN" b="0" dirty="0">
                  <a:solidFill>
                    <a:schemeClr val="bg1"/>
                  </a:solidFill>
                </a:rPr>
                <a:t>1</a:t>
              </a:r>
              <a:r>
                <a:rPr lang="en-US" altLang="zh-CN" b="0" dirty="0">
                  <a:solidFill>
                    <a:schemeClr val="bg1"/>
                  </a:solidFill>
                  <a:latin typeface="Arial" panose="020B0604020202020204" pitchFamily="34" charset="0"/>
                </a:rPr>
                <a:t>/</a:t>
              </a:r>
              <a:r>
                <a:rPr lang="en-US" altLang="zh-CN" b="0" dirty="0">
                  <a:solidFill>
                    <a:schemeClr val="bg1"/>
                  </a:solidFill>
                </a:rPr>
                <a:t>8 m </a:t>
              </a:r>
              <a:r>
                <a:rPr lang="zh-CN" altLang="en-US" dirty="0">
                  <a:solidFill>
                    <a:schemeClr val="bg1"/>
                  </a:solidFill>
                </a:rPr>
                <a:t>时，电场幅值为</a:t>
              </a:r>
              <a:r>
                <a:rPr lang="en-US" altLang="zh-CN" dirty="0">
                  <a:solidFill>
                    <a:schemeClr val="bg1"/>
                  </a:solidFill>
                </a:rPr>
                <a:t>10</a:t>
              </a:r>
              <a:r>
                <a:rPr lang="zh-CN" altLang="en-US" baseline="30000" dirty="0">
                  <a:solidFill>
                    <a:schemeClr val="bg1"/>
                  </a:solidFill>
                </a:rPr>
                <a:t>－</a:t>
              </a:r>
              <a:r>
                <a:rPr lang="en-US" altLang="zh-CN" baseline="30000" dirty="0">
                  <a:solidFill>
                    <a:schemeClr val="bg1"/>
                  </a:solidFill>
                </a:rPr>
                <a:t>4</a:t>
              </a:r>
              <a:r>
                <a:rPr lang="en-US" altLang="zh-CN" dirty="0">
                  <a:solidFill>
                    <a:schemeClr val="bg1"/>
                  </a:solidFill>
                </a:rPr>
                <a:t> V/m </a:t>
              </a:r>
              <a:r>
                <a:rPr lang="zh-CN" altLang="en-US" dirty="0">
                  <a:solidFill>
                    <a:schemeClr val="bg1"/>
                  </a:solidFill>
                </a:rPr>
                <a:t>。 试求电场强度和磁场强度的瞬时表示式。</a:t>
              </a:r>
              <a:endParaRPr lang="zh-CN" altLang="el-GR" dirty="0">
                <a:solidFill>
                  <a:schemeClr val="bg1"/>
                </a:solidFill>
              </a:endParaRPr>
            </a:p>
          </p:txBody>
        </p:sp>
        <p:graphicFrame>
          <p:nvGraphicFramePr>
            <p:cNvPr id="34820" name="Object 21">
              <a:extLst>
                <a:ext uri="{FF2B5EF4-FFF2-40B4-BE49-F238E27FC236}">
                  <a16:creationId xmlns:a16="http://schemas.microsoft.com/office/drawing/2014/main" id="{9B792913-C2BC-A7EE-6AAC-9D3B1B3C23C3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412415148"/>
                </p:ext>
              </p:extLst>
            </p:nvPr>
          </p:nvGraphicFramePr>
          <p:xfrm>
            <a:off x="1600" y="714"/>
            <a:ext cx="635" cy="27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r:id="rId3" imgW="444960" imgH="159480" progId="Equation.DSMT4">
                    <p:embed/>
                  </p:oleObj>
                </mc:Choice>
                <mc:Fallback>
                  <p:oleObj r:id="rId3" imgW="444960" imgH="159480" progId="Equation.DSMT4">
                    <p:embed/>
                    <p:pic>
                      <p:nvPicPr>
                        <p:cNvPr id="34820" name="Object 21">
                          <a:extLst>
                            <a:ext uri="{FF2B5EF4-FFF2-40B4-BE49-F238E27FC236}">
                              <a16:creationId xmlns:a16="http://schemas.microsoft.com/office/drawing/2014/main" id="{9B792913-C2BC-A7EE-6AAC-9D3B1B3C23C3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600" y="714"/>
                          <a:ext cx="635" cy="278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38100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506912" name="Rectangle 32">
            <a:extLst>
              <a:ext uri="{FF2B5EF4-FFF2-40B4-BE49-F238E27FC236}">
                <a16:creationId xmlns:a16="http://schemas.microsoft.com/office/drawing/2014/main" id="{7E57F846-735B-D81C-BFDD-A94CC2A558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80975" y="2544966"/>
            <a:ext cx="81375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indent="268288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fontAlgn="ctr"/>
            <a:r>
              <a:rPr lang="en-US" altLang="zh-CN" dirty="0">
                <a:solidFill>
                  <a:srgbClr val="FF99FF"/>
                </a:solidFill>
                <a:ea typeface="幼圆" panose="02010509060101010101" pitchFamily="49" charset="-122"/>
              </a:rPr>
              <a:t>【</a:t>
            </a:r>
            <a:r>
              <a:rPr lang="zh-CN" altLang="en-US" dirty="0">
                <a:solidFill>
                  <a:srgbClr val="FF99FF"/>
                </a:solidFill>
                <a:ea typeface="幼圆" panose="02010509060101010101" pitchFamily="49" charset="-122"/>
              </a:rPr>
              <a:t>解</a:t>
            </a:r>
            <a:r>
              <a:rPr lang="en-US" altLang="zh-CN" dirty="0">
                <a:solidFill>
                  <a:srgbClr val="FF99FF"/>
                </a:solidFill>
                <a:ea typeface="幼圆" panose="02010509060101010101" pitchFamily="49" charset="-122"/>
              </a:rPr>
              <a:t>】</a:t>
            </a:r>
            <a:r>
              <a:rPr lang="zh-CN" altLang="en-US" dirty="0">
                <a:solidFill>
                  <a:schemeClr val="bg1"/>
                </a:solidFill>
              </a:rPr>
              <a:t>设电场强度的瞬时表示式为</a:t>
            </a:r>
          </a:p>
        </p:txBody>
      </p:sp>
      <p:graphicFrame>
        <p:nvGraphicFramePr>
          <p:cNvPr id="506891" name="Object 11">
            <a:extLst>
              <a:ext uri="{FF2B5EF4-FFF2-40B4-BE49-F238E27FC236}">
                <a16:creationId xmlns:a16="http://schemas.microsoft.com/office/drawing/2014/main" id="{657BD1AD-ABB8-6D31-A54F-06491C1F551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64826536"/>
              </p:ext>
            </p:extLst>
          </p:nvPr>
        </p:nvGraphicFramePr>
        <p:xfrm>
          <a:off x="129773" y="3017442"/>
          <a:ext cx="5183187" cy="5000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5" imgW="1994400" imgH="159480" progId="Equation.DSMT4">
                  <p:embed/>
                </p:oleObj>
              </mc:Choice>
              <mc:Fallback>
                <p:oleObj r:id="rId5" imgW="1994400" imgH="159480" progId="Equation.DSMT4">
                  <p:embed/>
                  <p:pic>
                    <p:nvPicPr>
                      <p:cNvPr id="506891" name="Object 11">
                        <a:extLst>
                          <a:ext uri="{FF2B5EF4-FFF2-40B4-BE49-F238E27FC236}">
                            <a16:creationId xmlns:a16="http://schemas.microsoft.com/office/drawing/2014/main" id="{657BD1AD-ABB8-6D31-A54F-06491C1F551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73" y="3017442"/>
                        <a:ext cx="5183187" cy="5000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90" name="Object 10">
            <a:extLst>
              <a:ext uri="{FF2B5EF4-FFF2-40B4-BE49-F238E27FC236}">
                <a16:creationId xmlns:a16="http://schemas.microsoft.com/office/drawing/2014/main" id="{5AC1054B-6937-9D22-CB71-552D6F9D369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4881549"/>
              </p:ext>
            </p:extLst>
          </p:nvPr>
        </p:nvGraphicFramePr>
        <p:xfrm>
          <a:off x="1101322" y="3491388"/>
          <a:ext cx="3240088" cy="5762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7" imgW="1334880" imgH="181440" progId="Equation.DSMT4">
                  <p:embed/>
                </p:oleObj>
              </mc:Choice>
              <mc:Fallback>
                <p:oleObj r:id="rId7" imgW="1334880" imgH="181440" progId="Equation.DSMT4">
                  <p:embed/>
                  <p:pic>
                    <p:nvPicPr>
                      <p:cNvPr id="506890" name="Object 10">
                        <a:extLst>
                          <a:ext uri="{FF2B5EF4-FFF2-40B4-BE49-F238E27FC236}">
                            <a16:creationId xmlns:a16="http://schemas.microsoft.com/office/drawing/2014/main" id="{5AC1054B-6937-9D22-CB71-552D6F9D369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01322" y="3491388"/>
                        <a:ext cx="3240088" cy="5762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06889" name="Object 9">
            <a:extLst>
              <a:ext uri="{FF2B5EF4-FFF2-40B4-BE49-F238E27FC236}">
                <a16:creationId xmlns:a16="http://schemas.microsoft.com/office/drawing/2014/main" id="{92DF4030-D25B-5DC4-B797-96E78BC164B8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1256"/>
              </p:ext>
            </p:extLst>
          </p:nvPr>
        </p:nvGraphicFramePr>
        <p:xfrm>
          <a:off x="129773" y="3903399"/>
          <a:ext cx="6216650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9" imgW="2521800" imgH="302400" progId="Equation.DSMT4">
                  <p:embed/>
                </p:oleObj>
              </mc:Choice>
              <mc:Fallback>
                <p:oleObj r:id="rId9" imgW="2521800" imgH="302400" progId="Equation.DSMT4">
                  <p:embed/>
                  <p:pic>
                    <p:nvPicPr>
                      <p:cNvPr id="506889" name="Object 9">
                        <a:extLst>
                          <a:ext uri="{FF2B5EF4-FFF2-40B4-BE49-F238E27FC236}">
                            <a16:creationId xmlns:a16="http://schemas.microsoft.com/office/drawing/2014/main" id="{92DF4030-D25B-5DC4-B797-96E78BC164B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9773" y="3903399"/>
                        <a:ext cx="6216650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06923" name="Text Box 43">
            <a:extLst>
              <a:ext uri="{FF2B5EF4-FFF2-40B4-BE49-F238E27FC236}">
                <a16:creationId xmlns:a16="http://schemas.microsoft.com/office/drawing/2014/main" id="{89A08518-7E3A-36A9-D06B-0DCCA067CA0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602" y="4605747"/>
            <a:ext cx="6591300" cy="566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lnSpc>
                <a:spcPct val="130000"/>
              </a:lnSpc>
            </a:pPr>
            <a:r>
              <a:rPr lang="zh-CN" altLang="en-US" dirty="0">
                <a:solidFill>
                  <a:schemeClr val="bg1"/>
                </a:solidFill>
              </a:rPr>
              <a:t>由</a:t>
            </a:r>
            <a:r>
              <a:rPr lang="en-US" altLang="zh-CN" i="1" dirty="0">
                <a:solidFill>
                  <a:schemeClr val="bg1"/>
                </a:solidFill>
              </a:rPr>
              <a:t>t 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=</a:t>
            </a:r>
            <a:r>
              <a:rPr lang="en-US" altLang="zh-CN" dirty="0">
                <a:solidFill>
                  <a:schemeClr val="bg1"/>
                </a:solidFill>
              </a:rPr>
              <a:t> 0</a:t>
            </a:r>
            <a:r>
              <a:rPr lang="zh-CN" altLang="en-US" dirty="0">
                <a:solidFill>
                  <a:schemeClr val="bg1"/>
                </a:solidFill>
              </a:rPr>
              <a:t>、</a:t>
            </a:r>
            <a:r>
              <a:rPr lang="en-US" altLang="zh-CN" b="0" i="1" dirty="0">
                <a:solidFill>
                  <a:schemeClr val="bg1"/>
                </a:solidFill>
                <a:latin typeface="Arial" panose="020B0604020202020204" pitchFamily="34" charset="0"/>
              </a:rPr>
              <a:t>z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 =</a:t>
            </a:r>
            <a:r>
              <a:rPr lang="en-US" altLang="zh-CN" b="0" dirty="0">
                <a:solidFill>
                  <a:schemeClr val="bg1"/>
                </a:solidFill>
              </a:rPr>
              <a:t>1</a:t>
            </a:r>
            <a:r>
              <a:rPr lang="en-US" altLang="zh-CN" b="0" dirty="0">
                <a:solidFill>
                  <a:schemeClr val="bg1"/>
                </a:solidFill>
                <a:latin typeface="Arial" panose="020B0604020202020204" pitchFamily="34" charset="0"/>
              </a:rPr>
              <a:t>/</a:t>
            </a:r>
            <a:r>
              <a:rPr lang="en-US" altLang="zh-CN" b="0" dirty="0">
                <a:solidFill>
                  <a:schemeClr val="bg1"/>
                </a:solidFill>
              </a:rPr>
              <a:t>8 m</a:t>
            </a:r>
            <a:r>
              <a:rPr lang="en-US" altLang="zh-CN" dirty="0">
                <a:solidFill>
                  <a:schemeClr val="bg1"/>
                </a:solidFill>
              </a:rPr>
              <a:t> </a:t>
            </a:r>
            <a:r>
              <a:rPr lang="zh-CN" altLang="en-US" dirty="0">
                <a:solidFill>
                  <a:schemeClr val="bg1"/>
                </a:solidFill>
              </a:rPr>
              <a:t>时，电场达到幅值，得</a:t>
            </a:r>
          </a:p>
        </p:txBody>
      </p:sp>
      <p:sp>
        <p:nvSpPr>
          <p:cNvPr id="506924" name="Rectangle 44">
            <a:extLst>
              <a:ext uri="{FF2B5EF4-FFF2-40B4-BE49-F238E27FC236}">
                <a16:creationId xmlns:a16="http://schemas.microsoft.com/office/drawing/2014/main" id="{E43CCADB-4F2D-9EED-0F58-4065E150AAB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065" y="3563978"/>
            <a:ext cx="93625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式中</a:t>
            </a:r>
          </a:p>
        </p:txBody>
      </p:sp>
      <p:graphicFrame>
        <p:nvGraphicFramePr>
          <p:cNvPr id="506927" name="Object 47">
            <a:extLst>
              <a:ext uri="{FF2B5EF4-FFF2-40B4-BE49-F238E27FC236}">
                <a16:creationId xmlns:a16="http://schemas.microsoft.com/office/drawing/2014/main" id="{FF32907F-2B60-7260-FFAC-7DF8522661CD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02677220"/>
              </p:ext>
            </p:extLst>
          </p:nvPr>
        </p:nvGraphicFramePr>
        <p:xfrm>
          <a:off x="251216" y="5074670"/>
          <a:ext cx="247015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1" imgW="994320" imgH="280440" progId="Equation.DSMT4">
                  <p:embed/>
                </p:oleObj>
              </mc:Choice>
              <mc:Fallback>
                <p:oleObj r:id="rId11" imgW="994320" imgH="280440" progId="Equation.DSMT4">
                  <p:embed/>
                  <p:pic>
                    <p:nvPicPr>
                      <p:cNvPr id="506927" name="Object 47">
                        <a:extLst>
                          <a:ext uri="{FF2B5EF4-FFF2-40B4-BE49-F238E27FC236}">
                            <a16:creationId xmlns:a16="http://schemas.microsoft.com/office/drawing/2014/main" id="{FF32907F-2B60-7260-FFAC-7DF8522661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51216" y="5074670"/>
                        <a:ext cx="2470150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34828" name="图片 2">
            <a:extLst>
              <a:ext uri="{FF2B5EF4-FFF2-40B4-BE49-F238E27FC236}">
                <a16:creationId xmlns:a16="http://schemas.microsoft.com/office/drawing/2014/main" id="{609BE8DA-DA79-B803-3DEC-B2775CD60B0D}"/>
              </a:ext>
            </a:extLst>
          </p:cNvPr>
          <p:cNvPicPr>
            <a:picLocks noChangeAspect="1" noChangeArrowheads="1"/>
          </p:cNvPicPr>
          <p:nvPr>
            <p:custDataLst>
              <p:tags r:id="rId1"/>
            </p:custDataLst>
          </p:nvPr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70000" y="-12700"/>
            <a:ext cx="6553200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9D4177C6-7AE0-77BB-7F69-628C501CA289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819525" y="5054589"/>
            <a:ext cx="5324475" cy="1847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0"/>
                                        <p:tgtEl>
                                          <p:spTgt spid="506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506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2000"/>
                                        <p:tgtEl>
                                          <p:spTgt spid="5068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2000"/>
                                        <p:tgtEl>
                                          <p:spTgt spid="506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506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5068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2000"/>
                                        <p:tgtEl>
                                          <p:spTgt spid="50692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69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2000"/>
                                        <p:tgtEl>
                                          <p:spTgt spid="5069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6912" grpId="0"/>
      <p:bldP spid="506923" grpId="0" build="p"/>
      <p:bldP spid="506924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灯片编号占位符 3">
            <a:extLst>
              <a:ext uri="{FF2B5EF4-FFF2-40B4-BE49-F238E27FC236}">
                <a16:creationId xmlns:a16="http://schemas.microsoft.com/office/drawing/2014/main" id="{11A7CBD0-24B8-573A-99E6-A5A3BBE14A3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23D7EAD-088C-4488-945F-FA21A3AD5344}" type="slidenum">
              <a:rPr lang="en-US" altLang="zh-CN"/>
              <a:pPr/>
              <a:t>20</a:t>
            </a:fld>
            <a:endParaRPr lang="en-US" altLang="zh-CN"/>
          </a:p>
        </p:txBody>
      </p:sp>
      <p:graphicFrame>
        <p:nvGraphicFramePr>
          <p:cNvPr id="690186" name="Object 10">
            <a:extLst>
              <a:ext uri="{FF2B5EF4-FFF2-40B4-BE49-F238E27FC236}">
                <a16:creationId xmlns:a16="http://schemas.microsoft.com/office/drawing/2014/main" id="{FF27C928-52E9-B410-5367-124F6AEC7AE2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4680299"/>
              </p:ext>
            </p:extLst>
          </p:nvPr>
        </p:nvGraphicFramePr>
        <p:xfrm>
          <a:off x="1133442" y="424191"/>
          <a:ext cx="4908550" cy="773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082240" imgH="280440" progId="Equation.DSMT4">
                  <p:embed/>
                </p:oleObj>
              </mc:Choice>
              <mc:Fallback>
                <p:oleObj r:id="rId2" imgW="2082240" imgH="280440" progId="Equation.DSMT4">
                  <p:embed/>
                  <p:pic>
                    <p:nvPicPr>
                      <p:cNvPr id="690186" name="Object 10">
                        <a:extLst>
                          <a:ext uri="{FF2B5EF4-FFF2-40B4-BE49-F238E27FC236}">
                            <a16:creationId xmlns:a16="http://schemas.microsoft.com/office/drawing/2014/main" id="{FF27C928-52E9-B410-5367-124F6AEC7A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33442" y="424191"/>
                        <a:ext cx="4908550" cy="773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5" name="Object 9">
            <a:extLst>
              <a:ext uri="{FF2B5EF4-FFF2-40B4-BE49-F238E27FC236}">
                <a16:creationId xmlns:a16="http://schemas.microsoft.com/office/drawing/2014/main" id="{6178D13A-AC6A-9910-EE2B-33AE189850F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02655448"/>
              </p:ext>
            </p:extLst>
          </p:nvPr>
        </p:nvGraphicFramePr>
        <p:xfrm>
          <a:off x="1947202" y="937382"/>
          <a:ext cx="5448300" cy="836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2136960" imgH="280440" progId="Equation.DSMT4">
                  <p:embed/>
                </p:oleObj>
              </mc:Choice>
              <mc:Fallback>
                <p:oleObj r:id="rId4" imgW="2136960" imgH="280440" progId="Equation.DSMT4">
                  <p:embed/>
                  <p:pic>
                    <p:nvPicPr>
                      <p:cNvPr id="690185" name="Object 9">
                        <a:extLst>
                          <a:ext uri="{FF2B5EF4-FFF2-40B4-BE49-F238E27FC236}">
                            <a16:creationId xmlns:a16="http://schemas.microsoft.com/office/drawing/2014/main" id="{6178D13A-AC6A-9910-EE2B-33AE189850FE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47202" y="937382"/>
                        <a:ext cx="5448300" cy="836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2" name="Object 6">
            <a:extLst>
              <a:ext uri="{FF2B5EF4-FFF2-40B4-BE49-F238E27FC236}">
                <a16:creationId xmlns:a16="http://schemas.microsoft.com/office/drawing/2014/main" id="{C7C6026C-8CF1-38A1-548E-9386DE0D5E0C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79982634"/>
              </p:ext>
            </p:extLst>
          </p:nvPr>
        </p:nvGraphicFramePr>
        <p:xfrm>
          <a:off x="3862498" y="1974742"/>
          <a:ext cx="28019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137240" imgH="302400" progId="Equation.DSMT4">
                  <p:embed/>
                </p:oleObj>
              </mc:Choice>
              <mc:Fallback>
                <p:oleObj r:id="rId6" imgW="1137240" imgH="302400" progId="Equation.DSMT4">
                  <p:embed/>
                  <p:pic>
                    <p:nvPicPr>
                      <p:cNvPr id="690182" name="Object 6">
                        <a:extLst>
                          <a:ext uri="{FF2B5EF4-FFF2-40B4-BE49-F238E27FC236}">
                            <a16:creationId xmlns:a16="http://schemas.microsoft.com/office/drawing/2014/main" id="{C7C6026C-8CF1-38A1-548E-9386DE0D5E0C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62498" y="1974742"/>
                        <a:ext cx="280193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81" name="Object 5">
            <a:extLst>
              <a:ext uri="{FF2B5EF4-FFF2-40B4-BE49-F238E27FC236}">
                <a16:creationId xmlns:a16="http://schemas.microsoft.com/office/drawing/2014/main" id="{B651284F-1A4A-06B7-A3C5-672D39A66611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0384271"/>
              </p:ext>
            </p:extLst>
          </p:nvPr>
        </p:nvGraphicFramePr>
        <p:xfrm>
          <a:off x="1271464" y="2678186"/>
          <a:ext cx="3079750" cy="9715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8" imgW="1312920" imgH="368640" progId="Equation.DSMT4">
                  <p:embed/>
                </p:oleObj>
              </mc:Choice>
              <mc:Fallback>
                <p:oleObj r:id="rId8" imgW="1312920" imgH="368640" progId="Equation.DSMT4">
                  <p:embed/>
                  <p:pic>
                    <p:nvPicPr>
                      <p:cNvPr id="690181" name="Object 5">
                        <a:extLst>
                          <a:ext uri="{FF2B5EF4-FFF2-40B4-BE49-F238E27FC236}">
                            <a16:creationId xmlns:a16="http://schemas.microsoft.com/office/drawing/2014/main" id="{B651284F-1A4A-06B7-A3C5-672D39A6661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71464" y="2678186"/>
                        <a:ext cx="3079750" cy="9715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90179" name="Object 3">
            <a:extLst>
              <a:ext uri="{FF2B5EF4-FFF2-40B4-BE49-F238E27FC236}">
                <a16:creationId xmlns:a16="http://schemas.microsoft.com/office/drawing/2014/main" id="{599D8908-8456-E502-660B-33DAB291F95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90983664"/>
              </p:ext>
            </p:extLst>
          </p:nvPr>
        </p:nvGraphicFramePr>
        <p:xfrm>
          <a:off x="1259632" y="3461246"/>
          <a:ext cx="6018212" cy="8318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10" imgW="2565720" imgH="302400" progId="Equation.DSMT4">
                  <p:embed/>
                </p:oleObj>
              </mc:Choice>
              <mc:Fallback>
                <p:oleObj r:id="rId10" imgW="2565720" imgH="302400" progId="Equation.DSMT4">
                  <p:embed/>
                  <p:pic>
                    <p:nvPicPr>
                      <p:cNvPr id="690179" name="Object 3">
                        <a:extLst>
                          <a:ext uri="{FF2B5EF4-FFF2-40B4-BE49-F238E27FC236}">
                            <a16:creationId xmlns:a16="http://schemas.microsoft.com/office/drawing/2014/main" id="{599D8908-8456-E502-660B-33DAB291F9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9632" y="3461246"/>
                        <a:ext cx="6018212" cy="8318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38100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90196" name="Rectangle 20">
            <a:extLst>
              <a:ext uri="{FF2B5EF4-FFF2-40B4-BE49-F238E27FC236}">
                <a16:creationId xmlns:a16="http://schemas.microsoft.com/office/drawing/2014/main" id="{A0881F68-6038-D9CB-1323-277402C3D1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939" y="503684"/>
            <a:ext cx="1512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>
                <a:solidFill>
                  <a:schemeClr val="bg1"/>
                </a:solidFill>
              </a:rPr>
              <a:t>所以</a:t>
            </a:r>
          </a:p>
        </p:txBody>
      </p:sp>
      <p:sp>
        <p:nvSpPr>
          <p:cNvPr id="690197" name="Rectangle 21">
            <a:extLst>
              <a:ext uri="{FF2B5EF4-FFF2-40B4-BE49-F238E27FC236}">
                <a16:creationId xmlns:a16="http://schemas.microsoft.com/office/drawing/2014/main" id="{62B6BCC0-1197-9DBA-5D68-0DE446C64C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528" y="2092399"/>
            <a:ext cx="48244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磁场强度的瞬时表示式为</a:t>
            </a:r>
          </a:p>
        </p:txBody>
      </p:sp>
      <p:sp>
        <p:nvSpPr>
          <p:cNvPr id="690198" name="Rectangle 22">
            <a:extLst>
              <a:ext uri="{FF2B5EF4-FFF2-40B4-BE49-F238E27FC236}">
                <a16:creationId xmlns:a16="http://schemas.microsoft.com/office/drawing/2014/main" id="{2DBE843F-B7B8-5DE8-572C-6026EB02F7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4213" y="2935361"/>
            <a:ext cx="15954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式中</a:t>
            </a:r>
          </a:p>
        </p:txBody>
      </p:sp>
      <p:sp>
        <p:nvSpPr>
          <p:cNvPr id="690199" name="Rectangle 23">
            <a:extLst>
              <a:ext uri="{FF2B5EF4-FFF2-40B4-BE49-F238E27FC236}">
                <a16:creationId xmlns:a16="http://schemas.microsoft.com/office/drawing/2014/main" id="{6419CE53-2F18-A372-1C28-747E1AB4C2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7792" y="3648571"/>
            <a:ext cx="15113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fontAlgn="base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>
              <a:spcBef>
                <a:spcPct val="20000"/>
              </a:spcBef>
            </a:pPr>
            <a:r>
              <a:rPr lang="zh-CN" altLang="en-US" dirty="0">
                <a:solidFill>
                  <a:schemeClr val="bg1"/>
                </a:solidFill>
              </a:rPr>
              <a:t>因此</a:t>
            </a:r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85FE3DF3-D6E7-0405-8BFB-8F41DFA5D3F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914812" y="4504196"/>
            <a:ext cx="5324475" cy="18478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6901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2000"/>
                                        <p:tgtEl>
                                          <p:spTgt spid="690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2000"/>
                                        <p:tgtEl>
                                          <p:spTgt spid="690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2000"/>
                                        <p:tgtEl>
                                          <p:spTgt spid="690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2000"/>
                                        <p:tgtEl>
                                          <p:spTgt spid="690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2000"/>
                                        <p:tgtEl>
                                          <p:spTgt spid="690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5" dur="2000"/>
                                        <p:tgtEl>
                                          <p:spTgt spid="690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2000"/>
                                        <p:tgtEl>
                                          <p:spTgt spid="6901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0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2000"/>
                                        <p:tgtEl>
                                          <p:spTgt spid="690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90196" grpId="0"/>
      <p:bldP spid="690197" grpId="0"/>
      <p:bldP spid="690198" grpId="0"/>
      <p:bldP spid="690199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灯片编号占位符 2">
            <a:extLst>
              <a:ext uri="{FF2B5EF4-FFF2-40B4-BE49-F238E27FC236}">
                <a16:creationId xmlns:a16="http://schemas.microsoft.com/office/drawing/2014/main" id="{51B4FC43-0957-8F8C-1956-6F3EB0783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E2D4093-BD2C-4A7D-8940-440E6269CBF7}" type="slidenum">
              <a:rPr lang="en-US" altLang="zh-CN"/>
              <a:pPr/>
              <a:t>21</a:t>
            </a:fld>
            <a:endParaRPr lang="en-US" altLang="zh-CN"/>
          </a:p>
        </p:txBody>
      </p:sp>
      <p:sp>
        <p:nvSpPr>
          <p:cNvPr id="36866" name="AutoShape 2">
            <a:hlinkClick r:id="" action="ppaction://noaction" highlightClick="1"/>
            <a:extLst>
              <a:ext uri="{FF2B5EF4-FFF2-40B4-BE49-F238E27FC236}">
                <a16:creationId xmlns:a16="http://schemas.microsoft.com/office/drawing/2014/main" id="{E6772D1E-3935-CC34-03FE-143047CEBA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37450" y="6597650"/>
            <a:ext cx="360363" cy="252413"/>
          </a:xfrm>
          <a:prstGeom prst="actionButtonBeginning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36867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5B3A739C-FD20-E262-31DA-DC17128169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4963" y="6597650"/>
            <a:ext cx="360362" cy="258763"/>
          </a:xfrm>
          <a:prstGeom prst="actionButtonBackPrevious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36868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C6FD51B-23FF-B9B9-08AA-6E6139713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72475" y="6597650"/>
            <a:ext cx="360363" cy="252413"/>
          </a:xfrm>
          <a:prstGeom prst="actionButtonForwardNext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36869" name="AutoShape 5">
            <a:hlinkClick r:id="" action="ppaction://hlinkshowjump?jump=lastslide" highlightClick="1"/>
            <a:extLst>
              <a:ext uri="{FF2B5EF4-FFF2-40B4-BE49-F238E27FC236}">
                <a16:creationId xmlns:a16="http://schemas.microsoft.com/office/drawing/2014/main" id="{573F36F2-FF1D-D48D-4CD9-689FF5F72D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3000" y="6597650"/>
            <a:ext cx="360363" cy="252413"/>
          </a:xfrm>
          <a:prstGeom prst="actionButtonEnd">
            <a:avLst/>
          </a:prstGeom>
          <a:solidFill>
            <a:srgbClr val="3366FF"/>
          </a:soli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/>
          <a:p>
            <a:pPr>
              <a:spcBef>
                <a:spcPct val="20000"/>
              </a:spcBef>
            </a:pPr>
            <a:endParaRPr lang="zh-CN" altLang="en-US"/>
          </a:p>
        </p:txBody>
      </p:sp>
      <p:sp>
        <p:nvSpPr>
          <p:cNvPr id="749574" name="Text Box 6">
            <a:extLst>
              <a:ext uri="{FF2B5EF4-FFF2-40B4-BE49-F238E27FC236}">
                <a16:creationId xmlns:a16="http://schemas.microsoft.com/office/drawing/2014/main" id="{D0633985-00D9-DE53-3D5B-937E54BB2B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2205038"/>
            <a:ext cx="4464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>
              <a:spcBef>
                <a:spcPct val="20000"/>
              </a:spcBef>
            </a:pPr>
            <a:r>
              <a:rPr lang="en-US" altLang="zh-CN">
                <a:solidFill>
                  <a:schemeClr val="bg1"/>
                </a:solidFill>
                <a:latin typeface="Arial" panose="020B0604020202020204" pitchFamily="34" charset="0"/>
              </a:rPr>
              <a:t>5.4</a:t>
            </a:r>
            <a:endParaRPr lang="el-GR" altLang="zh-CN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  <p:sp>
        <p:nvSpPr>
          <p:cNvPr id="749575" name="Text Box 7">
            <a:extLst>
              <a:ext uri="{FF2B5EF4-FFF2-40B4-BE49-F238E27FC236}">
                <a16:creationId xmlns:a16="http://schemas.microsoft.com/office/drawing/2014/main" id="{29B0BABE-E765-C46D-1AD0-4E97DFFA77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79838" y="1557338"/>
            <a:ext cx="2808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r>
              <a:rPr lang="zh-CN" altLang="en-US">
                <a:solidFill>
                  <a:srgbClr val="FFB7B7"/>
                </a:solidFill>
              </a:rPr>
              <a:t>作业</a:t>
            </a:r>
            <a:r>
              <a:rPr lang="zh-CN" altLang="en-US">
                <a:solidFill>
                  <a:schemeClr val="bg1"/>
                </a:solidFill>
              </a:rPr>
              <a:t> 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2000"/>
                                        <p:tgtEl>
                                          <p:spTgt spid="7495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9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2000"/>
                                        <p:tgtEl>
                                          <p:spTgt spid="7495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49574" grpId="0"/>
      <p:bldP spid="749575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077629a7-8530-4f4f-8193-4405e7030d9b"/>
  <p:tag name="COMMONDATA" val="eyJoZGlkIjoiOTk5ZGI1MDEzODM3NTRlMzM1MDZjZWE4NTNjMWYxMDkifQ==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BEAUTIFY_FLAG" val=""/>
</p:tagLst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默认设计模板">
      <a:majorFont>
        <a:latin typeface="Arial"/>
        <a:ea typeface="宋体"/>
        <a:cs typeface="Arial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</a:spPr>
      <a:bodyPr vert="horz" wrap="square" lIns="91440" tIns="45720" rIns="91440" bIns="45720" numCol="1" anchor="t" anchorCtr="0" compatLnSpc="1"/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anose="02020603050405020304" pitchFamily="18" charset="0"/>
            <a:ea typeface="楷体_GB2312" pitchFamily="49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1403</TotalTime>
  <Words>1262</Words>
  <Application>Microsoft Office PowerPoint</Application>
  <PresentationFormat>全屏显示(4:3)</PresentationFormat>
  <Paragraphs>238</Paragraphs>
  <Slides>21</Slides>
  <Notes>14</Notes>
  <HiddenSlides>0</HiddenSlides>
  <MMClips>0</MMClips>
  <ScaleCrop>false</ScaleCrop>
  <HeadingPairs>
    <vt:vector size="8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2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楷体_GB2312</vt:lpstr>
      <vt:lpstr>隶书</vt:lpstr>
      <vt:lpstr>宋体</vt:lpstr>
      <vt:lpstr>幼圆</vt:lpstr>
      <vt:lpstr>Arial</vt:lpstr>
      <vt:lpstr>Symbol</vt:lpstr>
      <vt:lpstr>Times New Roman</vt:lpstr>
      <vt:lpstr>Verdana</vt:lpstr>
      <vt:lpstr>Wingdings</vt:lpstr>
      <vt:lpstr>1_默认设计模板</vt:lpstr>
      <vt:lpstr>Equation.DSMT4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5.1  理想介质中的均匀平面波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武汉大学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lsp</dc:creator>
  <cp:lastModifiedBy>Admin</cp:lastModifiedBy>
  <cp:revision>716</cp:revision>
  <dcterms:created xsi:type="dcterms:W3CDTF">2004-02-10T07:06:32Z</dcterms:created>
  <dcterms:modified xsi:type="dcterms:W3CDTF">2025-12-26T01:12:34Z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DC167FB416A642D88F043A07209B5944</vt:lpwstr>
  </property>
  <property fmtid="{D5CDD505-2E9C-101B-9397-08002B2CF9AE}" pid="3" name="KSOProductBuildVer">
    <vt:lpwstr>2052-11.1.0.13703</vt:lpwstr>
  </property>
</Properties>
</file>