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3" r:id="rId2"/>
  </p:sldMasterIdLst>
  <p:notesMasterIdLst>
    <p:notesMasterId r:id="rId15"/>
  </p:notesMasterIdLst>
  <p:handoutMasterIdLst>
    <p:handoutMasterId r:id="rId16"/>
  </p:handoutMasterIdLst>
  <p:sldIdLst>
    <p:sldId id="676" r:id="rId3"/>
    <p:sldId id="698" r:id="rId4"/>
    <p:sldId id="677" r:id="rId5"/>
    <p:sldId id="678" r:id="rId6"/>
    <p:sldId id="702" r:id="rId7"/>
    <p:sldId id="679" r:id="rId8"/>
    <p:sldId id="682" r:id="rId9"/>
    <p:sldId id="683" r:id="rId10"/>
    <p:sldId id="703" r:id="rId11"/>
    <p:sldId id="700" r:id="rId12"/>
    <p:sldId id="701" r:id="rId13"/>
    <p:sldId id="696" r:id="rId14"/>
  </p:sldIdLst>
  <p:sldSz cx="9144000" cy="6858000" type="screen4x3"/>
  <p:notesSz cx="6858000" cy="9144000"/>
  <p:custDataLst>
    <p:tags r:id="rId1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66FF"/>
    <a:srgbClr val="E781E0"/>
    <a:srgbClr val="94E3E3"/>
    <a:srgbClr val="FF7C80"/>
    <a:srgbClr val="19B2FF"/>
    <a:srgbClr val="FFBDDE"/>
    <a:srgbClr val="FFFF71"/>
    <a:srgbClr val="FFF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74" autoAdjust="0"/>
  </p:normalViewPr>
  <p:slideViewPr>
    <p:cSldViewPr>
      <p:cViewPr varScale="1">
        <p:scale>
          <a:sx n="111" d="100"/>
          <a:sy n="111" d="100"/>
        </p:scale>
        <p:origin x="1596" y="114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41F977F4-FE71-F91C-A077-BE04140277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A8429BD8-A499-1A4F-5CE8-37EB14DE5B0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44DCAF91-FB63-42BC-82E1-FF89F622C01C}" type="datetime1">
              <a:rPr lang="zh-CN" altLang="en-US"/>
              <a:pPr>
                <a:defRPr/>
              </a:pPr>
              <a:t>2025/11/21</a:t>
            </a:fld>
            <a:endParaRPr lang="en-US" altLang="zh-CN"/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0A2F1299-6ACC-BE25-00D1-B1F35117634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59909306-75AB-3717-2FA3-8FD262326B4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楷体_GB2312" pitchFamily="49" charset="-122"/>
              </a:defRPr>
            </a:lvl1pPr>
          </a:lstStyle>
          <a:p>
            <a:pPr>
              <a:defRPr/>
            </a:pPr>
            <a:fld id="{112D8F3C-C349-4A3F-836D-132483011B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32B20B87-42E4-DB90-9413-6A1715B3F43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D22FDA3D-5A93-8A7D-7021-044B5B359D4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572360AE-B9A9-41C9-8016-176F4842202D}" type="datetime1">
              <a:rPr lang="zh-CN" altLang="en-US"/>
              <a:pPr>
                <a:defRPr/>
              </a:pPr>
              <a:t>2025/11/21</a:t>
            </a:fld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220EA0D-AFE3-F78D-4FD1-0F5A2665D90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3" name="Rectangle 5">
            <a:extLst>
              <a:ext uri="{FF2B5EF4-FFF2-40B4-BE49-F238E27FC236}">
                <a16:creationId xmlns:a16="http://schemas.microsoft.com/office/drawing/2014/main" id="{1F97DFF1-97A2-E39D-BFCC-219F47CC828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8079814C-5215-BE01-034C-247534E9BE3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>
            <a:extLst>
              <a:ext uri="{FF2B5EF4-FFF2-40B4-BE49-F238E27FC236}">
                <a16:creationId xmlns:a16="http://schemas.microsoft.com/office/drawing/2014/main" id="{2561DB4B-35EB-6F82-D58C-A2F3057A91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楷体_GB2312" pitchFamily="49" charset="-122"/>
              </a:defRPr>
            </a:lvl1pPr>
          </a:lstStyle>
          <a:p>
            <a:pPr>
              <a:defRPr/>
            </a:pPr>
            <a:fld id="{CBC078E0-CA61-4089-B268-50F1B14F60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>
            <a:extLst>
              <a:ext uri="{FF2B5EF4-FFF2-40B4-BE49-F238E27FC236}">
                <a16:creationId xmlns:a16="http://schemas.microsoft.com/office/drawing/2014/main" id="{2D647D6B-B12E-A7FF-30A3-C14BEA87A9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备注占位符 2">
            <a:extLst>
              <a:ext uri="{FF2B5EF4-FFF2-40B4-BE49-F238E27FC236}">
                <a16:creationId xmlns:a16="http://schemas.microsoft.com/office/drawing/2014/main" id="{B8E76494-A192-85F7-DE2A-4ADD27901E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740" name="页眉占位符 3">
            <a:extLst>
              <a:ext uri="{FF2B5EF4-FFF2-40B4-BE49-F238E27FC236}">
                <a16:creationId xmlns:a16="http://schemas.microsoft.com/office/drawing/2014/main" id="{D71BB2C1-7234-DAEC-28E7-6106554FA30E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solidFill>
                  <a:srgbClr val="000000"/>
                </a:solidFill>
                <a:ea typeface="楷体_GB2312" pitchFamily="49" charset="-122"/>
              </a:rPr>
              <a:t>第一课</a:t>
            </a:r>
          </a:p>
        </p:txBody>
      </p:sp>
      <p:sp>
        <p:nvSpPr>
          <p:cNvPr id="116741" name="日期占位符 4">
            <a:extLst>
              <a:ext uri="{FF2B5EF4-FFF2-40B4-BE49-F238E27FC236}">
                <a16:creationId xmlns:a16="http://schemas.microsoft.com/office/drawing/2014/main" id="{8E7E93FA-1F4E-692F-CA52-9A36A6030F1B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DB11D4E-54E0-4EF7-9BAF-3C6E3A94F368}" type="datetime1">
              <a:rPr lang="zh-CN" altLang="en-US">
                <a:solidFill>
                  <a:srgbClr val="000000"/>
                </a:solidFill>
                <a:ea typeface="楷体_GB2312" pitchFamily="49" charset="-122"/>
              </a:rPr>
              <a:pPr algn="r" eaLnBrk="1" hangingPunct="1">
                <a:spcBef>
                  <a:spcPct val="0"/>
                </a:spcBef>
              </a:pPr>
              <a:t>2025/11/21</a:t>
            </a:fld>
            <a:endParaRPr lang="en-US" altLang="zh-CN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16742" name="页脚占位符 5">
            <a:extLst>
              <a:ext uri="{FF2B5EF4-FFF2-40B4-BE49-F238E27FC236}">
                <a16:creationId xmlns:a16="http://schemas.microsoft.com/office/drawing/2014/main" id="{FCBECA69-4EFD-BCB6-85A8-C133C3261386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solidFill>
                  <a:srgbClr val="000000"/>
                </a:solidFill>
                <a:ea typeface="楷体_GB2312" pitchFamily="49" charset="-122"/>
              </a:rPr>
              <a:t>第一课</a:t>
            </a:r>
          </a:p>
        </p:txBody>
      </p:sp>
      <p:sp>
        <p:nvSpPr>
          <p:cNvPr id="116743" name="灯片编号占位符 6">
            <a:extLst>
              <a:ext uri="{FF2B5EF4-FFF2-40B4-BE49-F238E27FC236}">
                <a16:creationId xmlns:a16="http://schemas.microsoft.com/office/drawing/2014/main" id="{7DABC352-ADB5-8E24-C162-E6AC973F1D08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3DFFFBD-62D9-45C6-819D-AB390CF4B7C2}" type="slidenum">
              <a:rPr lang="en-US" altLang="zh-CN">
                <a:solidFill>
                  <a:srgbClr val="000000"/>
                </a:solidFill>
                <a:ea typeface="楷体_GB2312" pitchFamily="49" charset="-122"/>
              </a:rPr>
              <a:pPr algn="r" eaLnBrk="1" hangingPunct="1">
                <a:spcBef>
                  <a:spcPct val="0"/>
                </a:spcBef>
              </a:pPr>
              <a:t>1</a:t>
            </a:fld>
            <a:endParaRPr lang="en-US" altLang="zh-CN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D9298036-01C5-658D-5BE5-9F7D340FCD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10B54F05-C27B-5B5E-4818-7536ED669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kumimoji="1" lang="zh-CN" altLang="en-US">
                <a:solidFill>
                  <a:schemeClr val="bg1"/>
                </a:solidFill>
              </a:rPr>
              <a:t>任何一个线极化波</a:t>
            </a:r>
            <a:r>
              <a:rPr kumimoji="1" lang="en-US" altLang="zh-CN">
                <a:solidFill>
                  <a:schemeClr val="bg1"/>
                </a:solidFill>
              </a:rPr>
              <a:t>/</a:t>
            </a:r>
            <a:r>
              <a:rPr kumimoji="1" lang="zh-CN" altLang="en-US">
                <a:solidFill>
                  <a:schemeClr val="bg1"/>
                </a:solidFill>
              </a:rPr>
              <a:t>圆极化波</a:t>
            </a:r>
            <a:r>
              <a:rPr kumimoji="1" lang="en-US" altLang="zh-CN">
                <a:solidFill>
                  <a:schemeClr val="bg1"/>
                </a:solidFill>
              </a:rPr>
              <a:t>/</a:t>
            </a:r>
            <a:r>
              <a:rPr kumimoji="1" lang="zh-CN" altLang="en-US">
                <a:solidFill>
                  <a:schemeClr val="bg1"/>
                </a:solidFill>
              </a:rPr>
              <a:t>椭圆极化波可分解成两个线极化波的叠加。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D2E394AE-266A-B30F-4A8F-1644BB83DA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9BD2C6D0-2CE7-6A0A-E312-07D4B30C7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/>
              <a:t>全反射，无透射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2E29C97F-2241-B2CD-6363-123672AF2B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9B2CC609-A66E-0F7F-1EA0-8D2F7AA86B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 b="1" dirty="0">
                <a:solidFill>
                  <a:srgbClr val="FFFFFF"/>
                </a:solidFill>
              </a:rPr>
              <a:t>垂直极化波：入射波的电场只有</a:t>
            </a:r>
            <a:r>
              <a:rPr lang="en-US" altLang="zh-CN" b="1" dirty="0">
                <a:solidFill>
                  <a:srgbClr val="FFFFFF"/>
                </a:solidFill>
              </a:rPr>
              <a:t>Ey</a:t>
            </a:r>
            <a:r>
              <a:rPr lang="zh-CN" altLang="en-US" b="1" dirty="0">
                <a:solidFill>
                  <a:srgbClr val="FFFFFF"/>
                </a:solidFill>
              </a:rPr>
              <a:t>分量，磁场有</a:t>
            </a:r>
            <a:r>
              <a:rPr lang="en-US" altLang="zh-CN" b="1" dirty="0" err="1">
                <a:solidFill>
                  <a:srgbClr val="FFFFFF"/>
                </a:solidFill>
              </a:rPr>
              <a:t>Hx</a:t>
            </a:r>
            <a:r>
              <a:rPr lang="zh-CN" altLang="en-US" b="1" dirty="0">
                <a:solidFill>
                  <a:srgbClr val="FFFFFF"/>
                </a:solidFill>
              </a:rPr>
              <a:t>和</a:t>
            </a:r>
            <a:r>
              <a:rPr lang="en-US" altLang="zh-CN" b="1" dirty="0">
                <a:solidFill>
                  <a:srgbClr val="FFFFFF"/>
                </a:solidFill>
              </a:rPr>
              <a:t>Hz</a:t>
            </a:r>
            <a:r>
              <a:rPr lang="zh-CN" altLang="en-US" b="1" dirty="0">
                <a:solidFill>
                  <a:srgbClr val="FFFFFF"/>
                </a:solidFill>
              </a:rPr>
              <a:t>分量。</a:t>
            </a:r>
            <a:endParaRPr lang="en-US" altLang="zh-CN" b="1" dirty="0">
              <a:solidFill>
                <a:srgbClr val="FFFFFF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dirty="0">
                <a:effectLst/>
                <a:latin typeface="inherit"/>
              </a:rPr>
              <a:t>【2</a:t>
            </a:r>
            <a:r>
              <a:rPr lang="zh-CN" altLang="en-US" b="1" i="0" dirty="0">
                <a:effectLst/>
                <a:latin typeface="inherit"/>
              </a:rPr>
              <a:t>区</a:t>
            </a:r>
            <a:r>
              <a:rPr lang="en-US" altLang="zh-CN" b="0" i="0" dirty="0">
                <a:effectLst/>
                <a:latin typeface="inherit"/>
              </a:rPr>
              <a:t>】</a:t>
            </a:r>
            <a:r>
              <a:rPr lang="zh-CN" altLang="en-US" b="0" i="0" dirty="0">
                <a:effectLst/>
                <a:latin typeface="inherit"/>
              </a:rPr>
              <a:t>电场为零，电磁波完全被反射，</a:t>
            </a:r>
            <a:r>
              <a:rPr lang="zh-CN" altLang="en-US" b="1" i="0" dirty="0">
                <a:effectLst/>
                <a:latin typeface="inherit"/>
              </a:rPr>
              <a:t>反射系数为 </a:t>
            </a:r>
            <a:r>
              <a:rPr lang="en-US" altLang="zh-CN" b="1" i="0" dirty="0">
                <a:effectLst/>
                <a:latin typeface="inherit"/>
              </a:rPr>
              <a:t>-1</a:t>
            </a:r>
            <a:r>
              <a:rPr lang="zh-CN" altLang="en-US" b="0" i="0" dirty="0">
                <a:effectLst/>
                <a:latin typeface="inherit"/>
              </a:rPr>
              <a:t>（电场反向）。</a:t>
            </a:r>
          </a:p>
          <a:p>
            <a:pPr algn="l" fontAlgn="base"/>
            <a:r>
              <a:rPr lang="en-US" altLang="zh-CN" b="1" i="0" dirty="0">
                <a:effectLst/>
                <a:latin typeface="-apple-system"/>
              </a:rPr>
              <a:t>【1</a:t>
            </a:r>
            <a:r>
              <a:rPr lang="zh-CN" altLang="en-US" b="1" i="0" dirty="0">
                <a:effectLst/>
                <a:latin typeface="-apple-system"/>
              </a:rPr>
              <a:t>区</a:t>
            </a:r>
            <a:r>
              <a:rPr lang="en-US" altLang="zh-CN" b="1" i="0" dirty="0">
                <a:effectLst/>
                <a:latin typeface="-apple-system"/>
              </a:rPr>
              <a:t>】</a:t>
            </a:r>
            <a:r>
              <a:rPr lang="zh-CN" altLang="en-US" b="1" i="0" dirty="0">
                <a:effectLst/>
                <a:latin typeface="-apple-system"/>
              </a:rPr>
              <a:t>沿 </a:t>
            </a:r>
            <a:r>
              <a:rPr lang="en-US" altLang="zh-CN" b="1" i="0" dirty="0">
                <a:effectLst/>
                <a:latin typeface="-apple-system"/>
              </a:rPr>
              <a:t>x </a:t>
            </a:r>
            <a:r>
              <a:rPr lang="zh-CN" altLang="en-US" b="1" i="0" dirty="0">
                <a:effectLst/>
                <a:latin typeface="-apple-system"/>
              </a:rPr>
              <a:t>方向传播的行波：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herit"/>
              </a:rPr>
              <a:t>入射波和反射波在 </a:t>
            </a:r>
            <a:r>
              <a:rPr lang="en-US" altLang="zh-CN" b="0" i="0" dirty="0">
                <a:effectLst/>
                <a:latin typeface="inherit"/>
              </a:rPr>
              <a:t>x </a:t>
            </a:r>
            <a:r>
              <a:rPr lang="zh-CN" altLang="en-US" b="0" i="0" dirty="0">
                <a:effectLst/>
                <a:latin typeface="inherit"/>
              </a:rPr>
              <a:t>方向（平行于界面）的波矢量分量</a:t>
            </a:r>
            <a:r>
              <a:rPr lang="zh-CN" altLang="en-US" b="1" i="0" dirty="0">
                <a:effectLst/>
                <a:latin typeface="inherit"/>
              </a:rPr>
              <a:t>相同</a:t>
            </a:r>
            <a:r>
              <a:rPr lang="zh-CN" altLang="en-US" b="0" i="0" dirty="0">
                <a:effectLst/>
                <a:latin typeface="inherit"/>
              </a:rPr>
              <a:t>；因此在 </a:t>
            </a:r>
            <a:r>
              <a:rPr lang="en-US" altLang="zh-CN" b="0" i="0" dirty="0">
                <a:effectLst/>
                <a:latin typeface="inherit"/>
              </a:rPr>
              <a:t>x </a:t>
            </a:r>
            <a:r>
              <a:rPr lang="zh-CN" altLang="en-US" b="0" i="0" dirty="0">
                <a:effectLst/>
                <a:latin typeface="inherit"/>
              </a:rPr>
              <a:t>方向形成一个</a:t>
            </a:r>
            <a:r>
              <a:rPr lang="zh-CN" altLang="en-US" b="1" i="0" dirty="0">
                <a:effectLst/>
                <a:latin typeface="inherit"/>
              </a:rPr>
              <a:t>传播波</a:t>
            </a:r>
            <a:r>
              <a:rPr lang="zh-CN" altLang="en-US" b="0" i="0" dirty="0">
                <a:effectLst/>
                <a:latin typeface="inherit"/>
              </a:rPr>
              <a:t>，即沿界面方向有能量传输。</a:t>
            </a:r>
          </a:p>
          <a:p>
            <a:pPr algn="l" fontAlgn="base"/>
            <a:r>
              <a:rPr lang="zh-CN" altLang="en-US" b="1" i="0" dirty="0">
                <a:effectLst/>
                <a:latin typeface="-apple-system"/>
              </a:rPr>
              <a:t>🔹 沿 </a:t>
            </a:r>
            <a:r>
              <a:rPr lang="en-US" altLang="zh-CN" b="1" i="0" dirty="0">
                <a:effectLst/>
                <a:latin typeface="-apple-system"/>
              </a:rPr>
              <a:t>z </a:t>
            </a:r>
            <a:r>
              <a:rPr lang="zh-CN" altLang="en-US" b="1" i="0" dirty="0">
                <a:effectLst/>
                <a:latin typeface="-apple-system"/>
              </a:rPr>
              <a:t>方向形成驻波：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herit"/>
              </a:rPr>
              <a:t>入射波和反射波在 </a:t>
            </a:r>
            <a:r>
              <a:rPr lang="en-US" altLang="zh-CN" b="0" i="0" dirty="0">
                <a:effectLst/>
                <a:latin typeface="inherit"/>
              </a:rPr>
              <a:t>z </a:t>
            </a:r>
            <a:r>
              <a:rPr lang="zh-CN" altLang="en-US" b="0" i="0" dirty="0">
                <a:effectLst/>
                <a:latin typeface="inherit"/>
              </a:rPr>
              <a:t>方向（垂直于界面）的波矢量分量</a:t>
            </a:r>
            <a:r>
              <a:rPr lang="zh-CN" altLang="en-US" b="1" i="0" dirty="0">
                <a:effectLst/>
                <a:latin typeface="inherit"/>
              </a:rPr>
              <a:t>大小相等、方向相反</a:t>
            </a:r>
            <a:r>
              <a:rPr lang="zh-CN" altLang="en-US" b="0" i="0" dirty="0">
                <a:effectLst/>
                <a:latin typeface="inherit"/>
              </a:rPr>
              <a:t>；导致在 </a:t>
            </a:r>
            <a:r>
              <a:rPr lang="en-US" altLang="zh-CN" b="0" i="0" dirty="0">
                <a:effectLst/>
                <a:latin typeface="inherit"/>
              </a:rPr>
              <a:t>z </a:t>
            </a:r>
            <a:r>
              <a:rPr lang="zh-CN" altLang="en-US" b="0" i="0" dirty="0">
                <a:effectLst/>
                <a:latin typeface="inherit"/>
              </a:rPr>
              <a:t>方向上形成</a:t>
            </a:r>
            <a:r>
              <a:rPr lang="zh-CN" altLang="en-US" b="1" i="0" dirty="0">
                <a:effectLst/>
                <a:latin typeface="inherit"/>
              </a:rPr>
              <a:t>驻波</a:t>
            </a:r>
            <a:r>
              <a:rPr lang="zh-CN" altLang="en-US" b="0" i="0" dirty="0">
                <a:effectLst/>
                <a:latin typeface="inherit"/>
              </a:rPr>
              <a:t>，即电场振幅随 </a:t>
            </a:r>
            <a:r>
              <a:rPr lang="en-US" altLang="zh-CN" b="0" i="0" dirty="0">
                <a:effectLst/>
                <a:latin typeface="inherit"/>
              </a:rPr>
              <a:t>z </a:t>
            </a:r>
            <a:r>
              <a:rPr lang="zh-CN" altLang="en-US" b="0" i="0" dirty="0">
                <a:effectLst/>
                <a:latin typeface="inherit"/>
              </a:rPr>
              <a:t>变化，但</a:t>
            </a:r>
            <a:r>
              <a:rPr lang="zh-CN" altLang="en-US" b="1" i="0" dirty="0">
                <a:effectLst/>
                <a:latin typeface="inherit"/>
              </a:rPr>
              <a:t>不传播能量</a:t>
            </a:r>
            <a:r>
              <a:rPr lang="zh-CN" altLang="en-US" b="0" i="0" dirty="0">
                <a:effectLst/>
                <a:latin typeface="inherit"/>
              </a:rPr>
              <a:t>；</a:t>
            </a:r>
          </a:p>
          <a:p>
            <a:pPr algn="l" fontAlgn="base">
              <a:buFont typeface="Arial" panose="020B0604020202020204" pitchFamily="34" charset="0"/>
              <a:buNone/>
            </a:pPr>
            <a:r>
              <a:rPr lang="en-US" altLang="zh-CN" b="0" i="0" dirty="0">
                <a:effectLst/>
                <a:latin typeface="inherit"/>
              </a:rPr>
              <a:t>【</a:t>
            </a:r>
            <a:r>
              <a:rPr lang="zh-CN" altLang="en-US" b="0" i="0" dirty="0">
                <a:effectLst/>
                <a:latin typeface="inherit"/>
              </a:rPr>
              <a:t>在理想导体表面（</a:t>
            </a:r>
            <a:r>
              <a:rPr lang="en-US" altLang="zh-CN" b="0" i="0" dirty="0">
                <a:effectLst/>
                <a:latin typeface="inherit"/>
              </a:rPr>
              <a:t>z = 0</a:t>
            </a:r>
            <a:r>
              <a:rPr lang="zh-CN" altLang="en-US" b="0" i="0" dirty="0">
                <a:effectLst/>
                <a:latin typeface="inherit"/>
              </a:rPr>
              <a:t>）</a:t>
            </a:r>
            <a:r>
              <a:rPr lang="en-US" altLang="zh-CN" b="0" i="0" dirty="0">
                <a:effectLst/>
                <a:latin typeface="inherit"/>
              </a:rPr>
              <a:t>】</a:t>
            </a:r>
            <a:r>
              <a:rPr lang="zh-CN" altLang="en-US" b="0" i="0" dirty="0">
                <a:effectLst/>
                <a:latin typeface="inherit"/>
              </a:rPr>
              <a:t>电场必须为零（边界条件），所以</a:t>
            </a:r>
            <a:r>
              <a:rPr lang="zh-CN" altLang="en-US" b="1" i="0" dirty="0">
                <a:effectLst/>
                <a:latin typeface="inherit"/>
              </a:rPr>
              <a:t>驻波的第一个波节就在导体表面</a:t>
            </a:r>
            <a:r>
              <a:rPr lang="zh-CN" altLang="en-US" b="0" i="0" dirty="0">
                <a:effectLst/>
                <a:latin typeface="inherit"/>
              </a:rPr>
              <a:t>。</a:t>
            </a:r>
          </a:p>
          <a:p>
            <a:endParaRPr lang="zh-CN" altLang="en-US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2E29C97F-2241-B2CD-6363-123672AF2B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9B2CC609-A66E-0F7F-1EA0-8D2F7AA86B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 b="1">
                <a:solidFill>
                  <a:srgbClr val="FFFFFF"/>
                </a:solidFill>
              </a:rPr>
              <a:t>垂直极化波：入射波的电场只有</a:t>
            </a:r>
            <a:r>
              <a:rPr lang="en-US" altLang="zh-CN" b="1">
                <a:solidFill>
                  <a:srgbClr val="FFFFFF"/>
                </a:solidFill>
              </a:rPr>
              <a:t>Ey</a:t>
            </a:r>
            <a:r>
              <a:rPr lang="zh-CN" altLang="en-US" b="1">
                <a:solidFill>
                  <a:srgbClr val="FFFFFF"/>
                </a:solidFill>
              </a:rPr>
              <a:t>分量，磁场有</a:t>
            </a:r>
            <a:r>
              <a:rPr lang="en-US" altLang="zh-CN" b="1">
                <a:solidFill>
                  <a:srgbClr val="FFFFFF"/>
                </a:solidFill>
              </a:rPr>
              <a:t>Hx</a:t>
            </a:r>
            <a:r>
              <a:rPr lang="zh-CN" altLang="en-US" b="1">
                <a:solidFill>
                  <a:srgbClr val="FFFFFF"/>
                </a:solidFill>
              </a:rPr>
              <a:t>和</a:t>
            </a:r>
            <a:r>
              <a:rPr lang="en-US" altLang="zh-CN" b="1">
                <a:solidFill>
                  <a:srgbClr val="FFFFFF"/>
                </a:solidFill>
              </a:rPr>
              <a:t>Hz</a:t>
            </a:r>
            <a:r>
              <a:rPr lang="zh-CN" altLang="en-US" b="1">
                <a:solidFill>
                  <a:srgbClr val="FFFFFF"/>
                </a:solidFill>
              </a:rPr>
              <a:t>分量。</a:t>
            </a:r>
          </a:p>
        </p:txBody>
      </p:sp>
    </p:spTree>
    <p:extLst>
      <p:ext uri="{BB962C8B-B14F-4D97-AF65-F5344CB8AC3E}">
        <p14:creationId xmlns:p14="http://schemas.microsoft.com/office/powerpoint/2010/main" val="3599105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B3A9CB7E-424A-4D44-D773-FBB278ACD4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F464BB70-D736-098A-EBD5-AEA363A90E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/>
              <a:t>全反射，无透射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DDFF0B49-DEA6-F2B5-261A-FF50725018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5480C8B3-40FA-641E-8B5D-64383E3166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marL="0" lvl="1"/>
            <a:r>
              <a:rPr lang="zh-CN" altLang="en-US" dirty="0"/>
              <a:t>（导行波）波导</a:t>
            </a:r>
            <a:r>
              <a:rPr lang="en-US" altLang="zh-CN" dirty="0"/>
              <a:t>TM</a:t>
            </a:r>
            <a:r>
              <a:rPr lang="zh-CN" altLang="en-US" dirty="0"/>
              <a:t>模：在横截面内呈驻波分布，纵向为行波分布。</a:t>
            </a:r>
            <a:endParaRPr lang="en-US" altLang="zh-CN" dirty="0"/>
          </a:p>
          <a:p>
            <a:pPr marL="0" lvl="1"/>
            <a:r>
              <a:rPr lang="zh-CN" altLang="en-US" dirty="0"/>
              <a:t>（自由空间波）平行极化波对理想导体斜入射的</a:t>
            </a:r>
            <a:r>
              <a:rPr lang="en-US" altLang="zh-CN" dirty="0"/>
              <a:t>TM</a:t>
            </a:r>
            <a:r>
              <a:rPr lang="zh-CN" altLang="en-US" dirty="0"/>
              <a:t>模：理想介质内的合成波是沿</a:t>
            </a:r>
            <a:r>
              <a:rPr lang="en-US" altLang="zh-CN" dirty="0"/>
              <a:t>x</a:t>
            </a:r>
            <a:r>
              <a:rPr lang="zh-CN" altLang="en-US" dirty="0"/>
              <a:t>方向的行波，其振幅沿</a:t>
            </a:r>
            <a:r>
              <a:rPr lang="en-US" altLang="zh-CN" dirty="0"/>
              <a:t>z</a:t>
            </a:r>
            <a:r>
              <a:rPr lang="zh-CN" altLang="en-US" dirty="0"/>
              <a:t>方向成驻波分布。分界面可理解</a:t>
            </a:r>
            <a:r>
              <a:rPr lang="en-US" altLang="zh-CN" dirty="0" err="1"/>
              <a:t>wei</a:t>
            </a:r>
            <a:endParaRPr lang="zh-CN" altLang="en-US" dirty="0"/>
          </a:p>
          <a:p>
            <a:endParaRPr kumimoji="1" lang="zh-CN" altLang="en-US" b="1" dirty="0">
              <a:solidFill>
                <a:srgbClr val="000066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DDFF0B49-DEA6-F2B5-261A-FF50725018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5480C8B3-40FA-641E-8B5D-64383E3166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合成波电场垂直于传播方向（</a:t>
            </a:r>
            <a:r>
              <a:rPr lang="en-US" altLang="zh-CN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方向）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，而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磁场则存在</a:t>
            </a:r>
            <a:r>
              <a:rPr lang="en-US" altLang="zh-CN" b="1" i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分量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，这种波称为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横电波（即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TE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波）</a:t>
            </a:r>
            <a:r>
              <a:rPr lang="zh-CN" altLang="en-US" b="1" dirty="0">
                <a:solidFill>
                  <a:srgbClr val="FFC000"/>
                </a:solidFill>
                <a:ea typeface="楷体_GB2312" pitchFamily="49" charset="-122"/>
              </a:rPr>
              <a:t>（自由空间波） </a:t>
            </a:r>
            <a:endParaRPr lang="en-US" altLang="zh-CN" b="1" dirty="0">
              <a:solidFill>
                <a:srgbClr val="FFC000"/>
              </a:solidFill>
              <a:ea typeface="楷体_GB2312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合成波磁场垂直于传播方向（</a:t>
            </a:r>
            <a:r>
              <a:rPr lang="en-US" altLang="zh-CN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方向）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，而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电场则存在</a:t>
            </a:r>
            <a:r>
              <a:rPr lang="en-US" altLang="zh-CN" b="1" i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分量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，这种波称为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横磁波（即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TM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波）</a:t>
            </a:r>
            <a:r>
              <a:rPr lang="zh-CN" altLang="en-US" b="1" dirty="0">
                <a:solidFill>
                  <a:srgbClr val="FFC000"/>
                </a:solidFill>
                <a:ea typeface="楷体_GB2312" pitchFamily="49" charset="-122"/>
              </a:rPr>
              <a:t>（自由空间波） </a:t>
            </a:r>
            <a:endParaRPr lang="zh-CN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56292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206CB784-2BDF-F620-C750-261D2E6993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7244CA0B-3C40-5AA7-5C36-5F0FD5EB21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77542F10-F798-D50B-52B4-191ADA404B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81B28FAD-296C-FE90-2D8F-2404C1C9CF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 b="0" i="0" dirty="0">
                <a:effectLst/>
                <a:latin typeface="-apple-system"/>
              </a:rPr>
              <a:t>光纤属于</a:t>
            </a:r>
            <a:r>
              <a:rPr lang="zh-CN" altLang="en-US" b="1" i="0" dirty="0">
                <a:effectLst/>
                <a:latin typeface="-apple-system"/>
              </a:rPr>
              <a:t>全反射介质波导</a:t>
            </a:r>
            <a:r>
              <a:rPr lang="zh-CN" altLang="en-US" b="0" i="0" dirty="0">
                <a:effectLst/>
                <a:latin typeface="-apple-system"/>
              </a:rPr>
              <a:t>，不是表面波传输线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A5314F3-AE84-7B1A-1031-333E954538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76107-36E9-4A2D-8692-66D5828D93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458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5BFE9E3F-B545-CB35-ECC7-F7A9D23AC5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C41E3-C7E0-48B5-ADF7-64F5A6332F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9787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637ACCD7-5800-4E88-9DDB-78C1332A0B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C6460D-1367-401F-B1C3-58C5488B6F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261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71DA72C6-1CD1-9D2B-BD2C-1905F286091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ABC8C2-FBDD-4D89-BA81-957C503E06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899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DB83E1F4-C231-F1FB-4021-0ABBD342690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F191D9-8BFF-4E58-8ECD-EF7CE27047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411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A73E5ACC-650F-14B1-FA87-1852D474C25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78C6B1-C5A1-4FB5-8080-327465C420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3199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228F03DA-DE20-D3C9-A392-416C458B4F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DF974-AF1D-41A6-8D38-E28D81D275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469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BC291554-86B2-1626-423B-87522024EBA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3557EE-87BA-4138-A911-594B56E369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899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83CFCCB6-90B1-F748-9B29-9D3E8D091C9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AE020-F5CF-43E6-8933-0A83FACEF2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778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44E2B2F7-FA8D-2BFA-868C-3F4893C083C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4ACCC-DE64-418D-8787-0EE829725E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037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C21643D1-1A0C-212F-93C2-9ED707F4870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2AA90-52B5-40C8-9C27-65ADA924C9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4943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F6EAA918-5272-DC56-8B96-8F8F7B27684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01F6B-9351-472E-B82C-9790F31BB6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3623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4F27B996-574D-9C4E-6173-7D94A97FC9E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82734-2C28-48F0-B9A6-58FF926E48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9131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2719CAF6-F0D5-3BB8-7AA1-D744DBBFFC9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65359-11C3-4498-A7B7-009ADDA384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8598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634A8882-49A7-9B7A-0578-EE0D89AFB47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44622-D2A9-4942-951E-E16023A752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83937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7EF42BCF-064F-DD9C-327F-14B3206067F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3A220C-72F7-43CE-A75B-0C03FD2C91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0850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51DF5102-C89F-B6E2-394D-655CCA8246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241A7-C7D4-41DA-9E3A-5A7376BDB9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7352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20402394-9DE4-426A-2849-8481FBB019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164D2-57C4-4B0F-A5E7-8A251D0E88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05041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5771647-73A5-69D6-591C-A9E5E662F05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D9510E-8B50-4947-9DAF-1208DA2384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536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2AB6E5E2-4A6A-D2EF-BE39-D8FFFCFFCF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CBDBA2-5A41-4F24-B0E3-ED2015858C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84388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9D73BCE3-2839-420A-6794-7B935359E4A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B6F73A-109B-4151-8325-C4C9914A82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3133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80E1F0BF-9F5F-54A0-8695-C4E1E2EA643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ECB34-FD96-458A-97E7-1FC6495CE1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86498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5519434B-F89B-715D-31F1-036D0297324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1D3824-9961-4366-9FA2-090939D065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1367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1D3351A3-659E-B6A1-FF82-8590EF217D3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67BB1-D046-4145-88D5-1C2650EC0E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8487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AD374F5D-E89C-26DF-B0BA-E140629418E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3A7383-E5BD-4825-977F-B81FA5B8FE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72655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6188B7E8-B3B1-0963-F6C2-51047CD7E2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2911D-41AD-45C5-AB3B-F9C4588E52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28115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E7C3F0B8-D34C-FB80-5F3D-5C9AAB6B28A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9156CB-8EC9-4863-96F4-5D2883AA21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38904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09E32302-7463-4006-C7FF-7E94FBDA5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9671E-475E-41DF-A467-3D3EF5CCC2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070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4" name="Rectangle 4">
            <a:extLst>
              <a:ext uri="{FF2B5EF4-FFF2-40B4-BE49-F238E27FC236}">
                <a16:creationId xmlns:a16="http://schemas.microsoft.com/office/drawing/2014/main" id="{A9D6C28C-0892-5968-85D9-C259288E91E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68538" y="44450"/>
            <a:ext cx="5399087" cy="3508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algn="ctr" eaLnBrk="1" hangingPunct="1">
              <a:lnSpc>
                <a:spcPct val="60000"/>
              </a:lnSpc>
              <a:defRPr/>
            </a:pPr>
            <a:r>
              <a:rPr lang="zh-CN" altLang="en-US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6</a:t>
            </a:r>
            <a:r>
              <a:rPr lang="zh-CN" altLang="en-US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均匀平面波的反射与透射</a:t>
            </a:r>
            <a:endParaRPr lang="zh-CN" altLang="en-US"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E9C91A7D-FED9-CF2F-59ED-2BAC6BDFE4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</p:spPr>
        <p:txBody>
          <a:bodyPr tIns="10800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zh-CN" altLang="en-US" sz="2000" b="1">
                <a:solidFill>
                  <a:srgbClr val="573CFC"/>
                </a:solidFill>
                <a:ea typeface="华文行楷" panose="02010800040101010101" pitchFamily="2" charset="-122"/>
              </a:rPr>
              <a:t>电磁场与电磁波</a:t>
            </a:r>
          </a:p>
        </p:txBody>
      </p:sp>
      <p:sp>
        <p:nvSpPr>
          <p:cNvPr id="1028" name="Rectangle 9" descr="深色横线">
            <a:extLst>
              <a:ext uri="{FF2B5EF4-FFF2-40B4-BE49-F238E27FC236}">
                <a16:creationId xmlns:a16="http://schemas.microsoft.com/office/drawing/2014/main" id="{F7AD6DFB-E470-A9D1-6A8F-6A4EFC81DB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16810" name="Rectangle 10">
            <a:extLst>
              <a:ext uri="{FF2B5EF4-FFF2-40B4-BE49-F238E27FC236}">
                <a16:creationId xmlns:a16="http://schemas.microsoft.com/office/drawing/2014/main" id="{7D8A0A11-4247-331D-A5A3-AE6F16A99C9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ltGray">
          <a:xfrm>
            <a:off x="7956550" y="0"/>
            <a:ext cx="1054100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楷体_GB2312" pitchFamily="49" charset="-122"/>
              </a:defRPr>
            </a:lvl1pPr>
          </a:lstStyle>
          <a:p>
            <a:pPr>
              <a:defRPr/>
            </a:pPr>
            <a:fld id="{CF868AAB-E16B-46D8-8865-F5778ECA13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Rectangle 11">
            <a:extLst>
              <a:ext uri="{FF2B5EF4-FFF2-40B4-BE49-F238E27FC236}">
                <a16:creationId xmlns:a16="http://schemas.microsoft.com/office/drawing/2014/main" id="{9240647D-3885-9D46-7F48-D9F54DAC0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4813"/>
            <a:ext cx="9144000" cy="6119812"/>
          </a:xfrm>
          <a:prstGeom prst="rect">
            <a:avLst/>
          </a:prstGeom>
          <a:gradFill rotWithShape="0">
            <a:gsLst>
              <a:gs pos="0">
                <a:srgbClr val="0000FF"/>
              </a:gs>
              <a:gs pos="100000">
                <a:srgbClr val="000076"/>
              </a:gs>
            </a:gsLst>
            <a:lin ang="2700000" scaled="1"/>
          </a:grad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1" name="Rectangle 16" descr="栎木">
            <a:extLst>
              <a:ext uri="{FF2B5EF4-FFF2-40B4-BE49-F238E27FC236}">
                <a16:creationId xmlns:a16="http://schemas.microsoft.com/office/drawing/2014/main" id="{920AE617-A7F0-3CC7-8FFA-D5BCDD954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6"/>
            <a:srcRect/>
            <a:tile tx="0" ty="0" sx="100000" sy="100000" flip="none" algn="tl"/>
          </a:blip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3" name="Rectangle 18" descr="深色横线">
            <a:extLst>
              <a:ext uri="{FF2B5EF4-FFF2-40B4-BE49-F238E27FC236}">
                <a16:creationId xmlns:a16="http://schemas.microsoft.com/office/drawing/2014/main" id="{E85F9810-5F4E-7B02-6000-30C15AE0B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AutoShape 1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DBBD5D7F-4AE9-0CD8-EB94-FB63D1945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5" name="AutoShape 2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8B27AFA-B33B-004E-F4AF-66EE9E017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6" name="AutoShape 2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BFC6D22-EB7C-3385-89C3-5A5BDECCB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7" name="AutoShape 22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9564D9AC-0F92-1E07-F591-9CBB104F2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Gray">
      <p:bgPr>
        <a:blipFill dpi="0" rotWithShape="0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4" name="Rectangle 4">
            <a:extLst>
              <a:ext uri="{FF2B5EF4-FFF2-40B4-BE49-F238E27FC236}">
                <a16:creationId xmlns:a16="http://schemas.microsoft.com/office/drawing/2014/main" id="{87E080B6-2B29-E0EC-9E31-F7F106CD2A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68538" y="44450"/>
            <a:ext cx="5399087" cy="3508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algn="ctr" eaLnBrk="1" hangingPunct="1">
              <a:lnSpc>
                <a:spcPct val="60000"/>
              </a:lnSpc>
              <a:defRPr/>
            </a:pPr>
            <a:r>
              <a:rPr lang="zh-CN" altLang="en-US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6</a:t>
            </a:r>
            <a:r>
              <a:rPr lang="zh-CN" altLang="en-US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均匀平面波的反射与透射</a:t>
            </a:r>
            <a:endParaRPr lang="zh-CN" altLang="en-US"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69749A01-B640-40C8-CD80-F40CC47FC31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</p:spPr>
        <p:txBody>
          <a:bodyPr tIns="10800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zh-CN" altLang="en-US" sz="2000" b="1">
                <a:solidFill>
                  <a:srgbClr val="573CFC"/>
                </a:solidFill>
                <a:ea typeface="华文行楷" panose="02010800040101010101" pitchFamily="2" charset="-122"/>
              </a:rPr>
              <a:t>电磁场与电磁波</a:t>
            </a:r>
          </a:p>
        </p:txBody>
      </p:sp>
      <p:sp>
        <p:nvSpPr>
          <p:cNvPr id="1028" name="Rectangle 9" descr="深色横线">
            <a:extLst>
              <a:ext uri="{FF2B5EF4-FFF2-40B4-BE49-F238E27FC236}">
                <a16:creationId xmlns:a16="http://schemas.microsoft.com/office/drawing/2014/main" id="{71BF3D2E-6013-BC0C-8FD0-826B377A184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16810" name="Rectangle 10">
            <a:extLst>
              <a:ext uri="{FF2B5EF4-FFF2-40B4-BE49-F238E27FC236}">
                <a16:creationId xmlns:a16="http://schemas.microsoft.com/office/drawing/2014/main" id="{F677237C-6D3A-3AC0-2B1B-41A079BAD7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ltGray">
          <a:xfrm>
            <a:off x="7956550" y="0"/>
            <a:ext cx="1054100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楷体_GB2312" pitchFamily="49" charset="-122"/>
              </a:defRPr>
            </a:lvl1pPr>
          </a:lstStyle>
          <a:p>
            <a:pPr>
              <a:defRPr/>
            </a:pPr>
            <a:fld id="{B46BB461-B086-4E64-809B-37D308D667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Rectangle 11">
            <a:extLst>
              <a:ext uri="{FF2B5EF4-FFF2-40B4-BE49-F238E27FC236}">
                <a16:creationId xmlns:a16="http://schemas.microsoft.com/office/drawing/2014/main" id="{D05C9060-A46D-011C-BBCE-EA0CD5B88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4813"/>
            <a:ext cx="9144000" cy="6119812"/>
          </a:xfrm>
          <a:prstGeom prst="rect">
            <a:avLst/>
          </a:prstGeom>
          <a:gradFill rotWithShape="0">
            <a:gsLst>
              <a:gs pos="0">
                <a:srgbClr val="0000FF"/>
              </a:gs>
              <a:gs pos="100000">
                <a:srgbClr val="000076"/>
              </a:gs>
            </a:gsLst>
            <a:lin ang="2700000" scaled="1"/>
          </a:grad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1" name="Rectangle 16" descr="栎木">
            <a:extLst>
              <a:ext uri="{FF2B5EF4-FFF2-40B4-BE49-F238E27FC236}">
                <a16:creationId xmlns:a16="http://schemas.microsoft.com/office/drawing/2014/main" id="{0D02EE85-55A8-B190-749F-BFEBDD4AD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6"/>
            <a:srcRect/>
            <a:tile tx="0" ty="0" sx="100000" sy="100000" flip="none" algn="tl"/>
          </a:blip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3" name="Rectangle 18" descr="深色横线">
            <a:extLst>
              <a:ext uri="{FF2B5EF4-FFF2-40B4-BE49-F238E27FC236}">
                <a16:creationId xmlns:a16="http://schemas.microsoft.com/office/drawing/2014/main" id="{C0C99A68-1FD3-AF77-EA85-FD0A6DD0D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AutoShape 1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592279A-A805-D034-B65F-F6C21F5CF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5" name="AutoShape 2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4F3B226-0A0B-E4FF-45D3-1BFE1FA8C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6" name="AutoShape 2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B40B72A-00E8-A672-1723-0001668E6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7" name="AutoShape 22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728B9591-5C79-E581-BCBA-B07DFDAA6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4" Type="http://schemas.openxmlformats.org/officeDocument/2006/relationships/slide" Target="slide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.emf"/><Relationship Id="rId11" Type="http://schemas.openxmlformats.org/officeDocument/2006/relationships/image" Target="../media/image3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emf"/><Relationship Id="rId4" Type="http://schemas.openxmlformats.org/officeDocument/2006/relationships/image" Target="../media/image5.e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1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20.emf"/><Relationship Id="rId3" Type="http://schemas.openxmlformats.org/officeDocument/2006/relationships/image" Target="../media/image15.png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1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9.emf"/><Relationship Id="rId5" Type="http://schemas.openxmlformats.org/officeDocument/2006/relationships/image" Target="../media/image16.emf"/><Relationship Id="rId15" Type="http://schemas.openxmlformats.org/officeDocument/2006/relationships/image" Target="../media/image4.png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8.emf"/><Relationship Id="rId1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2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3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86D7E12B-C059-0ED7-9253-A390F96AD7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blackGray">
          <a:xfrm>
            <a:off x="539750" y="908050"/>
            <a:ext cx="8229600" cy="49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6.4 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均匀平面波对理想导体表面的斜入射 </a:t>
            </a:r>
            <a:endParaRPr lang="zh-CN" altLang="en-US" sz="2800" b="1">
              <a:solidFill>
                <a:schemeClr val="bg1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5715" name="Text Box 3">
            <a:extLst>
              <a:ext uri="{FF2B5EF4-FFF2-40B4-BE49-F238E27FC236}">
                <a16:creationId xmlns:a16="http://schemas.microsoft.com/office/drawing/2014/main" id="{B2B1D173-18A5-8913-2629-1A93CA58D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132013"/>
            <a:ext cx="6408738" cy="3014662"/>
          </a:xfrm>
          <a:prstGeom prst="rect">
            <a:avLst/>
          </a:prstGeom>
          <a:solidFill>
            <a:srgbClr val="CCFFFF"/>
          </a:solidFill>
          <a:ln w="25400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6.4.1</a:t>
            </a:r>
            <a:r>
              <a:rPr lang="en-US" altLang="zh-CN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  <a:hlinkClick r:id="rId3" action="ppaction://hlinksldjump"/>
              </a:rPr>
              <a:t>垂直极化波对理想导体表面的斜入射</a:t>
            </a:r>
            <a:endParaRPr lang="zh-CN" altLang="en-US" b="1" dirty="0">
              <a:solidFill>
                <a:srgbClr val="FFFF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6.4.2  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  <a:hlinkClick r:id="" action="ppaction://noaction"/>
              </a:rPr>
              <a:t>平行极化波对理想导体表面的斜入射</a:t>
            </a:r>
            <a:endParaRPr lang="zh-CN" altLang="en-US" b="1" dirty="0">
              <a:solidFill>
                <a:srgbClr val="FFFF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1600" b="1" dirty="0">
              <a:solidFill>
                <a:srgbClr val="FFFF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5716" name="AutoShape 4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0F638C9-4C96-83C5-AD31-18A9DED53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15717" name="AutoShape 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90B33FF-B461-56CD-C00F-1A70884B2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15718" name="AutoShape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CD6A63A-0ED3-DA71-D9FC-D1AAC0D16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15719" name="AutoShape 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DE302CB2-30DD-331F-B80F-378DA9B76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9A5600F7-7AED-2681-A673-DFE865AB3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47" y="2839036"/>
            <a:ext cx="5040114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kumimoji="1"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b="1" dirty="0">
                <a:solidFill>
                  <a:srgbClr val="FFFF57"/>
                </a:solidFill>
              </a:rPr>
              <a:t>平行极化波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     入射波的电场</a:t>
            </a:r>
            <a:r>
              <a:rPr lang="en-US" altLang="zh-CN" b="1" dirty="0">
                <a:solidFill>
                  <a:srgbClr val="FFFFFF"/>
                </a:solidFill>
                <a:ea typeface="楷体_GB2312" pitchFamily="49" charset="-122"/>
              </a:rPr>
              <a:t>//</a:t>
            </a: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入射面。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     入射波的电场有</a:t>
            </a:r>
            <a:r>
              <a:rPr lang="en-US" altLang="zh-CN" b="1" dirty="0">
                <a:solidFill>
                  <a:srgbClr val="FFFFFF"/>
                </a:solidFill>
                <a:ea typeface="楷体_GB2312" pitchFamily="49" charset="-122"/>
              </a:rPr>
              <a:t>E</a:t>
            </a:r>
            <a:r>
              <a:rPr lang="en-US" altLang="zh-CN" b="1" baseline="-25000" dirty="0">
                <a:solidFill>
                  <a:srgbClr val="FFFFFF"/>
                </a:solidFill>
                <a:ea typeface="楷体_GB2312" pitchFamily="49" charset="-122"/>
              </a:rPr>
              <a:t>x</a:t>
            </a: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和</a:t>
            </a:r>
            <a:r>
              <a:rPr lang="en-US" altLang="zh-CN" b="1" dirty="0" err="1">
                <a:solidFill>
                  <a:srgbClr val="FFFFFF"/>
                </a:solidFill>
                <a:ea typeface="楷体_GB2312" pitchFamily="49" charset="-122"/>
              </a:rPr>
              <a:t>E</a:t>
            </a:r>
            <a:r>
              <a:rPr lang="en-US" altLang="zh-CN" b="1" baseline="-25000" dirty="0" err="1">
                <a:solidFill>
                  <a:srgbClr val="FFFFFF"/>
                </a:solidFill>
                <a:ea typeface="楷体_GB2312" pitchFamily="49" charset="-122"/>
              </a:rPr>
              <a:t>z</a:t>
            </a: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分量，磁场只有</a:t>
            </a:r>
            <a:r>
              <a:rPr lang="en-US" altLang="zh-CN" b="1" dirty="0">
                <a:solidFill>
                  <a:srgbClr val="FFFFFF"/>
                </a:solidFill>
                <a:ea typeface="楷体_GB2312" pitchFamily="49" charset="-122"/>
              </a:rPr>
              <a:t>H</a:t>
            </a:r>
            <a:r>
              <a:rPr lang="en-US" altLang="zh-CN" b="1" baseline="-25000" dirty="0">
                <a:solidFill>
                  <a:srgbClr val="FFFFFF"/>
                </a:solidFill>
                <a:ea typeface="楷体_GB2312" pitchFamily="49" charset="-122"/>
              </a:rPr>
              <a:t>y</a:t>
            </a: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分量。</a:t>
            </a:r>
            <a:endParaRPr kumimoji="1" lang="zh-CN" altLang="en-US" b="1" dirty="0">
              <a:solidFill>
                <a:srgbClr val="FFFF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AB0A277D-05B1-1715-B95A-52B8F309A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67" y="682759"/>
            <a:ext cx="4956994" cy="1965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kumimoji="1"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b="1" dirty="0">
                <a:solidFill>
                  <a:srgbClr val="FFFF57"/>
                </a:solidFill>
              </a:rPr>
              <a:t>垂直极化波</a:t>
            </a:r>
            <a:endParaRPr lang="en-US" altLang="zh-CN" b="1" dirty="0">
              <a:solidFill>
                <a:srgbClr val="FFFF57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     入射波的电场</a:t>
            </a:r>
            <a:r>
              <a:rPr lang="zh-CN" altLang="en-US" b="1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┴</a:t>
            </a: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入射面。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     入射波的电场只有</a:t>
            </a:r>
            <a:r>
              <a:rPr lang="en-US" altLang="zh-CN" b="1" dirty="0">
                <a:solidFill>
                  <a:srgbClr val="FFFFFF"/>
                </a:solidFill>
                <a:ea typeface="楷体_GB2312" pitchFamily="49" charset="-122"/>
              </a:rPr>
              <a:t>E</a:t>
            </a:r>
            <a:r>
              <a:rPr lang="en-US" altLang="zh-CN" b="1" baseline="-25000" dirty="0">
                <a:solidFill>
                  <a:srgbClr val="FFFFFF"/>
                </a:solidFill>
                <a:ea typeface="楷体_GB2312" pitchFamily="49" charset="-122"/>
              </a:rPr>
              <a:t>y</a:t>
            </a: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分量，磁场有</a:t>
            </a:r>
            <a:r>
              <a:rPr lang="en-US" altLang="zh-CN" b="1" dirty="0" err="1">
                <a:solidFill>
                  <a:srgbClr val="FFFFFF"/>
                </a:solidFill>
                <a:ea typeface="楷体_GB2312" pitchFamily="49" charset="-122"/>
              </a:rPr>
              <a:t>H</a:t>
            </a:r>
            <a:r>
              <a:rPr lang="en-US" altLang="zh-CN" b="1" baseline="-25000" dirty="0" err="1">
                <a:solidFill>
                  <a:srgbClr val="FFFFFF"/>
                </a:solidFill>
                <a:ea typeface="楷体_GB2312" pitchFamily="49" charset="-122"/>
              </a:rPr>
              <a:t>x</a:t>
            </a: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和</a:t>
            </a:r>
            <a:r>
              <a:rPr lang="en-US" altLang="zh-CN" b="1" dirty="0">
                <a:solidFill>
                  <a:srgbClr val="FFFFFF"/>
                </a:solidFill>
                <a:ea typeface="楷体_GB2312" pitchFamily="49" charset="-122"/>
              </a:rPr>
              <a:t>H</a:t>
            </a:r>
            <a:r>
              <a:rPr lang="en-US" altLang="zh-CN" b="1" baseline="-25000" dirty="0">
                <a:solidFill>
                  <a:srgbClr val="FFFFFF"/>
                </a:solidFill>
                <a:ea typeface="楷体_GB2312" pitchFamily="49" charset="-122"/>
              </a:rPr>
              <a:t>z</a:t>
            </a: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分量。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D446CCB2-F1B3-7CC7-B31D-BE3CAF0F92B2}"/>
              </a:ext>
            </a:extLst>
          </p:cNvPr>
          <p:cNvGrpSpPr>
            <a:grpSpLocks/>
          </p:cNvGrpSpPr>
          <p:nvPr/>
        </p:nvGrpSpPr>
        <p:grpSpPr bwMode="auto">
          <a:xfrm>
            <a:off x="5451708" y="4213197"/>
            <a:ext cx="3736975" cy="2664689"/>
            <a:chOff x="3012" y="482"/>
            <a:chExt cx="2839" cy="2086"/>
          </a:xfrm>
        </p:grpSpPr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01757FA8-AF77-4220-B406-5D6539E2E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" y="482"/>
              <a:ext cx="2771" cy="2086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1E274B4F-3AAA-89ED-1A43-8FD86F7B4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2" y="2282"/>
              <a:ext cx="2486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8000"/>
                </a:lnSpc>
                <a:spcBef>
                  <a:spcPct val="20000"/>
                </a:spcBef>
              </a:pPr>
              <a:r>
                <a:rPr lang="zh-CN" altLang="en-US" sz="1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均匀平面波对理想介质分界面的斜入射</a:t>
              </a:r>
              <a:endParaRPr lang="zh-CN" altLang="en-US" sz="1400" b="1">
                <a:solidFill>
                  <a:srgbClr val="000000"/>
                </a:solidFill>
              </a:endParaRPr>
            </a:p>
          </p:txBody>
        </p:sp>
        <p:grpSp>
          <p:nvGrpSpPr>
            <p:cNvPr id="7" name="Group 11">
              <a:extLst>
                <a:ext uri="{FF2B5EF4-FFF2-40B4-BE49-F238E27FC236}">
                  <a16:creationId xmlns:a16="http://schemas.microsoft.com/office/drawing/2014/main" id="{29965C66-0DF0-FF6E-4EDC-EC49C5861C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4" y="1199"/>
              <a:ext cx="2537" cy="1145"/>
              <a:chOff x="3142" y="1242"/>
              <a:chExt cx="2537" cy="1071"/>
            </a:xfrm>
          </p:grpSpPr>
          <p:sp>
            <p:nvSpPr>
              <p:cNvPr id="125273" name="Rectangle 12">
                <a:extLst>
                  <a:ext uri="{FF2B5EF4-FFF2-40B4-BE49-F238E27FC236}">
                    <a16:creationId xmlns:a16="http://schemas.microsoft.com/office/drawing/2014/main" id="{B887B4EA-D2AF-9D37-6ABC-266F6D9F4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53" y="2196"/>
                <a:ext cx="26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zh-CN" altLang="en-US" sz="1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endParaRPr lang="zh-CN" alt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5274" name="Freeform 13">
                <a:extLst>
                  <a:ext uri="{FF2B5EF4-FFF2-40B4-BE49-F238E27FC236}">
                    <a16:creationId xmlns:a16="http://schemas.microsoft.com/office/drawing/2014/main" id="{F0A446E3-717A-325E-7073-59720FBE9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1242"/>
                <a:ext cx="146" cy="132"/>
              </a:xfrm>
              <a:custGeom>
                <a:avLst/>
                <a:gdLst>
                  <a:gd name="T0" fmla="*/ 9 w 146"/>
                  <a:gd name="T1" fmla="*/ 131 h 132"/>
                  <a:gd name="T2" fmla="*/ 0 w 146"/>
                  <a:gd name="T3" fmla="*/ 132 h 132"/>
                  <a:gd name="T4" fmla="*/ 137 w 146"/>
                  <a:gd name="T5" fmla="*/ 2 h 132"/>
                  <a:gd name="T6" fmla="*/ 146 w 146"/>
                  <a:gd name="T7" fmla="*/ 0 h 132"/>
                  <a:gd name="T8" fmla="*/ 9 w 146"/>
                  <a:gd name="T9" fmla="*/ 131 h 1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6" h="132">
                    <a:moveTo>
                      <a:pt x="9" y="131"/>
                    </a:moveTo>
                    <a:lnTo>
                      <a:pt x="0" y="132"/>
                    </a:lnTo>
                    <a:lnTo>
                      <a:pt x="137" y="2"/>
                    </a:lnTo>
                    <a:lnTo>
                      <a:pt x="146" y="0"/>
                    </a:lnTo>
                    <a:lnTo>
                      <a:pt x="9" y="131"/>
                    </a:lnTo>
                    <a:close/>
                  </a:path>
                </a:pathLst>
              </a:custGeom>
              <a:solidFill>
                <a:srgbClr val="3F7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75" name="Line 14">
                <a:extLst>
                  <a:ext uri="{FF2B5EF4-FFF2-40B4-BE49-F238E27FC236}">
                    <a16:creationId xmlns:a16="http://schemas.microsoft.com/office/drawing/2014/main" id="{6CD51DEE-5755-7B1C-C4A0-F48707FEE2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2" y="1242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3F7F5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76" name="Freeform 15">
                <a:extLst>
                  <a:ext uri="{FF2B5EF4-FFF2-40B4-BE49-F238E27FC236}">
                    <a16:creationId xmlns:a16="http://schemas.microsoft.com/office/drawing/2014/main" id="{8C0AF907-EDCC-A34E-1A28-57C7C5726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7" y="1242"/>
                <a:ext cx="142" cy="132"/>
              </a:xfrm>
              <a:custGeom>
                <a:avLst/>
                <a:gdLst>
                  <a:gd name="T0" fmla="*/ 5 w 142"/>
                  <a:gd name="T1" fmla="*/ 131 h 132"/>
                  <a:gd name="T2" fmla="*/ 0 w 142"/>
                  <a:gd name="T3" fmla="*/ 132 h 132"/>
                  <a:gd name="T4" fmla="*/ 137 w 142"/>
                  <a:gd name="T5" fmla="*/ 2 h 132"/>
                  <a:gd name="T6" fmla="*/ 142 w 142"/>
                  <a:gd name="T7" fmla="*/ 0 h 132"/>
                  <a:gd name="T8" fmla="*/ 5 w 142"/>
                  <a:gd name="T9" fmla="*/ 131 h 1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2" h="132">
                    <a:moveTo>
                      <a:pt x="5" y="131"/>
                    </a:moveTo>
                    <a:lnTo>
                      <a:pt x="0" y="132"/>
                    </a:lnTo>
                    <a:lnTo>
                      <a:pt x="137" y="2"/>
                    </a:lnTo>
                    <a:lnTo>
                      <a:pt x="142" y="0"/>
                    </a:lnTo>
                    <a:lnTo>
                      <a:pt x="5" y="131"/>
                    </a:lnTo>
                    <a:close/>
                  </a:path>
                </a:pathLst>
              </a:custGeom>
              <a:solidFill>
                <a:srgbClr val="3F7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77" name="Freeform 16">
                <a:extLst>
                  <a:ext uri="{FF2B5EF4-FFF2-40B4-BE49-F238E27FC236}">
                    <a16:creationId xmlns:a16="http://schemas.microsoft.com/office/drawing/2014/main" id="{913A2F4D-70A1-0259-DE57-D9BA38CCD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1244"/>
                <a:ext cx="141" cy="130"/>
              </a:xfrm>
              <a:custGeom>
                <a:avLst/>
                <a:gdLst>
                  <a:gd name="T0" fmla="*/ 4 w 141"/>
                  <a:gd name="T1" fmla="*/ 130 h 130"/>
                  <a:gd name="T2" fmla="*/ 0 w 141"/>
                  <a:gd name="T3" fmla="*/ 130 h 130"/>
                  <a:gd name="T4" fmla="*/ 137 w 141"/>
                  <a:gd name="T5" fmla="*/ 0 h 130"/>
                  <a:gd name="T6" fmla="*/ 141 w 141"/>
                  <a:gd name="T7" fmla="*/ 0 h 130"/>
                  <a:gd name="T8" fmla="*/ 4 w 141"/>
                  <a:gd name="T9" fmla="*/ 13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30">
                    <a:moveTo>
                      <a:pt x="4" y="130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141" y="0"/>
                    </a:lnTo>
                    <a:lnTo>
                      <a:pt x="4" y="130"/>
                    </a:lnTo>
                    <a:close/>
                  </a:path>
                </a:pathLst>
              </a:custGeom>
              <a:solidFill>
                <a:srgbClr val="3E7E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78" name="Freeform 17">
                <a:extLst>
                  <a:ext uri="{FF2B5EF4-FFF2-40B4-BE49-F238E27FC236}">
                    <a16:creationId xmlns:a16="http://schemas.microsoft.com/office/drawing/2014/main" id="{674D30D6-1593-C8E2-EDC7-D78734CD1E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1244"/>
                <a:ext cx="146" cy="130"/>
              </a:xfrm>
              <a:custGeom>
                <a:avLst/>
                <a:gdLst>
                  <a:gd name="T0" fmla="*/ 9 w 146"/>
                  <a:gd name="T1" fmla="*/ 130 h 130"/>
                  <a:gd name="T2" fmla="*/ 0 w 146"/>
                  <a:gd name="T3" fmla="*/ 130 h 130"/>
                  <a:gd name="T4" fmla="*/ 137 w 146"/>
                  <a:gd name="T5" fmla="*/ 0 h 130"/>
                  <a:gd name="T6" fmla="*/ 146 w 146"/>
                  <a:gd name="T7" fmla="*/ 0 h 130"/>
                  <a:gd name="T8" fmla="*/ 9 w 146"/>
                  <a:gd name="T9" fmla="*/ 13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6" h="130">
                    <a:moveTo>
                      <a:pt x="9" y="130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146" y="0"/>
                    </a:lnTo>
                    <a:lnTo>
                      <a:pt x="9" y="130"/>
                    </a:lnTo>
                    <a:close/>
                  </a:path>
                </a:pathLst>
              </a:custGeom>
              <a:solidFill>
                <a:srgbClr val="3E7D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79" name="Line 18">
                <a:extLst>
                  <a:ext uri="{FF2B5EF4-FFF2-40B4-BE49-F238E27FC236}">
                    <a16:creationId xmlns:a16="http://schemas.microsoft.com/office/drawing/2014/main" id="{ABAAA347-84E8-23EE-C065-22BB72D7A6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23" y="1244"/>
                <a:ext cx="137" cy="130"/>
              </a:xfrm>
              <a:prstGeom prst="line">
                <a:avLst/>
              </a:prstGeom>
              <a:noFill/>
              <a:ln w="1588">
                <a:solidFill>
                  <a:srgbClr val="3E7D5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80" name="Freeform 19">
                <a:extLst>
                  <a:ext uri="{FF2B5EF4-FFF2-40B4-BE49-F238E27FC236}">
                    <a16:creationId xmlns:a16="http://schemas.microsoft.com/office/drawing/2014/main" id="{F9A22672-7BC4-534C-511D-62BAC1D96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1244"/>
                <a:ext cx="141" cy="130"/>
              </a:xfrm>
              <a:custGeom>
                <a:avLst/>
                <a:gdLst>
                  <a:gd name="T0" fmla="*/ 4 w 141"/>
                  <a:gd name="T1" fmla="*/ 130 h 130"/>
                  <a:gd name="T2" fmla="*/ 0 w 141"/>
                  <a:gd name="T3" fmla="*/ 130 h 130"/>
                  <a:gd name="T4" fmla="*/ 137 w 141"/>
                  <a:gd name="T5" fmla="*/ 0 h 130"/>
                  <a:gd name="T6" fmla="*/ 141 w 141"/>
                  <a:gd name="T7" fmla="*/ 0 h 130"/>
                  <a:gd name="T8" fmla="*/ 4 w 141"/>
                  <a:gd name="T9" fmla="*/ 13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30">
                    <a:moveTo>
                      <a:pt x="4" y="130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141" y="0"/>
                    </a:lnTo>
                    <a:lnTo>
                      <a:pt x="4" y="130"/>
                    </a:lnTo>
                    <a:close/>
                  </a:path>
                </a:pathLst>
              </a:custGeom>
              <a:solidFill>
                <a:srgbClr val="3E7D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81" name="Freeform 20">
                <a:extLst>
                  <a:ext uri="{FF2B5EF4-FFF2-40B4-BE49-F238E27FC236}">
                    <a16:creationId xmlns:a16="http://schemas.microsoft.com/office/drawing/2014/main" id="{9AE697B5-D4A1-A7A7-95BB-E3B05AAE03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1244"/>
                <a:ext cx="139" cy="130"/>
              </a:xfrm>
              <a:custGeom>
                <a:avLst/>
                <a:gdLst>
                  <a:gd name="T0" fmla="*/ 2 w 139"/>
                  <a:gd name="T1" fmla="*/ 130 h 130"/>
                  <a:gd name="T2" fmla="*/ 0 w 139"/>
                  <a:gd name="T3" fmla="*/ 130 h 130"/>
                  <a:gd name="T4" fmla="*/ 137 w 139"/>
                  <a:gd name="T5" fmla="*/ 0 h 130"/>
                  <a:gd name="T6" fmla="*/ 139 w 139"/>
                  <a:gd name="T7" fmla="*/ 0 h 130"/>
                  <a:gd name="T8" fmla="*/ 2 w 139"/>
                  <a:gd name="T9" fmla="*/ 13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9" h="130">
                    <a:moveTo>
                      <a:pt x="2" y="130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139" y="0"/>
                    </a:lnTo>
                    <a:lnTo>
                      <a:pt x="2" y="130"/>
                    </a:lnTo>
                    <a:close/>
                  </a:path>
                </a:pathLst>
              </a:custGeom>
              <a:solidFill>
                <a:srgbClr val="3E7E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82" name="Freeform 21">
                <a:extLst>
                  <a:ext uri="{FF2B5EF4-FFF2-40B4-BE49-F238E27FC236}">
                    <a16:creationId xmlns:a16="http://schemas.microsoft.com/office/drawing/2014/main" id="{BC128821-D1CA-1945-E5C5-D6BFC481D6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1244"/>
                <a:ext cx="140" cy="130"/>
              </a:xfrm>
              <a:custGeom>
                <a:avLst/>
                <a:gdLst>
                  <a:gd name="T0" fmla="*/ 3 w 140"/>
                  <a:gd name="T1" fmla="*/ 130 h 130"/>
                  <a:gd name="T2" fmla="*/ 0 w 140"/>
                  <a:gd name="T3" fmla="*/ 130 h 130"/>
                  <a:gd name="T4" fmla="*/ 137 w 140"/>
                  <a:gd name="T5" fmla="*/ 0 h 130"/>
                  <a:gd name="T6" fmla="*/ 140 w 140"/>
                  <a:gd name="T7" fmla="*/ 0 h 130"/>
                  <a:gd name="T8" fmla="*/ 3 w 140"/>
                  <a:gd name="T9" fmla="*/ 13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30">
                    <a:moveTo>
                      <a:pt x="3" y="130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140" y="0"/>
                    </a:lnTo>
                    <a:lnTo>
                      <a:pt x="3" y="130"/>
                    </a:lnTo>
                    <a:close/>
                  </a:path>
                </a:pathLst>
              </a:custGeom>
              <a:solidFill>
                <a:srgbClr val="3F7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83" name="Freeform 22">
                <a:extLst>
                  <a:ext uri="{FF2B5EF4-FFF2-40B4-BE49-F238E27FC236}">
                    <a16:creationId xmlns:a16="http://schemas.microsoft.com/office/drawing/2014/main" id="{AD3984EA-E9BF-52FD-D767-9999BBAB7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5" y="1244"/>
                <a:ext cx="146" cy="131"/>
              </a:xfrm>
              <a:custGeom>
                <a:avLst/>
                <a:gdLst>
                  <a:gd name="T0" fmla="*/ 9 w 146"/>
                  <a:gd name="T1" fmla="*/ 130 h 131"/>
                  <a:gd name="T2" fmla="*/ 0 w 146"/>
                  <a:gd name="T3" fmla="*/ 131 h 131"/>
                  <a:gd name="T4" fmla="*/ 137 w 146"/>
                  <a:gd name="T5" fmla="*/ 1 h 131"/>
                  <a:gd name="T6" fmla="*/ 146 w 146"/>
                  <a:gd name="T7" fmla="*/ 0 h 131"/>
                  <a:gd name="T8" fmla="*/ 9 w 146"/>
                  <a:gd name="T9" fmla="*/ 130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6" h="131">
                    <a:moveTo>
                      <a:pt x="9" y="130"/>
                    </a:moveTo>
                    <a:lnTo>
                      <a:pt x="0" y="131"/>
                    </a:lnTo>
                    <a:lnTo>
                      <a:pt x="137" y="1"/>
                    </a:lnTo>
                    <a:lnTo>
                      <a:pt x="146" y="0"/>
                    </a:lnTo>
                    <a:lnTo>
                      <a:pt x="9" y="130"/>
                    </a:lnTo>
                    <a:close/>
                  </a:path>
                </a:pathLst>
              </a:custGeom>
              <a:solidFill>
                <a:srgbClr val="408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84" name="Line 23">
                <a:extLst>
                  <a:ext uri="{FF2B5EF4-FFF2-40B4-BE49-F238E27FC236}">
                    <a16:creationId xmlns:a16="http://schemas.microsoft.com/office/drawing/2014/main" id="{75D893E3-6034-E174-0D06-6AD47907BE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4" y="1244"/>
                <a:ext cx="137" cy="130"/>
              </a:xfrm>
              <a:prstGeom prst="line">
                <a:avLst/>
              </a:prstGeom>
              <a:noFill/>
              <a:ln w="1588">
                <a:solidFill>
                  <a:srgbClr val="40806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85" name="Freeform 24">
                <a:extLst>
                  <a:ext uri="{FF2B5EF4-FFF2-40B4-BE49-F238E27FC236}">
                    <a16:creationId xmlns:a16="http://schemas.microsoft.com/office/drawing/2014/main" id="{36559AA6-EF26-DF48-1F37-0EE23208E1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9" y="1244"/>
                <a:ext cx="142" cy="131"/>
              </a:xfrm>
              <a:custGeom>
                <a:avLst/>
                <a:gdLst>
                  <a:gd name="T0" fmla="*/ 5 w 142"/>
                  <a:gd name="T1" fmla="*/ 130 h 131"/>
                  <a:gd name="T2" fmla="*/ 0 w 142"/>
                  <a:gd name="T3" fmla="*/ 131 h 131"/>
                  <a:gd name="T4" fmla="*/ 138 w 142"/>
                  <a:gd name="T5" fmla="*/ 1 h 131"/>
                  <a:gd name="T6" fmla="*/ 142 w 142"/>
                  <a:gd name="T7" fmla="*/ 0 h 131"/>
                  <a:gd name="T8" fmla="*/ 5 w 142"/>
                  <a:gd name="T9" fmla="*/ 130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2" h="131">
                    <a:moveTo>
                      <a:pt x="5" y="130"/>
                    </a:moveTo>
                    <a:lnTo>
                      <a:pt x="0" y="131"/>
                    </a:lnTo>
                    <a:lnTo>
                      <a:pt x="138" y="1"/>
                    </a:lnTo>
                    <a:lnTo>
                      <a:pt x="142" y="0"/>
                    </a:lnTo>
                    <a:lnTo>
                      <a:pt x="5" y="130"/>
                    </a:lnTo>
                    <a:close/>
                  </a:path>
                </a:pathLst>
              </a:custGeom>
              <a:solidFill>
                <a:srgbClr val="408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86" name="Freeform 25">
                <a:extLst>
                  <a:ext uri="{FF2B5EF4-FFF2-40B4-BE49-F238E27FC236}">
                    <a16:creationId xmlns:a16="http://schemas.microsoft.com/office/drawing/2014/main" id="{303524FD-F176-FD57-5A00-B895BD882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5" y="1245"/>
                <a:ext cx="142" cy="130"/>
              </a:xfrm>
              <a:custGeom>
                <a:avLst/>
                <a:gdLst>
                  <a:gd name="T0" fmla="*/ 4 w 142"/>
                  <a:gd name="T1" fmla="*/ 130 h 130"/>
                  <a:gd name="T2" fmla="*/ 0 w 142"/>
                  <a:gd name="T3" fmla="*/ 130 h 130"/>
                  <a:gd name="T4" fmla="*/ 137 w 142"/>
                  <a:gd name="T5" fmla="*/ 0 h 130"/>
                  <a:gd name="T6" fmla="*/ 142 w 142"/>
                  <a:gd name="T7" fmla="*/ 0 h 130"/>
                  <a:gd name="T8" fmla="*/ 4 w 142"/>
                  <a:gd name="T9" fmla="*/ 13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2" h="130">
                    <a:moveTo>
                      <a:pt x="4" y="130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142" y="0"/>
                    </a:lnTo>
                    <a:lnTo>
                      <a:pt x="4" y="130"/>
                    </a:lnTo>
                    <a:close/>
                  </a:path>
                </a:pathLst>
              </a:custGeom>
              <a:solidFill>
                <a:srgbClr val="4386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87" name="Freeform 26">
                <a:extLst>
                  <a:ext uri="{FF2B5EF4-FFF2-40B4-BE49-F238E27FC236}">
                    <a16:creationId xmlns:a16="http://schemas.microsoft.com/office/drawing/2014/main" id="{C2101D8B-046E-6111-CF84-1AA8A5D6A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3" y="1245"/>
                <a:ext cx="139" cy="133"/>
              </a:xfrm>
              <a:custGeom>
                <a:avLst/>
                <a:gdLst>
                  <a:gd name="T0" fmla="*/ 2 w 139"/>
                  <a:gd name="T1" fmla="*/ 130 h 133"/>
                  <a:gd name="T2" fmla="*/ 0 w 139"/>
                  <a:gd name="T3" fmla="*/ 133 h 133"/>
                  <a:gd name="T4" fmla="*/ 137 w 139"/>
                  <a:gd name="T5" fmla="*/ 2 h 133"/>
                  <a:gd name="T6" fmla="*/ 139 w 139"/>
                  <a:gd name="T7" fmla="*/ 0 h 133"/>
                  <a:gd name="T8" fmla="*/ 2 w 139"/>
                  <a:gd name="T9" fmla="*/ 130 h 1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9" h="133">
                    <a:moveTo>
                      <a:pt x="2" y="130"/>
                    </a:moveTo>
                    <a:lnTo>
                      <a:pt x="0" y="133"/>
                    </a:lnTo>
                    <a:lnTo>
                      <a:pt x="137" y="2"/>
                    </a:lnTo>
                    <a:lnTo>
                      <a:pt x="139" y="0"/>
                    </a:lnTo>
                    <a:lnTo>
                      <a:pt x="2" y="130"/>
                    </a:lnTo>
                    <a:close/>
                  </a:path>
                </a:pathLst>
              </a:custGeom>
              <a:solidFill>
                <a:srgbClr val="478D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88" name="Line 27">
                <a:extLst>
                  <a:ext uri="{FF2B5EF4-FFF2-40B4-BE49-F238E27FC236}">
                    <a16:creationId xmlns:a16="http://schemas.microsoft.com/office/drawing/2014/main" id="{EABCE5B5-2B66-4279-0CA1-EE94F2F04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05" y="1245"/>
                <a:ext cx="137" cy="130"/>
              </a:xfrm>
              <a:prstGeom prst="line">
                <a:avLst/>
              </a:prstGeom>
              <a:noFill/>
              <a:ln w="1588">
                <a:solidFill>
                  <a:srgbClr val="478D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89" name="Freeform 28">
                <a:extLst>
                  <a:ext uri="{FF2B5EF4-FFF2-40B4-BE49-F238E27FC236}">
                    <a16:creationId xmlns:a16="http://schemas.microsoft.com/office/drawing/2014/main" id="{77E55FE0-DB3F-D3EC-90BC-F5F55C9E55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1" y="1633"/>
                <a:ext cx="144" cy="137"/>
              </a:xfrm>
              <a:custGeom>
                <a:avLst/>
                <a:gdLst>
                  <a:gd name="T0" fmla="*/ 6 w 144"/>
                  <a:gd name="T1" fmla="*/ 130 h 137"/>
                  <a:gd name="T2" fmla="*/ 0 w 144"/>
                  <a:gd name="T3" fmla="*/ 137 h 137"/>
                  <a:gd name="T4" fmla="*/ 137 w 144"/>
                  <a:gd name="T5" fmla="*/ 6 h 137"/>
                  <a:gd name="T6" fmla="*/ 144 w 144"/>
                  <a:gd name="T7" fmla="*/ 0 h 137"/>
                  <a:gd name="T8" fmla="*/ 6 w 144"/>
                  <a:gd name="T9" fmla="*/ 130 h 1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4" h="137">
                    <a:moveTo>
                      <a:pt x="6" y="130"/>
                    </a:moveTo>
                    <a:lnTo>
                      <a:pt x="0" y="137"/>
                    </a:lnTo>
                    <a:lnTo>
                      <a:pt x="137" y="6"/>
                    </a:lnTo>
                    <a:lnTo>
                      <a:pt x="144" y="0"/>
                    </a:lnTo>
                    <a:lnTo>
                      <a:pt x="6" y="130"/>
                    </a:lnTo>
                    <a:close/>
                  </a:path>
                </a:pathLst>
              </a:custGeom>
              <a:solidFill>
                <a:srgbClr val="52A3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90" name="Line 29">
                <a:extLst>
                  <a:ext uri="{FF2B5EF4-FFF2-40B4-BE49-F238E27FC236}">
                    <a16:creationId xmlns:a16="http://schemas.microsoft.com/office/drawing/2014/main" id="{0BD62110-DD6C-561E-2389-F292E8BFA8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87" y="1633"/>
                <a:ext cx="138" cy="130"/>
              </a:xfrm>
              <a:prstGeom prst="line">
                <a:avLst/>
              </a:prstGeom>
              <a:noFill/>
              <a:ln w="1588">
                <a:solidFill>
                  <a:srgbClr val="52A37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91" name="Freeform 30">
                <a:extLst>
                  <a:ext uri="{FF2B5EF4-FFF2-40B4-BE49-F238E27FC236}">
                    <a16:creationId xmlns:a16="http://schemas.microsoft.com/office/drawing/2014/main" id="{7CA25454-7A79-F68A-9DA4-113083ADD6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1639"/>
                <a:ext cx="143" cy="134"/>
              </a:xfrm>
              <a:custGeom>
                <a:avLst/>
                <a:gdLst>
                  <a:gd name="T0" fmla="*/ 6 w 143"/>
                  <a:gd name="T1" fmla="*/ 131 h 134"/>
                  <a:gd name="T2" fmla="*/ 0 w 143"/>
                  <a:gd name="T3" fmla="*/ 134 h 134"/>
                  <a:gd name="T4" fmla="*/ 137 w 143"/>
                  <a:gd name="T5" fmla="*/ 4 h 134"/>
                  <a:gd name="T6" fmla="*/ 143 w 143"/>
                  <a:gd name="T7" fmla="*/ 0 h 134"/>
                  <a:gd name="T8" fmla="*/ 6 w 143"/>
                  <a:gd name="T9" fmla="*/ 131 h 1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3" h="134">
                    <a:moveTo>
                      <a:pt x="6" y="131"/>
                    </a:moveTo>
                    <a:lnTo>
                      <a:pt x="0" y="134"/>
                    </a:lnTo>
                    <a:lnTo>
                      <a:pt x="137" y="4"/>
                    </a:lnTo>
                    <a:lnTo>
                      <a:pt x="143" y="0"/>
                    </a:lnTo>
                    <a:lnTo>
                      <a:pt x="6" y="131"/>
                    </a:lnTo>
                    <a:close/>
                  </a:path>
                </a:pathLst>
              </a:custGeom>
              <a:solidFill>
                <a:srgbClr val="509F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92" name="Line 31">
                <a:extLst>
                  <a:ext uri="{FF2B5EF4-FFF2-40B4-BE49-F238E27FC236}">
                    <a16:creationId xmlns:a16="http://schemas.microsoft.com/office/drawing/2014/main" id="{FA4E501B-C43E-BD3E-DF40-187EFB804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81" y="1639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09F7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93" name="Freeform 32">
                <a:extLst>
                  <a:ext uri="{FF2B5EF4-FFF2-40B4-BE49-F238E27FC236}">
                    <a16:creationId xmlns:a16="http://schemas.microsoft.com/office/drawing/2014/main" id="{9FCC3346-98B7-280F-E2FD-E062019C2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3" y="1558"/>
                <a:ext cx="145" cy="215"/>
              </a:xfrm>
              <a:custGeom>
                <a:avLst/>
                <a:gdLst>
                  <a:gd name="T0" fmla="*/ 0 w 145"/>
                  <a:gd name="T1" fmla="*/ 215 h 215"/>
                  <a:gd name="T2" fmla="*/ 8 w 145"/>
                  <a:gd name="T3" fmla="*/ 130 h 215"/>
                  <a:gd name="T4" fmla="*/ 145 w 145"/>
                  <a:gd name="T5" fmla="*/ 0 h 215"/>
                  <a:gd name="T6" fmla="*/ 137 w 145"/>
                  <a:gd name="T7" fmla="*/ 85 h 215"/>
                  <a:gd name="T8" fmla="*/ 0 w 145"/>
                  <a:gd name="T9" fmla="*/ 215 h 2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5" h="215">
                    <a:moveTo>
                      <a:pt x="0" y="215"/>
                    </a:moveTo>
                    <a:lnTo>
                      <a:pt x="8" y="130"/>
                    </a:lnTo>
                    <a:lnTo>
                      <a:pt x="145" y="0"/>
                    </a:lnTo>
                    <a:lnTo>
                      <a:pt x="137" y="85"/>
                    </a:lnTo>
                    <a:lnTo>
                      <a:pt x="0" y="215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94" name="Line 33">
                <a:extLst>
                  <a:ext uri="{FF2B5EF4-FFF2-40B4-BE49-F238E27FC236}">
                    <a16:creationId xmlns:a16="http://schemas.microsoft.com/office/drawing/2014/main" id="{4F9F7206-6185-800D-B982-37B028C913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13" y="1643"/>
                <a:ext cx="137" cy="130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95" name="Freeform 34">
                <a:extLst>
                  <a:ext uri="{FF2B5EF4-FFF2-40B4-BE49-F238E27FC236}">
                    <a16:creationId xmlns:a16="http://schemas.microsoft.com/office/drawing/2014/main" id="{1B9360AB-EE49-0D15-6472-D9B6E042C0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6" y="1539"/>
                <a:ext cx="142" cy="149"/>
              </a:xfrm>
              <a:custGeom>
                <a:avLst/>
                <a:gdLst>
                  <a:gd name="T0" fmla="*/ 5 w 142"/>
                  <a:gd name="T1" fmla="*/ 149 h 149"/>
                  <a:gd name="T2" fmla="*/ 0 w 142"/>
                  <a:gd name="T3" fmla="*/ 131 h 149"/>
                  <a:gd name="T4" fmla="*/ 137 w 142"/>
                  <a:gd name="T5" fmla="*/ 0 h 149"/>
                  <a:gd name="T6" fmla="*/ 142 w 142"/>
                  <a:gd name="T7" fmla="*/ 19 h 149"/>
                  <a:gd name="T8" fmla="*/ 5 w 142"/>
                  <a:gd name="T9" fmla="*/ 149 h 1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2" h="149">
                    <a:moveTo>
                      <a:pt x="5" y="149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42" y="19"/>
                    </a:lnTo>
                    <a:lnTo>
                      <a:pt x="5" y="149"/>
                    </a:lnTo>
                    <a:close/>
                  </a:path>
                </a:pathLst>
              </a:custGeom>
              <a:solidFill>
                <a:srgbClr val="59B2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96" name="Line 35">
                <a:extLst>
                  <a:ext uri="{FF2B5EF4-FFF2-40B4-BE49-F238E27FC236}">
                    <a16:creationId xmlns:a16="http://schemas.microsoft.com/office/drawing/2014/main" id="{F578343F-D246-5E0E-4A5D-FD2B5B006C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21" y="1558"/>
                <a:ext cx="137" cy="130"/>
              </a:xfrm>
              <a:prstGeom prst="line">
                <a:avLst/>
              </a:prstGeom>
              <a:noFill/>
              <a:ln w="1588">
                <a:solidFill>
                  <a:srgbClr val="59B28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97" name="Freeform 36">
                <a:extLst>
                  <a:ext uri="{FF2B5EF4-FFF2-40B4-BE49-F238E27FC236}">
                    <a16:creationId xmlns:a16="http://schemas.microsoft.com/office/drawing/2014/main" id="{F4FB51DF-8FEB-62B5-DDC5-FD9FA6B40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1" y="1519"/>
                <a:ext cx="142" cy="151"/>
              </a:xfrm>
              <a:custGeom>
                <a:avLst/>
                <a:gdLst>
                  <a:gd name="T0" fmla="*/ 5 w 142"/>
                  <a:gd name="T1" fmla="*/ 151 h 151"/>
                  <a:gd name="T2" fmla="*/ 0 w 142"/>
                  <a:gd name="T3" fmla="*/ 132 h 151"/>
                  <a:gd name="T4" fmla="*/ 137 w 142"/>
                  <a:gd name="T5" fmla="*/ 0 h 151"/>
                  <a:gd name="T6" fmla="*/ 142 w 142"/>
                  <a:gd name="T7" fmla="*/ 20 h 151"/>
                  <a:gd name="T8" fmla="*/ 5 w 142"/>
                  <a:gd name="T9" fmla="*/ 151 h 1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2" h="151">
                    <a:moveTo>
                      <a:pt x="5" y="151"/>
                    </a:moveTo>
                    <a:lnTo>
                      <a:pt x="0" y="132"/>
                    </a:lnTo>
                    <a:lnTo>
                      <a:pt x="137" y="0"/>
                    </a:lnTo>
                    <a:lnTo>
                      <a:pt x="142" y="20"/>
                    </a:lnTo>
                    <a:lnTo>
                      <a:pt x="5" y="151"/>
                    </a:lnTo>
                    <a:close/>
                  </a:path>
                </a:pathLst>
              </a:custGeom>
              <a:solidFill>
                <a:srgbClr val="59B3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98" name="Line 37">
                <a:extLst>
                  <a:ext uri="{FF2B5EF4-FFF2-40B4-BE49-F238E27FC236}">
                    <a16:creationId xmlns:a16="http://schemas.microsoft.com/office/drawing/2014/main" id="{F0321A17-D100-2F59-3689-F66F8AAAEE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16" y="1539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9B38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99" name="Freeform 38">
                <a:extLst>
                  <a:ext uri="{FF2B5EF4-FFF2-40B4-BE49-F238E27FC236}">
                    <a16:creationId xmlns:a16="http://schemas.microsoft.com/office/drawing/2014/main" id="{F383F9EB-852A-9B12-DA4C-9FC3ECDBE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7" y="1501"/>
                <a:ext cx="141" cy="150"/>
              </a:xfrm>
              <a:custGeom>
                <a:avLst/>
                <a:gdLst>
                  <a:gd name="T0" fmla="*/ 4 w 141"/>
                  <a:gd name="T1" fmla="*/ 150 h 150"/>
                  <a:gd name="T2" fmla="*/ 0 w 141"/>
                  <a:gd name="T3" fmla="*/ 131 h 150"/>
                  <a:gd name="T4" fmla="*/ 137 w 141"/>
                  <a:gd name="T5" fmla="*/ 0 h 150"/>
                  <a:gd name="T6" fmla="*/ 141 w 141"/>
                  <a:gd name="T7" fmla="*/ 18 h 150"/>
                  <a:gd name="T8" fmla="*/ 4 w 141"/>
                  <a:gd name="T9" fmla="*/ 150 h 1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50">
                    <a:moveTo>
                      <a:pt x="4" y="150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41" y="18"/>
                    </a:lnTo>
                    <a:lnTo>
                      <a:pt x="4" y="150"/>
                    </a:lnTo>
                    <a:close/>
                  </a:path>
                </a:pathLst>
              </a:custGeom>
              <a:solidFill>
                <a:srgbClr val="5AB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00" name="Line 39">
                <a:extLst>
                  <a:ext uri="{FF2B5EF4-FFF2-40B4-BE49-F238E27FC236}">
                    <a16:creationId xmlns:a16="http://schemas.microsoft.com/office/drawing/2014/main" id="{C3A665DB-4A43-9489-C79C-5D3E5BCBAE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11" y="1519"/>
                <a:ext cx="137" cy="132"/>
              </a:xfrm>
              <a:prstGeom prst="line">
                <a:avLst/>
              </a:prstGeom>
              <a:noFill/>
              <a:ln w="1588">
                <a:solidFill>
                  <a:srgbClr val="5AB3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01" name="Freeform 40">
                <a:extLst>
                  <a:ext uri="{FF2B5EF4-FFF2-40B4-BE49-F238E27FC236}">
                    <a16:creationId xmlns:a16="http://schemas.microsoft.com/office/drawing/2014/main" id="{E3164D7B-62A4-55DA-96DE-700E8D4A8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4" y="1481"/>
                <a:ext cx="140" cy="151"/>
              </a:xfrm>
              <a:custGeom>
                <a:avLst/>
                <a:gdLst>
                  <a:gd name="T0" fmla="*/ 3 w 140"/>
                  <a:gd name="T1" fmla="*/ 151 h 151"/>
                  <a:gd name="T2" fmla="*/ 0 w 140"/>
                  <a:gd name="T3" fmla="*/ 131 h 151"/>
                  <a:gd name="T4" fmla="*/ 137 w 140"/>
                  <a:gd name="T5" fmla="*/ 0 h 151"/>
                  <a:gd name="T6" fmla="*/ 140 w 140"/>
                  <a:gd name="T7" fmla="*/ 20 h 151"/>
                  <a:gd name="T8" fmla="*/ 3 w 140"/>
                  <a:gd name="T9" fmla="*/ 151 h 1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51">
                    <a:moveTo>
                      <a:pt x="3" y="151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40" y="20"/>
                    </a:lnTo>
                    <a:lnTo>
                      <a:pt x="3" y="151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02" name="Line 41">
                <a:extLst>
                  <a:ext uri="{FF2B5EF4-FFF2-40B4-BE49-F238E27FC236}">
                    <a16:creationId xmlns:a16="http://schemas.microsoft.com/office/drawing/2014/main" id="{688C887A-81C1-CE17-95B7-FDC2B505E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7" y="1501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03" name="Freeform 42">
                <a:extLst>
                  <a:ext uri="{FF2B5EF4-FFF2-40B4-BE49-F238E27FC236}">
                    <a16:creationId xmlns:a16="http://schemas.microsoft.com/office/drawing/2014/main" id="{34A3F866-8A4A-E408-C9BD-12B6F0F759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1442"/>
                <a:ext cx="139" cy="170"/>
              </a:xfrm>
              <a:custGeom>
                <a:avLst/>
                <a:gdLst>
                  <a:gd name="T0" fmla="*/ 2 w 139"/>
                  <a:gd name="T1" fmla="*/ 170 h 170"/>
                  <a:gd name="T2" fmla="*/ 0 w 139"/>
                  <a:gd name="T3" fmla="*/ 130 h 170"/>
                  <a:gd name="T4" fmla="*/ 137 w 139"/>
                  <a:gd name="T5" fmla="*/ 0 h 170"/>
                  <a:gd name="T6" fmla="*/ 139 w 139"/>
                  <a:gd name="T7" fmla="*/ 39 h 170"/>
                  <a:gd name="T8" fmla="*/ 2 w 139"/>
                  <a:gd name="T9" fmla="*/ 170 h 1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9" h="170">
                    <a:moveTo>
                      <a:pt x="2" y="170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139" y="39"/>
                    </a:lnTo>
                    <a:lnTo>
                      <a:pt x="2" y="170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04" name="Line 43">
                <a:extLst>
                  <a:ext uri="{FF2B5EF4-FFF2-40B4-BE49-F238E27FC236}">
                    <a16:creationId xmlns:a16="http://schemas.microsoft.com/office/drawing/2014/main" id="{AB235DC3-20AD-1740-C4B1-6DAFF9599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4" y="1481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05" name="Freeform 44">
                <a:extLst>
                  <a:ext uri="{FF2B5EF4-FFF2-40B4-BE49-F238E27FC236}">
                    <a16:creationId xmlns:a16="http://schemas.microsoft.com/office/drawing/2014/main" id="{C84AA429-1AB9-7E4E-6851-00F67460C5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1401"/>
                <a:ext cx="137" cy="171"/>
              </a:xfrm>
              <a:custGeom>
                <a:avLst/>
                <a:gdLst>
                  <a:gd name="T0" fmla="*/ 0 w 137"/>
                  <a:gd name="T1" fmla="*/ 171 h 171"/>
                  <a:gd name="T2" fmla="*/ 0 w 137"/>
                  <a:gd name="T3" fmla="*/ 131 h 171"/>
                  <a:gd name="T4" fmla="*/ 137 w 137"/>
                  <a:gd name="T5" fmla="*/ 0 h 171"/>
                  <a:gd name="T6" fmla="*/ 137 w 137"/>
                  <a:gd name="T7" fmla="*/ 41 h 171"/>
                  <a:gd name="T8" fmla="*/ 0 w 137"/>
                  <a:gd name="T9" fmla="*/ 171 h 1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7" h="171">
                    <a:moveTo>
                      <a:pt x="0" y="171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37" y="41"/>
                    </a:lnTo>
                    <a:lnTo>
                      <a:pt x="0" y="171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06" name="Line 45">
                <a:extLst>
                  <a:ext uri="{FF2B5EF4-FFF2-40B4-BE49-F238E27FC236}">
                    <a16:creationId xmlns:a16="http://schemas.microsoft.com/office/drawing/2014/main" id="{29CCEF3B-EAB3-9906-82F0-76678A4FF7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2" y="1442"/>
                <a:ext cx="137" cy="130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07" name="Freeform 46">
                <a:extLst>
                  <a:ext uri="{FF2B5EF4-FFF2-40B4-BE49-F238E27FC236}">
                    <a16:creationId xmlns:a16="http://schemas.microsoft.com/office/drawing/2014/main" id="{204604EE-F004-1959-4E82-887316ECC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1361"/>
                <a:ext cx="139" cy="171"/>
              </a:xfrm>
              <a:custGeom>
                <a:avLst/>
                <a:gdLst>
                  <a:gd name="T0" fmla="*/ 0 w 139"/>
                  <a:gd name="T1" fmla="*/ 171 h 171"/>
                  <a:gd name="T2" fmla="*/ 2 w 139"/>
                  <a:gd name="T3" fmla="*/ 130 h 171"/>
                  <a:gd name="T4" fmla="*/ 139 w 139"/>
                  <a:gd name="T5" fmla="*/ 0 h 171"/>
                  <a:gd name="T6" fmla="*/ 137 w 139"/>
                  <a:gd name="T7" fmla="*/ 40 h 171"/>
                  <a:gd name="T8" fmla="*/ 0 w 139"/>
                  <a:gd name="T9" fmla="*/ 171 h 1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9" h="171">
                    <a:moveTo>
                      <a:pt x="0" y="171"/>
                    </a:moveTo>
                    <a:lnTo>
                      <a:pt x="2" y="130"/>
                    </a:lnTo>
                    <a:lnTo>
                      <a:pt x="139" y="0"/>
                    </a:lnTo>
                    <a:lnTo>
                      <a:pt x="137" y="40"/>
                    </a:lnTo>
                    <a:lnTo>
                      <a:pt x="0" y="171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08" name="Line 47">
                <a:extLst>
                  <a:ext uri="{FF2B5EF4-FFF2-40B4-BE49-F238E27FC236}">
                    <a16:creationId xmlns:a16="http://schemas.microsoft.com/office/drawing/2014/main" id="{F31CA290-40CB-68A6-CD8A-541E547B79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2" y="1401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09" name="Freeform 48">
                <a:extLst>
                  <a:ext uri="{FF2B5EF4-FFF2-40B4-BE49-F238E27FC236}">
                    <a16:creationId xmlns:a16="http://schemas.microsoft.com/office/drawing/2014/main" id="{5B1A93FE-67A4-E63C-3D50-3DD76B9DE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4" y="1321"/>
                <a:ext cx="140" cy="170"/>
              </a:xfrm>
              <a:custGeom>
                <a:avLst/>
                <a:gdLst>
                  <a:gd name="T0" fmla="*/ 0 w 140"/>
                  <a:gd name="T1" fmla="*/ 170 h 170"/>
                  <a:gd name="T2" fmla="*/ 3 w 140"/>
                  <a:gd name="T3" fmla="*/ 131 h 170"/>
                  <a:gd name="T4" fmla="*/ 140 w 140"/>
                  <a:gd name="T5" fmla="*/ 0 h 170"/>
                  <a:gd name="T6" fmla="*/ 137 w 140"/>
                  <a:gd name="T7" fmla="*/ 40 h 170"/>
                  <a:gd name="T8" fmla="*/ 0 w 140"/>
                  <a:gd name="T9" fmla="*/ 170 h 1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70">
                    <a:moveTo>
                      <a:pt x="0" y="170"/>
                    </a:moveTo>
                    <a:lnTo>
                      <a:pt x="3" y="131"/>
                    </a:lnTo>
                    <a:lnTo>
                      <a:pt x="140" y="0"/>
                    </a:lnTo>
                    <a:lnTo>
                      <a:pt x="137" y="40"/>
                    </a:lnTo>
                    <a:lnTo>
                      <a:pt x="0" y="170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10" name="Line 49">
                <a:extLst>
                  <a:ext uri="{FF2B5EF4-FFF2-40B4-BE49-F238E27FC236}">
                    <a16:creationId xmlns:a16="http://schemas.microsoft.com/office/drawing/2014/main" id="{60C4F1CA-3FAF-A009-4F8A-6A8039F93F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4" y="1361"/>
                <a:ext cx="137" cy="130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11" name="Freeform 50">
                <a:extLst>
                  <a:ext uri="{FF2B5EF4-FFF2-40B4-BE49-F238E27FC236}">
                    <a16:creationId xmlns:a16="http://schemas.microsoft.com/office/drawing/2014/main" id="{0C670656-CFA5-2F1D-B896-3614B76AEF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7" y="1242"/>
                <a:ext cx="143" cy="210"/>
              </a:xfrm>
              <a:custGeom>
                <a:avLst/>
                <a:gdLst>
                  <a:gd name="T0" fmla="*/ 0 w 143"/>
                  <a:gd name="T1" fmla="*/ 210 h 210"/>
                  <a:gd name="T2" fmla="*/ 6 w 143"/>
                  <a:gd name="T3" fmla="*/ 131 h 210"/>
                  <a:gd name="T4" fmla="*/ 143 w 143"/>
                  <a:gd name="T5" fmla="*/ 0 h 210"/>
                  <a:gd name="T6" fmla="*/ 137 w 143"/>
                  <a:gd name="T7" fmla="*/ 79 h 210"/>
                  <a:gd name="T8" fmla="*/ 0 w 143"/>
                  <a:gd name="T9" fmla="*/ 210 h 2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3" h="210">
                    <a:moveTo>
                      <a:pt x="0" y="210"/>
                    </a:moveTo>
                    <a:lnTo>
                      <a:pt x="6" y="131"/>
                    </a:lnTo>
                    <a:lnTo>
                      <a:pt x="143" y="0"/>
                    </a:lnTo>
                    <a:lnTo>
                      <a:pt x="137" y="79"/>
                    </a:lnTo>
                    <a:lnTo>
                      <a:pt x="0" y="210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12" name="Line 51">
                <a:extLst>
                  <a:ext uri="{FF2B5EF4-FFF2-40B4-BE49-F238E27FC236}">
                    <a16:creationId xmlns:a16="http://schemas.microsoft.com/office/drawing/2014/main" id="{DEDE13B8-DDC6-6130-F38F-8C0AB7CD47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7" y="1321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13" name="Freeform 52">
                <a:extLst>
                  <a:ext uri="{FF2B5EF4-FFF2-40B4-BE49-F238E27FC236}">
                    <a16:creationId xmlns:a16="http://schemas.microsoft.com/office/drawing/2014/main" id="{2423FD7A-A1C5-DA30-8B4B-3D5575CF2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2" y="1242"/>
                <a:ext cx="2118" cy="131"/>
              </a:xfrm>
              <a:custGeom>
                <a:avLst/>
                <a:gdLst>
                  <a:gd name="T0" fmla="*/ 1981 w 2118"/>
                  <a:gd name="T1" fmla="*/ 131 h 131"/>
                  <a:gd name="T2" fmla="*/ 0 w 2118"/>
                  <a:gd name="T3" fmla="*/ 131 h 131"/>
                  <a:gd name="T4" fmla="*/ 137 w 2118"/>
                  <a:gd name="T5" fmla="*/ 0 h 131"/>
                  <a:gd name="T6" fmla="*/ 2118 w 2118"/>
                  <a:gd name="T7" fmla="*/ 0 h 131"/>
                  <a:gd name="T8" fmla="*/ 1981 w 2118"/>
                  <a:gd name="T9" fmla="*/ 131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18" h="131">
                    <a:moveTo>
                      <a:pt x="1981" y="131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2118" y="0"/>
                    </a:lnTo>
                    <a:lnTo>
                      <a:pt x="1981" y="131"/>
                    </a:lnTo>
                    <a:close/>
                  </a:path>
                </a:pathLst>
              </a:custGeom>
              <a:solidFill>
                <a:srgbClr val="3D7A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14" name="Line 53">
                <a:extLst>
                  <a:ext uri="{FF2B5EF4-FFF2-40B4-BE49-F238E27FC236}">
                    <a16:creationId xmlns:a16="http://schemas.microsoft.com/office/drawing/2014/main" id="{3FCF0AF8-198F-7645-1E9B-103CC76F34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13" y="1242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3D7A5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15" name="Freeform 54">
                <a:extLst>
                  <a:ext uri="{FF2B5EF4-FFF2-40B4-BE49-F238E27FC236}">
                    <a16:creationId xmlns:a16="http://schemas.microsoft.com/office/drawing/2014/main" id="{F246BDE3-42B1-3C4C-C970-674AD334A5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4" y="1373"/>
                <a:ext cx="2047" cy="406"/>
              </a:xfrm>
              <a:custGeom>
                <a:avLst/>
                <a:gdLst>
                  <a:gd name="T0" fmla="*/ 49 w 2047"/>
                  <a:gd name="T1" fmla="*/ 1 h 406"/>
                  <a:gd name="T2" fmla="*/ 31 w 2047"/>
                  <a:gd name="T3" fmla="*/ 2 h 406"/>
                  <a:gd name="T4" fmla="*/ 26 w 2047"/>
                  <a:gd name="T5" fmla="*/ 7 h 406"/>
                  <a:gd name="T6" fmla="*/ 21 w 2047"/>
                  <a:gd name="T7" fmla="*/ 20 h 406"/>
                  <a:gd name="T8" fmla="*/ 18 w 2047"/>
                  <a:gd name="T9" fmla="*/ 47 h 406"/>
                  <a:gd name="T10" fmla="*/ 13 w 2047"/>
                  <a:gd name="T11" fmla="*/ 92 h 406"/>
                  <a:gd name="T12" fmla="*/ 7 w 2047"/>
                  <a:gd name="T13" fmla="*/ 151 h 406"/>
                  <a:gd name="T14" fmla="*/ 5 w 2047"/>
                  <a:gd name="T15" fmla="*/ 209 h 406"/>
                  <a:gd name="T16" fmla="*/ 9 w 2047"/>
                  <a:gd name="T17" fmla="*/ 299 h 406"/>
                  <a:gd name="T18" fmla="*/ 21 w 2047"/>
                  <a:gd name="T19" fmla="*/ 335 h 406"/>
                  <a:gd name="T20" fmla="*/ 26 w 2047"/>
                  <a:gd name="T21" fmla="*/ 362 h 406"/>
                  <a:gd name="T22" fmla="*/ 23 w 2047"/>
                  <a:gd name="T23" fmla="*/ 376 h 406"/>
                  <a:gd name="T24" fmla="*/ 14 w 2047"/>
                  <a:gd name="T25" fmla="*/ 390 h 406"/>
                  <a:gd name="T26" fmla="*/ 1 w 2047"/>
                  <a:gd name="T27" fmla="*/ 400 h 406"/>
                  <a:gd name="T28" fmla="*/ 5 w 2047"/>
                  <a:gd name="T29" fmla="*/ 400 h 406"/>
                  <a:gd name="T30" fmla="*/ 101 w 2047"/>
                  <a:gd name="T31" fmla="*/ 393 h 406"/>
                  <a:gd name="T32" fmla="*/ 179 w 2047"/>
                  <a:gd name="T33" fmla="*/ 390 h 406"/>
                  <a:gd name="T34" fmla="*/ 258 w 2047"/>
                  <a:gd name="T35" fmla="*/ 381 h 406"/>
                  <a:gd name="T36" fmla="*/ 303 w 2047"/>
                  <a:gd name="T37" fmla="*/ 372 h 406"/>
                  <a:gd name="T38" fmla="*/ 383 w 2047"/>
                  <a:gd name="T39" fmla="*/ 366 h 406"/>
                  <a:gd name="T40" fmla="*/ 559 w 2047"/>
                  <a:gd name="T41" fmla="*/ 361 h 406"/>
                  <a:gd name="T42" fmla="*/ 591 w 2047"/>
                  <a:gd name="T43" fmla="*/ 368 h 406"/>
                  <a:gd name="T44" fmla="*/ 657 w 2047"/>
                  <a:gd name="T45" fmla="*/ 387 h 406"/>
                  <a:gd name="T46" fmla="*/ 688 w 2047"/>
                  <a:gd name="T47" fmla="*/ 392 h 406"/>
                  <a:gd name="T48" fmla="*/ 831 w 2047"/>
                  <a:gd name="T49" fmla="*/ 402 h 406"/>
                  <a:gd name="T50" fmla="*/ 917 w 2047"/>
                  <a:gd name="T51" fmla="*/ 406 h 406"/>
                  <a:gd name="T52" fmla="*/ 965 w 2047"/>
                  <a:gd name="T53" fmla="*/ 399 h 406"/>
                  <a:gd name="T54" fmla="*/ 1234 w 2047"/>
                  <a:gd name="T55" fmla="*/ 389 h 406"/>
                  <a:gd name="T56" fmla="*/ 1465 w 2047"/>
                  <a:gd name="T57" fmla="*/ 384 h 406"/>
                  <a:gd name="T58" fmla="*/ 1510 w 2047"/>
                  <a:gd name="T59" fmla="*/ 379 h 406"/>
                  <a:gd name="T60" fmla="*/ 1576 w 2047"/>
                  <a:gd name="T61" fmla="*/ 371 h 406"/>
                  <a:gd name="T62" fmla="*/ 1620 w 2047"/>
                  <a:gd name="T63" fmla="*/ 372 h 406"/>
                  <a:gd name="T64" fmla="*/ 1643 w 2047"/>
                  <a:gd name="T65" fmla="*/ 377 h 406"/>
                  <a:gd name="T66" fmla="*/ 1784 w 2047"/>
                  <a:gd name="T67" fmla="*/ 393 h 406"/>
                  <a:gd name="T68" fmla="*/ 1967 w 2047"/>
                  <a:gd name="T69" fmla="*/ 400 h 406"/>
                  <a:gd name="T70" fmla="*/ 2000 w 2047"/>
                  <a:gd name="T71" fmla="*/ 387 h 406"/>
                  <a:gd name="T72" fmla="*/ 2015 w 2047"/>
                  <a:gd name="T73" fmla="*/ 384 h 406"/>
                  <a:gd name="T74" fmla="*/ 2021 w 2047"/>
                  <a:gd name="T75" fmla="*/ 386 h 406"/>
                  <a:gd name="T76" fmla="*/ 2033 w 2047"/>
                  <a:gd name="T77" fmla="*/ 395 h 406"/>
                  <a:gd name="T78" fmla="*/ 2047 w 2047"/>
                  <a:gd name="T79" fmla="*/ 315 h 406"/>
                  <a:gd name="T80" fmla="*/ 2037 w 2047"/>
                  <a:gd name="T81" fmla="*/ 278 h 406"/>
                  <a:gd name="T82" fmla="*/ 2030 w 2047"/>
                  <a:gd name="T83" fmla="*/ 239 h 406"/>
                  <a:gd name="T84" fmla="*/ 2028 w 2047"/>
                  <a:gd name="T85" fmla="*/ 159 h 406"/>
                  <a:gd name="T86" fmla="*/ 2033 w 2047"/>
                  <a:gd name="T87" fmla="*/ 79 h 406"/>
                  <a:gd name="T88" fmla="*/ 58 w 2047"/>
                  <a:gd name="T89" fmla="*/ 0 h 40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047" h="406">
                    <a:moveTo>
                      <a:pt x="58" y="0"/>
                    </a:moveTo>
                    <a:lnTo>
                      <a:pt x="49" y="1"/>
                    </a:lnTo>
                    <a:lnTo>
                      <a:pt x="40" y="1"/>
                    </a:lnTo>
                    <a:lnTo>
                      <a:pt x="31" y="2"/>
                    </a:lnTo>
                    <a:lnTo>
                      <a:pt x="29" y="5"/>
                    </a:lnTo>
                    <a:lnTo>
                      <a:pt x="26" y="7"/>
                    </a:lnTo>
                    <a:lnTo>
                      <a:pt x="22" y="13"/>
                    </a:lnTo>
                    <a:lnTo>
                      <a:pt x="21" y="20"/>
                    </a:lnTo>
                    <a:lnTo>
                      <a:pt x="18" y="33"/>
                    </a:lnTo>
                    <a:lnTo>
                      <a:pt x="18" y="47"/>
                    </a:lnTo>
                    <a:lnTo>
                      <a:pt x="17" y="61"/>
                    </a:lnTo>
                    <a:lnTo>
                      <a:pt x="13" y="92"/>
                    </a:lnTo>
                    <a:lnTo>
                      <a:pt x="9" y="122"/>
                    </a:lnTo>
                    <a:lnTo>
                      <a:pt x="7" y="151"/>
                    </a:lnTo>
                    <a:lnTo>
                      <a:pt x="5" y="180"/>
                    </a:lnTo>
                    <a:lnTo>
                      <a:pt x="5" y="209"/>
                    </a:lnTo>
                    <a:lnTo>
                      <a:pt x="7" y="238"/>
                    </a:lnTo>
                    <a:lnTo>
                      <a:pt x="9" y="299"/>
                    </a:lnTo>
                    <a:lnTo>
                      <a:pt x="16" y="317"/>
                    </a:lnTo>
                    <a:lnTo>
                      <a:pt x="21" y="335"/>
                    </a:lnTo>
                    <a:lnTo>
                      <a:pt x="26" y="353"/>
                    </a:lnTo>
                    <a:lnTo>
                      <a:pt x="26" y="362"/>
                    </a:lnTo>
                    <a:lnTo>
                      <a:pt x="26" y="370"/>
                    </a:lnTo>
                    <a:lnTo>
                      <a:pt x="23" y="376"/>
                    </a:lnTo>
                    <a:lnTo>
                      <a:pt x="21" y="382"/>
                    </a:lnTo>
                    <a:lnTo>
                      <a:pt x="14" y="390"/>
                    </a:lnTo>
                    <a:lnTo>
                      <a:pt x="7" y="397"/>
                    </a:lnTo>
                    <a:lnTo>
                      <a:pt x="1" y="400"/>
                    </a:lnTo>
                    <a:lnTo>
                      <a:pt x="0" y="402"/>
                    </a:lnTo>
                    <a:lnTo>
                      <a:pt x="5" y="400"/>
                    </a:lnTo>
                    <a:lnTo>
                      <a:pt x="41" y="392"/>
                    </a:lnTo>
                    <a:lnTo>
                      <a:pt x="101" y="393"/>
                    </a:lnTo>
                    <a:lnTo>
                      <a:pt x="141" y="393"/>
                    </a:lnTo>
                    <a:lnTo>
                      <a:pt x="179" y="390"/>
                    </a:lnTo>
                    <a:lnTo>
                      <a:pt x="236" y="384"/>
                    </a:lnTo>
                    <a:lnTo>
                      <a:pt x="258" y="381"/>
                    </a:lnTo>
                    <a:lnTo>
                      <a:pt x="280" y="376"/>
                    </a:lnTo>
                    <a:lnTo>
                      <a:pt x="303" y="372"/>
                    </a:lnTo>
                    <a:lnTo>
                      <a:pt x="325" y="370"/>
                    </a:lnTo>
                    <a:lnTo>
                      <a:pt x="383" y="366"/>
                    </a:lnTo>
                    <a:lnTo>
                      <a:pt x="441" y="365"/>
                    </a:lnTo>
                    <a:lnTo>
                      <a:pt x="559" y="361"/>
                    </a:lnTo>
                    <a:lnTo>
                      <a:pt x="575" y="365"/>
                    </a:lnTo>
                    <a:lnTo>
                      <a:pt x="591" y="368"/>
                    </a:lnTo>
                    <a:lnTo>
                      <a:pt x="624" y="378"/>
                    </a:lnTo>
                    <a:lnTo>
                      <a:pt x="657" y="387"/>
                    </a:lnTo>
                    <a:lnTo>
                      <a:pt x="673" y="390"/>
                    </a:lnTo>
                    <a:lnTo>
                      <a:pt x="688" y="392"/>
                    </a:lnTo>
                    <a:lnTo>
                      <a:pt x="771" y="397"/>
                    </a:lnTo>
                    <a:lnTo>
                      <a:pt x="831" y="402"/>
                    </a:lnTo>
                    <a:lnTo>
                      <a:pt x="897" y="406"/>
                    </a:lnTo>
                    <a:lnTo>
                      <a:pt x="917" y="406"/>
                    </a:lnTo>
                    <a:lnTo>
                      <a:pt x="938" y="404"/>
                    </a:lnTo>
                    <a:lnTo>
                      <a:pt x="965" y="399"/>
                    </a:lnTo>
                    <a:lnTo>
                      <a:pt x="1004" y="392"/>
                    </a:lnTo>
                    <a:lnTo>
                      <a:pt x="1234" y="389"/>
                    </a:lnTo>
                    <a:lnTo>
                      <a:pt x="1350" y="387"/>
                    </a:lnTo>
                    <a:lnTo>
                      <a:pt x="1465" y="384"/>
                    </a:lnTo>
                    <a:lnTo>
                      <a:pt x="1487" y="383"/>
                    </a:lnTo>
                    <a:lnTo>
                      <a:pt x="1510" y="379"/>
                    </a:lnTo>
                    <a:lnTo>
                      <a:pt x="1554" y="373"/>
                    </a:lnTo>
                    <a:lnTo>
                      <a:pt x="1576" y="371"/>
                    </a:lnTo>
                    <a:lnTo>
                      <a:pt x="1598" y="370"/>
                    </a:lnTo>
                    <a:lnTo>
                      <a:pt x="1620" y="372"/>
                    </a:lnTo>
                    <a:lnTo>
                      <a:pt x="1632" y="373"/>
                    </a:lnTo>
                    <a:lnTo>
                      <a:pt x="1643" y="377"/>
                    </a:lnTo>
                    <a:lnTo>
                      <a:pt x="1722" y="387"/>
                    </a:lnTo>
                    <a:lnTo>
                      <a:pt x="1784" y="393"/>
                    </a:lnTo>
                    <a:lnTo>
                      <a:pt x="1857" y="397"/>
                    </a:lnTo>
                    <a:lnTo>
                      <a:pt x="1967" y="400"/>
                    </a:lnTo>
                    <a:lnTo>
                      <a:pt x="1984" y="392"/>
                    </a:lnTo>
                    <a:lnTo>
                      <a:pt x="2000" y="387"/>
                    </a:lnTo>
                    <a:lnTo>
                      <a:pt x="2008" y="386"/>
                    </a:lnTo>
                    <a:lnTo>
                      <a:pt x="2015" y="384"/>
                    </a:lnTo>
                    <a:lnTo>
                      <a:pt x="2018" y="384"/>
                    </a:lnTo>
                    <a:lnTo>
                      <a:pt x="2021" y="386"/>
                    </a:lnTo>
                    <a:lnTo>
                      <a:pt x="2028" y="390"/>
                    </a:lnTo>
                    <a:lnTo>
                      <a:pt x="2033" y="395"/>
                    </a:lnTo>
                    <a:lnTo>
                      <a:pt x="2039" y="400"/>
                    </a:lnTo>
                    <a:lnTo>
                      <a:pt x="2047" y="315"/>
                    </a:lnTo>
                    <a:lnTo>
                      <a:pt x="2042" y="297"/>
                    </a:lnTo>
                    <a:lnTo>
                      <a:pt x="2037" y="278"/>
                    </a:lnTo>
                    <a:lnTo>
                      <a:pt x="2033" y="259"/>
                    </a:lnTo>
                    <a:lnTo>
                      <a:pt x="2030" y="239"/>
                    </a:lnTo>
                    <a:lnTo>
                      <a:pt x="2028" y="199"/>
                    </a:lnTo>
                    <a:lnTo>
                      <a:pt x="2028" y="159"/>
                    </a:lnTo>
                    <a:lnTo>
                      <a:pt x="2030" y="118"/>
                    </a:lnTo>
                    <a:lnTo>
                      <a:pt x="2033" y="79"/>
                    </a:lnTo>
                    <a:lnTo>
                      <a:pt x="2039" y="0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4F9D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16" name="Line 55">
                <a:extLst>
                  <a:ext uri="{FF2B5EF4-FFF2-40B4-BE49-F238E27FC236}">
                    <a16:creationId xmlns:a16="http://schemas.microsoft.com/office/drawing/2014/main" id="{8AD25ECE-1A78-52C4-8F94-81D419C39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23" y="1373"/>
                <a:ext cx="9" cy="1"/>
              </a:xfrm>
              <a:prstGeom prst="line">
                <a:avLst/>
              </a:prstGeom>
              <a:noFill/>
              <a:ln w="15875">
                <a:solidFill>
                  <a:srgbClr val="488F6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17" name="Line 56">
                <a:extLst>
                  <a:ext uri="{FF2B5EF4-FFF2-40B4-BE49-F238E27FC236}">
                    <a16:creationId xmlns:a16="http://schemas.microsoft.com/office/drawing/2014/main" id="{107650B9-A959-3C77-18CA-ECDF35406B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4" y="1374"/>
                <a:ext cx="9" cy="1"/>
              </a:xfrm>
              <a:prstGeom prst="line">
                <a:avLst/>
              </a:prstGeom>
              <a:noFill/>
              <a:ln w="15875">
                <a:solidFill>
                  <a:srgbClr val="4992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18" name="Line 57">
                <a:extLst>
                  <a:ext uri="{FF2B5EF4-FFF2-40B4-BE49-F238E27FC236}">
                    <a16:creationId xmlns:a16="http://schemas.microsoft.com/office/drawing/2014/main" id="{84A294A7-3B11-0236-8AB2-853E26C164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5" y="1374"/>
                <a:ext cx="9" cy="1"/>
              </a:xfrm>
              <a:prstGeom prst="line">
                <a:avLst/>
              </a:prstGeom>
              <a:noFill/>
              <a:ln w="15875">
                <a:solidFill>
                  <a:srgbClr val="468C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19" name="Line 58">
                <a:extLst>
                  <a:ext uri="{FF2B5EF4-FFF2-40B4-BE49-F238E27FC236}">
                    <a16:creationId xmlns:a16="http://schemas.microsoft.com/office/drawing/2014/main" id="{700C16DF-0B5E-0AC4-5235-B9AA806B03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3" y="1375"/>
                <a:ext cx="2" cy="3"/>
              </a:xfrm>
              <a:prstGeom prst="line">
                <a:avLst/>
              </a:prstGeom>
              <a:noFill/>
              <a:ln w="15875">
                <a:solidFill>
                  <a:srgbClr val="4B967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20" name="Line 59">
                <a:extLst>
                  <a:ext uri="{FF2B5EF4-FFF2-40B4-BE49-F238E27FC236}">
                    <a16:creationId xmlns:a16="http://schemas.microsoft.com/office/drawing/2014/main" id="{F5A657A5-E3E9-BCD7-2705-C9C212B97A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0" y="1378"/>
                <a:ext cx="3" cy="2"/>
              </a:xfrm>
              <a:prstGeom prst="line">
                <a:avLst/>
              </a:prstGeom>
              <a:noFill/>
              <a:ln w="15875">
                <a:solidFill>
                  <a:srgbClr val="50A17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21" name="Line 60">
                <a:extLst>
                  <a:ext uri="{FF2B5EF4-FFF2-40B4-BE49-F238E27FC236}">
                    <a16:creationId xmlns:a16="http://schemas.microsoft.com/office/drawing/2014/main" id="{92E643BD-71E2-D2CD-CFA7-0ACD8FBC72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6" y="1380"/>
                <a:ext cx="4" cy="6"/>
              </a:xfrm>
              <a:prstGeom prst="line">
                <a:avLst/>
              </a:prstGeom>
              <a:noFill/>
              <a:ln w="15875">
                <a:solidFill>
                  <a:srgbClr val="54A77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22" name="Line 61">
                <a:extLst>
                  <a:ext uri="{FF2B5EF4-FFF2-40B4-BE49-F238E27FC236}">
                    <a16:creationId xmlns:a16="http://schemas.microsoft.com/office/drawing/2014/main" id="{4C5B6931-8123-CEA2-7588-2C5814D65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5" y="1386"/>
                <a:ext cx="1" cy="7"/>
              </a:xfrm>
              <a:prstGeom prst="line">
                <a:avLst/>
              </a:prstGeom>
              <a:noFill/>
              <a:ln w="15875">
                <a:solidFill>
                  <a:srgbClr val="55AA7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23" name="Line 62">
                <a:extLst>
                  <a:ext uri="{FF2B5EF4-FFF2-40B4-BE49-F238E27FC236}">
                    <a16:creationId xmlns:a16="http://schemas.microsoft.com/office/drawing/2014/main" id="{82815C11-BD9E-C8B5-648D-8BE7B5EF7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2" y="1393"/>
                <a:ext cx="3" cy="13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24" name="Line 63">
                <a:extLst>
                  <a:ext uri="{FF2B5EF4-FFF2-40B4-BE49-F238E27FC236}">
                    <a16:creationId xmlns:a16="http://schemas.microsoft.com/office/drawing/2014/main" id="{2258D43F-7047-AD7A-710A-E23C5CC1E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2" y="1406"/>
                <a:ext cx="1" cy="14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25" name="Line 64">
                <a:extLst>
                  <a:ext uri="{FF2B5EF4-FFF2-40B4-BE49-F238E27FC236}">
                    <a16:creationId xmlns:a16="http://schemas.microsoft.com/office/drawing/2014/main" id="{E12FADEE-26F8-1BCD-2E2D-2B84DE5D8D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1" y="1420"/>
                <a:ext cx="1" cy="14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26" name="Line 65">
                <a:extLst>
                  <a:ext uri="{FF2B5EF4-FFF2-40B4-BE49-F238E27FC236}">
                    <a16:creationId xmlns:a16="http://schemas.microsoft.com/office/drawing/2014/main" id="{2CCCA5A9-6E91-1231-4C96-724145A4F0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7" y="1434"/>
                <a:ext cx="4" cy="31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27" name="Line 66">
                <a:extLst>
                  <a:ext uri="{FF2B5EF4-FFF2-40B4-BE49-F238E27FC236}">
                    <a16:creationId xmlns:a16="http://schemas.microsoft.com/office/drawing/2014/main" id="{5A22A31B-9E60-AB21-E02E-4D6F08656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3" y="1465"/>
                <a:ext cx="4" cy="30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28" name="Line 67">
                <a:extLst>
                  <a:ext uri="{FF2B5EF4-FFF2-40B4-BE49-F238E27FC236}">
                    <a16:creationId xmlns:a16="http://schemas.microsoft.com/office/drawing/2014/main" id="{097C5DF4-AFE1-1B29-BF77-3A20CF6001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1" y="1495"/>
                <a:ext cx="2" cy="28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29" name="Line 68">
                <a:extLst>
                  <a:ext uri="{FF2B5EF4-FFF2-40B4-BE49-F238E27FC236}">
                    <a16:creationId xmlns:a16="http://schemas.microsoft.com/office/drawing/2014/main" id="{4BE2C802-1412-6694-9CFD-45B884219F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79" y="1523"/>
                <a:ext cx="2" cy="30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30" name="Line 69">
                <a:extLst>
                  <a:ext uri="{FF2B5EF4-FFF2-40B4-BE49-F238E27FC236}">
                    <a16:creationId xmlns:a16="http://schemas.microsoft.com/office/drawing/2014/main" id="{B6E524DD-43FA-34E9-958C-42476A42C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9" y="1553"/>
                <a:ext cx="1" cy="29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31" name="Line 70">
                <a:extLst>
                  <a:ext uri="{FF2B5EF4-FFF2-40B4-BE49-F238E27FC236}">
                    <a16:creationId xmlns:a16="http://schemas.microsoft.com/office/drawing/2014/main" id="{D87D98E2-31A3-488B-96A0-9F06B4E2E2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9" y="1582"/>
                <a:ext cx="1" cy="29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32" name="Line 71">
                <a:extLst>
                  <a:ext uri="{FF2B5EF4-FFF2-40B4-BE49-F238E27FC236}">
                    <a16:creationId xmlns:a16="http://schemas.microsoft.com/office/drawing/2014/main" id="{B32B6891-CD05-70B9-C0F2-4C6F69C499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9" y="1611"/>
                <a:ext cx="4" cy="61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33" name="Line 72">
                <a:extLst>
                  <a:ext uri="{FF2B5EF4-FFF2-40B4-BE49-F238E27FC236}">
                    <a16:creationId xmlns:a16="http://schemas.microsoft.com/office/drawing/2014/main" id="{22D6D143-C993-83E1-46EB-9A340DDB86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3" y="1672"/>
                <a:ext cx="7" cy="16"/>
              </a:xfrm>
              <a:prstGeom prst="line">
                <a:avLst/>
              </a:prstGeom>
              <a:noFill/>
              <a:ln w="15875">
                <a:solidFill>
                  <a:srgbClr val="55A97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34" name="Line 73">
                <a:extLst>
                  <a:ext uri="{FF2B5EF4-FFF2-40B4-BE49-F238E27FC236}">
                    <a16:creationId xmlns:a16="http://schemas.microsoft.com/office/drawing/2014/main" id="{B84590AD-0DCB-A74B-38C3-C0036A413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1688"/>
                <a:ext cx="5" cy="20"/>
              </a:xfrm>
              <a:prstGeom prst="line">
                <a:avLst/>
              </a:prstGeom>
              <a:noFill/>
              <a:ln w="15875">
                <a:solidFill>
                  <a:srgbClr val="55AA7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35" name="Line 74">
                <a:extLst>
                  <a:ext uri="{FF2B5EF4-FFF2-40B4-BE49-F238E27FC236}">
                    <a16:creationId xmlns:a16="http://schemas.microsoft.com/office/drawing/2014/main" id="{A7357CB1-B41C-72A7-463A-238C9EFF3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" y="1708"/>
                <a:ext cx="5" cy="18"/>
              </a:xfrm>
              <a:prstGeom prst="line">
                <a:avLst/>
              </a:prstGeom>
              <a:noFill/>
              <a:ln w="15875">
                <a:solidFill>
                  <a:srgbClr val="56AB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36" name="Line 75">
                <a:extLst>
                  <a:ext uri="{FF2B5EF4-FFF2-40B4-BE49-F238E27FC236}">
                    <a16:creationId xmlns:a16="http://schemas.microsoft.com/office/drawing/2014/main" id="{74689D8A-5677-98E4-AF78-C85E04F0A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0" y="1726"/>
                <a:ext cx="1" cy="9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37" name="Line 76">
                <a:extLst>
                  <a:ext uri="{FF2B5EF4-FFF2-40B4-BE49-F238E27FC236}">
                    <a16:creationId xmlns:a16="http://schemas.microsoft.com/office/drawing/2014/main" id="{C074FB9D-2C70-59C6-4923-D56D6F574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0" y="1735"/>
                <a:ext cx="1" cy="8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38" name="Line 77">
                <a:extLst>
                  <a:ext uri="{FF2B5EF4-FFF2-40B4-BE49-F238E27FC236}">
                    <a16:creationId xmlns:a16="http://schemas.microsoft.com/office/drawing/2014/main" id="{DDB56F91-E837-908D-E8DC-2CF2C43410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7" y="1743"/>
                <a:ext cx="3" cy="6"/>
              </a:xfrm>
              <a:prstGeom prst="line">
                <a:avLst/>
              </a:prstGeom>
              <a:noFill/>
              <a:ln w="15875">
                <a:solidFill>
                  <a:srgbClr val="55AA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39" name="Line 78">
                <a:extLst>
                  <a:ext uri="{FF2B5EF4-FFF2-40B4-BE49-F238E27FC236}">
                    <a16:creationId xmlns:a16="http://schemas.microsoft.com/office/drawing/2014/main" id="{B1EFFAAF-08D0-9E9F-1F16-6BEAA11AC0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5" y="1749"/>
                <a:ext cx="2" cy="6"/>
              </a:xfrm>
              <a:prstGeom prst="line">
                <a:avLst/>
              </a:prstGeom>
              <a:noFill/>
              <a:ln w="15875">
                <a:solidFill>
                  <a:srgbClr val="54A87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40" name="Line 79">
                <a:extLst>
                  <a:ext uri="{FF2B5EF4-FFF2-40B4-BE49-F238E27FC236}">
                    <a16:creationId xmlns:a16="http://schemas.microsoft.com/office/drawing/2014/main" id="{70D0C3A0-2CF7-3713-E156-41F3FF37F1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7" y="1755"/>
                <a:ext cx="8" cy="8"/>
              </a:xfrm>
              <a:prstGeom prst="line">
                <a:avLst/>
              </a:prstGeom>
              <a:noFill/>
              <a:ln w="15875">
                <a:solidFill>
                  <a:srgbClr val="52A47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41" name="Line 80">
                <a:extLst>
                  <a:ext uri="{FF2B5EF4-FFF2-40B4-BE49-F238E27FC236}">
                    <a16:creationId xmlns:a16="http://schemas.microsoft.com/office/drawing/2014/main" id="{65846AC0-1C4A-252B-32D4-08394F61AE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1" y="1763"/>
                <a:ext cx="6" cy="7"/>
              </a:xfrm>
              <a:prstGeom prst="line">
                <a:avLst/>
              </a:prstGeom>
              <a:noFill/>
              <a:ln w="15875">
                <a:solidFill>
                  <a:srgbClr val="4F9E7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42" name="Line 81">
                <a:extLst>
                  <a:ext uri="{FF2B5EF4-FFF2-40B4-BE49-F238E27FC236}">
                    <a16:creationId xmlns:a16="http://schemas.microsoft.com/office/drawing/2014/main" id="{14D3CD25-006F-0920-D895-20AC724E07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75" y="1770"/>
                <a:ext cx="6" cy="3"/>
              </a:xfrm>
              <a:prstGeom prst="line">
                <a:avLst/>
              </a:prstGeom>
              <a:noFill/>
              <a:ln w="15875">
                <a:solidFill>
                  <a:srgbClr val="4E9B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43" name="Line 82">
                <a:extLst>
                  <a:ext uri="{FF2B5EF4-FFF2-40B4-BE49-F238E27FC236}">
                    <a16:creationId xmlns:a16="http://schemas.microsoft.com/office/drawing/2014/main" id="{ECCB4754-2661-BA67-0461-A2BAA4098A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74" y="1773"/>
                <a:ext cx="1" cy="2"/>
              </a:xfrm>
              <a:prstGeom prst="line">
                <a:avLst/>
              </a:prstGeom>
              <a:noFill/>
              <a:ln w="15875">
                <a:solidFill>
                  <a:srgbClr val="50A07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44" name="Line 83">
                <a:extLst>
                  <a:ext uri="{FF2B5EF4-FFF2-40B4-BE49-F238E27FC236}">
                    <a16:creationId xmlns:a16="http://schemas.microsoft.com/office/drawing/2014/main" id="{217CA1B5-4CA8-9252-C475-2C73BC81E8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74" y="1773"/>
                <a:ext cx="5" cy="2"/>
              </a:xfrm>
              <a:prstGeom prst="line">
                <a:avLst/>
              </a:prstGeom>
              <a:noFill/>
              <a:ln w="15875">
                <a:solidFill>
                  <a:srgbClr val="4E9D7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45" name="Line 84">
                <a:extLst>
                  <a:ext uri="{FF2B5EF4-FFF2-40B4-BE49-F238E27FC236}">
                    <a16:creationId xmlns:a16="http://schemas.microsoft.com/office/drawing/2014/main" id="{89D37D45-8993-F779-EEEC-0AD6A792F2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79" y="1765"/>
                <a:ext cx="36" cy="8"/>
              </a:xfrm>
              <a:prstGeom prst="line">
                <a:avLst/>
              </a:prstGeom>
              <a:noFill/>
              <a:ln w="15875">
                <a:solidFill>
                  <a:srgbClr val="4F9D7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46" name="Line 85">
                <a:extLst>
                  <a:ext uri="{FF2B5EF4-FFF2-40B4-BE49-F238E27FC236}">
                    <a16:creationId xmlns:a16="http://schemas.microsoft.com/office/drawing/2014/main" id="{12A32AD4-57BF-B63D-B80E-D7AF69846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5" y="1765"/>
                <a:ext cx="60" cy="1"/>
              </a:xfrm>
              <a:prstGeom prst="line">
                <a:avLst/>
              </a:prstGeom>
              <a:noFill/>
              <a:ln w="15875">
                <a:solidFill>
                  <a:srgbClr val="4993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47" name="Line 86">
                <a:extLst>
                  <a:ext uri="{FF2B5EF4-FFF2-40B4-BE49-F238E27FC236}">
                    <a16:creationId xmlns:a16="http://schemas.microsoft.com/office/drawing/2014/main" id="{7C1377B6-E95A-07A7-0BFD-9F4D871E45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75" y="1765"/>
                <a:ext cx="40" cy="1"/>
              </a:xfrm>
              <a:prstGeom prst="line">
                <a:avLst/>
              </a:prstGeom>
              <a:noFill/>
              <a:ln w="15875">
                <a:solidFill>
                  <a:srgbClr val="4A93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48" name="Line 87">
                <a:extLst>
                  <a:ext uri="{FF2B5EF4-FFF2-40B4-BE49-F238E27FC236}">
                    <a16:creationId xmlns:a16="http://schemas.microsoft.com/office/drawing/2014/main" id="{E9899CA1-C99A-532D-30F9-E6B677CD4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5" y="1763"/>
                <a:ext cx="38" cy="2"/>
              </a:xfrm>
              <a:prstGeom prst="line">
                <a:avLst/>
              </a:prstGeom>
              <a:noFill/>
              <a:ln w="15875">
                <a:solidFill>
                  <a:srgbClr val="4B957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49" name="Line 88">
                <a:extLst>
                  <a:ext uri="{FF2B5EF4-FFF2-40B4-BE49-F238E27FC236}">
                    <a16:creationId xmlns:a16="http://schemas.microsoft.com/office/drawing/2014/main" id="{C90174FD-4A82-3081-841B-6294D7B01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53" y="1757"/>
                <a:ext cx="57" cy="6"/>
              </a:xfrm>
              <a:prstGeom prst="line">
                <a:avLst/>
              </a:prstGeom>
              <a:noFill/>
              <a:ln w="15875">
                <a:solidFill>
                  <a:srgbClr val="4C97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50" name="Line 89">
                <a:extLst>
                  <a:ext uri="{FF2B5EF4-FFF2-40B4-BE49-F238E27FC236}">
                    <a16:creationId xmlns:a16="http://schemas.microsoft.com/office/drawing/2014/main" id="{C5D89EA8-7E9E-F935-F31C-48C505C9CC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0" y="1754"/>
                <a:ext cx="22" cy="3"/>
              </a:xfrm>
              <a:prstGeom prst="line">
                <a:avLst/>
              </a:prstGeom>
              <a:noFill/>
              <a:ln w="15875">
                <a:solidFill>
                  <a:srgbClr val="4D9A7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51" name="Line 90">
                <a:extLst>
                  <a:ext uri="{FF2B5EF4-FFF2-40B4-BE49-F238E27FC236}">
                    <a16:creationId xmlns:a16="http://schemas.microsoft.com/office/drawing/2014/main" id="{16805219-47E2-82C8-A6DE-70D3621457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32" y="1749"/>
                <a:ext cx="22" cy="5"/>
              </a:xfrm>
              <a:prstGeom prst="line">
                <a:avLst/>
              </a:prstGeom>
              <a:noFill/>
              <a:ln w="15875">
                <a:solidFill>
                  <a:srgbClr val="4E9C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52" name="Line 91">
                <a:extLst>
                  <a:ext uri="{FF2B5EF4-FFF2-40B4-BE49-F238E27FC236}">
                    <a16:creationId xmlns:a16="http://schemas.microsoft.com/office/drawing/2014/main" id="{89274790-1E95-FBBC-EA0A-CABEB66DF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4" y="1745"/>
                <a:ext cx="23" cy="4"/>
              </a:xfrm>
              <a:prstGeom prst="line">
                <a:avLst/>
              </a:prstGeom>
              <a:noFill/>
              <a:ln w="15875">
                <a:solidFill>
                  <a:srgbClr val="4E9B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53" name="Line 92">
                <a:extLst>
                  <a:ext uri="{FF2B5EF4-FFF2-40B4-BE49-F238E27FC236}">
                    <a16:creationId xmlns:a16="http://schemas.microsoft.com/office/drawing/2014/main" id="{B46AC87D-F103-DADB-6115-2A35AAA5E2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77" y="1743"/>
                <a:ext cx="22" cy="2"/>
              </a:xfrm>
              <a:prstGeom prst="line">
                <a:avLst/>
              </a:prstGeom>
              <a:noFill/>
              <a:ln w="15875">
                <a:solidFill>
                  <a:srgbClr val="4C98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54" name="Line 93">
                <a:extLst>
                  <a:ext uri="{FF2B5EF4-FFF2-40B4-BE49-F238E27FC236}">
                    <a16:creationId xmlns:a16="http://schemas.microsoft.com/office/drawing/2014/main" id="{438A107A-2E9E-DC38-BCAE-B2BC8DEDA6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99" y="1739"/>
                <a:ext cx="58" cy="4"/>
              </a:xfrm>
              <a:prstGeom prst="line">
                <a:avLst/>
              </a:prstGeom>
              <a:noFill/>
              <a:ln w="15875">
                <a:solidFill>
                  <a:srgbClr val="4B957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55" name="Line 94">
                <a:extLst>
                  <a:ext uri="{FF2B5EF4-FFF2-40B4-BE49-F238E27FC236}">
                    <a16:creationId xmlns:a16="http://schemas.microsoft.com/office/drawing/2014/main" id="{BD95CDC0-313D-253D-E093-91F0A1707C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7" y="1738"/>
                <a:ext cx="58" cy="1"/>
              </a:xfrm>
              <a:prstGeom prst="line">
                <a:avLst/>
              </a:prstGeom>
              <a:noFill/>
              <a:ln w="15875">
                <a:solidFill>
                  <a:srgbClr val="4A94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56" name="Line 95">
                <a:extLst>
                  <a:ext uri="{FF2B5EF4-FFF2-40B4-BE49-F238E27FC236}">
                    <a16:creationId xmlns:a16="http://schemas.microsoft.com/office/drawing/2014/main" id="{9ACA459D-228B-3997-236E-AF120B7DE6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15" y="1734"/>
                <a:ext cx="118" cy="4"/>
              </a:xfrm>
              <a:prstGeom prst="line">
                <a:avLst/>
              </a:prstGeom>
              <a:noFill/>
              <a:ln w="15875">
                <a:solidFill>
                  <a:srgbClr val="4A94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57" name="Line 96">
                <a:extLst>
                  <a:ext uri="{FF2B5EF4-FFF2-40B4-BE49-F238E27FC236}">
                    <a16:creationId xmlns:a16="http://schemas.microsoft.com/office/drawing/2014/main" id="{D6047698-8915-24EE-E66A-9FFFD09227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3" y="1734"/>
                <a:ext cx="16" cy="4"/>
              </a:xfrm>
              <a:prstGeom prst="line">
                <a:avLst/>
              </a:prstGeom>
              <a:noFill/>
              <a:ln w="15875">
                <a:solidFill>
                  <a:srgbClr val="458B6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58" name="Line 97">
                <a:extLst>
                  <a:ext uri="{FF2B5EF4-FFF2-40B4-BE49-F238E27FC236}">
                    <a16:creationId xmlns:a16="http://schemas.microsoft.com/office/drawing/2014/main" id="{8508A8CE-7B80-B842-3610-F782B2FDA1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9" y="1738"/>
                <a:ext cx="16" cy="3"/>
              </a:xfrm>
              <a:prstGeom prst="line">
                <a:avLst/>
              </a:prstGeom>
              <a:noFill/>
              <a:ln w="15875">
                <a:solidFill>
                  <a:srgbClr val="478D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59" name="Line 98">
                <a:extLst>
                  <a:ext uri="{FF2B5EF4-FFF2-40B4-BE49-F238E27FC236}">
                    <a16:creationId xmlns:a16="http://schemas.microsoft.com/office/drawing/2014/main" id="{35A9A8C4-9D1D-A423-5938-A4B5147694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5" y="1741"/>
                <a:ext cx="33" cy="10"/>
              </a:xfrm>
              <a:prstGeom prst="line">
                <a:avLst/>
              </a:prstGeom>
              <a:noFill/>
              <a:ln w="15875">
                <a:solidFill>
                  <a:srgbClr val="478F6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60" name="Line 99">
                <a:extLst>
                  <a:ext uri="{FF2B5EF4-FFF2-40B4-BE49-F238E27FC236}">
                    <a16:creationId xmlns:a16="http://schemas.microsoft.com/office/drawing/2014/main" id="{BD26FF40-704C-A8E2-8C02-FF4C79D19D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8" y="1751"/>
                <a:ext cx="33" cy="9"/>
              </a:xfrm>
              <a:prstGeom prst="line">
                <a:avLst/>
              </a:prstGeom>
              <a:noFill/>
              <a:ln w="15875">
                <a:solidFill>
                  <a:srgbClr val="478E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61" name="Line 100">
                <a:extLst>
                  <a:ext uri="{FF2B5EF4-FFF2-40B4-BE49-F238E27FC236}">
                    <a16:creationId xmlns:a16="http://schemas.microsoft.com/office/drawing/2014/main" id="{458BBB43-A7A5-8787-586B-EC038F6C9C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1" y="1760"/>
                <a:ext cx="16" cy="3"/>
              </a:xfrm>
              <a:prstGeom prst="line">
                <a:avLst/>
              </a:prstGeom>
              <a:noFill/>
              <a:ln w="15875">
                <a:solidFill>
                  <a:srgbClr val="458B6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62" name="Line 101">
                <a:extLst>
                  <a:ext uri="{FF2B5EF4-FFF2-40B4-BE49-F238E27FC236}">
                    <a16:creationId xmlns:a16="http://schemas.microsoft.com/office/drawing/2014/main" id="{2903ACA0-F444-B795-0FB3-A16A250D5D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7" y="1763"/>
                <a:ext cx="15" cy="2"/>
              </a:xfrm>
              <a:prstGeom prst="line">
                <a:avLst/>
              </a:prstGeom>
              <a:noFill/>
              <a:ln w="15875">
                <a:solidFill>
                  <a:srgbClr val="478E6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63" name="Line 102">
                <a:extLst>
                  <a:ext uri="{FF2B5EF4-FFF2-40B4-BE49-F238E27FC236}">
                    <a16:creationId xmlns:a16="http://schemas.microsoft.com/office/drawing/2014/main" id="{D04BA956-2C16-B818-A21F-8426CCC8F9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2" y="1765"/>
                <a:ext cx="83" cy="5"/>
              </a:xfrm>
              <a:prstGeom prst="line">
                <a:avLst/>
              </a:prstGeom>
              <a:noFill/>
              <a:ln w="15875">
                <a:solidFill>
                  <a:srgbClr val="48906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64" name="Line 103">
                <a:extLst>
                  <a:ext uri="{FF2B5EF4-FFF2-40B4-BE49-F238E27FC236}">
                    <a16:creationId xmlns:a16="http://schemas.microsoft.com/office/drawing/2014/main" id="{6846BF99-D917-58AF-2F31-1317C4E470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5" y="1770"/>
                <a:ext cx="60" cy="5"/>
              </a:xfrm>
              <a:prstGeom prst="line">
                <a:avLst/>
              </a:prstGeom>
              <a:noFill/>
              <a:ln w="15875">
                <a:solidFill>
                  <a:srgbClr val="48906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65" name="Line 104">
                <a:extLst>
                  <a:ext uri="{FF2B5EF4-FFF2-40B4-BE49-F238E27FC236}">
                    <a16:creationId xmlns:a16="http://schemas.microsoft.com/office/drawing/2014/main" id="{3342F7AB-2415-0BAC-D59C-08F333FBE1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1775"/>
                <a:ext cx="66" cy="4"/>
              </a:xfrm>
              <a:prstGeom prst="line">
                <a:avLst/>
              </a:prstGeom>
              <a:noFill/>
              <a:ln w="15875">
                <a:solidFill>
                  <a:srgbClr val="48906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66" name="Line 105">
                <a:extLst>
                  <a:ext uri="{FF2B5EF4-FFF2-40B4-BE49-F238E27FC236}">
                    <a16:creationId xmlns:a16="http://schemas.microsoft.com/office/drawing/2014/main" id="{E599DAAD-275C-7CF8-802D-1FD9F76D3E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1" y="1779"/>
                <a:ext cx="20" cy="1"/>
              </a:xfrm>
              <a:prstGeom prst="line">
                <a:avLst/>
              </a:prstGeom>
              <a:noFill/>
              <a:ln w="15875">
                <a:solidFill>
                  <a:srgbClr val="4993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67" name="Line 106">
                <a:extLst>
                  <a:ext uri="{FF2B5EF4-FFF2-40B4-BE49-F238E27FC236}">
                    <a16:creationId xmlns:a16="http://schemas.microsoft.com/office/drawing/2014/main" id="{B48C61C4-3398-9EF6-667F-285D4EAA9D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91" y="1777"/>
                <a:ext cx="21" cy="2"/>
              </a:xfrm>
              <a:prstGeom prst="line">
                <a:avLst/>
              </a:prstGeom>
              <a:noFill/>
              <a:ln w="15875">
                <a:solidFill>
                  <a:srgbClr val="4C97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68" name="Line 107">
                <a:extLst>
                  <a:ext uri="{FF2B5EF4-FFF2-40B4-BE49-F238E27FC236}">
                    <a16:creationId xmlns:a16="http://schemas.microsoft.com/office/drawing/2014/main" id="{E883FB1E-38DF-8F85-1B54-BFF5AC0E7E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2" y="1772"/>
                <a:ext cx="27" cy="5"/>
              </a:xfrm>
              <a:prstGeom prst="line">
                <a:avLst/>
              </a:prstGeom>
              <a:noFill/>
              <a:ln w="15875">
                <a:solidFill>
                  <a:srgbClr val="4D9A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69" name="Line 108">
                <a:extLst>
                  <a:ext uri="{FF2B5EF4-FFF2-40B4-BE49-F238E27FC236}">
                    <a16:creationId xmlns:a16="http://schemas.microsoft.com/office/drawing/2014/main" id="{742D39FE-A0F1-EF8A-022B-7C84DA188B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39" y="1765"/>
                <a:ext cx="39" cy="7"/>
              </a:xfrm>
              <a:prstGeom prst="line">
                <a:avLst/>
              </a:prstGeom>
              <a:noFill/>
              <a:ln w="15875">
                <a:solidFill>
                  <a:srgbClr val="4E9B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70" name="Line 109">
                <a:extLst>
                  <a:ext uri="{FF2B5EF4-FFF2-40B4-BE49-F238E27FC236}">
                    <a16:creationId xmlns:a16="http://schemas.microsoft.com/office/drawing/2014/main" id="{61B2368E-B2BF-4987-B93A-45A28D7A5C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8" y="1762"/>
                <a:ext cx="230" cy="3"/>
              </a:xfrm>
              <a:prstGeom prst="line">
                <a:avLst/>
              </a:prstGeom>
              <a:noFill/>
              <a:ln w="15875">
                <a:solidFill>
                  <a:srgbClr val="4A93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71" name="Line 110">
                <a:extLst>
                  <a:ext uri="{FF2B5EF4-FFF2-40B4-BE49-F238E27FC236}">
                    <a16:creationId xmlns:a16="http://schemas.microsoft.com/office/drawing/2014/main" id="{BDA1A2A1-C74D-CEBF-29DE-720B9A6C41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08" y="1760"/>
                <a:ext cx="116" cy="2"/>
              </a:xfrm>
              <a:prstGeom prst="line">
                <a:avLst/>
              </a:prstGeom>
              <a:noFill/>
              <a:ln w="15875">
                <a:solidFill>
                  <a:srgbClr val="4A93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72" name="Line 111">
                <a:extLst>
                  <a:ext uri="{FF2B5EF4-FFF2-40B4-BE49-F238E27FC236}">
                    <a16:creationId xmlns:a16="http://schemas.microsoft.com/office/drawing/2014/main" id="{287B3203-0005-19C9-826C-438F2242A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24" y="1757"/>
                <a:ext cx="115" cy="3"/>
              </a:xfrm>
              <a:prstGeom prst="line">
                <a:avLst/>
              </a:prstGeom>
              <a:noFill/>
              <a:ln w="15875">
                <a:solidFill>
                  <a:srgbClr val="4A94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73" name="Line 112">
                <a:extLst>
                  <a:ext uri="{FF2B5EF4-FFF2-40B4-BE49-F238E27FC236}">
                    <a16:creationId xmlns:a16="http://schemas.microsoft.com/office/drawing/2014/main" id="{51478560-1C3D-A87B-7505-BC3BECCE44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39" y="1756"/>
                <a:ext cx="22" cy="1"/>
              </a:xfrm>
              <a:prstGeom prst="line">
                <a:avLst/>
              </a:prstGeom>
              <a:noFill/>
              <a:ln w="15875">
                <a:solidFill>
                  <a:srgbClr val="4B96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74" name="Line 113">
                <a:extLst>
                  <a:ext uri="{FF2B5EF4-FFF2-40B4-BE49-F238E27FC236}">
                    <a16:creationId xmlns:a16="http://schemas.microsoft.com/office/drawing/2014/main" id="{15202BE0-7DCC-2B39-753E-7E5652A9AD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1" y="1752"/>
                <a:ext cx="22" cy="4"/>
              </a:xfrm>
              <a:prstGeom prst="line">
                <a:avLst/>
              </a:prstGeom>
              <a:noFill/>
              <a:ln w="15875">
                <a:solidFill>
                  <a:srgbClr val="4C997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75" name="Line 114">
                <a:extLst>
                  <a:ext uri="{FF2B5EF4-FFF2-40B4-BE49-F238E27FC236}">
                    <a16:creationId xmlns:a16="http://schemas.microsoft.com/office/drawing/2014/main" id="{19D84F18-2C14-ED8A-6C89-395775143F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83" y="1746"/>
                <a:ext cx="45" cy="6"/>
              </a:xfrm>
              <a:prstGeom prst="line">
                <a:avLst/>
              </a:prstGeom>
              <a:noFill/>
              <a:ln w="15875">
                <a:solidFill>
                  <a:srgbClr val="4D9A7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76" name="Line 115">
                <a:extLst>
                  <a:ext uri="{FF2B5EF4-FFF2-40B4-BE49-F238E27FC236}">
                    <a16:creationId xmlns:a16="http://schemas.microsoft.com/office/drawing/2014/main" id="{EC82ADA7-0433-CB53-61D9-29BB2C94B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28" y="1744"/>
                <a:ext cx="22" cy="2"/>
              </a:xfrm>
              <a:prstGeom prst="line">
                <a:avLst/>
              </a:prstGeom>
              <a:noFill/>
              <a:ln w="15875">
                <a:solidFill>
                  <a:srgbClr val="4C97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77" name="Line 116">
                <a:extLst>
                  <a:ext uri="{FF2B5EF4-FFF2-40B4-BE49-F238E27FC236}">
                    <a16:creationId xmlns:a16="http://schemas.microsoft.com/office/drawing/2014/main" id="{6F2DF3B6-A6E3-BB68-676E-76CB564D81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50" y="1743"/>
                <a:ext cx="22" cy="1"/>
              </a:xfrm>
              <a:prstGeom prst="line">
                <a:avLst/>
              </a:prstGeom>
              <a:noFill/>
              <a:ln w="15875">
                <a:solidFill>
                  <a:srgbClr val="4A94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78" name="Line 117">
                <a:extLst>
                  <a:ext uri="{FF2B5EF4-FFF2-40B4-BE49-F238E27FC236}">
                    <a16:creationId xmlns:a16="http://schemas.microsoft.com/office/drawing/2014/main" id="{16279560-404F-51D7-9C64-06DCF0BA25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2" y="1743"/>
                <a:ext cx="22" cy="2"/>
              </a:xfrm>
              <a:prstGeom prst="line">
                <a:avLst/>
              </a:prstGeom>
              <a:noFill/>
              <a:ln w="15875">
                <a:solidFill>
                  <a:srgbClr val="488F6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79" name="Line 118">
                <a:extLst>
                  <a:ext uri="{FF2B5EF4-FFF2-40B4-BE49-F238E27FC236}">
                    <a16:creationId xmlns:a16="http://schemas.microsoft.com/office/drawing/2014/main" id="{0B8F5189-D008-E615-7641-8C5505178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745"/>
                <a:ext cx="12" cy="1"/>
              </a:xfrm>
              <a:prstGeom prst="line">
                <a:avLst/>
              </a:prstGeom>
              <a:noFill/>
              <a:ln w="15875">
                <a:solidFill>
                  <a:srgbClr val="458B6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80" name="Line 119">
                <a:extLst>
                  <a:ext uri="{FF2B5EF4-FFF2-40B4-BE49-F238E27FC236}">
                    <a16:creationId xmlns:a16="http://schemas.microsoft.com/office/drawing/2014/main" id="{E19BD722-60DD-260B-8445-4B2CED0695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06" y="1746"/>
                <a:ext cx="11" cy="4"/>
              </a:xfrm>
              <a:prstGeom prst="line">
                <a:avLst/>
              </a:prstGeom>
              <a:noFill/>
              <a:ln w="15875">
                <a:solidFill>
                  <a:srgbClr val="478E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81" name="Line 120">
                <a:extLst>
                  <a:ext uri="{FF2B5EF4-FFF2-40B4-BE49-F238E27FC236}">
                    <a16:creationId xmlns:a16="http://schemas.microsoft.com/office/drawing/2014/main" id="{886BBE8A-82E3-5172-7A49-F5CBBEE3F4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7" y="1750"/>
                <a:ext cx="78" cy="10"/>
              </a:xfrm>
              <a:prstGeom prst="line">
                <a:avLst/>
              </a:prstGeom>
              <a:noFill/>
              <a:ln w="15875">
                <a:solidFill>
                  <a:srgbClr val="478D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82" name="Line 121">
                <a:extLst>
                  <a:ext uri="{FF2B5EF4-FFF2-40B4-BE49-F238E27FC236}">
                    <a16:creationId xmlns:a16="http://schemas.microsoft.com/office/drawing/2014/main" id="{E4BE5B1B-E226-F3DB-E9F9-088FDD8E87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5" y="1760"/>
                <a:ext cx="62" cy="6"/>
              </a:xfrm>
              <a:prstGeom prst="line">
                <a:avLst/>
              </a:prstGeom>
              <a:noFill/>
              <a:ln w="15875">
                <a:solidFill>
                  <a:srgbClr val="478F6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83" name="Line 122">
                <a:extLst>
                  <a:ext uri="{FF2B5EF4-FFF2-40B4-BE49-F238E27FC236}">
                    <a16:creationId xmlns:a16="http://schemas.microsoft.com/office/drawing/2014/main" id="{B74E97DD-5BD2-4AEC-7E79-0BE03EEA18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57" y="1766"/>
                <a:ext cx="74" cy="4"/>
              </a:xfrm>
              <a:prstGeom prst="line">
                <a:avLst/>
              </a:prstGeom>
              <a:noFill/>
              <a:ln w="15875">
                <a:solidFill>
                  <a:srgbClr val="48916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84" name="Line 123">
                <a:extLst>
                  <a:ext uri="{FF2B5EF4-FFF2-40B4-BE49-F238E27FC236}">
                    <a16:creationId xmlns:a16="http://schemas.microsoft.com/office/drawing/2014/main" id="{8224468C-158B-701E-2FC1-4991813E74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1" y="1770"/>
                <a:ext cx="110" cy="3"/>
              </a:xfrm>
              <a:prstGeom prst="line">
                <a:avLst/>
              </a:prstGeom>
              <a:noFill/>
              <a:ln w="15875">
                <a:solidFill>
                  <a:srgbClr val="49916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85" name="Line 124">
                <a:extLst>
                  <a:ext uri="{FF2B5EF4-FFF2-40B4-BE49-F238E27FC236}">
                    <a16:creationId xmlns:a16="http://schemas.microsoft.com/office/drawing/2014/main" id="{32780E0C-6BBD-6247-461F-480E32881D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41" y="1765"/>
                <a:ext cx="17" cy="8"/>
              </a:xfrm>
              <a:prstGeom prst="line">
                <a:avLst/>
              </a:prstGeom>
              <a:noFill/>
              <a:ln w="15875">
                <a:solidFill>
                  <a:srgbClr val="52A47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86" name="Line 125">
                <a:extLst>
                  <a:ext uri="{FF2B5EF4-FFF2-40B4-BE49-F238E27FC236}">
                    <a16:creationId xmlns:a16="http://schemas.microsoft.com/office/drawing/2014/main" id="{6BFA5FF3-84BC-7178-9281-5B0B1915A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58" y="1760"/>
                <a:ext cx="16" cy="5"/>
              </a:xfrm>
              <a:prstGeom prst="line">
                <a:avLst/>
              </a:prstGeom>
              <a:noFill/>
              <a:ln w="15875">
                <a:solidFill>
                  <a:srgbClr val="50A07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87" name="Line 126">
                <a:extLst>
                  <a:ext uri="{FF2B5EF4-FFF2-40B4-BE49-F238E27FC236}">
                    <a16:creationId xmlns:a16="http://schemas.microsoft.com/office/drawing/2014/main" id="{D09B5874-CDD2-C90C-FCA5-05289BEA1B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74" y="1759"/>
                <a:ext cx="8" cy="1"/>
              </a:xfrm>
              <a:prstGeom prst="line">
                <a:avLst/>
              </a:prstGeom>
              <a:noFill/>
              <a:ln w="15875">
                <a:solidFill>
                  <a:srgbClr val="4E9C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88" name="Line 127">
                <a:extLst>
                  <a:ext uri="{FF2B5EF4-FFF2-40B4-BE49-F238E27FC236}">
                    <a16:creationId xmlns:a16="http://schemas.microsoft.com/office/drawing/2014/main" id="{CA2118E9-3240-2972-F0C7-1FADB606B3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82" y="1757"/>
                <a:ext cx="7" cy="2"/>
              </a:xfrm>
              <a:prstGeom prst="line">
                <a:avLst/>
              </a:prstGeom>
              <a:noFill/>
              <a:ln w="15875">
                <a:solidFill>
                  <a:srgbClr val="4C97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89" name="Line 128">
                <a:extLst>
                  <a:ext uri="{FF2B5EF4-FFF2-40B4-BE49-F238E27FC236}">
                    <a16:creationId xmlns:a16="http://schemas.microsoft.com/office/drawing/2014/main" id="{8160EFD3-0C0C-11D0-60C7-8CD92EB855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9" y="1757"/>
                <a:ext cx="3" cy="1"/>
              </a:xfrm>
              <a:prstGeom prst="line">
                <a:avLst/>
              </a:prstGeom>
              <a:noFill/>
              <a:ln w="15875">
                <a:solidFill>
                  <a:srgbClr val="478D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90" name="Line 129">
                <a:extLst>
                  <a:ext uri="{FF2B5EF4-FFF2-40B4-BE49-F238E27FC236}">
                    <a16:creationId xmlns:a16="http://schemas.microsoft.com/office/drawing/2014/main" id="{351DE0EA-3340-4B7C-9E23-117C56EC95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92" y="1757"/>
                <a:ext cx="3" cy="2"/>
              </a:xfrm>
              <a:prstGeom prst="line">
                <a:avLst/>
              </a:prstGeom>
              <a:noFill/>
              <a:ln w="15875">
                <a:solidFill>
                  <a:srgbClr val="49926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91" name="Line 130">
                <a:extLst>
                  <a:ext uri="{FF2B5EF4-FFF2-40B4-BE49-F238E27FC236}">
                    <a16:creationId xmlns:a16="http://schemas.microsoft.com/office/drawing/2014/main" id="{B9511228-1303-7260-2F14-F245DF5CF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95" y="1759"/>
                <a:ext cx="7" cy="4"/>
              </a:xfrm>
              <a:prstGeom prst="line">
                <a:avLst/>
              </a:prstGeom>
              <a:noFill/>
              <a:ln w="15875">
                <a:solidFill>
                  <a:srgbClr val="4D9A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92" name="Line 131">
                <a:extLst>
                  <a:ext uri="{FF2B5EF4-FFF2-40B4-BE49-F238E27FC236}">
                    <a16:creationId xmlns:a16="http://schemas.microsoft.com/office/drawing/2014/main" id="{AEBCE1DD-3B35-26C5-C728-0B542DA708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02" y="1763"/>
                <a:ext cx="5" cy="5"/>
              </a:xfrm>
              <a:prstGeom prst="line">
                <a:avLst/>
              </a:prstGeom>
              <a:noFill/>
              <a:ln w="15875">
                <a:solidFill>
                  <a:srgbClr val="4F9E7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93" name="Line 132">
                <a:extLst>
                  <a:ext uri="{FF2B5EF4-FFF2-40B4-BE49-F238E27FC236}">
                    <a16:creationId xmlns:a16="http://schemas.microsoft.com/office/drawing/2014/main" id="{4466A036-7311-63A9-5800-83B6767C7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07" y="1768"/>
                <a:ext cx="6" cy="5"/>
              </a:xfrm>
              <a:prstGeom prst="line">
                <a:avLst/>
              </a:prstGeom>
              <a:noFill/>
              <a:ln w="15875">
                <a:solidFill>
                  <a:srgbClr val="4E9D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94" name="Line 133">
                <a:extLst>
                  <a:ext uri="{FF2B5EF4-FFF2-40B4-BE49-F238E27FC236}">
                    <a16:creationId xmlns:a16="http://schemas.microsoft.com/office/drawing/2014/main" id="{99E34DA7-6A59-7FD3-FD96-A12A0C11D6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13" y="1688"/>
                <a:ext cx="8" cy="85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95" name="Line 134">
                <a:extLst>
                  <a:ext uri="{FF2B5EF4-FFF2-40B4-BE49-F238E27FC236}">
                    <a16:creationId xmlns:a16="http://schemas.microsoft.com/office/drawing/2014/main" id="{A2B1AC2C-7C83-5381-4E44-248DE847A4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16" y="1670"/>
                <a:ext cx="5" cy="18"/>
              </a:xfrm>
              <a:prstGeom prst="line">
                <a:avLst/>
              </a:prstGeom>
              <a:noFill/>
              <a:ln w="15875">
                <a:solidFill>
                  <a:srgbClr val="5DBA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96" name="Line 135">
                <a:extLst>
                  <a:ext uri="{FF2B5EF4-FFF2-40B4-BE49-F238E27FC236}">
                    <a16:creationId xmlns:a16="http://schemas.microsoft.com/office/drawing/2014/main" id="{AC81346A-904B-7238-1FA3-7DBAF8947B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11" y="1651"/>
                <a:ext cx="5" cy="19"/>
              </a:xfrm>
              <a:prstGeom prst="line">
                <a:avLst/>
              </a:prstGeom>
              <a:noFill/>
              <a:ln w="15875">
                <a:solidFill>
                  <a:srgbClr val="5EBB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97" name="Line 136">
                <a:extLst>
                  <a:ext uri="{FF2B5EF4-FFF2-40B4-BE49-F238E27FC236}">
                    <a16:creationId xmlns:a16="http://schemas.microsoft.com/office/drawing/2014/main" id="{91322F70-D3BA-08DE-29C8-6130C47BB4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07" y="1632"/>
                <a:ext cx="4" cy="19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98" name="Line 137">
                <a:extLst>
                  <a:ext uri="{FF2B5EF4-FFF2-40B4-BE49-F238E27FC236}">
                    <a16:creationId xmlns:a16="http://schemas.microsoft.com/office/drawing/2014/main" id="{A195C91E-F6E6-97E5-2D4D-099954D535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04" y="1612"/>
                <a:ext cx="3" cy="20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99" name="Line 138">
                <a:extLst>
                  <a:ext uri="{FF2B5EF4-FFF2-40B4-BE49-F238E27FC236}">
                    <a16:creationId xmlns:a16="http://schemas.microsoft.com/office/drawing/2014/main" id="{4620B843-65E1-3E6F-C6D3-30E589EBC9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02" y="1572"/>
                <a:ext cx="2" cy="40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00" name="Line 139">
                <a:extLst>
                  <a:ext uri="{FF2B5EF4-FFF2-40B4-BE49-F238E27FC236}">
                    <a16:creationId xmlns:a16="http://schemas.microsoft.com/office/drawing/2014/main" id="{7418E42E-A17D-07AE-4E04-A0C5DBA5A4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2" y="1532"/>
                <a:ext cx="1" cy="40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01" name="Line 140">
                <a:extLst>
                  <a:ext uri="{FF2B5EF4-FFF2-40B4-BE49-F238E27FC236}">
                    <a16:creationId xmlns:a16="http://schemas.microsoft.com/office/drawing/2014/main" id="{81917FD6-E666-5C98-28AD-13844BE35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2" y="1491"/>
                <a:ext cx="2" cy="41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02" name="Line 141">
                <a:extLst>
                  <a:ext uri="{FF2B5EF4-FFF2-40B4-BE49-F238E27FC236}">
                    <a16:creationId xmlns:a16="http://schemas.microsoft.com/office/drawing/2014/main" id="{B06A07CD-29EA-7A02-E953-9C376D9076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4" y="1452"/>
                <a:ext cx="3" cy="39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03" name="Line 142">
                <a:extLst>
                  <a:ext uri="{FF2B5EF4-FFF2-40B4-BE49-F238E27FC236}">
                    <a16:creationId xmlns:a16="http://schemas.microsoft.com/office/drawing/2014/main" id="{81D5B70A-3639-82BB-18B4-4E0104FD9B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7" y="1373"/>
                <a:ext cx="6" cy="79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04" name="Line 143">
                <a:extLst>
                  <a:ext uri="{FF2B5EF4-FFF2-40B4-BE49-F238E27FC236}">
                    <a16:creationId xmlns:a16="http://schemas.microsoft.com/office/drawing/2014/main" id="{02C275DE-EEEB-CB76-4ADC-DB0E07F375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2" y="1373"/>
                <a:ext cx="1981" cy="1"/>
              </a:xfrm>
              <a:prstGeom prst="line">
                <a:avLst/>
              </a:prstGeom>
              <a:noFill/>
              <a:ln w="15875">
                <a:solidFill>
                  <a:srgbClr val="4A93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05" name="Freeform 144">
                <a:extLst>
                  <a:ext uri="{FF2B5EF4-FFF2-40B4-BE49-F238E27FC236}">
                    <a16:creationId xmlns:a16="http://schemas.microsoft.com/office/drawing/2014/main" id="{EF2B1844-78C2-7A50-207F-200E19111F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" y="1365"/>
                <a:ext cx="146" cy="132"/>
              </a:xfrm>
              <a:custGeom>
                <a:avLst/>
                <a:gdLst>
                  <a:gd name="T0" fmla="*/ 9 w 146"/>
                  <a:gd name="T1" fmla="*/ 131 h 132"/>
                  <a:gd name="T2" fmla="*/ 0 w 146"/>
                  <a:gd name="T3" fmla="*/ 132 h 132"/>
                  <a:gd name="T4" fmla="*/ 137 w 146"/>
                  <a:gd name="T5" fmla="*/ 2 h 132"/>
                  <a:gd name="T6" fmla="*/ 146 w 146"/>
                  <a:gd name="T7" fmla="*/ 0 h 132"/>
                  <a:gd name="T8" fmla="*/ 9 w 146"/>
                  <a:gd name="T9" fmla="*/ 131 h 1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6" h="132">
                    <a:moveTo>
                      <a:pt x="9" y="131"/>
                    </a:moveTo>
                    <a:lnTo>
                      <a:pt x="0" y="132"/>
                    </a:lnTo>
                    <a:lnTo>
                      <a:pt x="137" y="2"/>
                    </a:lnTo>
                    <a:lnTo>
                      <a:pt x="146" y="0"/>
                    </a:lnTo>
                    <a:lnTo>
                      <a:pt x="9" y="131"/>
                    </a:lnTo>
                    <a:close/>
                  </a:path>
                </a:pathLst>
              </a:custGeom>
              <a:solidFill>
                <a:srgbClr val="3F7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06" name="Line 145">
                <a:extLst>
                  <a:ext uri="{FF2B5EF4-FFF2-40B4-BE49-F238E27FC236}">
                    <a16:creationId xmlns:a16="http://schemas.microsoft.com/office/drawing/2014/main" id="{A889AA8A-1D91-EE47-520C-1634B2C49F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00" y="1365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3F7F5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07" name="Freeform 146">
                <a:extLst>
                  <a:ext uri="{FF2B5EF4-FFF2-40B4-BE49-F238E27FC236}">
                    <a16:creationId xmlns:a16="http://schemas.microsoft.com/office/drawing/2014/main" id="{A7B51D79-FC9B-2B72-25A6-9FCF8D9CB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1365"/>
                <a:ext cx="141" cy="132"/>
              </a:xfrm>
              <a:custGeom>
                <a:avLst/>
                <a:gdLst>
                  <a:gd name="T0" fmla="*/ 4 w 141"/>
                  <a:gd name="T1" fmla="*/ 131 h 132"/>
                  <a:gd name="T2" fmla="*/ 0 w 141"/>
                  <a:gd name="T3" fmla="*/ 132 h 132"/>
                  <a:gd name="T4" fmla="*/ 138 w 141"/>
                  <a:gd name="T5" fmla="*/ 2 h 132"/>
                  <a:gd name="T6" fmla="*/ 141 w 141"/>
                  <a:gd name="T7" fmla="*/ 0 h 132"/>
                  <a:gd name="T8" fmla="*/ 4 w 141"/>
                  <a:gd name="T9" fmla="*/ 131 h 1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32">
                    <a:moveTo>
                      <a:pt x="4" y="131"/>
                    </a:moveTo>
                    <a:lnTo>
                      <a:pt x="0" y="132"/>
                    </a:lnTo>
                    <a:lnTo>
                      <a:pt x="138" y="2"/>
                    </a:lnTo>
                    <a:lnTo>
                      <a:pt x="141" y="0"/>
                    </a:lnTo>
                    <a:lnTo>
                      <a:pt x="4" y="131"/>
                    </a:lnTo>
                    <a:close/>
                  </a:path>
                </a:pathLst>
              </a:custGeom>
              <a:solidFill>
                <a:srgbClr val="3F7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08" name="Freeform 147">
                <a:extLst>
                  <a:ext uri="{FF2B5EF4-FFF2-40B4-BE49-F238E27FC236}">
                    <a16:creationId xmlns:a16="http://schemas.microsoft.com/office/drawing/2014/main" id="{7C677C4F-F9B7-651C-32A9-E4C7D4B0C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" y="1367"/>
                <a:ext cx="143" cy="130"/>
              </a:xfrm>
              <a:custGeom>
                <a:avLst/>
                <a:gdLst>
                  <a:gd name="T0" fmla="*/ 5 w 143"/>
                  <a:gd name="T1" fmla="*/ 130 h 130"/>
                  <a:gd name="T2" fmla="*/ 0 w 143"/>
                  <a:gd name="T3" fmla="*/ 130 h 130"/>
                  <a:gd name="T4" fmla="*/ 137 w 143"/>
                  <a:gd name="T5" fmla="*/ 0 h 130"/>
                  <a:gd name="T6" fmla="*/ 143 w 143"/>
                  <a:gd name="T7" fmla="*/ 0 h 130"/>
                  <a:gd name="T8" fmla="*/ 5 w 143"/>
                  <a:gd name="T9" fmla="*/ 13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3" h="130">
                    <a:moveTo>
                      <a:pt x="5" y="130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143" y="0"/>
                    </a:lnTo>
                    <a:lnTo>
                      <a:pt x="5" y="130"/>
                    </a:lnTo>
                    <a:close/>
                  </a:path>
                </a:pathLst>
              </a:custGeom>
              <a:solidFill>
                <a:srgbClr val="3E7E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09" name="Freeform 148">
                <a:extLst>
                  <a:ext uri="{FF2B5EF4-FFF2-40B4-BE49-F238E27FC236}">
                    <a16:creationId xmlns:a16="http://schemas.microsoft.com/office/drawing/2014/main" id="{F996DB48-BAEB-D3C8-3DC2-2D68145ECD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" y="1367"/>
                <a:ext cx="146" cy="130"/>
              </a:xfrm>
              <a:custGeom>
                <a:avLst/>
                <a:gdLst>
                  <a:gd name="T0" fmla="*/ 9 w 146"/>
                  <a:gd name="T1" fmla="*/ 130 h 130"/>
                  <a:gd name="T2" fmla="*/ 0 w 146"/>
                  <a:gd name="T3" fmla="*/ 130 h 130"/>
                  <a:gd name="T4" fmla="*/ 137 w 146"/>
                  <a:gd name="T5" fmla="*/ 0 h 130"/>
                  <a:gd name="T6" fmla="*/ 146 w 146"/>
                  <a:gd name="T7" fmla="*/ 0 h 130"/>
                  <a:gd name="T8" fmla="*/ 9 w 146"/>
                  <a:gd name="T9" fmla="*/ 13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6" h="130">
                    <a:moveTo>
                      <a:pt x="9" y="130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146" y="0"/>
                    </a:lnTo>
                    <a:lnTo>
                      <a:pt x="9" y="130"/>
                    </a:lnTo>
                    <a:close/>
                  </a:path>
                </a:pathLst>
              </a:custGeom>
              <a:solidFill>
                <a:srgbClr val="3E7D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10" name="Line 149">
                <a:extLst>
                  <a:ext uri="{FF2B5EF4-FFF2-40B4-BE49-F238E27FC236}">
                    <a16:creationId xmlns:a16="http://schemas.microsoft.com/office/drawing/2014/main" id="{1A56EDCF-9340-4F82-24E9-BEF30293E0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91" y="1367"/>
                <a:ext cx="137" cy="130"/>
              </a:xfrm>
              <a:prstGeom prst="line">
                <a:avLst/>
              </a:prstGeom>
              <a:noFill/>
              <a:ln w="1588">
                <a:solidFill>
                  <a:srgbClr val="3E7D5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11" name="Freeform 150">
                <a:extLst>
                  <a:ext uri="{FF2B5EF4-FFF2-40B4-BE49-F238E27FC236}">
                    <a16:creationId xmlns:a16="http://schemas.microsoft.com/office/drawing/2014/main" id="{657F9F17-F682-0D61-A38E-796EBCC678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" y="1367"/>
                <a:ext cx="139" cy="130"/>
              </a:xfrm>
              <a:custGeom>
                <a:avLst/>
                <a:gdLst>
                  <a:gd name="T0" fmla="*/ 2 w 139"/>
                  <a:gd name="T1" fmla="*/ 130 h 130"/>
                  <a:gd name="T2" fmla="*/ 0 w 139"/>
                  <a:gd name="T3" fmla="*/ 130 h 130"/>
                  <a:gd name="T4" fmla="*/ 137 w 139"/>
                  <a:gd name="T5" fmla="*/ 0 h 130"/>
                  <a:gd name="T6" fmla="*/ 139 w 139"/>
                  <a:gd name="T7" fmla="*/ 0 h 130"/>
                  <a:gd name="T8" fmla="*/ 2 w 139"/>
                  <a:gd name="T9" fmla="*/ 13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9" h="130">
                    <a:moveTo>
                      <a:pt x="2" y="130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139" y="0"/>
                    </a:lnTo>
                    <a:lnTo>
                      <a:pt x="2" y="130"/>
                    </a:lnTo>
                    <a:close/>
                  </a:path>
                </a:pathLst>
              </a:custGeom>
              <a:solidFill>
                <a:srgbClr val="3E7D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12" name="Freeform 151">
                <a:extLst>
                  <a:ext uri="{FF2B5EF4-FFF2-40B4-BE49-F238E27FC236}">
                    <a16:creationId xmlns:a16="http://schemas.microsoft.com/office/drawing/2014/main" id="{A742B756-2B63-7058-3364-C4A977DB0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5" y="1367"/>
                <a:ext cx="141" cy="130"/>
              </a:xfrm>
              <a:custGeom>
                <a:avLst/>
                <a:gdLst>
                  <a:gd name="T0" fmla="*/ 4 w 141"/>
                  <a:gd name="T1" fmla="*/ 130 h 130"/>
                  <a:gd name="T2" fmla="*/ 0 w 141"/>
                  <a:gd name="T3" fmla="*/ 130 h 130"/>
                  <a:gd name="T4" fmla="*/ 137 w 141"/>
                  <a:gd name="T5" fmla="*/ 0 h 130"/>
                  <a:gd name="T6" fmla="*/ 141 w 141"/>
                  <a:gd name="T7" fmla="*/ 0 h 130"/>
                  <a:gd name="T8" fmla="*/ 4 w 141"/>
                  <a:gd name="T9" fmla="*/ 13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30">
                    <a:moveTo>
                      <a:pt x="4" y="130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141" y="0"/>
                    </a:lnTo>
                    <a:lnTo>
                      <a:pt x="4" y="130"/>
                    </a:lnTo>
                    <a:close/>
                  </a:path>
                </a:pathLst>
              </a:custGeom>
              <a:solidFill>
                <a:srgbClr val="3E7E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13" name="Freeform 152">
                <a:extLst>
                  <a:ext uri="{FF2B5EF4-FFF2-40B4-BE49-F238E27FC236}">
                    <a16:creationId xmlns:a16="http://schemas.microsoft.com/office/drawing/2014/main" id="{3C67A4FE-E104-AD25-8E45-96F87157E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" y="1367"/>
                <a:ext cx="140" cy="130"/>
              </a:xfrm>
              <a:custGeom>
                <a:avLst/>
                <a:gdLst>
                  <a:gd name="T0" fmla="*/ 3 w 140"/>
                  <a:gd name="T1" fmla="*/ 130 h 130"/>
                  <a:gd name="T2" fmla="*/ 0 w 140"/>
                  <a:gd name="T3" fmla="*/ 130 h 130"/>
                  <a:gd name="T4" fmla="*/ 137 w 140"/>
                  <a:gd name="T5" fmla="*/ 0 h 130"/>
                  <a:gd name="T6" fmla="*/ 140 w 140"/>
                  <a:gd name="T7" fmla="*/ 0 h 130"/>
                  <a:gd name="T8" fmla="*/ 3 w 140"/>
                  <a:gd name="T9" fmla="*/ 13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30">
                    <a:moveTo>
                      <a:pt x="3" y="130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140" y="0"/>
                    </a:lnTo>
                    <a:lnTo>
                      <a:pt x="3" y="130"/>
                    </a:lnTo>
                    <a:close/>
                  </a:path>
                </a:pathLst>
              </a:custGeom>
              <a:solidFill>
                <a:srgbClr val="3F7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14" name="Freeform 153">
                <a:extLst>
                  <a:ext uri="{FF2B5EF4-FFF2-40B4-BE49-F238E27FC236}">
                    <a16:creationId xmlns:a16="http://schemas.microsoft.com/office/drawing/2014/main" id="{5B6B4E12-841E-D5C6-E77D-D713ADB9F9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4" y="1367"/>
                <a:ext cx="145" cy="132"/>
              </a:xfrm>
              <a:custGeom>
                <a:avLst/>
                <a:gdLst>
                  <a:gd name="T0" fmla="*/ 8 w 145"/>
                  <a:gd name="T1" fmla="*/ 130 h 132"/>
                  <a:gd name="T2" fmla="*/ 0 w 145"/>
                  <a:gd name="T3" fmla="*/ 132 h 132"/>
                  <a:gd name="T4" fmla="*/ 138 w 145"/>
                  <a:gd name="T5" fmla="*/ 1 h 132"/>
                  <a:gd name="T6" fmla="*/ 145 w 145"/>
                  <a:gd name="T7" fmla="*/ 0 h 132"/>
                  <a:gd name="T8" fmla="*/ 8 w 145"/>
                  <a:gd name="T9" fmla="*/ 130 h 1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5" h="132">
                    <a:moveTo>
                      <a:pt x="8" y="130"/>
                    </a:moveTo>
                    <a:lnTo>
                      <a:pt x="0" y="132"/>
                    </a:lnTo>
                    <a:lnTo>
                      <a:pt x="138" y="1"/>
                    </a:lnTo>
                    <a:lnTo>
                      <a:pt x="145" y="0"/>
                    </a:lnTo>
                    <a:lnTo>
                      <a:pt x="8" y="130"/>
                    </a:lnTo>
                    <a:close/>
                  </a:path>
                </a:pathLst>
              </a:custGeom>
              <a:solidFill>
                <a:srgbClr val="408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15" name="Line 154">
                <a:extLst>
                  <a:ext uri="{FF2B5EF4-FFF2-40B4-BE49-F238E27FC236}">
                    <a16:creationId xmlns:a16="http://schemas.microsoft.com/office/drawing/2014/main" id="{2A01585D-AD79-4B49-BFBC-D968269058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82" y="1367"/>
                <a:ext cx="137" cy="130"/>
              </a:xfrm>
              <a:prstGeom prst="line">
                <a:avLst/>
              </a:prstGeom>
              <a:noFill/>
              <a:ln w="1588">
                <a:solidFill>
                  <a:srgbClr val="40806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16" name="Freeform 155">
                <a:extLst>
                  <a:ext uri="{FF2B5EF4-FFF2-40B4-BE49-F238E27FC236}">
                    <a16:creationId xmlns:a16="http://schemas.microsoft.com/office/drawing/2014/main" id="{B0F87900-33EC-102E-5AA3-4473F3F7D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8" y="1367"/>
                <a:ext cx="141" cy="132"/>
              </a:xfrm>
              <a:custGeom>
                <a:avLst/>
                <a:gdLst>
                  <a:gd name="T0" fmla="*/ 4 w 141"/>
                  <a:gd name="T1" fmla="*/ 130 h 132"/>
                  <a:gd name="T2" fmla="*/ 0 w 141"/>
                  <a:gd name="T3" fmla="*/ 132 h 132"/>
                  <a:gd name="T4" fmla="*/ 137 w 141"/>
                  <a:gd name="T5" fmla="*/ 1 h 132"/>
                  <a:gd name="T6" fmla="*/ 141 w 141"/>
                  <a:gd name="T7" fmla="*/ 0 h 132"/>
                  <a:gd name="T8" fmla="*/ 4 w 141"/>
                  <a:gd name="T9" fmla="*/ 130 h 1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32">
                    <a:moveTo>
                      <a:pt x="4" y="130"/>
                    </a:moveTo>
                    <a:lnTo>
                      <a:pt x="0" y="132"/>
                    </a:lnTo>
                    <a:lnTo>
                      <a:pt x="137" y="1"/>
                    </a:lnTo>
                    <a:lnTo>
                      <a:pt x="141" y="0"/>
                    </a:lnTo>
                    <a:lnTo>
                      <a:pt x="4" y="130"/>
                    </a:lnTo>
                    <a:close/>
                  </a:path>
                </a:pathLst>
              </a:custGeom>
              <a:solidFill>
                <a:srgbClr val="408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17" name="Freeform 156">
                <a:extLst>
                  <a:ext uri="{FF2B5EF4-FFF2-40B4-BE49-F238E27FC236}">
                    <a16:creationId xmlns:a16="http://schemas.microsoft.com/office/drawing/2014/main" id="{7DD2B196-1EFC-2418-A30C-E530D819B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4" y="1368"/>
                <a:ext cx="141" cy="131"/>
              </a:xfrm>
              <a:custGeom>
                <a:avLst/>
                <a:gdLst>
                  <a:gd name="T0" fmla="*/ 4 w 141"/>
                  <a:gd name="T1" fmla="*/ 131 h 131"/>
                  <a:gd name="T2" fmla="*/ 0 w 141"/>
                  <a:gd name="T3" fmla="*/ 131 h 131"/>
                  <a:gd name="T4" fmla="*/ 138 w 141"/>
                  <a:gd name="T5" fmla="*/ 0 h 131"/>
                  <a:gd name="T6" fmla="*/ 141 w 141"/>
                  <a:gd name="T7" fmla="*/ 0 h 131"/>
                  <a:gd name="T8" fmla="*/ 4 w 141"/>
                  <a:gd name="T9" fmla="*/ 131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31">
                    <a:moveTo>
                      <a:pt x="4" y="131"/>
                    </a:moveTo>
                    <a:lnTo>
                      <a:pt x="0" y="131"/>
                    </a:lnTo>
                    <a:lnTo>
                      <a:pt x="138" y="0"/>
                    </a:lnTo>
                    <a:lnTo>
                      <a:pt x="141" y="0"/>
                    </a:lnTo>
                    <a:lnTo>
                      <a:pt x="4" y="131"/>
                    </a:lnTo>
                    <a:close/>
                  </a:path>
                </a:pathLst>
              </a:custGeom>
              <a:solidFill>
                <a:srgbClr val="4386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18" name="Freeform 157">
                <a:extLst>
                  <a:ext uri="{FF2B5EF4-FFF2-40B4-BE49-F238E27FC236}">
                    <a16:creationId xmlns:a16="http://schemas.microsoft.com/office/drawing/2014/main" id="{B8E829D3-4A91-A38A-7019-0960BA9A0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368"/>
                <a:ext cx="141" cy="133"/>
              </a:xfrm>
              <a:custGeom>
                <a:avLst/>
                <a:gdLst>
                  <a:gd name="T0" fmla="*/ 3 w 141"/>
                  <a:gd name="T1" fmla="*/ 131 h 133"/>
                  <a:gd name="T2" fmla="*/ 0 w 141"/>
                  <a:gd name="T3" fmla="*/ 133 h 133"/>
                  <a:gd name="T4" fmla="*/ 137 w 141"/>
                  <a:gd name="T5" fmla="*/ 2 h 133"/>
                  <a:gd name="T6" fmla="*/ 141 w 141"/>
                  <a:gd name="T7" fmla="*/ 0 h 133"/>
                  <a:gd name="T8" fmla="*/ 3 w 141"/>
                  <a:gd name="T9" fmla="*/ 131 h 1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33">
                    <a:moveTo>
                      <a:pt x="3" y="131"/>
                    </a:moveTo>
                    <a:lnTo>
                      <a:pt x="0" y="133"/>
                    </a:lnTo>
                    <a:lnTo>
                      <a:pt x="137" y="2"/>
                    </a:lnTo>
                    <a:lnTo>
                      <a:pt x="141" y="0"/>
                    </a:lnTo>
                    <a:lnTo>
                      <a:pt x="3" y="131"/>
                    </a:lnTo>
                    <a:close/>
                  </a:path>
                </a:pathLst>
              </a:custGeom>
              <a:solidFill>
                <a:srgbClr val="478D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19" name="Line 158">
                <a:extLst>
                  <a:ext uri="{FF2B5EF4-FFF2-40B4-BE49-F238E27FC236}">
                    <a16:creationId xmlns:a16="http://schemas.microsoft.com/office/drawing/2014/main" id="{4A7FDCF4-C7AB-0C31-9BF2-69E931873E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4" y="1368"/>
                <a:ext cx="138" cy="131"/>
              </a:xfrm>
              <a:prstGeom prst="line">
                <a:avLst/>
              </a:prstGeom>
              <a:noFill/>
              <a:ln w="1588">
                <a:solidFill>
                  <a:srgbClr val="478D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20" name="Freeform 159">
                <a:extLst>
                  <a:ext uri="{FF2B5EF4-FFF2-40B4-BE49-F238E27FC236}">
                    <a16:creationId xmlns:a16="http://schemas.microsoft.com/office/drawing/2014/main" id="{7C986C36-0C4A-33FD-9EFF-CC56982FA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9" y="1756"/>
                <a:ext cx="144" cy="137"/>
              </a:xfrm>
              <a:custGeom>
                <a:avLst/>
                <a:gdLst>
                  <a:gd name="T0" fmla="*/ 7 w 144"/>
                  <a:gd name="T1" fmla="*/ 131 h 137"/>
                  <a:gd name="T2" fmla="*/ 0 w 144"/>
                  <a:gd name="T3" fmla="*/ 137 h 137"/>
                  <a:gd name="T4" fmla="*/ 137 w 144"/>
                  <a:gd name="T5" fmla="*/ 6 h 137"/>
                  <a:gd name="T6" fmla="*/ 144 w 144"/>
                  <a:gd name="T7" fmla="*/ 0 h 137"/>
                  <a:gd name="T8" fmla="*/ 7 w 144"/>
                  <a:gd name="T9" fmla="*/ 131 h 1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4" h="137">
                    <a:moveTo>
                      <a:pt x="7" y="131"/>
                    </a:moveTo>
                    <a:lnTo>
                      <a:pt x="0" y="137"/>
                    </a:lnTo>
                    <a:lnTo>
                      <a:pt x="137" y="6"/>
                    </a:lnTo>
                    <a:lnTo>
                      <a:pt x="144" y="0"/>
                    </a:lnTo>
                    <a:lnTo>
                      <a:pt x="7" y="131"/>
                    </a:lnTo>
                    <a:close/>
                  </a:path>
                </a:pathLst>
              </a:custGeom>
              <a:solidFill>
                <a:srgbClr val="52A3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21" name="Line 160">
                <a:extLst>
                  <a:ext uri="{FF2B5EF4-FFF2-40B4-BE49-F238E27FC236}">
                    <a16:creationId xmlns:a16="http://schemas.microsoft.com/office/drawing/2014/main" id="{72663117-A9D1-3677-475C-4967447976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56" y="1756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2A37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22" name="Freeform 161">
                <a:extLst>
                  <a:ext uri="{FF2B5EF4-FFF2-40B4-BE49-F238E27FC236}">
                    <a16:creationId xmlns:a16="http://schemas.microsoft.com/office/drawing/2014/main" id="{D27C4510-093F-1568-7AA6-5926AD8A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" y="1762"/>
                <a:ext cx="143" cy="135"/>
              </a:xfrm>
              <a:custGeom>
                <a:avLst/>
                <a:gdLst>
                  <a:gd name="T0" fmla="*/ 6 w 143"/>
                  <a:gd name="T1" fmla="*/ 131 h 135"/>
                  <a:gd name="T2" fmla="*/ 0 w 143"/>
                  <a:gd name="T3" fmla="*/ 135 h 135"/>
                  <a:gd name="T4" fmla="*/ 138 w 143"/>
                  <a:gd name="T5" fmla="*/ 4 h 135"/>
                  <a:gd name="T6" fmla="*/ 143 w 143"/>
                  <a:gd name="T7" fmla="*/ 0 h 135"/>
                  <a:gd name="T8" fmla="*/ 6 w 143"/>
                  <a:gd name="T9" fmla="*/ 131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3" h="135">
                    <a:moveTo>
                      <a:pt x="6" y="131"/>
                    </a:moveTo>
                    <a:lnTo>
                      <a:pt x="0" y="135"/>
                    </a:lnTo>
                    <a:lnTo>
                      <a:pt x="138" y="4"/>
                    </a:lnTo>
                    <a:lnTo>
                      <a:pt x="143" y="0"/>
                    </a:lnTo>
                    <a:lnTo>
                      <a:pt x="6" y="131"/>
                    </a:lnTo>
                    <a:close/>
                  </a:path>
                </a:pathLst>
              </a:custGeom>
              <a:solidFill>
                <a:srgbClr val="509F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23" name="Line 162">
                <a:extLst>
                  <a:ext uri="{FF2B5EF4-FFF2-40B4-BE49-F238E27FC236}">
                    <a16:creationId xmlns:a16="http://schemas.microsoft.com/office/drawing/2014/main" id="{0C47AD18-C1EF-AE08-570A-D1C1D05982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9" y="1762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09F7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24" name="Freeform 163">
                <a:extLst>
                  <a:ext uri="{FF2B5EF4-FFF2-40B4-BE49-F238E27FC236}">
                    <a16:creationId xmlns:a16="http://schemas.microsoft.com/office/drawing/2014/main" id="{DC932FEB-56DB-84DB-D663-98A9094DD6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1" y="1681"/>
                <a:ext cx="146" cy="216"/>
              </a:xfrm>
              <a:custGeom>
                <a:avLst/>
                <a:gdLst>
                  <a:gd name="T0" fmla="*/ 0 w 146"/>
                  <a:gd name="T1" fmla="*/ 216 h 216"/>
                  <a:gd name="T2" fmla="*/ 8 w 146"/>
                  <a:gd name="T3" fmla="*/ 131 h 216"/>
                  <a:gd name="T4" fmla="*/ 146 w 146"/>
                  <a:gd name="T5" fmla="*/ 0 h 216"/>
                  <a:gd name="T6" fmla="*/ 137 w 146"/>
                  <a:gd name="T7" fmla="*/ 85 h 216"/>
                  <a:gd name="T8" fmla="*/ 0 w 146"/>
                  <a:gd name="T9" fmla="*/ 216 h 2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6" h="216">
                    <a:moveTo>
                      <a:pt x="0" y="216"/>
                    </a:moveTo>
                    <a:lnTo>
                      <a:pt x="8" y="131"/>
                    </a:lnTo>
                    <a:lnTo>
                      <a:pt x="146" y="0"/>
                    </a:lnTo>
                    <a:lnTo>
                      <a:pt x="137" y="85"/>
                    </a:lnTo>
                    <a:lnTo>
                      <a:pt x="0" y="216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25" name="Line 164">
                <a:extLst>
                  <a:ext uri="{FF2B5EF4-FFF2-40B4-BE49-F238E27FC236}">
                    <a16:creationId xmlns:a16="http://schemas.microsoft.com/office/drawing/2014/main" id="{35E4F368-88B8-9859-D103-C210D75E54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81" y="1766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26" name="Freeform 165">
                <a:extLst>
                  <a:ext uri="{FF2B5EF4-FFF2-40B4-BE49-F238E27FC236}">
                    <a16:creationId xmlns:a16="http://schemas.microsoft.com/office/drawing/2014/main" id="{A8B8B78C-F328-7299-68CB-C85D1C561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4" y="1662"/>
                <a:ext cx="143" cy="150"/>
              </a:xfrm>
              <a:custGeom>
                <a:avLst/>
                <a:gdLst>
                  <a:gd name="T0" fmla="*/ 5 w 143"/>
                  <a:gd name="T1" fmla="*/ 150 h 150"/>
                  <a:gd name="T2" fmla="*/ 0 w 143"/>
                  <a:gd name="T3" fmla="*/ 131 h 150"/>
                  <a:gd name="T4" fmla="*/ 137 w 143"/>
                  <a:gd name="T5" fmla="*/ 0 h 150"/>
                  <a:gd name="T6" fmla="*/ 143 w 143"/>
                  <a:gd name="T7" fmla="*/ 19 h 150"/>
                  <a:gd name="T8" fmla="*/ 5 w 143"/>
                  <a:gd name="T9" fmla="*/ 150 h 1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3" h="150">
                    <a:moveTo>
                      <a:pt x="5" y="150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43" y="19"/>
                    </a:lnTo>
                    <a:lnTo>
                      <a:pt x="5" y="150"/>
                    </a:lnTo>
                    <a:close/>
                  </a:path>
                </a:pathLst>
              </a:custGeom>
              <a:solidFill>
                <a:srgbClr val="59B2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27" name="Line 166">
                <a:extLst>
                  <a:ext uri="{FF2B5EF4-FFF2-40B4-BE49-F238E27FC236}">
                    <a16:creationId xmlns:a16="http://schemas.microsoft.com/office/drawing/2014/main" id="{7F4304F1-7BA5-3A72-41B0-34E2C60F3F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89" y="1681"/>
                <a:ext cx="138" cy="131"/>
              </a:xfrm>
              <a:prstGeom prst="line">
                <a:avLst/>
              </a:prstGeom>
              <a:noFill/>
              <a:ln w="1588">
                <a:solidFill>
                  <a:srgbClr val="59B28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28" name="Freeform 167">
                <a:extLst>
                  <a:ext uri="{FF2B5EF4-FFF2-40B4-BE49-F238E27FC236}">
                    <a16:creationId xmlns:a16="http://schemas.microsoft.com/office/drawing/2014/main" id="{46F89B6E-EB6A-A845-60EB-D07FD658D1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9" y="1643"/>
                <a:ext cx="142" cy="150"/>
              </a:xfrm>
              <a:custGeom>
                <a:avLst/>
                <a:gdLst>
                  <a:gd name="T0" fmla="*/ 5 w 142"/>
                  <a:gd name="T1" fmla="*/ 150 h 150"/>
                  <a:gd name="T2" fmla="*/ 0 w 142"/>
                  <a:gd name="T3" fmla="*/ 132 h 150"/>
                  <a:gd name="T4" fmla="*/ 137 w 142"/>
                  <a:gd name="T5" fmla="*/ 0 h 150"/>
                  <a:gd name="T6" fmla="*/ 142 w 142"/>
                  <a:gd name="T7" fmla="*/ 19 h 150"/>
                  <a:gd name="T8" fmla="*/ 5 w 142"/>
                  <a:gd name="T9" fmla="*/ 150 h 1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2" h="150">
                    <a:moveTo>
                      <a:pt x="5" y="150"/>
                    </a:moveTo>
                    <a:lnTo>
                      <a:pt x="0" y="132"/>
                    </a:lnTo>
                    <a:lnTo>
                      <a:pt x="137" y="0"/>
                    </a:lnTo>
                    <a:lnTo>
                      <a:pt x="142" y="19"/>
                    </a:lnTo>
                    <a:lnTo>
                      <a:pt x="5" y="150"/>
                    </a:lnTo>
                    <a:close/>
                  </a:path>
                </a:pathLst>
              </a:custGeom>
              <a:solidFill>
                <a:srgbClr val="59B3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29" name="Line 168">
                <a:extLst>
                  <a:ext uri="{FF2B5EF4-FFF2-40B4-BE49-F238E27FC236}">
                    <a16:creationId xmlns:a16="http://schemas.microsoft.com/office/drawing/2014/main" id="{ED0938B2-BA87-31A2-3E1C-B547B6E38A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84" y="1662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9B38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30" name="Freeform 169">
                <a:extLst>
                  <a:ext uri="{FF2B5EF4-FFF2-40B4-BE49-F238E27FC236}">
                    <a16:creationId xmlns:a16="http://schemas.microsoft.com/office/drawing/2014/main" id="{08F13AC2-0D46-0E6D-00B8-445A928E5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6" y="1624"/>
                <a:ext cx="140" cy="151"/>
              </a:xfrm>
              <a:custGeom>
                <a:avLst/>
                <a:gdLst>
                  <a:gd name="T0" fmla="*/ 3 w 140"/>
                  <a:gd name="T1" fmla="*/ 151 h 151"/>
                  <a:gd name="T2" fmla="*/ 0 w 140"/>
                  <a:gd name="T3" fmla="*/ 131 h 151"/>
                  <a:gd name="T4" fmla="*/ 137 w 140"/>
                  <a:gd name="T5" fmla="*/ 0 h 151"/>
                  <a:gd name="T6" fmla="*/ 140 w 140"/>
                  <a:gd name="T7" fmla="*/ 19 h 151"/>
                  <a:gd name="T8" fmla="*/ 3 w 140"/>
                  <a:gd name="T9" fmla="*/ 151 h 1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51">
                    <a:moveTo>
                      <a:pt x="3" y="151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40" y="19"/>
                    </a:lnTo>
                    <a:lnTo>
                      <a:pt x="3" y="151"/>
                    </a:lnTo>
                    <a:close/>
                  </a:path>
                </a:pathLst>
              </a:custGeom>
              <a:solidFill>
                <a:srgbClr val="5AB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31" name="Line 170">
                <a:extLst>
                  <a:ext uri="{FF2B5EF4-FFF2-40B4-BE49-F238E27FC236}">
                    <a16:creationId xmlns:a16="http://schemas.microsoft.com/office/drawing/2014/main" id="{17C19C13-319A-2EB1-B2ED-7172BFBCE6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9" y="1643"/>
                <a:ext cx="137" cy="132"/>
              </a:xfrm>
              <a:prstGeom prst="line">
                <a:avLst/>
              </a:prstGeom>
              <a:noFill/>
              <a:ln w="1588">
                <a:solidFill>
                  <a:srgbClr val="5AB3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32" name="Freeform 171">
                <a:extLst>
                  <a:ext uri="{FF2B5EF4-FFF2-40B4-BE49-F238E27FC236}">
                    <a16:creationId xmlns:a16="http://schemas.microsoft.com/office/drawing/2014/main" id="{D3D34C59-0BEA-0C7B-D5A4-E5747583A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605"/>
                <a:ext cx="140" cy="150"/>
              </a:xfrm>
              <a:custGeom>
                <a:avLst/>
                <a:gdLst>
                  <a:gd name="T0" fmla="*/ 3 w 140"/>
                  <a:gd name="T1" fmla="*/ 150 h 150"/>
                  <a:gd name="T2" fmla="*/ 0 w 140"/>
                  <a:gd name="T3" fmla="*/ 130 h 150"/>
                  <a:gd name="T4" fmla="*/ 138 w 140"/>
                  <a:gd name="T5" fmla="*/ 0 h 150"/>
                  <a:gd name="T6" fmla="*/ 140 w 140"/>
                  <a:gd name="T7" fmla="*/ 19 h 150"/>
                  <a:gd name="T8" fmla="*/ 3 w 140"/>
                  <a:gd name="T9" fmla="*/ 150 h 1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50">
                    <a:moveTo>
                      <a:pt x="3" y="150"/>
                    </a:moveTo>
                    <a:lnTo>
                      <a:pt x="0" y="130"/>
                    </a:lnTo>
                    <a:lnTo>
                      <a:pt x="138" y="0"/>
                    </a:lnTo>
                    <a:lnTo>
                      <a:pt x="140" y="19"/>
                    </a:lnTo>
                    <a:lnTo>
                      <a:pt x="3" y="150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33" name="Line 172">
                <a:extLst>
                  <a:ext uri="{FF2B5EF4-FFF2-40B4-BE49-F238E27FC236}">
                    <a16:creationId xmlns:a16="http://schemas.microsoft.com/office/drawing/2014/main" id="{0755CC39-A7FD-44EE-74F0-A969A4D437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6" y="1624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34" name="Freeform 173">
                <a:extLst>
                  <a:ext uri="{FF2B5EF4-FFF2-40B4-BE49-F238E27FC236}">
                    <a16:creationId xmlns:a16="http://schemas.microsoft.com/office/drawing/2014/main" id="{77511254-B0A9-0906-0D34-DD17565450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1" y="1565"/>
                <a:ext cx="140" cy="170"/>
              </a:xfrm>
              <a:custGeom>
                <a:avLst/>
                <a:gdLst>
                  <a:gd name="T0" fmla="*/ 2 w 140"/>
                  <a:gd name="T1" fmla="*/ 170 h 170"/>
                  <a:gd name="T2" fmla="*/ 0 w 140"/>
                  <a:gd name="T3" fmla="*/ 131 h 170"/>
                  <a:gd name="T4" fmla="*/ 137 w 140"/>
                  <a:gd name="T5" fmla="*/ 0 h 170"/>
                  <a:gd name="T6" fmla="*/ 140 w 140"/>
                  <a:gd name="T7" fmla="*/ 40 h 170"/>
                  <a:gd name="T8" fmla="*/ 2 w 140"/>
                  <a:gd name="T9" fmla="*/ 170 h 1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70">
                    <a:moveTo>
                      <a:pt x="2" y="170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40" y="40"/>
                    </a:lnTo>
                    <a:lnTo>
                      <a:pt x="2" y="170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35" name="Line 174">
                <a:extLst>
                  <a:ext uri="{FF2B5EF4-FFF2-40B4-BE49-F238E27FC236}">
                    <a16:creationId xmlns:a16="http://schemas.microsoft.com/office/drawing/2014/main" id="{9A44C9C4-87D0-E6EA-14E2-59C66D798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3" y="1605"/>
                <a:ext cx="138" cy="130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36" name="Freeform 175">
                <a:extLst>
                  <a:ext uri="{FF2B5EF4-FFF2-40B4-BE49-F238E27FC236}">
                    <a16:creationId xmlns:a16="http://schemas.microsoft.com/office/drawing/2014/main" id="{AAAEFE4B-7BF6-F633-ECFD-1BCECA88B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0" y="1524"/>
                <a:ext cx="138" cy="172"/>
              </a:xfrm>
              <a:custGeom>
                <a:avLst/>
                <a:gdLst>
                  <a:gd name="T0" fmla="*/ 1 w 138"/>
                  <a:gd name="T1" fmla="*/ 172 h 172"/>
                  <a:gd name="T2" fmla="*/ 0 w 138"/>
                  <a:gd name="T3" fmla="*/ 131 h 172"/>
                  <a:gd name="T4" fmla="*/ 138 w 138"/>
                  <a:gd name="T5" fmla="*/ 0 h 172"/>
                  <a:gd name="T6" fmla="*/ 138 w 138"/>
                  <a:gd name="T7" fmla="*/ 41 h 172"/>
                  <a:gd name="T8" fmla="*/ 1 w 138"/>
                  <a:gd name="T9" fmla="*/ 172 h 1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8" h="172">
                    <a:moveTo>
                      <a:pt x="1" y="172"/>
                    </a:moveTo>
                    <a:lnTo>
                      <a:pt x="0" y="131"/>
                    </a:lnTo>
                    <a:lnTo>
                      <a:pt x="138" y="0"/>
                    </a:lnTo>
                    <a:lnTo>
                      <a:pt x="138" y="41"/>
                    </a:lnTo>
                    <a:lnTo>
                      <a:pt x="1" y="172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37" name="Line 176">
                <a:extLst>
                  <a:ext uri="{FF2B5EF4-FFF2-40B4-BE49-F238E27FC236}">
                    <a16:creationId xmlns:a16="http://schemas.microsoft.com/office/drawing/2014/main" id="{C804497C-024A-5759-E464-967A711A2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1" y="1565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38" name="Freeform 177">
                <a:extLst>
                  <a:ext uri="{FF2B5EF4-FFF2-40B4-BE49-F238E27FC236}">
                    <a16:creationId xmlns:a16="http://schemas.microsoft.com/office/drawing/2014/main" id="{76324856-1FF3-11F4-FAD3-B68ED81FA9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0" y="1484"/>
                <a:ext cx="139" cy="171"/>
              </a:xfrm>
              <a:custGeom>
                <a:avLst/>
                <a:gdLst>
                  <a:gd name="T0" fmla="*/ 0 w 139"/>
                  <a:gd name="T1" fmla="*/ 171 h 171"/>
                  <a:gd name="T2" fmla="*/ 2 w 139"/>
                  <a:gd name="T3" fmla="*/ 130 h 171"/>
                  <a:gd name="T4" fmla="*/ 139 w 139"/>
                  <a:gd name="T5" fmla="*/ 0 h 171"/>
                  <a:gd name="T6" fmla="*/ 138 w 139"/>
                  <a:gd name="T7" fmla="*/ 40 h 171"/>
                  <a:gd name="T8" fmla="*/ 0 w 139"/>
                  <a:gd name="T9" fmla="*/ 171 h 1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9" h="171">
                    <a:moveTo>
                      <a:pt x="0" y="171"/>
                    </a:moveTo>
                    <a:lnTo>
                      <a:pt x="2" y="130"/>
                    </a:lnTo>
                    <a:lnTo>
                      <a:pt x="139" y="0"/>
                    </a:lnTo>
                    <a:lnTo>
                      <a:pt x="138" y="40"/>
                    </a:lnTo>
                    <a:lnTo>
                      <a:pt x="0" y="171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39" name="Line 178">
                <a:extLst>
                  <a:ext uri="{FF2B5EF4-FFF2-40B4-BE49-F238E27FC236}">
                    <a16:creationId xmlns:a16="http://schemas.microsoft.com/office/drawing/2014/main" id="{FA756B8D-A453-5EEE-D8EB-CB17BE0B59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0" y="1524"/>
                <a:ext cx="138" cy="131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40" name="Freeform 179">
                <a:extLst>
                  <a:ext uri="{FF2B5EF4-FFF2-40B4-BE49-F238E27FC236}">
                    <a16:creationId xmlns:a16="http://schemas.microsoft.com/office/drawing/2014/main" id="{02E8CBA0-1779-EF3E-5C9E-174D4E728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2" y="1444"/>
                <a:ext cx="140" cy="170"/>
              </a:xfrm>
              <a:custGeom>
                <a:avLst/>
                <a:gdLst>
                  <a:gd name="T0" fmla="*/ 0 w 140"/>
                  <a:gd name="T1" fmla="*/ 170 h 170"/>
                  <a:gd name="T2" fmla="*/ 3 w 140"/>
                  <a:gd name="T3" fmla="*/ 131 h 170"/>
                  <a:gd name="T4" fmla="*/ 140 w 140"/>
                  <a:gd name="T5" fmla="*/ 0 h 170"/>
                  <a:gd name="T6" fmla="*/ 137 w 140"/>
                  <a:gd name="T7" fmla="*/ 40 h 170"/>
                  <a:gd name="T8" fmla="*/ 0 w 140"/>
                  <a:gd name="T9" fmla="*/ 170 h 1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70">
                    <a:moveTo>
                      <a:pt x="0" y="170"/>
                    </a:moveTo>
                    <a:lnTo>
                      <a:pt x="3" y="131"/>
                    </a:lnTo>
                    <a:lnTo>
                      <a:pt x="140" y="0"/>
                    </a:lnTo>
                    <a:lnTo>
                      <a:pt x="137" y="40"/>
                    </a:lnTo>
                    <a:lnTo>
                      <a:pt x="0" y="170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41" name="Line 180">
                <a:extLst>
                  <a:ext uri="{FF2B5EF4-FFF2-40B4-BE49-F238E27FC236}">
                    <a16:creationId xmlns:a16="http://schemas.microsoft.com/office/drawing/2014/main" id="{2B7B66FC-3832-9693-80EA-62917F2B41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2" y="1484"/>
                <a:ext cx="137" cy="130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42" name="Freeform 181">
                <a:extLst>
                  <a:ext uri="{FF2B5EF4-FFF2-40B4-BE49-F238E27FC236}">
                    <a16:creationId xmlns:a16="http://schemas.microsoft.com/office/drawing/2014/main" id="{5D35BB43-327F-F882-54CA-751B57E67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5" y="1365"/>
                <a:ext cx="143" cy="210"/>
              </a:xfrm>
              <a:custGeom>
                <a:avLst/>
                <a:gdLst>
                  <a:gd name="T0" fmla="*/ 0 w 143"/>
                  <a:gd name="T1" fmla="*/ 210 h 210"/>
                  <a:gd name="T2" fmla="*/ 6 w 143"/>
                  <a:gd name="T3" fmla="*/ 131 h 210"/>
                  <a:gd name="T4" fmla="*/ 143 w 143"/>
                  <a:gd name="T5" fmla="*/ 0 h 210"/>
                  <a:gd name="T6" fmla="*/ 137 w 143"/>
                  <a:gd name="T7" fmla="*/ 79 h 210"/>
                  <a:gd name="T8" fmla="*/ 0 w 143"/>
                  <a:gd name="T9" fmla="*/ 210 h 2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3" h="210">
                    <a:moveTo>
                      <a:pt x="0" y="210"/>
                    </a:moveTo>
                    <a:lnTo>
                      <a:pt x="6" y="131"/>
                    </a:lnTo>
                    <a:lnTo>
                      <a:pt x="143" y="0"/>
                    </a:lnTo>
                    <a:lnTo>
                      <a:pt x="137" y="79"/>
                    </a:lnTo>
                    <a:lnTo>
                      <a:pt x="0" y="210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43" name="Line 182">
                <a:extLst>
                  <a:ext uri="{FF2B5EF4-FFF2-40B4-BE49-F238E27FC236}">
                    <a16:creationId xmlns:a16="http://schemas.microsoft.com/office/drawing/2014/main" id="{04A38041-705F-87C3-DF5C-D176C447F1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5" y="1444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44" name="Freeform 183">
                <a:extLst>
                  <a:ext uri="{FF2B5EF4-FFF2-40B4-BE49-F238E27FC236}">
                    <a16:creationId xmlns:a16="http://schemas.microsoft.com/office/drawing/2014/main" id="{1012A856-B86D-D527-CE26-52BD643985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0" y="1365"/>
                <a:ext cx="2118" cy="131"/>
              </a:xfrm>
              <a:custGeom>
                <a:avLst/>
                <a:gdLst>
                  <a:gd name="T0" fmla="*/ 1981 w 2118"/>
                  <a:gd name="T1" fmla="*/ 131 h 131"/>
                  <a:gd name="T2" fmla="*/ 0 w 2118"/>
                  <a:gd name="T3" fmla="*/ 131 h 131"/>
                  <a:gd name="T4" fmla="*/ 137 w 2118"/>
                  <a:gd name="T5" fmla="*/ 0 h 131"/>
                  <a:gd name="T6" fmla="*/ 2118 w 2118"/>
                  <a:gd name="T7" fmla="*/ 0 h 131"/>
                  <a:gd name="T8" fmla="*/ 1981 w 2118"/>
                  <a:gd name="T9" fmla="*/ 131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18" h="131">
                    <a:moveTo>
                      <a:pt x="1981" y="131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2118" y="0"/>
                    </a:lnTo>
                    <a:lnTo>
                      <a:pt x="1981" y="131"/>
                    </a:lnTo>
                    <a:close/>
                  </a:path>
                </a:pathLst>
              </a:custGeom>
              <a:solidFill>
                <a:srgbClr val="3D7A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45" name="Line 184">
                <a:extLst>
                  <a:ext uri="{FF2B5EF4-FFF2-40B4-BE49-F238E27FC236}">
                    <a16:creationId xmlns:a16="http://schemas.microsoft.com/office/drawing/2014/main" id="{87DF144C-5C39-7118-4AA1-DB07AAF9D9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81" y="1365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3D7A5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46" name="Freeform 185">
                <a:extLst>
                  <a:ext uri="{FF2B5EF4-FFF2-40B4-BE49-F238E27FC236}">
                    <a16:creationId xmlns:a16="http://schemas.microsoft.com/office/drawing/2014/main" id="{9D75A786-D73F-7193-8172-6A41AE641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2" y="1496"/>
                <a:ext cx="2047" cy="407"/>
              </a:xfrm>
              <a:custGeom>
                <a:avLst/>
                <a:gdLst>
                  <a:gd name="T0" fmla="*/ 49 w 2047"/>
                  <a:gd name="T1" fmla="*/ 1 h 407"/>
                  <a:gd name="T2" fmla="*/ 32 w 2047"/>
                  <a:gd name="T3" fmla="*/ 3 h 407"/>
                  <a:gd name="T4" fmla="*/ 26 w 2047"/>
                  <a:gd name="T5" fmla="*/ 7 h 407"/>
                  <a:gd name="T6" fmla="*/ 21 w 2047"/>
                  <a:gd name="T7" fmla="*/ 20 h 407"/>
                  <a:gd name="T8" fmla="*/ 18 w 2047"/>
                  <a:gd name="T9" fmla="*/ 47 h 407"/>
                  <a:gd name="T10" fmla="*/ 13 w 2047"/>
                  <a:gd name="T11" fmla="*/ 92 h 407"/>
                  <a:gd name="T12" fmla="*/ 8 w 2047"/>
                  <a:gd name="T13" fmla="*/ 150 h 407"/>
                  <a:gd name="T14" fmla="*/ 5 w 2047"/>
                  <a:gd name="T15" fmla="*/ 210 h 407"/>
                  <a:gd name="T16" fmla="*/ 9 w 2047"/>
                  <a:gd name="T17" fmla="*/ 299 h 407"/>
                  <a:gd name="T18" fmla="*/ 22 w 2047"/>
                  <a:gd name="T19" fmla="*/ 335 h 407"/>
                  <a:gd name="T20" fmla="*/ 26 w 2047"/>
                  <a:gd name="T21" fmla="*/ 362 h 407"/>
                  <a:gd name="T22" fmla="*/ 23 w 2047"/>
                  <a:gd name="T23" fmla="*/ 376 h 407"/>
                  <a:gd name="T24" fmla="*/ 14 w 2047"/>
                  <a:gd name="T25" fmla="*/ 391 h 407"/>
                  <a:gd name="T26" fmla="*/ 1 w 2047"/>
                  <a:gd name="T27" fmla="*/ 401 h 407"/>
                  <a:gd name="T28" fmla="*/ 5 w 2047"/>
                  <a:gd name="T29" fmla="*/ 401 h 407"/>
                  <a:gd name="T30" fmla="*/ 102 w 2047"/>
                  <a:gd name="T31" fmla="*/ 393 h 407"/>
                  <a:gd name="T32" fmla="*/ 180 w 2047"/>
                  <a:gd name="T33" fmla="*/ 391 h 407"/>
                  <a:gd name="T34" fmla="*/ 259 w 2047"/>
                  <a:gd name="T35" fmla="*/ 381 h 407"/>
                  <a:gd name="T36" fmla="*/ 303 w 2047"/>
                  <a:gd name="T37" fmla="*/ 372 h 407"/>
                  <a:gd name="T38" fmla="*/ 383 w 2047"/>
                  <a:gd name="T39" fmla="*/ 366 h 407"/>
                  <a:gd name="T40" fmla="*/ 559 w 2047"/>
                  <a:gd name="T41" fmla="*/ 361 h 407"/>
                  <a:gd name="T42" fmla="*/ 591 w 2047"/>
                  <a:gd name="T43" fmla="*/ 368 h 407"/>
                  <a:gd name="T44" fmla="*/ 657 w 2047"/>
                  <a:gd name="T45" fmla="*/ 387 h 407"/>
                  <a:gd name="T46" fmla="*/ 688 w 2047"/>
                  <a:gd name="T47" fmla="*/ 392 h 407"/>
                  <a:gd name="T48" fmla="*/ 831 w 2047"/>
                  <a:gd name="T49" fmla="*/ 402 h 407"/>
                  <a:gd name="T50" fmla="*/ 917 w 2047"/>
                  <a:gd name="T51" fmla="*/ 407 h 407"/>
                  <a:gd name="T52" fmla="*/ 965 w 2047"/>
                  <a:gd name="T53" fmla="*/ 399 h 407"/>
                  <a:gd name="T54" fmla="*/ 1234 w 2047"/>
                  <a:gd name="T55" fmla="*/ 389 h 407"/>
                  <a:gd name="T56" fmla="*/ 1465 w 2047"/>
                  <a:gd name="T57" fmla="*/ 385 h 407"/>
                  <a:gd name="T58" fmla="*/ 1510 w 2047"/>
                  <a:gd name="T59" fmla="*/ 380 h 407"/>
                  <a:gd name="T60" fmla="*/ 1576 w 2047"/>
                  <a:gd name="T61" fmla="*/ 371 h 407"/>
                  <a:gd name="T62" fmla="*/ 1620 w 2047"/>
                  <a:gd name="T63" fmla="*/ 372 h 407"/>
                  <a:gd name="T64" fmla="*/ 1643 w 2047"/>
                  <a:gd name="T65" fmla="*/ 377 h 407"/>
                  <a:gd name="T66" fmla="*/ 1784 w 2047"/>
                  <a:gd name="T67" fmla="*/ 393 h 407"/>
                  <a:gd name="T68" fmla="*/ 1967 w 2047"/>
                  <a:gd name="T69" fmla="*/ 401 h 407"/>
                  <a:gd name="T70" fmla="*/ 2000 w 2047"/>
                  <a:gd name="T71" fmla="*/ 387 h 407"/>
                  <a:gd name="T72" fmla="*/ 2015 w 2047"/>
                  <a:gd name="T73" fmla="*/ 385 h 407"/>
                  <a:gd name="T74" fmla="*/ 2022 w 2047"/>
                  <a:gd name="T75" fmla="*/ 386 h 407"/>
                  <a:gd name="T76" fmla="*/ 2034 w 2047"/>
                  <a:gd name="T77" fmla="*/ 396 h 407"/>
                  <a:gd name="T78" fmla="*/ 2047 w 2047"/>
                  <a:gd name="T79" fmla="*/ 316 h 407"/>
                  <a:gd name="T80" fmla="*/ 2037 w 2047"/>
                  <a:gd name="T81" fmla="*/ 277 h 407"/>
                  <a:gd name="T82" fmla="*/ 2031 w 2047"/>
                  <a:gd name="T83" fmla="*/ 239 h 407"/>
                  <a:gd name="T84" fmla="*/ 2028 w 2047"/>
                  <a:gd name="T85" fmla="*/ 159 h 407"/>
                  <a:gd name="T86" fmla="*/ 2033 w 2047"/>
                  <a:gd name="T87" fmla="*/ 79 h 407"/>
                  <a:gd name="T88" fmla="*/ 58 w 2047"/>
                  <a:gd name="T89" fmla="*/ 0 h 40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047" h="407">
                    <a:moveTo>
                      <a:pt x="58" y="0"/>
                    </a:moveTo>
                    <a:lnTo>
                      <a:pt x="49" y="1"/>
                    </a:lnTo>
                    <a:lnTo>
                      <a:pt x="40" y="1"/>
                    </a:lnTo>
                    <a:lnTo>
                      <a:pt x="32" y="3"/>
                    </a:lnTo>
                    <a:lnTo>
                      <a:pt x="29" y="5"/>
                    </a:lnTo>
                    <a:lnTo>
                      <a:pt x="26" y="7"/>
                    </a:lnTo>
                    <a:lnTo>
                      <a:pt x="22" y="14"/>
                    </a:lnTo>
                    <a:lnTo>
                      <a:pt x="21" y="20"/>
                    </a:lnTo>
                    <a:lnTo>
                      <a:pt x="19" y="33"/>
                    </a:lnTo>
                    <a:lnTo>
                      <a:pt x="18" y="47"/>
                    </a:lnTo>
                    <a:lnTo>
                      <a:pt x="18" y="62"/>
                    </a:lnTo>
                    <a:lnTo>
                      <a:pt x="13" y="92"/>
                    </a:lnTo>
                    <a:lnTo>
                      <a:pt x="10" y="122"/>
                    </a:lnTo>
                    <a:lnTo>
                      <a:pt x="8" y="150"/>
                    </a:lnTo>
                    <a:lnTo>
                      <a:pt x="7" y="180"/>
                    </a:lnTo>
                    <a:lnTo>
                      <a:pt x="5" y="210"/>
                    </a:lnTo>
                    <a:lnTo>
                      <a:pt x="7" y="238"/>
                    </a:lnTo>
                    <a:lnTo>
                      <a:pt x="9" y="299"/>
                    </a:lnTo>
                    <a:lnTo>
                      <a:pt x="16" y="316"/>
                    </a:lnTo>
                    <a:lnTo>
                      <a:pt x="22" y="335"/>
                    </a:lnTo>
                    <a:lnTo>
                      <a:pt x="26" y="354"/>
                    </a:lnTo>
                    <a:lnTo>
                      <a:pt x="26" y="362"/>
                    </a:lnTo>
                    <a:lnTo>
                      <a:pt x="26" y="370"/>
                    </a:lnTo>
                    <a:lnTo>
                      <a:pt x="23" y="376"/>
                    </a:lnTo>
                    <a:lnTo>
                      <a:pt x="21" y="382"/>
                    </a:lnTo>
                    <a:lnTo>
                      <a:pt x="14" y="391"/>
                    </a:lnTo>
                    <a:lnTo>
                      <a:pt x="7" y="397"/>
                    </a:lnTo>
                    <a:lnTo>
                      <a:pt x="1" y="401"/>
                    </a:lnTo>
                    <a:lnTo>
                      <a:pt x="0" y="402"/>
                    </a:lnTo>
                    <a:lnTo>
                      <a:pt x="5" y="401"/>
                    </a:lnTo>
                    <a:lnTo>
                      <a:pt x="41" y="392"/>
                    </a:lnTo>
                    <a:lnTo>
                      <a:pt x="102" y="393"/>
                    </a:lnTo>
                    <a:lnTo>
                      <a:pt x="141" y="392"/>
                    </a:lnTo>
                    <a:lnTo>
                      <a:pt x="180" y="391"/>
                    </a:lnTo>
                    <a:lnTo>
                      <a:pt x="236" y="385"/>
                    </a:lnTo>
                    <a:lnTo>
                      <a:pt x="259" y="381"/>
                    </a:lnTo>
                    <a:lnTo>
                      <a:pt x="281" y="376"/>
                    </a:lnTo>
                    <a:lnTo>
                      <a:pt x="303" y="372"/>
                    </a:lnTo>
                    <a:lnTo>
                      <a:pt x="325" y="370"/>
                    </a:lnTo>
                    <a:lnTo>
                      <a:pt x="383" y="366"/>
                    </a:lnTo>
                    <a:lnTo>
                      <a:pt x="443" y="365"/>
                    </a:lnTo>
                    <a:lnTo>
                      <a:pt x="559" y="361"/>
                    </a:lnTo>
                    <a:lnTo>
                      <a:pt x="575" y="365"/>
                    </a:lnTo>
                    <a:lnTo>
                      <a:pt x="591" y="368"/>
                    </a:lnTo>
                    <a:lnTo>
                      <a:pt x="625" y="378"/>
                    </a:lnTo>
                    <a:lnTo>
                      <a:pt x="657" y="387"/>
                    </a:lnTo>
                    <a:lnTo>
                      <a:pt x="674" y="391"/>
                    </a:lnTo>
                    <a:lnTo>
                      <a:pt x="688" y="392"/>
                    </a:lnTo>
                    <a:lnTo>
                      <a:pt x="773" y="397"/>
                    </a:lnTo>
                    <a:lnTo>
                      <a:pt x="831" y="402"/>
                    </a:lnTo>
                    <a:lnTo>
                      <a:pt x="897" y="407"/>
                    </a:lnTo>
                    <a:lnTo>
                      <a:pt x="917" y="407"/>
                    </a:lnTo>
                    <a:lnTo>
                      <a:pt x="938" y="404"/>
                    </a:lnTo>
                    <a:lnTo>
                      <a:pt x="965" y="399"/>
                    </a:lnTo>
                    <a:lnTo>
                      <a:pt x="1004" y="392"/>
                    </a:lnTo>
                    <a:lnTo>
                      <a:pt x="1234" y="389"/>
                    </a:lnTo>
                    <a:lnTo>
                      <a:pt x="1350" y="387"/>
                    </a:lnTo>
                    <a:lnTo>
                      <a:pt x="1465" y="385"/>
                    </a:lnTo>
                    <a:lnTo>
                      <a:pt x="1488" y="383"/>
                    </a:lnTo>
                    <a:lnTo>
                      <a:pt x="1510" y="380"/>
                    </a:lnTo>
                    <a:lnTo>
                      <a:pt x="1554" y="373"/>
                    </a:lnTo>
                    <a:lnTo>
                      <a:pt x="1576" y="371"/>
                    </a:lnTo>
                    <a:lnTo>
                      <a:pt x="1598" y="370"/>
                    </a:lnTo>
                    <a:lnTo>
                      <a:pt x="1620" y="372"/>
                    </a:lnTo>
                    <a:lnTo>
                      <a:pt x="1632" y="373"/>
                    </a:lnTo>
                    <a:lnTo>
                      <a:pt x="1643" y="377"/>
                    </a:lnTo>
                    <a:lnTo>
                      <a:pt x="1722" y="387"/>
                    </a:lnTo>
                    <a:lnTo>
                      <a:pt x="1784" y="393"/>
                    </a:lnTo>
                    <a:lnTo>
                      <a:pt x="1857" y="397"/>
                    </a:lnTo>
                    <a:lnTo>
                      <a:pt x="1967" y="401"/>
                    </a:lnTo>
                    <a:lnTo>
                      <a:pt x="1985" y="392"/>
                    </a:lnTo>
                    <a:lnTo>
                      <a:pt x="2000" y="387"/>
                    </a:lnTo>
                    <a:lnTo>
                      <a:pt x="2008" y="386"/>
                    </a:lnTo>
                    <a:lnTo>
                      <a:pt x="2015" y="385"/>
                    </a:lnTo>
                    <a:lnTo>
                      <a:pt x="2019" y="385"/>
                    </a:lnTo>
                    <a:lnTo>
                      <a:pt x="2022" y="386"/>
                    </a:lnTo>
                    <a:lnTo>
                      <a:pt x="2028" y="391"/>
                    </a:lnTo>
                    <a:lnTo>
                      <a:pt x="2034" y="396"/>
                    </a:lnTo>
                    <a:lnTo>
                      <a:pt x="2039" y="401"/>
                    </a:lnTo>
                    <a:lnTo>
                      <a:pt x="2047" y="316"/>
                    </a:lnTo>
                    <a:lnTo>
                      <a:pt x="2042" y="297"/>
                    </a:lnTo>
                    <a:lnTo>
                      <a:pt x="2037" y="277"/>
                    </a:lnTo>
                    <a:lnTo>
                      <a:pt x="2034" y="259"/>
                    </a:lnTo>
                    <a:lnTo>
                      <a:pt x="2031" y="239"/>
                    </a:lnTo>
                    <a:lnTo>
                      <a:pt x="2028" y="200"/>
                    </a:lnTo>
                    <a:lnTo>
                      <a:pt x="2028" y="159"/>
                    </a:lnTo>
                    <a:lnTo>
                      <a:pt x="2030" y="118"/>
                    </a:lnTo>
                    <a:lnTo>
                      <a:pt x="2033" y="79"/>
                    </a:lnTo>
                    <a:lnTo>
                      <a:pt x="2039" y="0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4F9D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47" name="Line 186">
                <a:extLst>
                  <a:ext uri="{FF2B5EF4-FFF2-40B4-BE49-F238E27FC236}">
                    <a16:creationId xmlns:a16="http://schemas.microsoft.com/office/drawing/2014/main" id="{9537101E-F90A-98A5-53FA-2B7E07F7AC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91" y="1496"/>
                <a:ext cx="9" cy="1"/>
              </a:xfrm>
              <a:prstGeom prst="line">
                <a:avLst/>
              </a:prstGeom>
              <a:noFill/>
              <a:ln w="15875">
                <a:solidFill>
                  <a:srgbClr val="488F6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48" name="Line 187">
                <a:extLst>
                  <a:ext uri="{FF2B5EF4-FFF2-40B4-BE49-F238E27FC236}">
                    <a16:creationId xmlns:a16="http://schemas.microsoft.com/office/drawing/2014/main" id="{8102B6B4-4DD8-B764-A33B-AA0FB23749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2" y="1497"/>
                <a:ext cx="9" cy="1"/>
              </a:xfrm>
              <a:prstGeom prst="line">
                <a:avLst/>
              </a:prstGeom>
              <a:noFill/>
              <a:ln w="15875">
                <a:solidFill>
                  <a:srgbClr val="4992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49" name="Line 188">
                <a:extLst>
                  <a:ext uri="{FF2B5EF4-FFF2-40B4-BE49-F238E27FC236}">
                    <a16:creationId xmlns:a16="http://schemas.microsoft.com/office/drawing/2014/main" id="{7745E624-8DC1-324A-4F6D-19730CAA10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4" y="1497"/>
                <a:ext cx="8" cy="2"/>
              </a:xfrm>
              <a:prstGeom prst="line">
                <a:avLst/>
              </a:prstGeom>
              <a:noFill/>
              <a:ln w="15875">
                <a:solidFill>
                  <a:srgbClr val="468C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50" name="Line 189">
                <a:extLst>
                  <a:ext uri="{FF2B5EF4-FFF2-40B4-BE49-F238E27FC236}">
                    <a16:creationId xmlns:a16="http://schemas.microsoft.com/office/drawing/2014/main" id="{545BEC4D-C9FC-08DE-B90F-1D4BCBD902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1" y="1499"/>
                <a:ext cx="3" cy="2"/>
              </a:xfrm>
              <a:prstGeom prst="line">
                <a:avLst/>
              </a:prstGeom>
              <a:noFill/>
              <a:ln w="15875">
                <a:solidFill>
                  <a:srgbClr val="4B967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51" name="Line 190">
                <a:extLst>
                  <a:ext uri="{FF2B5EF4-FFF2-40B4-BE49-F238E27FC236}">
                    <a16:creationId xmlns:a16="http://schemas.microsoft.com/office/drawing/2014/main" id="{1D145C0F-0813-C42F-49ED-0983CC2A44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8" y="1501"/>
                <a:ext cx="3" cy="2"/>
              </a:xfrm>
              <a:prstGeom prst="line">
                <a:avLst/>
              </a:prstGeom>
              <a:noFill/>
              <a:ln w="15875">
                <a:solidFill>
                  <a:srgbClr val="50A17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52" name="Line 191">
                <a:extLst>
                  <a:ext uri="{FF2B5EF4-FFF2-40B4-BE49-F238E27FC236}">
                    <a16:creationId xmlns:a16="http://schemas.microsoft.com/office/drawing/2014/main" id="{738AC5C8-94FE-9374-9221-6F045A4CE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4" y="1503"/>
                <a:ext cx="4" cy="7"/>
              </a:xfrm>
              <a:prstGeom prst="line">
                <a:avLst/>
              </a:prstGeom>
              <a:noFill/>
              <a:ln w="15875">
                <a:solidFill>
                  <a:srgbClr val="54A77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53" name="Line 192">
                <a:extLst>
                  <a:ext uri="{FF2B5EF4-FFF2-40B4-BE49-F238E27FC236}">
                    <a16:creationId xmlns:a16="http://schemas.microsoft.com/office/drawing/2014/main" id="{1F220831-0459-5EBB-6C15-99C8520F8E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3" y="1510"/>
                <a:ext cx="1" cy="6"/>
              </a:xfrm>
              <a:prstGeom prst="line">
                <a:avLst/>
              </a:prstGeom>
              <a:noFill/>
              <a:ln w="15875">
                <a:solidFill>
                  <a:srgbClr val="55AA7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54" name="Line 193">
                <a:extLst>
                  <a:ext uri="{FF2B5EF4-FFF2-40B4-BE49-F238E27FC236}">
                    <a16:creationId xmlns:a16="http://schemas.microsoft.com/office/drawing/2014/main" id="{F75825F3-E2FE-6A2B-97FB-C1FC9232FE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1" y="1516"/>
                <a:ext cx="2" cy="13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55" name="Line 194">
                <a:extLst>
                  <a:ext uri="{FF2B5EF4-FFF2-40B4-BE49-F238E27FC236}">
                    <a16:creationId xmlns:a16="http://schemas.microsoft.com/office/drawing/2014/main" id="{F34B4583-4E35-D9AB-1F17-4FA3AB26C6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0" y="1529"/>
                <a:ext cx="1" cy="14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56" name="Line 195">
                <a:extLst>
                  <a:ext uri="{FF2B5EF4-FFF2-40B4-BE49-F238E27FC236}">
                    <a16:creationId xmlns:a16="http://schemas.microsoft.com/office/drawing/2014/main" id="{8EF24872-41B9-921E-9815-58D34692AB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0" y="1543"/>
                <a:ext cx="1" cy="15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57" name="Line 196">
                <a:extLst>
                  <a:ext uri="{FF2B5EF4-FFF2-40B4-BE49-F238E27FC236}">
                    <a16:creationId xmlns:a16="http://schemas.microsoft.com/office/drawing/2014/main" id="{1615895C-EB6D-716D-415F-FC63D67FEA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55" y="1558"/>
                <a:ext cx="5" cy="30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58" name="Line 197">
                <a:extLst>
                  <a:ext uri="{FF2B5EF4-FFF2-40B4-BE49-F238E27FC236}">
                    <a16:creationId xmlns:a16="http://schemas.microsoft.com/office/drawing/2014/main" id="{D3F1ECBA-0813-EC76-1874-F0265BDD1C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52" y="1588"/>
                <a:ext cx="3" cy="30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59" name="Line 198">
                <a:extLst>
                  <a:ext uri="{FF2B5EF4-FFF2-40B4-BE49-F238E27FC236}">
                    <a16:creationId xmlns:a16="http://schemas.microsoft.com/office/drawing/2014/main" id="{D5CBB796-F672-BD06-4B6C-4D8F3CD05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50" y="1618"/>
                <a:ext cx="2" cy="28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60" name="Line 199">
                <a:extLst>
                  <a:ext uri="{FF2B5EF4-FFF2-40B4-BE49-F238E27FC236}">
                    <a16:creationId xmlns:a16="http://schemas.microsoft.com/office/drawing/2014/main" id="{04F054A3-0E52-DD14-34A2-89914343C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9" y="1646"/>
                <a:ext cx="1" cy="30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61" name="Line 200">
                <a:extLst>
                  <a:ext uri="{FF2B5EF4-FFF2-40B4-BE49-F238E27FC236}">
                    <a16:creationId xmlns:a16="http://schemas.microsoft.com/office/drawing/2014/main" id="{9C7875EE-E988-4A81-7450-B376976E1D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7" y="1676"/>
                <a:ext cx="2" cy="30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62" name="Line 201">
                <a:extLst>
                  <a:ext uri="{FF2B5EF4-FFF2-40B4-BE49-F238E27FC236}">
                    <a16:creationId xmlns:a16="http://schemas.microsoft.com/office/drawing/2014/main" id="{3E0900E0-BC84-7392-2649-B500DB8113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7" y="1706"/>
                <a:ext cx="2" cy="28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63" name="Line 202">
                <a:extLst>
                  <a:ext uri="{FF2B5EF4-FFF2-40B4-BE49-F238E27FC236}">
                    <a16:creationId xmlns:a16="http://schemas.microsoft.com/office/drawing/2014/main" id="{1B0E3327-39FE-72A2-DDC3-C297F73F9F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9" y="1734"/>
                <a:ext cx="2" cy="61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64" name="Line 203">
                <a:extLst>
                  <a:ext uri="{FF2B5EF4-FFF2-40B4-BE49-F238E27FC236}">
                    <a16:creationId xmlns:a16="http://schemas.microsoft.com/office/drawing/2014/main" id="{9A08B863-1077-A25C-FD8E-813F3CAE38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1" y="1795"/>
                <a:ext cx="7" cy="17"/>
              </a:xfrm>
              <a:prstGeom prst="line">
                <a:avLst/>
              </a:prstGeom>
              <a:noFill/>
              <a:ln w="15875">
                <a:solidFill>
                  <a:srgbClr val="55A97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65" name="Line 204">
                <a:extLst>
                  <a:ext uri="{FF2B5EF4-FFF2-40B4-BE49-F238E27FC236}">
                    <a16:creationId xmlns:a16="http://schemas.microsoft.com/office/drawing/2014/main" id="{FEEE0BA3-AA46-54FE-3AF0-71BC3BFFD8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8" y="1812"/>
                <a:ext cx="6" cy="19"/>
              </a:xfrm>
              <a:prstGeom prst="line">
                <a:avLst/>
              </a:prstGeom>
              <a:noFill/>
              <a:ln w="15875">
                <a:solidFill>
                  <a:srgbClr val="55AA7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66" name="Line 205">
                <a:extLst>
                  <a:ext uri="{FF2B5EF4-FFF2-40B4-BE49-F238E27FC236}">
                    <a16:creationId xmlns:a16="http://schemas.microsoft.com/office/drawing/2014/main" id="{3691B6AD-1D6A-86DB-49EB-C9844F0121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4" y="1831"/>
                <a:ext cx="4" cy="19"/>
              </a:xfrm>
              <a:prstGeom prst="line">
                <a:avLst/>
              </a:prstGeom>
              <a:noFill/>
              <a:ln w="15875">
                <a:solidFill>
                  <a:srgbClr val="56AB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67" name="Line 206">
                <a:extLst>
                  <a:ext uri="{FF2B5EF4-FFF2-40B4-BE49-F238E27FC236}">
                    <a16:creationId xmlns:a16="http://schemas.microsoft.com/office/drawing/2014/main" id="{1E5A34A6-8F4F-E7DA-D827-E44C4C7548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850"/>
                <a:ext cx="1" cy="8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68" name="Line 207">
                <a:extLst>
                  <a:ext uri="{FF2B5EF4-FFF2-40B4-BE49-F238E27FC236}">
                    <a16:creationId xmlns:a16="http://schemas.microsoft.com/office/drawing/2014/main" id="{D118236A-CCBD-EFB5-35BC-68F0516BE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858"/>
                <a:ext cx="1" cy="8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69" name="Line 208">
                <a:extLst>
                  <a:ext uri="{FF2B5EF4-FFF2-40B4-BE49-F238E27FC236}">
                    <a16:creationId xmlns:a16="http://schemas.microsoft.com/office/drawing/2014/main" id="{1B015A24-855F-20D1-3304-A926A888F0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5" y="1866"/>
                <a:ext cx="3" cy="6"/>
              </a:xfrm>
              <a:prstGeom prst="line">
                <a:avLst/>
              </a:prstGeom>
              <a:noFill/>
              <a:ln w="15875">
                <a:solidFill>
                  <a:srgbClr val="55AA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70" name="Line 209">
                <a:extLst>
                  <a:ext uri="{FF2B5EF4-FFF2-40B4-BE49-F238E27FC236}">
                    <a16:creationId xmlns:a16="http://schemas.microsoft.com/office/drawing/2014/main" id="{0AC92C22-8071-FE8C-986E-65E9986CAF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3" y="1872"/>
                <a:ext cx="2" cy="6"/>
              </a:xfrm>
              <a:prstGeom prst="line">
                <a:avLst/>
              </a:prstGeom>
              <a:noFill/>
              <a:ln w="15875">
                <a:solidFill>
                  <a:srgbClr val="54A87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71" name="Line 210">
                <a:extLst>
                  <a:ext uri="{FF2B5EF4-FFF2-40B4-BE49-F238E27FC236}">
                    <a16:creationId xmlns:a16="http://schemas.microsoft.com/office/drawing/2014/main" id="{440633EA-51B5-A818-5830-ACD66A20D6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56" y="1878"/>
                <a:ext cx="7" cy="9"/>
              </a:xfrm>
              <a:prstGeom prst="line">
                <a:avLst/>
              </a:prstGeom>
              <a:noFill/>
              <a:ln w="15875">
                <a:solidFill>
                  <a:srgbClr val="52A47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72" name="Line 211">
                <a:extLst>
                  <a:ext uri="{FF2B5EF4-FFF2-40B4-BE49-F238E27FC236}">
                    <a16:creationId xmlns:a16="http://schemas.microsoft.com/office/drawing/2014/main" id="{4C2CE5E8-EEBD-81FB-7926-988829ED7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9" y="1887"/>
                <a:ext cx="7" cy="6"/>
              </a:xfrm>
              <a:prstGeom prst="line">
                <a:avLst/>
              </a:prstGeom>
              <a:noFill/>
              <a:ln w="15875">
                <a:solidFill>
                  <a:srgbClr val="4F9E7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" name="Group 212">
              <a:extLst>
                <a:ext uri="{FF2B5EF4-FFF2-40B4-BE49-F238E27FC236}">
                  <a16:creationId xmlns:a16="http://schemas.microsoft.com/office/drawing/2014/main" id="{E5A0C0EA-5095-F4E3-9C15-7C80FA7C1C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3" y="1463"/>
              <a:ext cx="2226" cy="575"/>
              <a:chOff x="2971" y="1489"/>
              <a:chExt cx="2226" cy="538"/>
            </a:xfrm>
          </p:grpSpPr>
          <p:sp>
            <p:nvSpPr>
              <p:cNvPr id="125073" name="Line 213">
                <a:extLst>
                  <a:ext uri="{FF2B5EF4-FFF2-40B4-BE49-F238E27FC236}">
                    <a16:creationId xmlns:a16="http://schemas.microsoft.com/office/drawing/2014/main" id="{4589F82C-AD1E-8416-AC3B-01E6B7279A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3" y="1893"/>
                <a:ext cx="6" cy="4"/>
              </a:xfrm>
              <a:prstGeom prst="line">
                <a:avLst/>
              </a:prstGeom>
              <a:noFill/>
              <a:ln w="15875">
                <a:solidFill>
                  <a:srgbClr val="4E9B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74" name="Line 214">
                <a:extLst>
                  <a:ext uri="{FF2B5EF4-FFF2-40B4-BE49-F238E27FC236}">
                    <a16:creationId xmlns:a16="http://schemas.microsoft.com/office/drawing/2014/main" id="{7252FD7E-AFEC-DA66-0D61-DCBEC96827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2" y="1897"/>
                <a:ext cx="1" cy="1"/>
              </a:xfrm>
              <a:prstGeom prst="line">
                <a:avLst/>
              </a:prstGeom>
              <a:noFill/>
              <a:ln w="15875">
                <a:solidFill>
                  <a:srgbClr val="50A07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75" name="Line 215">
                <a:extLst>
                  <a:ext uri="{FF2B5EF4-FFF2-40B4-BE49-F238E27FC236}">
                    <a16:creationId xmlns:a16="http://schemas.microsoft.com/office/drawing/2014/main" id="{A887EF68-BE02-A64C-481B-473D64092F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2" y="1897"/>
                <a:ext cx="5" cy="1"/>
              </a:xfrm>
              <a:prstGeom prst="line">
                <a:avLst/>
              </a:prstGeom>
              <a:noFill/>
              <a:ln w="15875">
                <a:solidFill>
                  <a:srgbClr val="4E9D7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76" name="Line 216">
                <a:extLst>
                  <a:ext uri="{FF2B5EF4-FFF2-40B4-BE49-F238E27FC236}">
                    <a16:creationId xmlns:a16="http://schemas.microsoft.com/office/drawing/2014/main" id="{F0CAE1C6-67AB-33E5-79EA-009B3BB3A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47" y="1888"/>
                <a:ext cx="36" cy="9"/>
              </a:xfrm>
              <a:prstGeom prst="line">
                <a:avLst/>
              </a:prstGeom>
              <a:noFill/>
              <a:ln w="15875">
                <a:solidFill>
                  <a:srgbClr val="4F9D7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77" name="Line 217">
                <a:extLst>
                  <a:ext uri="{FF2B5EF4-FFF2-40B4-BE49-F238E27FC236}">
                    <a16:creationId xmlns:a16="http://schemas.microsoft.com/office/drawing/2014/main" id="{BBFE3829-F3EA-6702-17F4-F84AEE0D86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3" y="1888"/>
                <a:ext cx="61" cy="1"/>
              </a:xfrm>
              <a:prstGeom prst="line">
                <a:avLst/>
              </a:prstGeom>
              <a:noFill/>
              <a:ln w="15875">
                <a:solidFill>
                  <a:srgbClr val="4993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78" name="Line 218">
                <a:extLst>
                  <a:ext uri="{FF2B5EF4-FFF2-40B4-BE49-F238E27FC236}">
                    <a16:creationId xmlns:a16="http://schemas.microsoft.com/office/drawing/2014/main" id="{C026C07F-F28B-B17A-D686-E8ECF831F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44" y="1888"/>
                <a:ext cx="39" cy="1"/>
              </a:xfrm>
              <a:prstGeom prst="line">
                <a:avLst/>
              </a:prstGeom>
              <a:noFill/>
              <a:ln w="15875">
                <a:solidFill>
                  <a:srgbClr val="4A93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79" name="Line 219">
                <a:extLst>
                  <a:ext uri="{FF2B5EF4-FFF2-40B4-BE49-F238E27FC236}">
                    <a16:creationId xmlns:a16="http://schemas.microsoft.com/office/drawing/2014/main" id="{F3481EEB-7BD6-E8AC-36E4-744CFB784F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83" y="1887"/>
                <a:ext cx="39" cy="1"/>
              </a:xfrm>
              <a:prstGeom prst="line">
                <a:avLst/>
              </a:prstGeom>
              <a:noFill/>
              <a:ln w="15875">
                <a:solidFill>
                  <a:srgbClr val="4B957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80" name="Line 220">
                <a:extLst>
                  <a:ext uri="{FF2B5EF4-FFF2-40B4-BE49-F238E27FC236}">
                    <a16:creationId xmlns:a16="http://schemas.microsoft.com/office/drawing/2014/main" id="{A102BDF2-11F6-15EC-FC7D-4326A78A9A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22" y="1881"/>
                <a:ext cx="56" cy="6"/>
              </a:xfrm>
              <a:prstGeom prst="line">
                <a:avLst/>
              </a:prstGeom>
              <a:noFill/>
              <a:ln w="15875">
                <a:solidFill>
                  <a:srgbClr val="4C97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81" name="Line 221">
                <a:extLst>
                  <a:ext uri="{FF2B5EF4-FFF2-40B4-BE49-F238E27FC236}">
                    <a16:creationId xmlns:a16="http://schemas.microsoft.com/office/drawing/2014/main" id="{D98D7B73-A5FC-9D62-9D7F-4B72FCFAF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78" y="1877"/>
                <a:ext cx="23" cy="4"/>
              </a:xfrm>
              <a:prstGeom prst="line">
                <a:avLst/>
              </a:prstGeom>
              <a:noFill/>
              <a:ln w="15875">
                <a:solidFill>
                  <a:srgbClr val="4D9A7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82" name="Line 222">
                <a:extLst>
                  <a:ext uri="{FF2B5EF4-FFF2-40B4-BE49-F238E27FC236}">
                    <a16:creationId xmlns:a16="http://schemas.microsoft.com/office/drawing/2014/main" id="{87E32B71-8B15-0F2B-6846-13B027A0D2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01" y="1872"/>
                <a:ext cx="22" cy="5"/>
              </a:xfrm>
              <a:prstGeom prst="line">
                <a:avLst/>
              </a:prstGeom>
              <a:noFill/>
              <a:ln w="15875">
                <a:solidFill>
                  <a:srgbClr val="4E9C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83" name="Line 223">
                <a:extLst>
                  <a:ext uri="{FF2B5EF4-FFF2-40B4-BE49-F238E27FC236}">
                    <a16:creationId xmlns:a16="http://schemas.microsoft.com/office/drawing/2014/main" id="{D579F798-5A43-25CE-79F1-7A2D2EB2F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23" y="1868"/>
                <a:ext cx="22" cy="4"/>
              </a:xfrm>
              <a:prstGeom prst="line">
                <a:avLst/>
              </a:prstGeom>
              <a:noFill/>
              <a:ln w="15875">
                <a:solidFill>
                  <a:srgbClr val="4E9B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84" name="Line 224">
                <a:extLst>
                  <a:ext uri="{FF2B5EF4-FFF2-40B4-BE49-F238E27FC236}">
                    <a16:creationId xmlns:a16="http://schemas.microsoft.com/office/drawing/2014/main" id="{06EA4CF8-C6D3-5EC4-582A-AEC5ADC742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45" y="1866"/>
                <a:ext cx="22" cy="2"/>
              </a:xfrm>
              <a:prstGeom prst="line">
                <a:avLst/>
              </a:prstGeom>
              <a:noFill/>
              <a:ln w="15875">
                <a:solidFill>
                  <a:srgbClr val="4C98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85" name="Line 225">
                <a:extLst>
                  <a:ext uri="{FF2B5EF4-FFF2-40B4-BE49-F238E27FC236}">
                    <a16:creationId xmlns:a16="http://schemas.microsoft.com/office/drawing/2014/main" id="{A5A3909F-DC33-3839-680E-E5A77F2793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7" y="1862"/>
                <a:ext cx="58" cy="4"/>
              </a:xfrm>
              <a:prstGeom prst="line">
                <a:avLst/>
              </a:prstGeom>
              <a:noFill/>
              <a:ln w="15875">
                <a:solidFill>
                  <a:srgbClr val="4B957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86" name="Line 226">
                <a:extLst>
                  <a:ext uri="{FF2B5EF4-FFF2-40B4-BE49-F238E27FC236}">
                    <a16:creationId xmlns:a16="http://schemas.microsoft.com/office/drawing/2014/main" id="{820FC7A5-8646-1BAE-85BC-15CAE1838C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25" y="1861"/>
                <a:ext cx="60" cy="1"/>
              </a:xfrm>
              <a:prstGeom prst="line">
                <a:avLst/>
              </a:prstGeom>
              <a:noFill/>
              <a:ln w="15875">
                <a:solidFill>
                  <a:srgbClr val="4A94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87" name="Line 227">
                <a:extLst>
                  <a:ext uri="{FF2B5EF4-FFF2-40B4-BE49-F238E27FC236}">
                    <a16:creationId xmlns:a16="http://schemas.microsoft.com/office/drawing/2014/main" id="{D5D0FB96-4A32-4E01-E413-A24549B69D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85" y="1857"/>
                <a:ext cx="116" cy="4"/>
              </a:xfrm>
              <a:prstGeom prst="line">
                <a:avLst/>
              </a:prstGeom>
              <a:noFill/>
              <a:ln w="15875">
                <a:solidFill>
                  <a:srgbClr val="4A94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88" name="Line 228">
                <a:extLst>
                  <a:ext uri="{FF2B5EF4-FFF2-40B4-BE49-F238E27FC236}">
                    <a16:creationId xmlns:a16="http://schemas.microsoft.com/office/drawing/2014/main" id="{069E9595-B4B7-59B4-38F9-55212B3C5B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1" y="1857"/>
                <a:ext cx="16" cy="4"/>
              </a:xfrm>
              <a:prstGeom prst="line">
                <a:avLst/>
              </a:prstGeom>
              <a:noFill/>
              <a:ln w="15875">
                <a:solidFill>
                  <a:srgbClr val="458B6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89" name="Line 229">
                <a:extLst>
                  <a:ext uri="{FF2B5EF4-FFF2-40B4-BE49-F238E27FC236}">
                    <a16:creationId xmlns:a16="http://schemas.microsoft.com/office/drawing/2014/main" id="{0CA386C0-87BD-EFF6-C5A6-9C979D38B7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17" y="1861"/>
                <a:ext cx="16" cy="3"/>
              </a:xfrm>
              <a:prstGeom prst="line">
                <a:avLst/>
              </a:prstGeom>
              <a:noFill/>
              <a:ln w="15875">
                <a:solidFill>
                  <a:srgbClr val="478D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90" name="Line 230">
                <a:extLst>
                  <a:ext uri="{FF2B5EF4-FFF2-40B4-BE49-F238E27FC236}">
                    <a16:creationId xmlns:a16="http://schemas.microsoft.com/office/drawing/2014/main" id="{E7603C6C-EFD5-A38C-9BB9-C597C2DEB3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3" y="1864"/>
                <a:ext cx="34" cy="10"/>
              </a:xfrm>
              <a:prstGeom prst="line">
                <a:avLst/>
              </a:prstGeom>
              <a:noFill/>
              <a:ln w="15875">
                <a:solidFill>
                  <a:srgbClr val="478F6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91" name="Line 231">
                <a:extLst>
                  <a:ext uri="{FF2B5EF4-FFF2-40B4-BE49-F238E27FC236}">
                    <a16:creationId xmlns:a16="http://schemas.microsoft.com/office/drawing/2014/main" id="{EB211E69-6510-A984-A5F6-06F74FE4DF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7" y="1874"/>
                <a:ext cx="32" cy="9"/>
              </a:xfrm>
              <a:prstGeom prst="line">
                <a:avLst/>
              </a:prstGeom>
              <a:noFill/>
              <a:ln w="15875">
                <a:solidFill>
                  <a:srgbClr val="478E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92" name="Line 232">
                <a:extLst>
                  <a:ext uri="{FF2B5EF4-FFF2-40B4-BE49-F238E27FC236}">
                    <a16:creationId xmlns:a16="http://schemas.microsoft.com/office/drawing/2014/main" id="{76BCA2CD-1697-5807-9919-04FACBF864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9" y="1883"/>
                <a:ext cx="17" cy="4"/>
              </a:xfrm>
              <a:prstGeom prst="line">
                <a:avLst/>
              </a:prstGeom>
              <a:noFill/>
              <a:ln w="15875">
                <a:solidFill>
                  <a:srgbClr val="458B6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93" name="Line 233">
                <a:extLst>
                  <a:ext uri="{FF2B5EF4-FFF2-40B4-BE49-F238E27FC236}">
                    <a16:creationId xmlns:a16="http://schemas.microsoft.com/office/drawing/2014/main" id="{FF3048D0-FC57-9673-A870-02D760C0D6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6" y="1887"/>
                <a:ext cx="14" cy="1"/>
              </a:xfrm>
              <a:prstGeom prst="line">
                <a:avLst/>
              </a:prstGeom>
              <a:noFill/>
              <a:ln w="15875">
                <a:solidFill>
                  <a:srgbClr val="478E6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94" name="Line 234">
                <a:extLst>
                  <a:ext uri="{FF2B5EF4-FFF2-40B4-BE49-F238E27FC236}">
                    <a16:creationId xmlns:a16="http://schemas.microsoft.com/office/drawing/2014/main" id="{CE7363F8-C261-DAC7-CFEE-C9BE00B35B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0" y="1888"/>
                <a:ext cx="85" cy="5"/>
              </a:xfrm>
              <a:prstGeom prst="line">
                <a:avLst/>
              </a:prstGeom>
              <a:noFill/>
              <a:ln w="15875">
                <a:solidFill>
                  <a:srgbClr val="48906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95" name="Line 235">
                <a:extLst>
                  <a:ext uri="{FF2B5EF4-FFF2-40B4-BE49-F238E27FC236}">
                    <a16:creationId xmlns:a16="http://schemas.microsoft.com/office/drawing/2014/main" id="{6431993C-2DD1-CE73-6F59-63BED85AA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5" y="1893"/>
                <a:ext cx="58" cy="5"/>
              </a:xfrm>
              <a:prstGeom prst="line">
                <a:avLst/>
              </a:prstGeom>
              <a:noFill/>
              <a:ln w="15875">
                <a:solidFill>
                  <a:srgbClr val="48906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96" name="Line 236">
                <a:extLst>
                  <a:ext uri="{FF2B5EF4-FFF2-40B4-BE49-F238E27FC236}">
                    <a16:creationId xmlns:a16="http://schemas.microsoft.com/office/drawing/2014/main" id="{88FF6DBC-6B16-5FA5-C110-D1F8088C9B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3" y="1898"/>
                <a:ext cx="66" cy="5"/>
              </a:xfrm>
              <a:prstGeom prst="line">
                <a:avLst/>
              </a:prstGeom>
              <a:noFill/>
              <a:ln w="15875">
                <a:solidFill>
                  <a:srgbClr val="48906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97" name="Line 237">
                <a:extLst>
                  <a:ext uri="{FF2B5EF4-FFF2-40B4-BE49-F238E27FC236}">
                    <a16:creationId xmlns:a16="http://schemas.microsoft.com/office/drawing/2014/main" id="{701A8EAF-2FEF-53C8-1EC5-774EA76AA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9" y="1903"/>
                <a:ext cx="20" cy="1"/>
              </a:xfrm>
              <a:prstGeom prst="line">
                <a:avLst/>
              </a:prstGeom>
              <a:noFill/>
              <a:ln w="15875">
                <a:solidFill>
                  <a:srgbClr val="4993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98" name="Line 238">
                <a:extLst>
                  <a:ext uri="{FF2B5EF4-FFF2-40B4-BE49-F238E27FC236}">
                    <a16:creationId xmlns:a16="http://schemas.microsoft.com/office/drawing/2014/main" id="{FD01EC0E-7236-CAC1-CB35-5F88D018B9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59" y="1900"/>
                <a:ext cx="21" cy="3"/>
              </a:xfrm>
              <a:prstGeom prst="line">
                <a:avLst/>
              </a:prstGeom>
              <a:noFill/>
              <a:ln w="15875">
                <a:solidFill>
                  <a:srgbClr val="4C97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99" name="Line 239">
                <a:extLst>
                  <a:ext uri="{FF2B5EF4-FFF2-40B4-BE49-F238E27FC236}">
                    <a16:creationId xmlns:a16="http://schemas.microsoft.com/office/drawing/2014/main" id="{8B2ED8D4-BE33-1394-409F-1AA33D05BF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80" y="1895"/>
                <a:ext cx="27" cy="5"/>
              </a:xfrm>
              <a:prstGeom prst="line">
                <a:avLst/>
              </a:prstGeom>
              <a:noFill/>
              <a:ln w="15875">
                <a:solidFill>
                  <a:srgbClr val="4D9A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00" name="Line 240">
                <a:extLst>
                  <a:ext uri="{FF2B5EF4-FFF2-40B4-BE49-F238E27FC236}">
                    <a16:creationId xmlns:a16="http://schemas.microsoft.com/office/drawing/2014/main" id="{57D65B7B-D2A2-8E6F-2473-7ECF4D3BF1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07" y="1888"/>
                <a:ext cx="39" cy="7"/>
              </a:xfrm>
              <a:prstGeom prst="line">
                <a:avLst/>
              </a:prstGeom>
              <a:noFill/>
              <a:ln w="15875">
                <a:solidFill>
                  <a:srgbClr val="4E9B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01" name="Line 241">
                <a:extLst>
                  <a:ext uri="{FF2B5EF4-FFF2-40B4-BE49-F238E27FC236}">
                    <a16:creationId xmlns:a16="http://schemas.microsoft.com/office/drawing/2014/main" id="{4FE7DCF3-6B2D-0F2C-8CFE-647B5577AD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46" y="1885"/>
                <a:ext cx="230" cy="3"/>
              </a:xfrm>
              <a:prstGeom prst="line">
                <a:avLst/>
              </a:prstGeom>
              <a:noFill/>
              <a:ln w="15875">
                <a:solidFill>
                  <a:srgbClr val="4A93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02" name="Line 242">
                <a:extLst>
                  <a:ext uri="{FF2B5EF4-FFF2-40B4-BE49-F238E27FC236}">
                    <a16:creationId xmlns:a16="http://schemas.microsoft.com/office/drawing/2014/main" id="{1BABF13E-29F3-A05B-1A0A-16DAC1544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6" y="1883"/>
                <a:ext cx="116" cy="2"/>
              </a:xfrm>
              <a:prstGeom prst="line">
                <a:avLst/>
              </a:prstGeom>
              <a:noFill/>
              <a:ln w="15875">
                <a:solidFill>
                  <a:srgbClr val="4A93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03" name="Line 243">
                <a:extLst>
                  <a:ext uri="{FF2B5EF4-FFF2-40B4-BE49-F238E27FC236}">
                    <a16:creationId xmlns:a16="http://schemas.microsoft.com/office/drawing/2014/main" id="{2E234DBC-D4B5-2AAF-F809-690AD09F29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92" y="1881"/>
                <a:ext cx="115" cy="2"/>
              </a:xfrm>
              <a:prstGeom prst="line">
                <a:avLst/>
              </a:prstGeom>
              <a:noFill/>
              <a:ln w="15875">
                <a:solidFill>
                  <a:srgbClr val="4A94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04" name="Line 244">
                <a:extLst>
                  <a:ext uri="{FF2B5EF4-FFF2-40B4-BE49-F238E27FC236}">
                    <a16:creationId xmlns:a16="http://schemas.microsoft.com/office/drawing/2014/main" id="{F2ACE124-E11A-7772-C49D-2FC8083412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7" y="1879"/>
                <a:ext cx="23" cy="2"/>
              </a:xfrm>
              <a:prstGeom prst="line">
                <a:avLst/>
              </a:prstGeom>
              <a:noFill/>
              <a:ln w="15875">
                <a:solidFill>
                  <a:srgbClr val="4B96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05" name="Line 245">
                <a:extLst>
                  <a:ext uri="{FF2B5EF4-FFF2-40B4-BE49-F238E27FC236}">
                    <a16:creationId xmlns:a16="http://schemas.microsoft.com/office/drawing/2014/main" id="{ED271618-AA8A-8DBC-1F8C-2066C4299C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30" y="1876"/>
                <a:ext cx="22" cy="3"/>
              </a:xfrm>
              <a:prstGeom prst="line">
                <a:avLst/>
              </a:prstGeom>
              <a:noFill/>
              <a:ln w="15875">
                <a:solidFill>
                  <a:srgbClr val="4C997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06" name="Line 246">
                <a:extLst>
                  <a:ext uri="{FF2B5EF4-FFF2-40B4-BE49-F238E27FC236}">
                    <a16:creationId xmlns:a16="http://schemas.microsoft.com/office/drawing/2014/main" id="{35F768DB-2AB8-A938-7B73-564E754EB1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52" y="1869"/>
                <a:ext cx="44" cy="7"/>
              </a:xfrm>
              <a:prstGeom prst="line">
                <a:avLst/>
              </a:prstGeom>
              <a:noFill/>
              <a:ln w="15875">
                <a:solidFill>
                  <a:srgbClr val="4D9A7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07" name="Line 247">
                <a:extLst>
                  <a:ext uri="{FF2B5EF4-FFF2-40B4-BE49-F238E27FC236}">
                    <a16:creationId xmlns:a16="http://schemas.microsoft.com/office/drawing/2014/main" id="{5627FD67-D526-0E85-B00C-AFD29A2D0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96" y="1867"/>
                <a:ext cx="22" cy="2"/>
              </a:xfrm>
              <a:prstGeom prst="line">
                <a:avLst/>
              </a:prstGeom>
              <a:noFill/>
              <a:ln w="15875">
                <a:solidFill>
                  <a:srgbClr val="4C97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08" name="Line 248">
                <a:extLst>
                  <a:ext uri="{FF2B5EF4-FFF2-40B4-BE49-F238E27FC236}">
                    <a16:creationId xmlns:a16="http://schemas.microsoft.com/office/drawing/2014/main" id="{F263B541-2352-42E5-8C6B-1FF0F874B0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18" y="1866"/>
                <a:ext cx="22" cy="1"/>
              </a:xfrm>
              <a:prstGeom prst="line">
                <a:avLst/>
              </a:prstGeom>
              <a:noFill/>
              <a:ln w="15875">
                <a:solidFill>
                  <a:srgbClr val="4A94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09" name="Line 249">
                <a:extLst>
                  <a:ext uri="{FF2B5EF4-FFF2-40B4-BE49-F238E27FC236}">
                    <a16:creationId xmlns:a16="http://schemas.microsoft.com/office/drawing/2014/main" id="{B1535003-621A-9484-C04D-3318904471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0" y="1866"/>
                <a:ext cx="22" cy="2"/>
              </a:xfrm>
              <a:prstGeom prst="line">
                <a:avLst/>
              </a:prstGeom>
              <a:noFill/>
              <a:ln w="15875">
                <a:solidFill>
                  <a:srgbClr val="488F6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10" name="Line 250">
                <a:extLst>
                  <a:ext uri="{FF2B5EF4-FFF2-40B4-BE49-F238E27FC236}">
                    <a16:creationId xmlns:a16="http://schemas.microsoft.com/office/drawing/2014/main" id="{D7DAF4D5-6366-A789-9D93-27C2A41C1B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2" y="1868"/>
                <a:ext cx="12" cy="1"/>
              </a:xfrm>
              <a:prstGeom prst="line">
                <a:avLst/>
              </a:prstGeom>
              <a:noFill/>
              <a:ln w="15875">
                <a:solidFill>
                  <a:srgbClr val="458B6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11" name="Line 251">
                <a:extLst>
                  <a:ext uri="{FF2B5EF4-FFF2-40B4-BE49-F238E27FC236}">
                    <a16:creationId xmlns:a16="http://schemas.microsoft.com/office/drawing/2014/main" id="{86DAD43D-4366-7283-B9E5-0973AE458D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4" y="1869"/>
                <a:ext cx="11" cy="4"/>
              </a:xfrm>
              <a:prstGeom prst="line">
                <a:avLst/>
              </a:prstGeom>
              <a:noFill/>
              <a:ln w="15875">
                <a:solidFill>
                  <a:srgbClr val="478E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12" name="Line 252">
                <a:extLst>
                  <a:ext uri="{FF2B5EF4-FFF2-40B4-BE49-F238E27FC236}">
                    <a16:creationId xmlns:a16="http://schemas.microsoft.com/office/drawing/2014/main" id="{74304C1A-4EFB-3F06-6CC8-C7BF0C9425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1873"/>
                <a:ext cx="79" cy="10"/>
              </a:xfrm>
              <a:prstGeom prst="line">
                <a:avLst/>
              </a:prstGeom>
              <a:noFill/>
              <a:ln w="15875">
                <a:solidFill>
                  <a:srgbClr val="478D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13" name="Line 253">
                <a:extLst>
                  <a:ext uri="{FF2B5EF4-FFF2-40B4-BE49-F238E27FC236}">
                    <a16:creationId xmlns:a16="http://schemas.microsoft.com/office/drawing/2014/main" id="{A84677F3-3316-003F-4C49-3E941A3C43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4" y="1883"/>
                <a:ext cx="62" cy="6"/>
              </a:xfrm>
              <a:prstGeom prst="line">
                <a:avLst/>
              </a:prstGeom>
              <a:noFill/>
              <a:ln w="15875">
                <a:solidFill>
                  <a:srgbClr val="478F6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14" name="Line 254">
                <a:extLst>
                  <a:ext uri="{FF2B5EF4-FFF2-40B4-BE49-F238E27FC236}">
                    <a16:creationId xmlns:a16="http://schemas.microsoft.com/office/drawing/2014/main" id="{4CB9D927-4C1D-CE1E-DC73-21A6B366A1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6" y="1889"/>
                <a:ext cx="73" cy="4"/>
              </a:xfrm>
              <a:prstGeom prst="line">
                <a:avLst/>
              </a:prstGeom>
              <a:noFill/>
              <a:ln w="15875">
                <a:solidFill>
                  <a:srgbClr val="48916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15" name="Line 255">
                <a:extLst>
                  <a:ext uri="{FF2B5EF4-FFF2-40B4-BE49-F238E27FC236}">
                    <a16:creationId xmlns:a16="http://schemas.microsoft.com/office/drawing/2014/main" id="{02FD37C3-4EF3-3D4D-2B2D-377061429C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9" y="1893"/>
                <a:ext cx="110" cy="4"/>
              </a:xfrm>
              <a:prstGeom prst="line">
                <a:avLst/>
              </a:prstGeom>
              <a:noFill/>
              <a:ln w="15875">
                <a:solidFill>
                  <a:srgbClr val="49916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16" name="Line 256">
                <a:extLst>
                  <a:ext uri="{FF2B5EF4-FFF2-40B4-BE49-F238E27FC236}">
                    <a16:creationId xmlns:a16="http://schemas.microsoft.com/office/drawing/2014/main" id="{0C61F78C-851C-0877-73AC-D8F1347F0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09" y="1888"/>
                <a:ext cx="18" cy="9"/>
              </a:xfrm>
              <a:prstGeom prst="line">
                <a:avLst/>
              </a:prstGeom>
              <a:noFill/>
              <a:ln w="15875">
                <a:solidFill>
                  <a:srgbClr val="52A47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17" name="Line 257">
                <a:extLst>
                  <a:ext uri="{FF2B5EF4-FFF2-40B4-BE49-F238E27FC236}">
                    <a16:creationId xmlns:a16="http://schemas.microsoft.com/office/drawing/2014/main" id="{B921B37B-2EEA-971B-026C-EDEF1D6258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27" y="1883"/>
                <a:ext cx="15" cy="5"/>
              </a:xfrm>
              <a:prstGeom prst="line">
                <a:avLst/>
              </a:prstGeom>
              <a:noFill/>
              <a:ln w="15875">
                <a:solidFill>
                  <a:srgbClr val="50A07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18" name="Line 258">
                <a:extLst>
                  <a:ext uri="{FF2B5EF4-FFF2-40B4-BE49-F238E27FC236}">
                    <a16:creationId xmlns:a16="http://schemas.microsoft.com/office/drawing/2014/main" id="{DCAD11F6-3094-96E1-B418-AE618460C8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42" y="1882"/>
                <a:ext cx="8" cy="1"/>
              </a:xfrm>
              <a:prstGeom prst="line">
                <a:avLst/>
              </a:prstGeom>
              <a:noFill/>
              <a:ln w="15875">
                <a:solidFill>
                  <a:srgbClr val="4E9C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19" name="Line 259">
                <a:extLst>
                  <a:ext uri="{FF2B5EF4-FFF2-40B4-BE49-F238E27FC236}">
                    <a16:creationId xmlns:a16="http://schemas.microsoft.com/office/drawing/2014/main" id="{B52059FE-8C49-3E1B-C972-AFED8BA280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50" y="1881"/>
                <a:ext cx="7" cy="1"/>
              </a:xfrm>
              <a:prstGeom prst="line">
                <a:avLst/>
              </a:prstGeom>
              <a:noFill/>
              <a:ln w="15875">
                <a:solidFill>
                  <a:srgbClr val="4C97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20" name="Line 260">
                <a:extLst>
                  <a:ext uri="{FF2B5EF4-FFF2-40B4-BE49-F238E27FC236}">
                    <a16:creationId xmlns:a16="http://schemas.microsoft.com/office/drawing/2014/main" id="{98BFA4D9-AD58-B370-17ED-F6F9774DDD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57" y="1881"/>
                <a:ext cx="4" cy="1"/>
              </a:xfrm>
              <a:prstGeom prst="line">
                <a:avLst/>
              </a:prstGeom>
              <a:noFill/>
              <a:ln w="15875">
                <a:solidFill>
                  <a:srgbClr val="478D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21" name="Line 261">
                <a:extLst>
                  <a:ext uri="{FF2B5EF4-FFF2-40B4-BE49-F238E27FC236}">
                    <a16:creationId xmlns:a16="http://schemas.microsoft.com/office/drawing/2014/main" id="{DB1ACA27-37BA-07B7-A3F5-08F3632B61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1" y="1881"/>
                <a:ext cx="3" cy="1"/>
              </a:xfrm>
              <a:prstGeom prst="line">
                <a:avLst/>
              </a:prstGeom>
              <a:noFill/>
              <a:ln w="15875">
                <a:solidFill>
                  <a:srgbClr val="49926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22" name="Line 262">
                <a:extLst>
                  <a:ext uri="{FF2B5EF4-FFF2-40B4-BE49-F238E27FC236}">
                    <a16:creationId xmlns:a16="http://schemas.microsoft.com/office/drawing/2014/main" id="{6A50D249-4523-CEE3-1629-AA1EC7DCD3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4" y="1882"/>
                <a:ext cx="6" cy="5"/>
              </a:xfrm>
              <a:prstGeom prst="line">
                <a:avLst/>
              </a:prstGeom>
              <a:noFill/>
              <a:ln w="15875">
                <a:solidFill>
                  <a:srgbClr val="4D9A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23" name="Line 263">
                <a:extLst>
                  <a:ext uri="{FF2B5EF4-FFF2-40B4-BE49-F238E27FC236}">
                    <a16:creationId xmlns:a16="http://schemas.microsoft.com/office/drawing/2014/main" id="{CC4E9A68-4BB4-AB33-4EA4-C4460169F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0" y="1887"/>
                <a:ext cx="6" cy="5"/>
              </a:xfrm>
              <a:prstGeom prst="line">
                <a:avLst/>
              </a:prstGeom>
              <a:noFill/>
              <a:ln w="15875">
                <a:solidFill>
                  <a:srgbClr val="4F9E7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24" name="Line 264">
                <a:extLst>
                  <a:ext uri="{FF2B5EF4-FFF2-40B4-BE49-F238E27FC236}">
                    <a16:creationId xmlns:a16="http://schemas.microsoft.com/office/drawing/2014/main" id="{F4A6F369-4DA5-33D7-2EF0-F57472C4EC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6" y="1892"/>
                <a:ext cx="5" cy="5"/>
              </a:xfrm>
              <a:prstGeom prst="line">
                <a:avLst/>
              </a:prstGeom>
              <a:noFill/>
              <a:ln w="15875">
                <a:solidFill>
                  <a:srgbClr val="4E9D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25" name="Line 265">
                <a:extLst>
                  <a:ext uri="{FF2B5EF4-FFF2-40B4-BE49-F238E27FC236}">
                    <a16:creationId xmlns:a16="http://schemas.microsoft.com/office/drawing/2014/main" id="{5F994798-6403-CE8C-CA38-3E0C65964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81" y="1812"/>
                <a:ext cx="8" cy="85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26" name="Line 266">
                <a:extLst>
                  <a:ext uri="{FF2B5EF4-FFF2-40B4-BE49-F238E27FC236}">
                    <a16:creationId xmlns:a16="http://schemas.microsoft.com/office/drawing/2014/main" id="{5487F2D9-896D-41A9-1222-3947115003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84" y="1793"/>
                <a:ext cx="5" cy="19"/>
              </a:xfrm>
              <a:prstGeom prst="line">
                <a:avLst/>
              </a:prstGeom>
              <a:noFill/>
              <a:ln w="15875">
                <a:solidFill>
                  <a:srgbClr val="5DBA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27" name="Line 267">
                <a:extLst>
                  <a:ext uri="{FF2B5EF4-FFF2-40B4-BE49-F238E27FC236}">
                    <a16:creationId xmlns:a16="http://schemas.microsoft.com/office/drawing/2014/main" id="{FFF6603F-C66B-11E9-0C52-CCE87DF23B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79" y="1773"/>
                <a:ext cx="5" cy="20"/>
              </a:xfrm>
              <a:prstGeom prst="line">
                <a:avLst/>
              </a:prstGeom>
              <a:noFill/>
              <a:ln w="15875">
                <a:solidFill>
                  <a:srgbClr val="5EBB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28" name="Line 268">
                <a:extLst>
                  <a:ext uri="{FF2B5EF4-FFF2-40B4-BE49-F238E27FC236}">
                    <a16:creationId xmlns:a16="http://schemas.microsoft.com/office/drawing/2014/main" id="{960D27F9-70A5-E4BB-D778-90BCBB20BD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76" y="1755"/>
                <a:ext cx="3" cy="18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29" name="Line 269">
                <a:extLst>
                  <a:ext uri="{FF2B5EF4-FFF2-40B4-BE49-F238E27FC236}">
                    <a16:creationId xmlns:a16="http://schemas.microsoft.com/office/drawing/2014/main" id="{24DE213D-8A98-02E2-1F2A-C50F2E11AE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73" y="1735"/>
                <a:ext cx="3" cy="20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30" name="Line 270">
                <a:extLst>
                  <a:ext uri="{FF2B5EF4-FFF2-40B4-BE49-F238E27FC236}">
                    <a16:creationId xmlns:a16="http://schemas.microsoft.com/office/drawing/2014/main" id="{C9398BBC-2783-573E-4544-00421AA9B3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70" y="1696"/>
                <a:ext cx="3" cy="39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31" name="Line 271">
                <a:extLst>
                  <a:ext uri="{FF2B5EF4-FFF2-40B4-BE49-F238E27FC236}">
                    <a16:creationId xmlns:a16="http://schemas.microsoft.com/office/drawing/2014/main" id="{97F07942-1EE2-EE9D-6417-E9995CA7D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0" y="1655"/>
                <a:ext cx="1" cy="41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32" name="Line 272">
                <a:extLst>
                  <a:ext uri="{FF2B5EF4-FFF2-40B4-BE49-F238E27FC236}">
                    <a16:creationId xmlns:a16="http://schemas.microsoft.com/office/drawing/2014/main" id="{B721E655-5D90-BF2A-7782-F2882DAE2A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0" y="1614"/>
                <a:ext cx="2" cy="41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33" name="Line 273">
                <a:extLst>
                  <a:ext uri="{FF2B5EF4-FFF2-40B4-BE49-F238E27FC236}">
                    <a16:creationId xmlns:a16="http://schemas.microsoft.com/office/drawing/2014/main" id="{449933AC-9F18-27E9-3139-D33226E5E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2" y="1575"/>
                <a:ext cx="3" cy="39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34" name="Line 274">
                <a:extLst>
                  <a:ext uri="{FF2B5EF4-FFF2-40B4-BE49-F238E27FC236}">
                    <a16:creationId xmlns:a16="http://schemas.microsoft.com/office/drawing/2014/main" id="{818B2FBA-EA3C-35F4-1A19-CF6A0351CF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5" y="1496"/>
                <a:ext cx="6" cy="79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35" name="Line 275">
                <a:extLst>
                  <a:ext uri="{FF2B5EF4-FFF2-40B4-BE49-F238E27FC236}">
                    <a16:creationId xmlns:a16="http://schemas.microsoft.com/office/drawing/2014/main" id="{E02A369B-83D5-93A4-F277-278369A48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00" y="1496"/>
                <a:ext cx="1981" cy="1"/>
              </a:xfrm>
              <a:prstGeom prst="line">
                <a:avLst/>
              </a:prstGeom>
              <a:noFill/>
              <a:ln w="15875">
                <a:solidFill>
                  <a:srgbClr val="4A93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36" name="Freeform 276">
                <a:extLst>
                  <a:ext uri="{FF2B5EF4-FFF2-40B4-BE49-F238E27FC236}">
                    <a16:creationId xmlns:a16="http://schemas.microsoft.com/office/drawing/2014/main" id="{BC5374E2-14C0-CA9F-1228-ADC2A47237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2" y="1489"/>
                <a:ext cx="146" cy="132"/>
              </a:xfrm>
              <a:custGeom>
                <a:avLst/>
                <a:gdLst>
                  <a:gd name="T0" fmla="*/ 9 w 146"/>
                  <a:gd name="T1" fmla="*/ 130 h 132"/>
                  <a:gd name="T2" fmla="*/ 0 w 146"/>
                  <a:gd name="T3" fmla="*/ 132 h 132"/>
                  <a:gd name="T4" fmla="*/ 137 w 146"/>
                  <a:gd name="T5" fmla="*/ 1 h 132"/>
                  <a:gd name="T6" fmla="*/ 146 w 146"/>
                  <a:gd name="T7" fmla="*/ 0 h 132"/>
                  <a:gd name="T8" fmla="*/ 9 w 146"/>
                  <a:gd name="T9" fmla="*/ 130 h 1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6" h="132">
                    <a:moveTo>
                      <a:pt x="9" y="130"/>
                    </a:moveTo>
                    <a:lnTo>
                      <a:pt x="0" y="132"/>
                    </a:lnTo>
                    <a:lnTo>
                      <a:pt x="137" y="1"/>
                    </a:lnTo>
                    <a:lnTo>
                      <a:pt x="146" y="0"/>
                    </a:lnTo>
                    <a:lnTo>
                      <a:pt x="9" y="130"/>
                    </a:lnTo>
                    <a:close/>
                  </a:path>
                </a:pathLst>
              </a:custGeom>
              <a:solidFill>
                <a:srgbClr val="3F7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37" name="Line 277">
                <a:extLst>
                  <a:ext uri="{FF2B5EF4-FFF2-40B4-BE49-F238E27FC236}">
                    <a16:creationId xmlns:a16="http://schemas.microsoft.com/office/drawing/2014/main" id="{593768C4-EC36-17D9-222D-88ADCA8601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71" y="1489"/>
                <a:ext cx="137" cy="130"/>
              </a:xfrm>
              <a:prstGeom prst="line">
                <a:avLst/>
              </a:prstGeom>
              <a:noFill/>
              <a:ln w="1588">
                <a:solidFill>
                  <a:srgbClr val="3F7F5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38" name="Freeform 278">
                <a:extLst>
                  <a:ext uri="{FF2B5EF4-FFF2-40B4-BE49-F238E27FC236}">
                    <a16:creationId xmlns:a16="http://schemas.microsoft.com/office/drawing/2014/main" id="{DFD7DE07-0059-2C40-0AA4-26739769D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" y="1489"/>
                <a:ext cx="141" cy="132"/>
              </a:xfrm>
              <a:custGeom>
                <a:avLst/>
                <a:gdLst>
                  <a:gd name="T0" fmla="*/ 4 w 141"/>
                  <a:gd name="T1" fmla="*/ 130 h 132"/>
                  <a:gd name="T2" fmla="*/ 0 w 141"/>
                  <a:gd name="T3" fmla="*/ 132 h 132"/>
                  <a:gd name="T4" fmla="*/ 137 w 141"/>
                  <a:gd name="T5" fmla="*/ 1 h 132"/>
                  <a:gd name="T6" fmla="*/ 141 w 141"/>
                  <a:gd name="T7" fmla="*/ 0 h 132"/>
                  <a:gd name="T8" fmla="*/ 4 w 141"/>
                  <a:gd name="T9" fmla="*/ 130 h 1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32">
                    <a:moveTo>
                      <a:pt x="4" y="130"/>
                    </a:moveTo>
                    <a:lnTo>
                      <a:pt x="0" y="132"/>
                    </a:lnTo>
                    <a:lnTo>
                      <a:pt x="137" y="1"/>
                    </a:lnTo>
                    <a:lnTo>
                      <a:pt x="141" y="0"/>
                    </a:lnTo>
                    <a:lnTo>
                      <a:pt x="4" y="130"/>
                    </a:lnTo>
                    <a:close/>
                  </a:path>
                </a:pathLst>
              </a:custGeom>
              <a:solidFill>
                <a:srgbClr val="3F7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39" name="Freeform 279">
                <a:extLst>
                  <a:ext uri="{FF2B5EF4-FFF2-40B4-BE49-F238E27FC236}">
                    <a16:creationId xmlns:a16="http://schemas.microsoft.com/office/drawing/2014/main" id="{D27FB899-6EA3-58C3-2C52-CB442BC7F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2" y="1490"/>
                <a:ext cx="142" cy="131"/>
              </a:xfrm>
              <a:custGeom>
                <a:avLst/>
                <a:gdLst>
                  <a:gd name="T0" fmla="*/ 5 w 142"/>
                  <a:gd name="T1" fmla="*/ 131 h 131"/>
                  <a:gd name="T2" fmla="*/ 0 w 142"/>
                  <a:gd name="T3" fmla="*/ 131 h 131"/>
                  <a:gd name="T4" fmla="*/ 137 w 142"/>
                  <a:gd name="T5" fmla="*/ 0 h 131"/>
                  <a:gd name="T6" fmla="*/ 142 w 142"/>
                  <a:gd name="T7" fmla="*/ 0 h 131"/>
                  <a:gd name="T8" fmla="*/ 5 w 142"/>
                  <a:gd name="T9" fmla="*/ 131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2" h="131">
                    <a:moveTo>
                      <a:pt x="5" y="131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42" y="0"/>
                    </a:lnTo>
                    <a:lnTo>
                      <a:pt x="5" y="131"/>
                    </a:lnTo>
                    <a:close/>
                  </a:path>
                </a:pathLst>
              </a:custGeom>
              <a:solidFill>
                <a:srgbClr val="3E7E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40" name="Freeform 280">
                <a:extLst>
                  <a:ext uri="{FF2B5EF4-FFF2-40B4-BE49-F238E27FC236}">
                    <a16:creationId xmlns:a16="http://schemas.microsoft.com/office/drawing/2014/main" id="{AC7D6671-0D22-A1BE-F725-40A10DBD5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1490"/>
                <a:ext cx="146" cy="131"/>
              </a:xfrm>
              <a:custGeom>
                <a:avLst/>
                <a:gdLst>
                  <a:gd name="T0" fmla="*/ 9 w 146"/>
                  <a:gd name="T1" fmla="*/ 131 h 131"/>
                  <a:gd name="T2" fmla="*/ 0 w 146"/>
                  <a:gd name="T3" fmla="*/ 131 h 131"/>
                  <a:gd name="T4" fmla="*/ 137 w 146"/>
                  <a:gd name="T5" fmla="*/ 0 h 131"/>
                  <a:gd name="T6" fmla="*/ 146 w 146"/>
                  <a:gd name="T7" fmla="*/ 0 h 131"/>
                  <a:gd name="T8" fmla="*/ 9 w 146"/>
                  <a:gd name="T9" fmla="*/ 131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6" h="131">
                    <a:moveTo>
                      <a:pt x="9" y="131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46" y="0"/>
                    </a:lnTo>
                    <a:lnTo>
                      <a:pt x="9" y="131"/>
                    </a:lnTo>
                    <a:close/>
                  </a:path>
                </a:pathLst>
              </a:custGeom>
              <a:solidFill>
                <a:srgbClr val="3E7D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41" name="Line 281">
                <a:extLst>
                  <a:ext uri="{FF2B5EF4-FFF2-40B4-BE49-F238E27FC236}">
                    <a16:creationId xmlns:a16="http://schemas.microsoft.com/office/drawing/2014/main" id="{D6AC96C8-E29A-78BE-9687-3DF394D9F1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2" y="1490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3E7D5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42" name="Freeform 282">
                <a:extLst>
                  <a:ext uri="{FF2B5EF4-FFF2-40B4-BE49-F238E27FC236}">
                    <a16:creationId xmlns:a16="http://schemas.microsoft.com/office/drawing/2014/main" id="{E9514118-848D-8E87-0493-BBD23DED3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1490"/>
                <a:ext cx="140" cy="131"/>
              </a:xfrm>
              <a:custGeom>
                <a:avLst/>
                <a:gdLst>
                  <a:gd name="T0" fmla="*/ 3 w 140"/>
                  <a:gd name="T1" fmla="*/ 131 h 131"/>
                  <a:gd name="T2" fmla="*/ 0 w 140"/>
                  <a:gd name="T3" fmla="*/ 131 h 131"/>
                  <a:gd name="T4" fmla="*/ 137 w 140"/>
                  <a:gd name="T5" fmla="*/ 0 h 131"/>
                  <a:gd name="T6" fmla="*/ 140 w 140"/>
                  <a:gd name="T7" fmla="*/ 0 h 131"/>
                  <a:gd name="T8" fmla="*/ 3 w 140"/>
                  <a:gd name="T9" fmla="*/ 131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31">
                    <a:moveTo>
                      <a:pt x="3" y="131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40" y="0"/>
                    </a:lnTo>
                    <a:lnTo>
                      <a:pt x="3" y="131"/>
                    </a:lnTo>
                    <a:close/>
                  </a:path>
                </a:pathLst>
              </a:custGeom>
              <a:solidFill>
                <a:srgbClr val="3E7D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43" name="Freeform 283">
                <a:extLst>
                  <a:ext uri="{FF2B5EF4-FFF2-40B4-BE49-F238E27FC236}">
                    <a16:creationId xmlns:a16="http://schemas.microsoft.com/office/drawing/2014/main" id="{4F5D8CB3-0DE3-AABA-42B9-1306B7F6D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5" y="1490"/>
                <a:ext cx="141" cy="131"/>
              </a:xfrm>
              <a:custGeom>
                <a:avLst/>
                <a:gdLst>
                  <a:gd name="T0" fmla="*/ 4 w 141"/>
                  <a:gd name="T1" fmla="*/ 131 h 131"/>
                  <a:gd name="T2" fmla="*/ 0 w 141"/>
                  <a:gd name="T3" fmla="*/ 131 h 131"/>
                  <a:gd name="T4" fmla="*/ 138 w 141"/>
                  <a:gd name="T5" fmla="*/ 0 h 131"/>
                  <a:gd name="T6" fmla="*/ 141 w 141"/>
                  <a:gd name="T7" fmla="*/ 0 h 131"/>
                  <a:gd name="T8" fmla="*/ 4 w 141"/>
                  <a:gd name="T9" fmla="*/ 131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31">
                    <a:moveTo>
                      <a:pt x="4" y="131"/>
                    </a:moveTo>
                    <a:lnTo>
                      <a:pt x="0" y="131"/>
                    </a:lnTo>
                    <a:lnTo>
                      <a:pt x="138" y="0"/>
                    </a:lnTo>
                    <a:lnTo>
                      <a:pt x="141" y="0"/>
                    </a:lnTo>
                    <a:lnTo>
                      <a:pt x="4" y="131"/>
                    </a:lnTo>
                    <a:close/>
                  </a:path>
                </a:pathLst>
              </a:custGeom>
              <a:solidFill>
                <a:srgbClr val="3E7E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44" name="Freeform 284">
                <a:extLst>
                  <a:ext uri="{FF2B5EF4-FFF2-40B4-BE49-F238E27FC236}">
                    <a16:creationId xmlns:a16="http://schemas.microsoft.com/office/drawing/2014/main" id="{28705E38-4C28-BF6D-DF24-D27BE9178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1490"/>
                <a:ext cx="140" cy="131"/>
              </a:xfrm>
              <a:custGeom>
                <a:avLst/>
                <a:gdLst>
                  <a:gd name="T0" fmla="*/ 2 w 140"/>
                  <a:gd name="T1" fmla="*/ 131 h 131"/>
                  <a:gd name="T2" fmla="*/ 0 w 140"/>
                  <a:gd name="T3" fmla="*/ 131 h 131"/>
                  <a:gd name="T4" fmla="*/ 137 w 140"/>
                  <a:gd name="T5" fmla="*/ 0 h 131"/>
                  <a:gd name="T6" fmla="*/ 140 w 140"/>
                  <a:gd name="T7" fmla="*/ 0 h 131"/>
                  <a:gd name="T8" fmla="*/ 2 w 140"/>
                  <a:gd name="T9" fmla="*/ 131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31">
                    <a:moveTo>
                      <a:pt x="2" y="131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40" y="0"/>
                    </a:lnTo>
                    <a:lnTo>
                      <a:pt x="2" y="131"/>
                    </a:lnTo>
                    <a:close/>
                  </a:path>
                </a:pathLst>
              </a:custGeom>
              <a:solidFill>
                <a:srgbClr val="3F7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45" name="Freeform 285">
                <a:extLst>
                  <a:ext uri="{FF2B5EF4-FFF2-40B4-BE49-F238E27FC236}">
                    <a16:creationId xmlns:a16="http://schemas.microsoft.com/office/drawing/2014/main" id="{FAFFFB12-51DC-2CF6-8567-86011C7E78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490"/>
                <a:ext cx="145" cy="132"/>
              </a:xfrm>
              <a:custGeom>
                <a:avLst/>
                <a:gdLst>
                  <a:gd name="T0" fmla="*/ 8 w 145"/>
                  <a:gd name="T1" fmla="*/ 131 h 132"/>
                  <a:gd name="T2" fmla="*/ 0 w 145"/>
                  <a:gd name="T3" fmla="*/ 132 h 132"/>
                  <a:gd name="T4" fmla="*/ 137 w 145"/>
                  <a:gd name="T5" fmla="*/ 1 h 132"/>
                  <a:gd name="T6" fmla="*/ 145 w 145"/>
                  <a:gd name="T7" fmla="*/ 0 h 132"/>
                  <a:gd name="T8" fmla="*/ 8 w 145"/>
                  <a:gd name="T9" fmla="*/ 131 h 1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5" h="132">
                    <a:moveTo>
                      <a:pt x="8" y="131"/>
                    </a:moveTo>
                    <a:lnTo>
                      <a:pt x="0" y="132"/>
                    </a:lnTo>
                    <a:lnTo>
                      <a:pt x="137" y="1"/>
                    </a:lnTo>
                    <a:lnTo>
                      <a:pt x="145" y="0"/>
                    </a:lnTo>
                    <a:lnTo>
                      <a:pt x="8" y="131"/>
                    </a:lnTo>
                    <a:close/>
                  </a:path>
                </a:pathLst>
              </a:custGeom>
              <a:solidFill>
                <a:srgbClr val="408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46" name="Line 286">
                <a:extLst>
                  <a:ext uri="{FF2B5EF4-FFF2-40B4-BE49-F238E27FC236}">
                    <a16:creationId xmlns:a16="http://schemas.microsoft.com/office/drawing/2014/main" id="{59ADAEB0-A035-D535-A26B-7364E99F8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3" y="1490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40806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47" name="Freeform 287">
                <a:extLst>
                  <a:ext uri="{FF2B5EF4-FFF2-40B4-BE49-F238E27FC236}">
                    <a16:creationId xmlns:a16="http://schemas.microsoft.com/office/drawing/2014/main" id="{21B84442-B3AB-925A-10D2-A83CD761C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9" y="1490"/>
                <a:ext cx="141" cy="132"/>
              </a:xfrm>
              <a:custGeom>
                <a:avLst/>
                <a:gdLst>
                  <a:gd name="T0" fmla="*/ 4 w 141"/>
                  <a:gd name="T1" fmla="*/ 131 h 132"/>
                  <a:gd name="T2" fmla="*/ 0 w 141"/>
                  <a:gd name="T3" fmla="*/ 132 h 132"/>
                  <a:gd name="T4" fmla="*/ 137 w 141"/>
                  <a:gd name="T5" fmla="*/ 1 h 132"/>
                  <a:gd name="T6" fmla="*/ 141 w 141"/>
                  <a:gd name="T7" fmla="*/ 0 h 132"/>
                  <a:gd name="T8" fmla="*/ 4 w 141"/>
                  <a:gd name="T9" fmla="*/ 131 h 1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32">
                    <a:moveTo>
                      <a:pt x="4" y="131"/>
                    </a:moveTo>
                    <a:lnTo>
                      <a:pt x="0" y="132"/>
                    </a:lnTo>
                    <a:lnTo>
                      <a:pt x="137" y="1"/>
                    </a:lnTo>
                    <a:lnTo>
                      <a:pt x="141" y="0"/>
                    </a:lnTo>
                    <a:lnTo>
                      <a:pt x="4" y="131"/>
                    </a:lnTo>
                    <a:close/>
                  </a:path>
                </a:pathLst>
              </a:custGeom>
              <a:solidFill>
                <a:srgbClr val="408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48" name="Freeform 288">
                <a:extLst>
                  <a:ext uri="{FF2B5EF4-FFF2-40B4-BE49-F238E27FC236}">
                    <a16:creationId xmlns:a16="http://schemas.microsoft.com/office/drawing/2014/main" id="{610CD75C-DA89-9E22-334B-5AEE9B74A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491"/>
                <a:ext cx="141" cy="131"/>
              </a:xfrm>
              <a:custGeom>
                <a:avLst/>
                <a:gdLst>
                  <a:gd name="T0" fmla="*/ 4 w 141"/>
                  <a:gd name="T1" fmla="*/ 131 h 131"/>
                  <a:gd name="T2" fmla="*/ 0 w 141"/>
                  <a:gd name="T3" fmla="*/ 131 h 131"/>
                  <a:gd name="T4" fmla="*/ 137 w 141"/>
                  <a:gd name="T5" fmla="*/ 0 h 131"/>
                  <a:gd name="T6" fmla="*/ 141 w 141"/>
                  <a:gd name="T7" fmla="*/ 0 h 131"/>
                  <a:gd name="T8" fmla="*/ 4 w 141"/>
                  <a:gd name="T9" fmla="*/ 131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31">
                    <a:moveTo>
                      <a:pt x="4" y="131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41" y="0"/>
                    </a:lnTo>
                    <a:lnTo>
                      <a:pt x="4" y="131"/>
                    </a:lnTo>
                    <a:close/>
                  </a:path>
                </a:pathLst>
              </a:custGeom>
              <a:solidFill>
                <a:srgbClr val="4386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49" name="Freeform 289">
                <a:extLst>
                  <a:ext uri="{FF2B5EF4-FFF2-40B4-BE49-F238E27FC236}">
                    <a16:creationId xmlns:a16="http://schemas.microsoft.com/office/drawing/2014/main" id="{8836FA6A-D81E-AB1E-64FC-7EA4C55EB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1" y="1491"/>
                <a:ext cx="141" cy="133"/>
              </a:xfrm>
              <a:custGeom>
                <a:avLst/>
                <a:gdLst>
                  <a:gd name="T0" fmla="*/ 4 w 141"/>
                  <a:gd name="T1" fmla="*/ 131 h 133"/>
                  <a:gd name="T2" fmla="*/ 0 w 141"/>
                  <a:gd name="T3" fmla="*/ 133 h 133"/>
                  <a:gd name="T4" fmla="*/ 137 w 141"/>
                  <a:gd name="T5" fmla="*/ 3 h 133"/>
                  <a:gd name="T6" fmla="*/ 141 w 141"/>
                  <a:gd name="T7" fmla="*/ 0 h 133"/>
                  <a:gd name="T8" fmla="*/ 4 w 141"/>
                  <a:gd name="T9" fmla="*/ 131 h 1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33">
                    <a:moveTo>
                      <a:pt x="4" y="131"/>
                    </a:moveTo>
                    <a:lnTo>
                      <a:pt x="0" y="133"/>
                    </a:lnTo>
                    <a:lnTo>
                      <a:pt x="137" y="3"/>
                    </a:lnTo>
                    <a:lnTo>
                      <a:pt x="141" y="0"/>
                    </a:lnTo>
                    <a:lnTo>
                      <a:pt x="4" y="131"/>
                    </a:lnTo>
                    <a:close/>
                  </a:path>
                </a:pathLst>
              </a:custGeom>
              <a:solidFill>
                <a:srgbClr val="478D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50" name="Line 290">
                <a:extLst>
                  <a:ext uri="{FF2B5EF4-FFF2-40B4-BE49-F238E27FC236}">
                    <a16:creationId xmlns:a16="http://schemas.microsoft.com/office/drawing/2014/main" id="{68C5EC84-E178-AF76-1277-4D8A4BA34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45" y="1491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478D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51" name="Freeform 291">
                <a:extLst>
                  <a:ext uri="{FF2B5EF4-FFF2-40B4-BE49-F238E27FC236}">
                    <a16:creationId xmlns:a16="http://schemas.microsoft.com/office/drawing/2014/main" id="{596E33AE-30FA-2C5D-5329-98F3D4B033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1879"/>
                <a:ext cx="145" cy="137"/>
              </a:xfrm>
              <a:custGeom>
                <a:avLst/>
                <a:gdLst>
                  <a:gd name="T0" fmla="*/ 8 w 145"/>
                  <a:gd name="T1" fmla="*/ 131 h 137"/>
                  <a:gd name="T2" fmla="*/ 0 w 145"/>
                  <a:gd name="T3" fmla="*/ 137 h 137"/>
                  <a:gd name="T4" fmla="*/ 137 w 145"/>
                  <a:gd name="T5" fmla="*/ 6 h 137"/>
                  <a:gd name="T6" fmla="*/ 145 w 145"/>
                  <a:gd name="T7" fmla="*/ 0 h 137"/>
                  <a:gd name="T8" fmla="*/ 8 w 145"/>
                  <a:gd name="T9" fmla="*/ 131 h 1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5" h="137">
                    <a:moveTo>
                      <a:pt x="8" y="131"/>
                    </a:moveTo>
                    <a:lnTo>
                      <a:pt x="0" y="137"/>
                    </a:lnTo>
                    <a:lnTo>
                      <a:pt x="137" y="6"/>
                    </a:lnTo>
                    <a:lnTo>
                      <a:pt x="145" y="0"/>
                    </a:lnTo>
                    <a:lnTo>
                      <a:pt x="8" y="131"/>
                    </a:lnTo>
                    <a:close/>
                  </a:path>
                </a:pathLst>
              </a:custGeom>
              <a:solidFill>
                <a:srgbClr val="52A3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52" name="Line 292">
                <a:extLst>
                  <a:ext uri="{FF2B5EF4-FFF2-40B4-BE49-F238E27FC236}">
                    <a16:creationId xmlns:a16="http://schemas.microsoft.com/office/drawing/2014/main" id="{5060D9D0-E399-0B2C-570C-D101EC388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27" y="1879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2A37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53" name="Freeform 293">
                <a:extLst>
                  <a:ext uri="{FF2B5EF4-FFF2-40B4-BE49-F238E27FC236}">
                    <a16:creationId xmlns:a16="http://schemas.microsoft.com/office/drawing/2014/main" id="{F4DDA230-7464-265D-6C6E-00897D2F7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1885"/>
                <a:ext cx="142" cy="135"/>
              </a:xfrm>
              <a:custGeom>
                <a:avLst/>
                <a:gdLst>
                  <a:gd name="T0" fmla="*/ 5 w 142"/>
                  <a:gd name="T1" fmla="*/ 131 h 135"/>
                  <a:gd name="T2" fmla="*/ 0 w 142"/>
                  <a:gd name="T3" fmla="*/ 135 h 135"/>
                  <a:gd name="T4" fmla="*/ 137 w 142"/>
                  <a:gd name="T5" fmla="*/ 4 h 135"/>
                  <a:gd name="T6" fmla="*/ 142 w 142"/>
                  <a:gd name="T7" fmla="*/ 0 h 135"/>
                  <a:gd name="T8" fmla="*/ 5 w 142"/>
                  <a:gd name="T9" fmla="*/ 131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2" h="135">
                    <a:moveTo>
                      <a:pt x="5" y="131"/>
                    </a:moveTo>
                    <a:lnTo>
                      <a:pt x="0" y="135"/>
                    </a:lnTo>
                    <a:lnTo>
                      <a:pt x="137" y="4"/>
                    </a:lnTo>
                    <a:lnTo>
                      <a:pt x="142" y="0"/>
                    </a:lnTo>
                    <a:lnTo>
                      <a:pt x="5" y="131"/>
                    </a:lnTo>
                    <a:close/>
                  </a:path>
                </a:pathLst>
              </a:custGeom>
              <a:solidFill>
                <a:srgbClr val="509F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54" name="Line 294">
                <a:extLst>
                  <a:ext uri="{FF2B5EF4-FFF2-40B4-BE49-F238E27FC236}">
                    <a16:creationId xmlns:a16="http://schemas.microsoft.com/office/drawing/2014/main" id="{F377FC10-9AFA-CEE1-823D-F9AF5485EB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9" y="1885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09F7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55" name="Freeform 295">
                <a:extLst>
                  <a:ext uri="{FF2B5EF4-FFF2-40B4-BE49-F238E27FC236}">
                    <a16:creationId xmlns:a16="http://schemas.microsoft.com/office/drawing/2014/main" id="{3EE6E8C7-6714-6E95-B286-C49F08841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2" y="1804"/>
                <a:ext cx="145" cy="216"/>
              </a:xfrm>
              <a:custGeom>
                <a:avLst/>
                <a:gdLst>
                  <a:gd name="T0" fmla="*/ 0 w 145"/>
                  <a:gd name="T1" fmla="*/ 216 h 216"/>
                  <a:gd name="T2" fmla="*/ 8 w 145"/>
                  <a:gd name="T3" fmla="*/ 131 h 216"/>
                  <a:gd name="T4" fmla="*/ 145 w 145"/>
                  <a:gd name="T5" fmla="*/ 0 h 216"/>
                  <a:gd name="T6" fmla="*/ 137 w 145"/>
                  <a:gd name="T7" fmla="*/ 84 h 216"/>
                  <a:gd name="T8" fmla="*/ 0 w 145"/>
                  <a:gd name="T9" fmla="*/ 216 h 2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5" h="216">
                    <a:moveTo>
                      <a:pt x="0" y="216"/>
                    </a:moveTo>
                    <a:lnTo>
                      <a:pt x="8" y="131"/>
                    </a:lnTo>
                    <a:lnTo>
                      <a:pt x="145" y="0"/>
                    </a:lnTo>
                    <a:lnTo>
                      <a:pt x="137" y="84"/>
                    </a:lnTo>
                    <a:lnTo>
                      <a:pt x="0" y="216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56" name="Line 296">
                <a:extLst>
                  <a:ext uri="{FF2B5EF4-FFF2-40B4-BE49-F238E27FC236}">
                    <a16:creationId xmlns:a16="http://schemas.microsoft.com/office/drawing/2014/main" id="{9474E80E-7E63-11BA-C05B-262294CB88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52" y="1888"/>
                <a:ext cx="137" cy="132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57" name="Freeform 297">
                <a:extLst>
                  <a:ext uri="{FF2B5EF4-FFF2-40B4-BE49-F238E27FC236}">
                    <a16:creationId xmlns:a16="http://schemas.microsoft.com/office/drawing/2014/main" id="{D6430ECA-B907-F1C7-03AF-56BBB777FF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4" y="1786"/>
                <a:ext cx="143" cy="149"/>
              </a:xfrm>
              <a:custGeom>
                <a:avLst/>
                <a:gdLst>
                  <a:gd name="T0" fmla="*/ 6 w 143"/>
                  <a:gd name="T1" fmla="*/ 149 h 149"/>
                  <a:gd name="T2" fmla="*/ 0 w 143"/>
                  <a:gd name="T3" fmla="*/ 130 h 149"/>
                  <a:gd name="T4" fmla="*/ 138 w 143"/>
                  <a:gd name="T5" fmla="*/ 0 h 149"/>
                  <a:gd name="T6" fmla="*/ 143 w 143"/>
                  <a:gd name="T7" fmla="*/ 18 h 149"/>
                  <a:gd name="T8" fmla="*/ 6 w 143"/>
                  <a:gd name="T9" fmla="*/ 149 h 1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3" h="149">
                    <a:moveTo>
                      <a:pt x="6" y="149"/>
                    </a:moveTo>
                    <a:lnTo>
                      <a:pt x="0" y="130"/>
                    </a:lnTo>
                    <a:lnTo>
                      <a:pt x="138" y="0"/>
                    </a:lnTo>
                    <a:lnTo>
                      <a:pt x="143" y="18"/>
                    </a:lnTo>
                    <a:lnTo>
                      <a:pt x="6" y="149"/>
                    </a:lnTo>
                    <a:close/>
                  </a:path>
                </a:pathLst>
              </a:custGeom>
              <a:solidFill>
                <a:srgbClr val="59B2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58" name="Line 298">
                <a:extLst>
                  <a:ext uri="{FF2B5EF4-FFF2-40B4-BE49-F238E27FC236}">
                    <a16:creationId xmlns:a16="http://schemas.microsoft.com/office/drawing/2014/main" id="{04E20EBD-34FC-F3D9-4B25-740327BDA2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60" y="1804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9B28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59" name="Freeform 299">
                <a:extLst>
                  <a:ext uri="{FF2B5EF4-FFF2-40B4-BE49-F238E27FC236}">
                    <a16:creationId xmlns:a16="http://schemas.microsoft.com/office/drawing/2014/main" id="{304545F0-B4F3-626E-C48A-898D1BA9A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9" y="1766"/>
                <a:ext cx="143" cy="150"/>
              </a:xfrm>
              <a:custGeom>
                <a:avLst/>
                <a:gdLst>
                  <a:gd name="T0" fmla="*/ 5 w 143"/>
                  <a:gd name="T1" fmla="*/ 150 h 150"/>
                  <a:gd name="T2" fmla="*/ 0 w 143"/>
                  <a:gd name="T3" fmla="*/ 131 h 150"/>
                  <a:gd name="T4" fmla="*/ 137 w 143"/>
                  <a:gd name="T5" fmla="*/ 0 h 150"/>
                  <a:gd name="T6" fmla="*/ 143 w 143"/>
                  <a:gd name="T7" fmla="*/ 20 h 150"/>
                  <a:gd name="T8" fmla="*/ 5 w 143"/>
                  <a:gd name="T9" fmla="*/ 150 h 1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3" h="150">
                    <a:moveTo>
                      <a:pt x="5" y="150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43" y="20"/>
                    </a:lnTo>
                    <a:lnTo>
                      <a:pt x="5" y="150"/>
                    </a:lnTo>
                    <a:close/>
                  </a:path>
                </a:pathLst>
              </a:custGeom>
              <a:solidFill>
                <a:srgbClr val="59B3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60" name="Line 300">
                <a:extLst>
                  <a:ext uri="{FF2B5EF4-FFF2-40B4-BE49-F238E27FC236}">
                    <a16:creationId xmlns:a16="http://schemas.microsoft.com/office/drawing/2014/main" id="{8FC12290-DA20-CE57-7E04-7B1AF1096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54" y="1786"/>
                <a:ext cx="138" cy="130"/>
              </a:xfrm>
              <a:prstGeom prst="line">
                <a:avLst/>
              </a:prstGeom>
              <a:noFill/>
              <a:ln w="1588">
                <a:solidFill>
                  <a:srgbClr val="59B38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61" name="Freeform 301">
                <a:extLst>
                  <a:ext uri="{FF2B5EF4-FFF2-40B4-BE49-F238E27FC236}">
                    <a16:creationId xmlns:a16="http://schemas.microsoft.com/office/drawing/2014/main" id="{1BB4516A-FCA0-5874-2E71-3BCE2FCE56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7" y="1747"/>
                <a:ext cx="139" cy="150"/>
              </a:xfrm>
              <a:custGeom>
                <a:avLst/>
                <a:gdLst>
                  <a:gd name="T0" fmla="*/ 2 w 139"/>
                  <a:gd name="T1" fmla="*/ 150 h 150"/>
                  <a:gd name="T2" fmla="*/ 0 w 139"/>
                  <a:gd name="T3" fmla="*/ 131 h 150"/>
                  <a:gd name="T4" fmla="*/ 137 w 139"/>
                  <a:gd name="T5" fmla="*/ 0 h 150"/>
                  <a:gd name="T6" fmla="*/ 139 w 139"/>
                  <a:gd name="T7" fmla="*/ 19 h 150"/>
                  <a:gd name="T8" fmla="*/ 2 w 139"/>
                  <a:gd name="T9" fmla="*/ 150 h 1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9" h="150">
                    <a:moveTo>
                      <a:pt x="2" y="150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39" y="19"/>
                    </a:lnTo>
                    <a:lnTo>
                      <a:pt x="2" y="150"/>
                    </a:lnTo>
                    <a:close/>
                  </a:path>
                </a:pathLst>
              </a:custGeom>
              <a:solidFill>
                <a:srgbClr val="5AB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62" name="Line 302">
                <a:extLst>
                  <a:ext uri="{FF2B5EF4-FFF2-40B4-BE49-F238E27FC236}">
                    <a16:creationId xmlns:a16="http://schemas.microsoft.com/office/drawing/2014/main" id="{EFC2BC8F-62B3-69CA-C1F0-AA3ED053C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9" y="1766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AB3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63" name="Freeform 303">
                <a:extLst>
                  <a:ext uri="{FF2B5EF4-FFF2-40B4-BE49-F238E27FC236}">
                    <a16:creationId xmlns:a16="http://schemas.microsoft.com/office/drawing/2014/main" id="{4EB9E6CD-2B47-5D2D-6D89-24EBDB0400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4" y="1728"/>
                <a:ext cx="140" cy="150"/>
              </a:xfrm>
              <a:custGeom>
                <a:avLst/>
                <a:gdLst>
                  <a:gd name="T0" fmla="*/ 3 w 140"/>
                  <a:gd name="T1" fmla="*/ 150 h 150"/>
                  <a:gd name="T2" fmla="*/ 0 w 140"/>
                  <a:gd name="T3" fmla="*/ 130 h 150"/>
                  <a:gd name="T4" fmla="*/ 137 w 140"/>
                  <a:gd name="T5" fmla="*/ 0 h 150"/>
                  <a:gd name="T6" fmla="*/ 140 w 140"/>
                  <a:gd name="T7" fmla="*/ 19 h 150"/>
                  <a:gd name="T8" fmla="*/ 3 w 140"/>
                  <a:gd name="T9" fmla="*/ 150 h 1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50">
                    <a:moveTo>
                      <a:pt x="3" y="150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140" y="19"/>
                    </a:lnTo>
                    <a:lnTo>
                      <a:pt x="3" y="150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64" name="Line 304">
                <a:extLst>
                  <a:ext uri="{FF2B5EF4-FFF2-40B4-BE49-F238E27FC236}">
                    <a16:creationId xmlns:a16="http://schemas.microsoft.com/office/drawing/2014/main" id="{16ED12B4-E68B-A4B4-F6E6-7C8F14BC29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7" y="1747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65" name="Freeform 305">
                <a:extLst>
                  <a:ext uri="{FF2B5EF4-FFF2-40B4-BE49-F238E27FC236}">
                    <a16:creationId xmlns:a16="http://schemas.microsoft.com/office/drawing/2014/main" id="{E9E9AB61-2BC9-6174-8509-222DB2500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0" y="1688"/>
                <a:ext cx="141" cy="170"/>
              </a:xfrm>
              <a:custGeom>
                <a:avLst/>
                <a:gdLst>
                  <a:gd name="T0" fmla="*/ 4 w 141"/>
                  <a:gd name="T1" fmla="*/ 170 h 170"/>
                  <a:gd name="T2" fmla="*/ 0 w 141"/>
                  <a:gd name="T3" fmla="*/ 131 h 170"/>
                  <a:gd name="T4" fmla="*/ 139 w 141"/>
                  <a:gd name="T5" fmla="*/ 0 h 170"/>
                  <a:gd name="T6" fmla="*/ 141 w 141"/>
                  <a:gd name="T7" fmla="*/ 40 h 170"/>
                  <a:gd name="T8" fmla="*/ 4 w 141"/>
                  <a:gd name="T9" fmla="*/ 170 h 1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70">
                    <a:moveTo>
                      <a:pt x="4" y="170"/>
                    </a:moveTo>
                    <a:lnTo>
                      <a:pt x="0" y="131"/>
                    </a:lnTo>
                    <a:lnTo>
                      <a:pt x="139" y="0"/>
                    </a:lnTo>
                    <a:lnTo>
                      <a:pt x="141" y="40"/>
                    </a:lnTo>
                    <a:lnTo>
                      <a:pt x="4" y="170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66" name="Line 306">
                <a:extLst>
                  <a:ext uri="{FF2B5EF4-FFF2-40B4-BE49-F238E27FC236}">
                    <a16:creationId xmlns:a16="http://schemas.microsoft.com/office/drawing/2014/main" id="{6E20ED8F-5DBB-C5DF-1C4A-6E8C74B900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4" y="1728"/>
                <a:ext cx="137" cy="130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67" name="Freeform 307">
                <a:extLst>
                  <a:ext uri="{FF2B5EF4-FFF2-40B4-BE49-F238E27FC236}">
                    <a16:creationId xmlns:a16="http://schemas.microsoft.com/office/drawing/2014/main" id="{797C7087-19D9-3CF0-F46C-55D8EE974E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0" y="1648"/>
                <a:ext cx="139" cy="171"/>
              </a:xfrm>
              <a:custGeom>
                <a:avLst/>
                <a:gdLst>
                  <a:gd name="T0" fmla="*/ 0 w 139"/>
                  <a:gd name="T1" fmla="*/ 171 h 171"/>
                  <a:gd name="T2" fmla="*/ 0 w 139"/>
                  <a:gd name="T3" fmla="*/ 130 h 171"/>
                  <a:gd name="T4" fmla="*/ 137 w 139"/>
                  <a:gd name="T5" fmla="*/ 0 h 171"/>
                  <a:gd name="T6" fmla="*/ 139 w 139"/>
                  <a:gd name="T7" fmla="*/ 40 h 171"/>
                  <a:gd name="T8" fmla="*/ 0 w 139"/>
                  <a:gd name="T9" fmla="*/ 171 h 1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9" h="171">
                    <a:moveTo>
                      <a:pt x="0" y="171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139" y="40"/>
                    </a:lnTo>
                    <a:lnTo>
                      <a:pt x="0" y="171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68" name="Line 308">
                <a:extLst>
                  <a:ext uri="{FF2B5EF4-FFF2-40B4-BE49-F238E27FC236}">
                    <a16:creationId xmlns:a16="http://schemas.microsoft.com/office/drawing/2014/main" id="{BD666E96-C5AD-1DFF-3F9A-6F9DC95205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0" y="1688"/>
                <a:ext cx="139" cy="131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69" name="Freeform 309">
                <a:extLst>
                  <a:ext uri="{FF2B5EF4-FFF2-40B4-BE49-F238E27FC236}">
                    <a16:creationId xmlns:a16="http://schemas.microsoft.com/office/drawing/2014/main" id="{DA35EEF7-33E3-FB1F-CDBC-EC602F2625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0" y="1607"/>
                <a:ext cx="140" cy="171"/>
              </a:xfrm>
              <a:custGeom>
                <a:avLst/>
                <a:gdLst>
                  <a:gd name="T0" fmla="*/ 0 w 140"/>
                  <a:gd name="T1" fmla="*/ 171 h 171"/>
                  <a:gd name="T2" fmla="*/ 3 w 140"/>
                  <a:gd name="T3" fmla="*/ 131 h 171"/>
                  <a:gd name="T4" fmla="*/ 140 w 140"/>
                  <a:gd name="T5" fmla="*/ 0 h 171"/>
                  <a:gd name="T6" fmla="*/ 137 w 140"/>
                  <a:gd name="T7" fmla="*/ 41 h 171"/>
                  <a:gd name="T8" fmla="*/ 0 w 140"/>
                  <a:gd name="T9" fmla="*/ 171 h 1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71">
                    <a:moveTo>
                      <a:pt x="0" y="171"/>
                    </a:moveTo>
                    <a:lnTo>
                      <a:pt x="3" y="131"/>
                    </a:lnTo>
                    <a:lnTo>
                      <a:pt x="140" y="0"/>
                    </a:lnTo>
                    <a:lnTo>
                      <a:pt x="137" y="41"/>
                    </a:lnTo>
                    <a:lnTo>
                      <a:pt x="0" y="171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70" name="Line 310">
                <a:extLst>
                  <a:ext uri="{FF2B5EF4-FFF2-40B4-BE49-F238E27FC236}">
                    <a16:creationId xmlns:a16="http://schemas.microsoft.com/office/drawing/2014/main" id="{02737E3B-4D5B-864F-B632-0754FEFE7A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0" y="1648"/>
                <a:ext cx="137" cy="130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71" name="Freeform 311">
                <a:extLst>
                  <a:ext uri="{FF2B5EF4-FFF2-40B4-BE49-F238E27FC236}">
                    <a16:creationId xmlns:a16="http://schemas.microsoft.com/office/drawing/2014/main" id="{DAAB5F90-B1E7-D80E-3C7E-078FE399B8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3" y="1568"/>
                <a:ext cx="140" cy="170"/>
              </a:xfrm>
              <a:custGeom>
                <a:avLst/>
                <a:gdLst>
                  <a:gd name="T0" fmla="*/ 0 w 140"/>
                  <a:gd name="T1" fmla="*/ 170 h 170"/>
                  <a:gd name="T2" fmla="*/ 2 w 140"/>
                  <a:gd name="T3" fmla="*/ 130 h 170"/>
                  <a:gd name="T4" fmla="*/ 140 w 140"/>
                  <a:gd name="T5" fmla="*/ 0 h 170"/>
                  <a:gd name="T6" fmla="*/ 137 w 140"/>
                  <a:gd name="T7" fmla="*/ 39 h 170"/>
                  <a:gd name="T8" fmla="*/ 0 w 140"/>
                  <a:gd name="T9" fmla="*/ 170 h 1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170">
                    <a:moveTo>
                      <a:pt x="0" y="170"/>
                    </a:moveTo>
                    <a:lnTo>
                      <a:pt x="2" y="130"/>
                    </a:lnTo>
                    <a:lnTo>
                      <a:pt x="140" y="0"/>
                    </a:lnTo>
                    <a:lnTo>
                      <a:pt x="137" y="39"/>
                    </a:lnTo>
                    <a:lnTo>
                      <a:pt x="0" y="170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72" name="Line 312">
                <a:extLst>
                  <a:ext uri="{FF2B5EF4-FFF2-40B4-BE49-F238E27FC236}">
                    <a16:creationId xmlns:a16="http://schemas.microsoft.com/office/drawing/2014/main" id="{01D555C1-3672-7615-F5CA-B3A2CBDBF4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3" y="1607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73" name="Freeform 313">
                <a:extLst>
                  <a:ext uri="{FF2B5EF4-FFF2-40B4-BE49-F238E27FC236}">
                    <a16:creationId xmlns:a16="http://schemas.microsoft.com/office/drawing/2014/main" id="{17C7579D-8F6A-2E86-8661-27EC094EE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5" y="1489"/>
                <a:ext cx="144" cy="209"/>
              </a:xfrm>
              <a:custGeom>
                <a:avLst/>
                <a:gdLst>
                  <a:gd name="T0" fmla="*/ 0 w 144"/>
                  <a:gd name="T1" fmla="*/ 209 h 209"/>
                  <a:gd name="T2" fmla="*/ 7 w 144"/>
                  <a:gd name="T3" fmla="*/ 130 h 209"/>
                  <a:gd name="T4" fmla="*/ 144 w 144"/>
                  <a:gd name="T5" fmla="*/ 0 h 209"/>
                  <a:gd name="T6" fmla="*/ 138 w 144"/>
                  <a:gd name="T7" fmla="*/ 79 h 209"/>
                  <a:gd name="T8" fmla="*/ 0 w 144"/>
                  <a:gd name="T9" fmla="*/ 209 h 2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4" h="209">
                    <a:moveTo>
                      <a:pt x="0" y="209"/>
                    </a:moveTo>
                    <a:lnTo>
                      <a:pt x="7" y="130"/>
                    </a:lnTo>
                    <a:lnTo>
                      <a:pt x="144" y="0"/>
                    </a:lnTo>
                    <a:lnTo>
                      <a:pt x="138" y="79"/>
                    </a:lnTo>
                    <a:lnTo>
                      <a:pt x="0" y="209"/>
                    </a:lnTo>
                    <a:close/>
                  </a:path>
                </a:pathLst>
              </a:custGeom>
              <a:solidFill>
                <a:srgbClr val="5AB4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74" name="Line 314">
                <a:extLst>
                  <a:ext uri="{FF2B5EF4-FFF2-40B4-BE49-F238E27FC236}">
                    <a16:creationId xmlns:a16="http://schemas.microsoft.com/office/drawing/2014/main" id="{513FC8A7-E06C-8956-62C6-BFECF31AC5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5" y="1568"/>
                <a:ext cx="138" cy="130"/>
              </a:xfrm>
              <a:prstGeom prst="line">
                <a:avLst/>
              </a:prstGeom>
              <a:noFill/>
              <a:ln w="1588">
                <a:solidFill>
                  <a:srgbClr val="5AB4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75" name="Freeform 315">
                <a:extLst>
                  <a:ext uri="{FF2B5EF4-FFF2-40B4-BE49-F238E27FC236}">
                    <a16:creationId xmlns:a16="http://schemas.microsoft.com/office/drawing/2014/main" id="{650F07B9-B20B-6F18-6EDF-17A9DFBFD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1" y="1489"/>
                <a:ext cx="2118" cy="130"/>
              </a:xfrm>
              <a:custGeom>
                <a:avLst/>
                <a:gdLst>
                  <a:gd name="T0" fmla="*/ 1981 w 2118"/>
                  <a:gd name="T1" fmla="*/ 130 h 130"/>
                  <a:gd name="T2" fmla="*/ 0 w 2118"/>
                  <a:gd name="T3" fmla="*/ 130 h 130"/>
                  <a:gd name="T4" fmla="*/ 137 w 2118"/>
                  <a:gd name="T5" fmla="*/ 0 h 130"/>
                  <a:gd name="T6" fmla="*/ 2118 w 2118"/>
                  <a:gd name="T7" fmla="*/ 0 h 130"/>
                  <a:gd name="T8" fmla="*/ 1981 w 2118"/>
                  <a:gd name="T9" fmla="*/ 13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18" h="130">
                    <a:moveTo>
                      <a:pt x="1981" y="130"/>
                    </a:moveTo>
                    <a:lnTo>
                      <a:pt x="0" y="130"/>
                    </a:lnTo>
                    <a:lnTo>
                      <a:pt x="137" y="0"/>
                    </a:lnTo>
                    <a:lnTo>
                      <a:pt x="2118" y="0"/>
                    </a:lnTo>
                    <a:lnTo>
                      <a:pt x="1981" y="130"/>
                    </a:lnTo>
                    <a:close/>
                  </a:path>
                </a:pathLst>
              </a:custGeom>
              <a:solidFill>
                <a:srgbClr val="3D7A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76" name="Line 316">
                <a:extLst>
                  <a:ext uri="{FF2B5EF4-FFF2-40B4-BE49-F238E27FC236}">
                    <a16:creationId xmlns:a16="http://schemas.microsoft.com/office/drawing/2014/main" id="{AD382702-D508-90BF-9841-F2989F0816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52" y="1489"/>
                <a:ext cx="137" cy="130"/>
              </a:xfrm>
              <a:prstGeom prst="line">
                <a:avLst/>
              </a:prstGeom>
              <a:noFill/>
              <a:ln w="1588">
                <a:solidFill>
                  <a:srgbClr val="3D7A5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77" name="Freeform 317">
                <a:extLst>
                  <a:ext uri="{FF2B5EF4-FFF2-40B4-BE49-F238E27FC236}">
                    <a16:creationId xmlns:a16="http://schemas.microsoft.com/office/drawing/2014/main" id="{2B058E4F-3A75-11F2-7FA7-8D345D438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1619"/>
                <a:ext cx="2047" cy="407"/>
              </a:xfrm>
              <a:custGeom>
                <a:avLst/>
                <a:gdLst>
                  <a:gd name="T0" fmla="*/ 49 w 2047"/>
                  <a:gd name="T1" fmla="*/ 2 h 407"/>
                  <a:gd name="T2" fmla="*/ 32 w 2047"/>
                  <a:gd name="T3" fmla="*/ 3 h 407"/>
                  <a:gd name="T4" fmla="*/ 26 w 2047"/>
                  <a:gd name="T5" fmla="*/ 8 h 407"/>
                  <a:gd name="T6" fmla="*/ 20 w 2047"/>
                  <a:gd name="T7" fmla="*/ 20 h 407"/>
                  <a:gd name="T8" fmla="*/ 18 w 2047"/>
                  <a:gd name="T9" fmla="*/ 47 h 407"/>
                  <a:gd name="T10" fmla="*/ 13 w 2047"/>
                  <a:gd name="T11" fmla="*/ 93 h 407"/>
                  <a:gd name="T12" fmla="*/ 7 w 2047"/>
                  <a:gd name="T13" fmla="*/ 151 h 407"/>
                  <a:gd name="T14" fmla="*/ 5 w 2047"/>
                  <a:gd name="T15" fmla="*/ 210 h 407"/>
                  <a:gd name="T16" fmla="*/ 9 w 2047"/>
                  <a:gd name="T17" fmla="*/ 300 h 407"/>
                  <a:gd name="T18" fmla="*/ 22 w 2047"/>
                  <a:gd name="T19" fmla="*/ 335 h 407"/>
                  <a:gd name="T20" fmla="*/ 26 w 2047"/>
                  <a:gd name="T21" fmla="*/ 363 h 407"/>
                  <a:gd name="T22" fmla="*/ 23 w 2047"/>
                  <a:gd name="T23" fmla="*/ 376 h 407"/>
                  <a:gd name="T24" fmla="*/ 14 w 2047"/>
                  <a:gd name="T25" fmla="*/ 391 h 407"/>
                  <a:gd name="T26" fmla="*/ 1 w 2047"/>
                  <a:gd name="T27" fmla="*/ 401 h 407"/>
                  <a:gd name="T28" fmla="*/ 5 w 2047"/>
                  <a:gd name="T29" fmla="*/ 401 h 407"/>
                  <a:gd name="T30" fmla="*/ 102 w 2047"/>
                  <a:gd name="T31" fmla="*/ 393 h 407"/>
                  <a:gd name="T32" fmla="*/ 180 w 2047"/>
                  <a:gd name="T33" fmla="*/ 391 h 407"/>
                  <a:gd name="T34" fmla="*/ 258 w 2047"/>
                  <a:gd name="T35" fmla="*/ 381 h 407"/>
                  <a:gd name="T36" fmla="*/ 302 w 2047"/>
                  <a:gd name="T37" fmla="*/ 372 h 407"/>
                  <a:gd name="T38" fmla="*/ 383 w 2047"/>
                  <a:gd name="T39" fmla="*/ 366 h 407"/>
                  <a:gd name="T40" fmla="*/ 559 w 2047"/>
                  <a:gd name="T41" fmla="*/ 361 h 407"/>
                  <a:gd name="T42" fmla="*/ 591 w 2047"/>
                  <a:gd name="T43" fmla="*/ 369 h 407"/>
                  <a:gd name="T44" fmla="*/ 657 w 2047"/>
                  <a:gd name="T45" fmla="*/ 387 h 407"/>
                  <a:gd name="T46" fmla="*/ 688 w 2047"/>
                  <a:gd name="T47" fmla="*/ 392 h 407"/>
                  <a:gd name="T48" fmla="*/ 830 w 2047"/>
                  <a:gd name="T49" fmla="*/ 402 h 407"/>
                  <a:gd name="T50" fmla="*/ 917 w 2047"/>
                  <a:gd name="T51" fmla="*/ 407 h 407"/>
                  <a:gd name="T52" fmla="*/ 965 w 2047"/>
                  <a:gd name="T53" fmla="*/ 400 h 407"/>
                  <a:gd name="T54" fmla="*/ 1234 w 2047"/>
                  <a:gd name="T55" fmla="*/ 390 h 407"/>
                  <a:gd name="T56" fmla="*/ 1464 w 2047"/>
                  <a:gd name="T57" fmla="*/ 385 h 407"/>
                  <a:gd name="T58" fmla="*/ 1510 w 2047"/>
                  <a:gd name="T59" fmla="*/ 380 h 407"/>
                  <a:gd name="T60" fmla="*/ 1576 w 2047"/>
                  <a:gd name="T61" fmla="*/ 371 h 407"/>
                  <a:gd name="T62" fmla="*/ 1620 w 2047"/>
                  <a:gd name="T63" fmla="*/ 372 h 407"/>
                  <a:gd name="T64" fmla="*/ 1643 w 2047"/>
                  <a:gd name="T65" fmla="*/ 377 h 407"/>
                  <a:gd name="T66" fmla="*/ 1784 w 2047"/>
                  <a:gd name="T67" fmla="*/ 393 h 407"/>
                  <a:gd name="T68" fmla="*/ 1966 w 2047"/>
                  <a:gd name="T69" fmla="*/ 401 h 407"/>
                  <a:gd name="T70" fmla="*/ 2000 w 2047"/>
                  <a:gd name="T71" fmla="*/ 387 h 407"/>
                  <a:gd name="T72" fmla="*/ 2014 w 2047"/>
                  <a:gd name="T73" fmla="*/ 385 h 407"/>
                  <a:gd name="T74" fmla="*/ 2022 w 2047"/>
                  <a:gd name="T75" fmla="*/ 386 h 407"/>
                  <a:gd name="T76" fmla="*/ 2034 w 2047"/>
                  <a:gd name="T77" fmla="*/ 396 h 407"/>
                  <a:gd name="T78" fmla="*/ 2047 w 2047"/>
                  <a:gd name="T79" fmla="*/ 316 h 407"/>
                  <a:gd name="T80" fmla="*/ 2036 w 2047"/>
                  <a:gd name="T81" fmla="*/ 278 h 407"/>
                  <a:gd name="T82" fmla="*/ 2031 w 2047"/>
                  <a:gd name="T83" fmla="*/ 239 h 407"/>
                  <a:gd name="T84" fmla="*/ 2027 w 2047"/>
                  <a:gd name="T85" fmla="*/ 159 h 407"/>
                  <a:gd name="T86" fmla="*/ 2032 w 2047"/>
                  <a:gd name="T87" fmla="*/ 79 h 407"/>
                  <a:gd name="T88" fmla="*/ 58 w 2047"/>
                  <a:gd name="T89" fmla="*/ 0 h 40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047" h="407">
                    <a:moveTo>
                      <a:pt x="58" y="0"/>
                    </a:moveTo>
                    <a:lnTo>
                      <a:pt x="49" y="2"/>
                    </a:lnTo>
                    <a:lnTo>
                      <a:pt x="40" y="2"/>
                    </a:lnTo>
                    <a:lnTo>
                      <a:pt x="32" y="3"/>
                    </a:lnTo>
                    <a:lnTo>
                      <a:pt x="28" y="5"/>
                    </a:lnTo>
                    <a:lnTo>
                      <a:pt x="26" y="8"/>
                    </a:lnTo>
                    <a:lnTo>
                      <a:pt x="22" y="14"/>
                    </a:lnTo>
                    <a:lnTo>
                      <a:pt x="20" y="20"/>
                    </a:lnTo>
                    <a:lnTo>
                      <a:pt x="19" y="34"/>
                    </a:lnTo>
                    <a:lnTo>
                      <a:pt x="18" y="47"/>
                    </a:lnTo>
                    <a:lnTo>
                      <a:pt x="18" y="62"/>
                    </a:lnTo>
                    <a:lnTo>
                      <a:pt x="13" y="93"/>
                    </a:lnTo>
                    <a:lnTo>
                      <a:pt x="10" y="122"/>
                    </a:lnTo>
                    <a:lnTo>
                      <a:pt x="7" y="151"/>
                    </a:lnTo>
                    <a:lnTo>
                      <a:pt x="6" y="180"/>
                    </a:lnTo>
                    <a:lnTo>
                      <a:pt x="5" y="210"/>
                    </a:lnTo>
                    <a:lnTo>
                      <a:pt x="6" y="238"/>
                    </a:lnTo>
                    <a:lnTo>
                      <a:pt x="9" y="300"/>
                    </a:lnTo>
                    <a:lnTo>
                      <a:pt x="15" y="316"/>
                    </a:lnTo>
                    <a:lnTo>
                      <a:pt x="22" y="335"/>
                    </a:lnTo>
                    <a:lnTo>
                      <a:pt x="26" y="354"/>
                    </a:lnTo>
                    <a:lnTo>
                      <a:pt x="26" y="363"/>
                    </a:lnTo>
                    <a:lnTo>
                      <a:pt x="26" y="370"/>
                    </a:lnTo>
                    <a:lnTo>
                      <a:pt x="23" y="376"/>
                    </a:lnTo>
                    <a:lnTo>
                      <a:pt x="20" y="382"/>
                    </a:lnTo>
                    <a:lnTo>
                      <a:pt x="14" y="391"/>
                    </a:lnTo>
                    <a:lnTo>
                      <a:pt x="6" y="397"/>
                    </a:lnTo>
                    <a:lnTo>
                      <a:pt x="1" y="401"/>
                    </a:lnTo>
                    <a:lnTo>
                      <a:pt x="0" y="402"/>
                    </a:lnTo>
                    <a:lnTo>
                      <a:pt x="5" y="401"/>
                    </a:lnTo>
                    <a:lnTo>
                      <a:pt x="41" y="392"/>
                    </a:lnTo>
                    <a:lnTo>
                      <a:pt x="102" y="393"/>
                    </a:lnTo>
                    <a:lnTo>
                      <a:pt x="141" y="392"/>
                    </a:lnTo>
                    <a:lnTo>
                      <a:pt x="180" y="391"/>
                    </a:lnTo>
                    <a:lnTo>
                      <a:pt x="235" y="385"/>
                    </a:lnTo>
                    <a:lnTo>
                      <a:pt x="258" y="381"/>
                    </a:lnTo>
                    <a:lnTo>
                      <a:pt x="280" y="376"/>
                    </a:lnTo>
                    <a:lnTo>
                      <a:pt x="302" y="372"/>
                    </a:lnTo>
                    <a:lnTo>
                      <a:pt x="324" y="370"/>
                    </a:lnTo>
                    <a:lnTo>
                      <a:pt x="383" y="366"/>
                    </a:lnTo>
                    <a:lnTo>
                      <a:pt x="442" y="365"/>
                    </a:lnTo>
                    <a:lnTo>
                      <a:pt x="559" y="361"/>
                    </a:lnTo>
                    <a:lnTo>
                      <a:pt x="574" y="365"/>
                    </a:lnTo>
                    <a:lnTo>
                      <a:pt x="591" y="369"/>
                    </a:lnTo>
                    <a:lnTo>
                      <a:pt x="625" y="379"/>
                    </a:lnTo>
                    <a:lnTo>
                      <a:pt x="657" y="387"/>
                    </a:lnTo>
                    <a:lnTo>
                      <a:pt x="674" y="391"/>
                    </a:lnTo>
                    <a:lnTo>
                      <a:pt x="688" y="392"/>
                    </a:lnTo>
                    <a:lnTo>
                      <a:pt x="772" y="397"/>
                    </a:lnTo>
                    <a:lnTo>
                      <a:pt x="830" y="402"/>
                    </a:lnTo>
                    <a:lnTo>
                      <a:pt x="896" y="407"/>
                    </a:lnTo>
                    <a:lnTo>
                      <a:pt x="917" y="407"/>
                    </a:lnTo>
                    <a:lnTo>
                      <a:pt x="938" y="404"/>
                    </a:lnTo>
                    <a:lnTo>
                      <a:pt x="965" y="400"/>
                    </a:lnTo>
                    <a:lnTo>
                      <a:pt x="1004" y="392"/>
                    </a:lnTo>
                    <a:lnTo>
                      <a:pt x="1234" y="390"/>
                    </a:lnTo>
                    <a:lnTo>
                      <a:pt x="1349" y="387"/>
                    </a:lnTo>
                    <a:lnTo>
                      <a:pt x="1464" y="385"/>
                    </a:lnTo>
                    <a:lnTo>
                      <a:pt x="1488" y="383"/>
                    </a:lnTo>
                    <a:lnTo>
                      <a:pt x="1510" y="380"/>
                    </a:lnTo>
                    <a:lnTo>
                      <a:pt x="1554" y="374"/>
                    </a:lnTo>
                    <a:lnTo>
                      <a:pt x="1576" y="371"/>
                    </a:lnTo>
                    <a:lnTo>
                      <a:pt x="1598" y="370"/>
                    </a:lnTo>
                    <a:lnTo>
                      <a:pt x="1620" y="372"/>
                    </a:lnTo>
                    <a:lnTo>
                      <a:pt x="1631" y="374"/>
                    </a:lnTo>
                    <a:lnTo>
                      <a:pt x="1643" y="377"/>
                    </a:lnTo>
                    <a:lnTo>
                      <a:pt x="1722" y="387"/>
                    </a:lnTo>
                    <a:lnTo>
                      <a:pt x="1784" y="393"/>
                    </a:lnTo>
                    <a:lnTo>
                      <a:pt x="1856" y="397"/>
                    </a:lnTo>
                    <a:lnTo>
                      <a:pt x="1966" y="401"/>
                    </a:lnTo>
                    <a:lnTo>
                      <a:pt x="1984" y="392"/>
                    </a:lnTo>
                    <a:lnTo>
                      <a:pt x="2000" y="387"/>
                    </a:lnTo>
                    <a:lnTo>
                      <a:pt x="2008" y="386"/>
                    </a:lnTo>
                    <a:lnTo>
                      <a:pt x="2014" y="385"/>
                    </a:lnTo>
                    <a:lnTo>
                      <a:pt x="2018" y="385"/>
                    </a:lnTo>
                    <a:lnTo>
                      <a:pt x="2022" y="386"/>
                    </a:lnTo>
                    <a:lnTo>
                      <a:pt x="2027" y="391"/>
                    </a:lnTo>
                    <a:lnTo>
                      <a:pt x="2034" y="396"/>
                    </a:lnTo>
                    <a:lnTo>
                      <a:pt x="2039" y="401"/>
                    </a:lnTo>
                    <a:lnTo>
                      <a:pt x="2047" y="316"/>
                    </a:lnTo>
                    <a:lnTo>
                      <a:pt x="2041" y="297"/>
                    </a:lnTo>
                    <a:lnTo>
                      <a:pt x="2036" y="278"/>
                    </a:lnTo>
                    <a:lnTo>
                      <a:pt x="2034" y="259"/>
                    </a:lnTo>
                    <a:lnTo>
                      <a:pt x="2031" y="239"/>
                    </a:lnTo>
                    <a:lnTo>
                      <a:pt x="2027" y="200"/>
                    </a:lnTo>
                    <a:lnTo>
                      <a:pt x="2027" y="159"/>
                    </a:lnTo>
                    <a:lnTo>
                      <a:pt x="2030" y="119"/>
                    </a:lnTo>
                    <a:lnTo>
                      <a:pt x="2032" y="79"/>
                    </a:lnTo>
                    <a:lnTo>
                      <a:pt x="2039" y="0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4F9D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78" name="Line 318">
                <a:extLst>
                  <a:ext uri="{FF2B5EF4-FFF2-40B4-BE49-F238E27FC236}">
                    <a16:creationId xmlns:a16="http://schemas.microsoft.com/office/drawing/2014/main" id="{939907B7-E72B-0C41-3714-28AC04FD1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62" y="1619"/>
                <a:ext cx="9" cy="2"/>
              </a:xfrm>
              <a:prstGeom prst="line">
                <a:avLst/>
              </a:prstGeom>
              <a:noFill/>
              <a:ln w="15875">
                <a:solidFill>
                  <a:srgbClr val="488F6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79" name="Line 319">
                <a:extLst>
                  <a:ext uri="{FF2B5EF4-FFF2-40B4-BE49-F238E27FC236}">
                    <a16:creationId xmlns:a16="http://schemas.microsoft.com/office/drawing/2014/main" id="{90B55D75-9197-521A-655E-3780BEFA2F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53" y="1621"/>
                <a:ext cx="9" cy="1"/>
              </a:xfrm>
              <a:prstGeom prst="line">
                <a:avLst/>
              </a:prstGeom>
              <a:noFill/>
              <a:ln w="15875">
                <a:solidFill>
                  <a:srgbClr val="4992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80" name="Line 320">
                <a:extLst>
                  <a:ext uri="{FF2B5EF4-FFF2-40B4-BE49-F238E27FC236}">
                    <a16:creationId xmlns:a16="http://schemas.microsoft.com/office/drawing/2014/main" id="{5FC2CC05-0242-0209-A18B-C2107BC2EE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45" y="1621"/>
                <a:ext cx="8" cy="1"/>
              </a:xfrm>
              <a:prstGeom prst="line">
                <a:avLst/>
              </a:prstGeom>
              <a:noFill/>
              <a:ln w="15875">
                <a:solidFill>
                  <a:srgbClr val="468C6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81" name="Line 321">
                <a:extLst>
                  <a:ext uri="{FF2B5EF4-FFF2-40B4-BE49-F238E27FC236}">
                    <a16:creationId xmlns:a16="http://schemas.microsoft.com/office/drawing/2014/main" id="{32483450-7BE8-5087-734B-8537543EA5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41" y="1622"/>
                <a:ext cx="4" cy="2"/>
              </a:xfrm>
              <a:prstGeom prst="line">
                <a:avLst/>
              </a:prstGeom>
              <a:noFill/>
              <a:ln w="15875">
                <a:solidFill>
                  <a:srgbClr val="4B967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82" name="Line 322">
                <a:extLst>
                  <a:ext uri="{FF2B5EF4-FFF2-40B4-BE49-F238E27FC236}">
                    <a16:creationId xmlns:a16="http://schemas.microsoft.com/office/drawing/2014/main" id="{60770FE8-DDFF-BFA0-DC77-D5E1354EDD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9" y="1624"/>
                <a:ext cx="2" cy="3"/>
              </a:xfrm>
              <a:prstGeom prst="line">
                <a:avLst/>
              </a:prstGeom>
              <a:noFill/>
              <a:ln w="15875">
                <a:solidFill>
                  <a:srgbClr val="50A17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83" name="Line 323">
                <a:extLst>
                  <a:ext uri="{FF2B5EF4-FFF2-40B4-BE49-F238E27FC236}">
                    <a16:creationId xmlns:a16="http://schemas.microsoft.com/office/drawing/2014/main" id="{E6D951DC-648C-913F-23DD-AB34C1AA8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5" y="1627"/>
                <a:ext cx="4" cy="6"/>
              </a:xfrm>
              <a:prstGeom prst="line">
                <a:avLst/>
              </a:prstGeom>
              <a:noFill/>
              <a:ln w="15875">
                <a:solidFill>
                  <a:srgbClr val="54A77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84" name="Line 324">
                <a:extLst>
                  <a:ext uri="{FF2B5EF4-FFF2-40B4-BE49-F238E27FC236}">
                    <a16:creationId xmlns:a16="http://schemas.microsoft.com/office/drawing/2014/main" id="{74EAC63F-D30D-E7DD-25FC-D1369A7E8D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3" y="1633"/>
                <a:ext cx="2" cy="6"/>
              </a:xfrm>
              <a:prstGeom prst="line">
                <a:avLst/>
              </a:prstGeom>
              <a:noFill/>
              <a:ln w="15875">
                <a:solidFill>
                  <a:srgbClr val="55AA7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85" name="Line 325">
                <a:extLst>
                  <a:ext uri="{FF2B5EF4-FFF2-40B4-BE49-F238E27FC236}">
                    <a16:creationId xmlns:a16="http://schemas.microsoft.com/office/drawing/2014/main" id="{BB94E2CD-25E7-6122-94BD-9F5E5C5DAA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2" y="1639"/>
                <a:ext cx="1" cy="14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86" name="Line 326">
                <a:extLst>
                  <a:ext uri="{FF2B5EF4-FFF2-40B4-BE49-F238E27FC236}">
                    <a16:creationId xmlns:a16="http://schemas.microsoft.com/office/drawing/2014/main" id="{CD5732C3-B87F-0E6B-A588-F847749A07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1" y="1653"/>
                <a:ext cx="1" cy="13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87" name="Line 327">
                <a:extLst>
                  <a:ext uri="{FF2B5EF4-FFF2-40B4-BE49-F238E27FC236}">
                    <a16:creationId xmlns:a16="http://schemas.microsoft.com/office/drawing/2014/main" id="{1192558F-0E58-0085-B83A-359055DB3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1" y="1666"/>
                <a:ext cx="1" cy="15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88" name="Line 328">
                <a:extLst>
                  <a:ext uri="{FF2B5EF4-FFF2-40B4-BE49-F238E27FC236}">
                    <a16:creationId xmlns:a16="http://schemas.microsoft.com/office/drawing/2014/main" id="{F864A2B8-4EA1-5E69-461E-CAD98149E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26" y="1681"/>
                <a:ext cx="5" cy="31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89" name="Line 329">
                <a:extLst>
                  <a:ext uri="{FF2B5EF4-FFF2-40B4-BE49-F238E27FC236}">
                    <a16:creationId xmlns:a16="http://schemas.microsoft.com/office/drawing/2014/main" id="{C092DF11-4BF7-D55D-35DE-EF08D03896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23" y="1712"/>
                <a:ext cx="3" cy="29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90" name="Line 330">
                <a:extLst>
                  <a:ext uri="{FF2B5EF4-FFF2-40B4-BE49-F238E27FC236}">
                    <a16:creationId xmlns:a16="http://schemas.microsoft.com/office/drawing/2014/main" id="{4C03FA78-4534-5221-4695-FF9CE75B4F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20" y="1741"/>
                <a:ext cx="3" cy="29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91" name="Line 331">
                <a:extLst>
                  <a:ext uri="{FF2B5EF4-FFF2-40B4-BE49-F238E27FC236}">
                    <a16:creationId xmlns:a16="http://schemas.microsoft.com/office/drawing/2014/main" id="{4F804C4B-37BC-FEAF-CD26-F41B421683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9" y="1770"/>
                <a:ext cx="1" cy="29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92" name="Line 332">
                <a:extLst>
                  <a:ext uri="{FF2B5EF4-FFF2-40B4-BE49-F238E27FC236}">
                    <a16:creationId xmlns:a16="http://schemas.microsoft.com/office/drawing/2014/main" id="{0CF465E5-34A6-CA91-5027-742C11C414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8" y="1799"/>
                <a:ext cx="1" cy="30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93" name="Line 333">
                <a:extLst>
                  <a:ext uri="{FF2B5EF4-FFF2-40B4-BE49-F238E27FC236}">
                    <a16:creationId xmlns:a16="http://schemas.microsoft.com/office/drawing/2014/main" id="{DFB96C07-E4AE-5A17-DEF0-22F5225D9D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8" y="1829"/>
                <a:ext cx="1" cy="28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94" name="Line 334">
                <a:extLst>
                  <a:ext uri="{FF2B5EF4-FFF2-40B4-BE49-F238E27FC236}">
                    <a16:creationId xmlns:a16="http://schemas.microsoft.com/office/drawing/2014/main" id="{3465A9DE-D0D0-C14B-C7C5-35757303E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9" y="1857"/>
                <a:ext cx="3" cy="62"/>
              </a:xfrm>
              <a:prstGeom prst="line">
                <a:avLst/>
              </a:prstGeom>
              <a:noFill/>
              <a:ln w="15875">
                <a:solidFill>
                  <a:srgbClr val="56AC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95" name="Line 335">
                <a:extLst>
                  <a:ext uri="{FF2B5EF4-FFF2-40B4-BE49-F238E27FC236}">
                    <a16:creationId xmlns:a16="http://schemas.microsoft.com/office/drawing/2014/main" id="{4A4347CB-637B-C020-62A2-179CBDC02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2" y="1919"/>
                <a:ext cx="6" cy="16"/>
              </a:xfrm>
              <a:prstGeom prst="line">
                <a:avLst/>
              </a:prstGeom>
              <a:noFill/>
              <a:ln w="15875">
                <a:solidFill>
                  <a:srgbClr val="55A97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96" name="Line 336">
                <a:extLst>
                  <a:ext uri="{FF2B5EF4-FFF2-40B4-BE49-F238E27FC236}">
                    <a16:creationId xmlns:a16="http://schemas.microsoft.com/office/drawing/2014/main" id="{FFA29485-A9C6-7DED-1FB8-414D81E60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8" y="1935"/>
                <a:ext cx="7" cy="19"/>
              </a:xfrm>
              <a:prstGeom prst="line">
                <a:avLst/>
              </a:prstGeom>
              <a:noFill/>
              <a:ln w="15875">
                <a:solidFill>
                  <a:srgbClr val="55AA7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97" name="Line 337">
                <a:extLst>
                  <a:ext uri="{FF2B5EF4-FFF2-40B4-BE49-F238E27FC236}">
                    <a16:creationId xmlns:a16="http://schemas.microsoft.com/office/drawing/2014/main" id="{8E339B94-0020-D88F-98E9-0BD86506D8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5" y="1954"/>
                <a:ext cx="4" cy="19"/>
              </a:xfrm>
              <a:prstGeom prst="line">
                <a:avLst/>
              </a:prstGeom>
              <a:noFill/>
              <a:ln w="15875">
                <a:solidFill>
                  <a:srgbClr val="56AB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98" name="Line 338">
                <a:extLst>
                  <a:ext uri="{FF2B5EF4-FFF2-40B4-BE49-F238E27FC236}">
                    <a16:creationId xmlns:a16="http://schemas.microsoft.com/office/drawing/2014/main" id="{E8F69ADF-53CA-4F70-DCF4-9D700B17A8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9" y="1973"/>
                <a:ext cx="1" cy="9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99" name="Line 339">
                <a:extLst>
                  <a:ext uri="{FF2B5EF4-FFF2-40B4-BE49-F238E27FC236}">
                    <a16:creationId xmlns:a16="http://schemas.microsoft.com/office/drawing/2014/main" id="{D113821A-ADF7-7A00-2E57-396B7CA69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9" y="1982"/>
                <a:ext cx="1" cy="7"/>
              </a:xfrm>
              <a:prstGeom prst="line">
                <a:avLst/>
              </a:prstGeom>
              <a:noFill/>
              <a:ln w="15875">
                <a:solidFill>
                  <a:srgbClr val="56AB8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00" name="Line 340">
                <a:extLst>
                  <a:ext uri="{FF2B5EF4-FFF2-40B4-BE49-F238E27FC236}">
                    <a16:creationId xmlns:a16="http://schemas.microsoft.com/office/drawing/2014/main" id="{66926A23-1933-25AF-629E-01A1434317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6" y="1989"/>
                <a:ext cx="3" cy="6"/>
              </a:xfrm>
              <a:prstGeom prst="line">
                <a:avLst/>
              </a:prstGeom>
              <a:noFill/>
              <a:ln w="15875">
                <a:solidFill>
                  <a:srgbClr val="55AA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01" name="Line 341">
                <a:extLst>
                  <a:ext uri="{FF2B5EF4-FFF2-40B4-BE49-F238E27FC236}">
                    <a16:creationId xmlns:a16="http://schemas.microsoft.com/office/drawing/2014/main" id="{99935AB8-AD04-6885-0B12-DFF26204CE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3" y="1995"/>
                <a:ext cx="3" cy="6"/>
              </a:xfrm>
              <a:prstGeom prst="line">
                <a:avLst/>
              </a:prstGeom>
              <a:noFill/>
              <a:ln w="15875">
                <a:solidFill>
                  <a:srgbClr val="54A87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02" name="Line 342">
                <a:extLst>
                  <a:ext uri="{FF2B5EF4-FFF2-40B4-BE49-F238E27FC236}">
                    <a16:creationId xmlns:a16="http://schemas.microsoft.com/office/drawing/2014/main" id="{A74ABCE0-8D8B-AACA-A26E-ABFAA5AB1E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27" y="2001"/>
                <a:ext cx="6" cy="9"/>
              </a:xfrm>
              <a:prstGeom prst="line">
                <a:avLst/>
              </a:prstGeom>
              <a:noFill/>
              <a:ln w="15875">
                <a:solidFill>
                  <a:srgbClr val="52A47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03" name="Line 343">
                <a:extLst>
                  <a:ext uri="{FF2B5EF4-FFF2-40B4-BE49-F238E27FC236}">
                    <a16:creationId xmlns:a16="http://schemas.microsoft.com/office/drawing/2014/main" id="{88D98A3B-BE7B-7BC4-9121-9F7D5CC2EB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9" y="2010"/>
                <a:ext cx="8" cy="6"/>
              </a:xfrm>
              <a:prstGeom prst="line">
                <a:avLst/>
              </a:prstGeom>
              <a:noFill/>
              <a:ln w="15875">
                <a:solidFill>
                  <a:srgbClr val="4F9E7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04" name="Line 344">
                <a:extLst>
                  <a:ext uri="{FF2B5EF4-FFF2-40B4-BE49-F238E27FC236}">
                    <a16:creationId xmlns:a16="http://schemas.microsoft.com/office/drawing/2014/main" id="{26BFD725-308B-1EC1-0E91-7733F3CCAC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4" y="2016"/>
                <a:ext cx="5" cy="4"/>
              </a:xfrm>
              <a:prstGeom prst="line">
                <a:avLst/>
              </a:prstGeom>
              <a:noFill/>
              <a:ln w="15875">
                <a:solidFill>
                  <a:srgbClr val="4E9B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05" name="Line 345">
                <a:extLst>
                  <a:ext uri="{FF2B5EF4-FFF2-40B4-BE49-F238E27FC236}">
                    <a16:creationId xmlns:a16="http://schemas.microsoft.com/office/drawing/2014/main" id="{B24767EE-9D86-7B0B-4080-9D4E01662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3" y="2020"/>
                <a:ext cx="1" cy="1"/>
              </a:xfrm>
              <a:prstGeom prst="line">
                <a:avLst/>
              </a:prstGeom>
              <a:noFill/>
              <a:ln w="15875">
                <a:solidFill>
                  <a:srgbClr val="50A07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06" name="Line 346">
                <a:extLst>
                  <a:ext uri="{FF2B5EF4-FFF2-40B4-BE49-F238E27FC236}">
                    <a16:creationId xmlns:a16="http://schemas.microsoft.com/office/drawing/2014/main" id="{6ADDD56A-25EF-02C5-7EBB-145C89FF45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3" y="2020"/>
                <a:ext cx="5" cy="1"/>
              </a:xfrm>
              <a:prstGeom prst="line">
                <a:avLst/>
              </a:prstGeom>
              <a:noFill/>
              <a:ln w="15875">
                <a:solidFill>
                  <a:srgbClr val="4E9D7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07" name="Line 347">
                <a:extLst>
                  <a:ext uri="{FF2B5EF4-FFF2-40B4-BE49-F238E27FC236}">
                    <a16:creationId xmlns:a16="http://schemas.microsoft.com/office/drawing/2014/main" id="{E4083E79-3625-B62E-F5C3-E6AFEF7DA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8" y="2011"/>
                <a:ext cx="36" cy="9"/>
              </a:xfrm>
              <a:prstGeom prst="line">
                <a:avLst/>
              </a:prstGeom>
              <a:noFill/>
              <a:ln w="15875">
                <a:solidFill>
                  <a:srgbClr val="4F9D7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08" name="Line 348">
                <a:extLst>
                  <a:ext uri="{FF2B5EF4-FFF2-40B4-BE49-F238E27FC236}">
                    <a16:creationId xmlns:a16="http://schemas.microsoft.com/office/drawing/2014/main" id="{D189782B-5E4B-05CD-350F-EC41E6C17A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4" y="2011"/>
                <a:ext cx="61" cy="1"/>
              </a:xfrm>
              <a:prstGeom prst="line">
                <a:avLst/>
              </a:prstGeom>
              <a:noFill/>
              <a:ln w="15875">
                <a:solidFill>
                  <a:srgbClr val="4993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09" name="Line 349">
                <a:extLst>
                  <a:ext uri="{FF2B5EF4-FFF2-40B4-BE49-F238E27FC236}">
                    <a16:creationId xmlns:a16="http://schemas.microsoft.com/office/drawing/2014/main" id="{0882F042-2611-A085-B299-904741F1A3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15" y="2011"/>
                <a:ext cx="39" cy="1"/>
              </a:xfrm>
              <a:prstGeom prst="line">
                <a:avLst/>
              </a:prstGeom>
              <a:noFill/>
              <a:ln w="15875">
                <a:solidFill>
                  <a:srgbClr val="4A93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10" name="Line 350">
                <a:extLst>
                  <a:ext uri="{FF2B5EF4-FFF2-40B4-BE49-F238E27FC236}">
                    <a16:creationId xmlns:a16="http://schemas.microsoft.com/office/drawing/2014/main" id="{DA4E394B-BC1D-2263-1EEE-590214F32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54" y="2010"/>
                <a:ext cx="39" cy="1"/>
              </a:xfrm>
              <a:prstGeom prst="line">
                <a:avLst/>
              </a:prstGeom>
              <a:noFill/>
              <a:ln w="15875">
                <a:solidFill>
                  <a:srgbClr val="4B957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11" name="Line 351">
                <a:extLst>
                  <a:ext uri="{FF2B5EF4-FFF2-40B4-BE49-F238E27FC236}">
                    <a16:creationId xmlns:a16="http://schemas.microsoft.com/office/drawing/2014/main" id="{C6FA3B59-59AA-57D5-0FDC-803F885E05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93" y="2004"/>
                <a:ext cx="55" cy="6"/>
              </a:xfrm>
              <a:prstGeom prst="line">
                <a:avLst/>
              </a:prstGeom>
              <a:noFill/>
              <a:ln w="15875">
                <a:solidFill>
                  <a:srgbClr val="4C97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12" name="Line 352">
                <a:extLst>
                  <a:ext uri="{FF2B5EF4-FFF2-40B4-BE49-F238E27FC236}">
                    <a16:creationId xmlns:a16="http://schemas.microsoft.com/office/drawing/2014/main" id="{C1688ABB-3D57-86F9-F287-CBE36FABD2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48" y="2000"/>
                <a:ext cx="23" cy="4"/>
              </a:xfrm>
              <a:prstGeom prst="line">
                <a:avLst/>
              </a:prstGeom>
              <a:noFill/>
              <a:ln w="15875">
                <a:solidFill>
                  <a:srgbClr val="4D9A7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13" name="Line 353">
                <a:extLst>
                  <a:ext uri="{FF2B5EF4-FFF2-40B4-BE49-F238E27FC236}">
                    <a16:creationId xmlns:a16="http://schemas.microsoft.com/office/drawing/2014/main" id="{E0364E9F-8C1B-EDA5-19E6-D7639B07F8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71" y="1995"/>
                <a:ext cx="22" cy="5"/>
              </a:xfrm>
              <a:prstGeom prst="line">
                <a:avLst/>
              </a:prstGeom>
              <a:noFill/>
              <a:ln w="15875">
                <a:solidFill>
                  <a:srgbClr val="4E9C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14" name="Line 354">
                <a:extLst>
                  <a:ext uri="{FF2B5EF4-FFF2-40B4-BE49-F238E27FC236}">
                    <a16:creationId xmlns:a16="http://schemas.microsoft.com/office/drawing/2014/main" id="{4491C297-7E01-9612-D550-93699D3B75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93" y="1991"/>
                <a:ext cx="22" cy="4"/>
              </a:xfrm>
              <a:prstGeom prst="line">
                <a:avLst/>
              </a:prstGeom>
              <a:noFill/>
              <a:ln w="15875">
                <a:solidFill>
                  <a:srgbClr val="4E9B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15" name="Line 355">
                <a:extLst>
                  <a:ext uri="{FF2B5EF4-FFF2-40B4-BE49-F238E27FC236}">
                    <a16:creationId xmlns:a16="http://schemas.microsoft.com/office/drawing/2014/main" id="{275371B2-E302-C06D-63BA-E66BD4E1EA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5" y="1989"/>
                <a:ext cx="22" cy="2"/>
              </a:xfrm>
              <a:prstGeom prst="line">
                <a:avLst/>
              </a:prstGeom>
              <a:noFill/>
              <a:ln w="15875">
                <a:solidFill>
                  <a:srgbClr val="4C98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16" name="Line 356">
                <a:extLst>
                  <a:ext uri="{FF2B5EF4-FFF2-40B4-BE49-F238E27FC236}">
                    <a16:creationId xmlns:a16="http://schemas.microsoft.com/office/drawing/2014/main" id="{4A9EDAAC-CEC3-C2C7-A8A6-65DBE77CFD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7" y="1985"/>
                <a:ext cx="59" cy="4"/>
              </a:xfrm>
              <a:prstGeom prst="line">
                <a:avLst/>
              </a:prstGeom>
              <a:noFill/>
              <a:ln w="15875">
                <a:solidFill>
                  <a:srgbClr val="4B957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17" name="Line 357">
                <a:extLst>
                  <a:ext uri="{FF2B5EF4-FFF2-40B4-BE49-F238E27FC236}">
                    <a16:creationId xmlns:a16="http://schemas.microsoft.com/office/drawing/2014/main" id="{820D72CE-9DE5-2055-9904-CDFDAC1603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96" y="1984"/>
                <a:ext cx="59" cy="1"/>
              </a:xfrm>
              <a:prstGeom prst="line">
                <a:avLst/>
              </a:prstGeom>
              <a:noFill/>
              <a:ln w="15875">
                <a:solidFill>
                  <a:srgbClr val="4A94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18" name="Line 358">
                <a:extLst>
                  <a:ext uri="{FF2B5EF4-FFF2-40B4-BE49-F238E27FC236}">
                    <a16:creationId xmlns:a16="http://schemas.microsoft.com/office/drawing/2014/main" id="{9C5327D6-47A7-95B8-081F-28CC11FFDC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55" y="1980"/>
                <a:ext cx="117" cy="4"/>
              </a:xfrm>
              <a:prstGeom prst="line">
                <a:avLst/>
              </a:prstGeom>
              <a:noFill/>
              <a:ln w="15875">
                <a:solidFill>
                  <a:srgbClr val="4A94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19" name="Line 359">
                <a:extLst>
                  <a:ext uri="{FF2B5EF4-FFF2-40B4-BE49-F238E27FC236}">
                    <a16:creationId xmlns:a16="http://schemas.microsoft.com/office/drawing/2014/main" id="{60E20497-CCA0-5232-835E-D6DE96D6D5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2" y="1980"/>
                <a:ext cx="15" cy="4"/>
              </a:xfrm>
              <a:prstGeom prst="line">
                <a:avLst/>
              </a:prstGeom>
              <a:noFill/>
              <a:ln w="15875">
                <a:solidFill>
                  <a:srgbClr val="458B6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20" name="Line 360">
                <a:extLst>
                  <a:ext uri="{FF2B5EF4-FFF2-40B4-BE49-F238E27FC236}">
                    <a16:creationId xmlns:a16="http://schemas.microsoft.com/office/drawing/2014/main" id="{D4A7001D-4840-348B-A0EF-B69C4361E2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7" y="1984"/>
                <a:ext cx="17" cy="4"/>
              </a:xfrm>
              <a:prstGeom prst="line">
                <a:avLst/>
              </a:prstGeom>
              <a:noFill/>
              <a:ln w="15875">
                <a:solidFill>
                  <a:srgbClr val="478D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21" name="Line 361">
                <a:extLst>
                  <a:ext uri="{FF2B5EF4-FFF2-40B4-BE49-F238E27FC236}">
                    <a16:creationId xmlns:a16="http://schemas.microsoft.com/office/drawing/2014/main" id="{460861A9-2C1D-0209-424D-D3EAD5BC4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4" y="1988"/>
                <a:ext cx="34" cy="10"/>
              </a:xfrm>
              <a:prstGeom prst="line">
                <a:avLst/>
              </a:prstGeom>
              <a:noFill/>
              <a:ln w="15875">
                <a:solidFill>
                  <a:srgbClr val="478F6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22" name="Line 362">
                <a:extLst>
                  <a:ext uri="{FF2B5EF4-FFF2-40B4-BE49-F238E27FC236}">
                    <a16:creationId xmlns:a16="http://schemas.microsoft.com/office/drawing/2014/main" id="{34DC270F-6AB2-2ADD-1800-F4F471BA73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8" y="1998"/>
                <a:ext cx="32" cy="8"/>
              </a:xfrm>
              <a:prstGeom prst="line">
                <a:avLst/>
              </a:prstGeom>
              <a:noFill/>
              <a:ln w="15875">
                <a:solidFill>
                  <a:srgbClr val="478E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23" name="Line 363">
                <a:extLst>
                  <a:ext uri="{FF2B5EF4-FFF2-40B4-BE49-F238E27FC236}">
                    <a16:creationId xmlns:a16="http://schemas.microsoft.com/office/drawing/2014/main" id="{9521C336-7E66-5CE9-681F-7B5C23165E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0" y="2006"/>
                <a:ext cx="17" cy="4"/>
              </a:xfrm>
              <a:prstGeom prst="line">
                <a:avLst/>
              </a:prstGeom>
              <a:noFill/>
              <a:ln w="15875">
                <a:solidFill>
                  <a:srgbClr val="458B6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24" name="Line 364">
                <a:extLst>
                  <a:ext uri="{FF2B5EF4-FFF2-40B4-BE49-F238E27FC236}">
                    <a16:creationId xmlns:a16="http://schemas.microsoft.com/office/drawing/2014/main" id="{04F97D1C-872E-A444-7B56-23B479265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7" y="2010"/>
                <a:ext cx="14" cy="1"/>
              </a:xfrm>
              <a:prstGeom prst="line">
                <a:avLst/>
              </a:prstGeom>
              <a:noFill/>
              <a:ln w="15875">
                <a:solidFill>
                  <a:srgbClr val="478E6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25" name="Line 365">
                <a:extLst>
                  <a:ext uri="{FF2B5EF4-FFF2-40B4-BE49-F238E27FC236}">
                    <a16:creationId xmlns:a16="http://schemas.microsoft.com/office/drawing/2014/main" id="{7D4182CE-35C4-54A2-35D4-968B7463ED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1" y="2011"/>
                <a:ext cx="84" cy="5"/>
              </a:xfrm>
              <a:prstGeom prst="line">
                <a:avLst/>
              </a:prstGeom>
              <a:noFill/>
              <a:ln w="15875">
                <a:solidFill>
                  <a:srgbClr val="48906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26" name="Line 366">
                <a:extLst>
                  <a:ext uri="{FF2B5EF4-FFF2-40B4-BE49-F238E27FC236}">
                    <a16:creationId xmlns:a16="http://schemas.microsoft.com/office/drawing/2014/main" id="{149022EE-E22F-0D36-10AD-5C7D9CC399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5" y="2016"/>
                <a:ext cx="58" cy="5"/>
              </a:xfrm>
              <a:prstGeom prst="line">
                <a:avLst/>
              </a:prstGeom>
              <a:noFill/>
              <a:ln w="15875">
                <a:solidFill>
                  <a:srgbClr val="48906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27" name="Line 367">
                <a:extLst>
                  <a:ext uri="{FF2B5EF4-FFF2-40B4-BE49-F238E27FC236}">
                    <a16:creationId xmlns:a16="http://schemas.microsoft.com/office/drawing/2014/main" id="{7217A40E-2EC0-4DAE-1A67-A47D76AC6B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021"/>
                <a:ext cx="66" cy="5"/>
              </a:xfrm>
              <a:prstGeom prst="line">
                <a:avLst/>
              </a:prstGeom>
              <a:noFill/>
              <a:ln w="15875">
                <a:solidFill>
                  <a:srgbClr val="48906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28" name="Line 368">
                <a:extLst>
                  <a:ext uri="{FF2B5EF4-FFF2-40B4-BE49-F238E27FC236}">
                    <a16:creationId xmlns:a16="http://schemas.microsoft.com/office/drawing/2014/main" id="{A8BEC208-944E-F2CD-82CD-BB4C588BA3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9" y="2026"/>
                <a:ext cx="21" cy="1"/>
              </a:xfrm>
              <a:prstGeom prst="line">
                <a:avLst/>
              </a:prstGeom>
              <a:noFill/>
              <a:ln w="15875">
                <a:solidFill>
                  <a:srgbClr val="4993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29" name="Line 369">
                <a:extLst>
                  <a:ext uri="{FF2B5EF4-FFF2-40B4-BE49-F238E27FC236}">
                    <a16:creationId xmlns:a16="http://schemas.microsoft.com/office/drawing/2014/main" id="{DDA72886-F13A-CF35-399B-422229379C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30" y="2023"/>
                <a:ext cx="21" cy="3"/>
              </a:xfrm>
              <a:prstGeom prst="line">
                <a:avLst/>
              </a:prstGeom>
              <a:noFill/>
              <a:ln w="15875">
                <a:solidFill>
                  <a:srgbClr val="4C97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30" name="Line 370">
                <a:extLst>
                  <a:ext uri="{FF2B5EF4-FFF2-40B4-BE49-F238E27FC236}">
                    <a16:creationId xmlns:a16="http://schemas.microsoft.com/office/drawing/2014/main" id="{8F276C38-77D5-C7BA-0E0F-91AC34CC3C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1" y="2019"/>
                <a:ext cx="27" cy="4"/>
              </a:xfrm>
              <a:prstGeom prst="line">
                <a:avLst/>
              </a:prstGeom>
              <a:noFill/>
              <a:ln w="15875">
                <a:solidFill>
                  <a:srgbClr val="4D9A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31" name="Line 371">
                <a:extLst>
                  <a:ext uri="{FF2B5EF4-FFF2-40B4-BE49-F238E27FC236}">
                    <a16:creationId xmlns:a16="http://schemas.microsoft.com/office/drawing/2014/main" id="{54225F97-E8C0-56AC-601C-5B774ABF4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8" y="2011"/>
                <a:ext cx="39" cy="8"/>
              </a:xfrm>
              <a:prstGeom prst="line">
                <a:avLst/>
              </a:prstGeom>
              <a:noFill/>
              <a:ln w="15875">
                <a:solidFill>
                  <a:srgbClr val="4E9B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32" name="Line 372">
                <a:extLst>
                  <a:ext uri="{FF2B5EF4-FFF2-40B4-BE49-F238E27FC236}">
                    <a16:creationId xmlns:a16="http://schemas.microsoft.com/office/drawing/2014/main" id="{A68A90C8-6463-2E80-3A71-AA60BB8EED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17" y="2009"/>
                <a:ext cx="230" cy="2"/>
              </a:xfrm>
              <a:prstGeom prst="line">
                <a:avLst/>
              </a:prstGeom>
              <a:noFill/>
              <a:ln w="15875">
                <a:solidFill>
                  <a:srgbClr val="4A93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33" name="Line 373">
                <a:extLst>
                  <a:ext uri="{FF2B5EF4-FFF2-40B4-BE49-F238E27FC236}">
                    <a16:creationId xmlns:a16="http://schemas.microsoft.com/office/drawing/2014/main" id="{FD60B541-E567-F428-1F1C-89BA28D18A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47" y="2006"/>
                <a:ext cx="115" cy="3"/>
              </a:xfrm>
              <a:prstGeom prst="line">
                <a:avLst/>
              </a:prstGeom>
              <a:noFill/>
              <a:ln w="15875">
                <a:solidFill>
                  <a:srgbClr val="4A93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34" name="Line 374">
                <a:extLst>
                  <a:ext uri="{FF2B5EF4-FFF2-40B4-BE49-F238E27FC236}">
                    <a16:creationId xmlns:a16="http://schemas.microsoft.com/office/drawing/2014/main" id="{105CD5EC-F4A4-6945-592F-A24135D2BE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62" y="2004"/>
                <a:ext cx="115" cy="2"/>
              </a:xfrm>
              <a:prstGeom prst="line">
                <a:avLst/>
              </a:prstGeom>
              <a:noFill/>
              <a:ln w="15875">
                <a:solidFill>
                  <a:srgbClr val="4A94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35" name="Line 375">
                <a:extLst>
                  <a:ext uri="{FF2B5EF4-FFF2-40B4-BE49-F238E27FC236}">
                    <a16:creationId xmlns:a16="http://schemas.microsoft.com/office/drawing/2014/main" id="{AF1B0789-6C68-22D7-EC64-F5A825E79F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77" y="2002"/>
                <a:ext cx="24" cy="2"/>
              </a:xfrm>
              <a:prstGeom prst="line">
                <a:avLst/>
              </a:prstGeom>
              <a:noFill/>
              <a:ln w="15875">
                <a:solidFill>
                  <a:srgbClr val="4B96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36" name="Line 376">
                <a:extLst>
                  <a:ext uri="{FF2B5EF4-FFF2-40B4-BE49-F238E27FC236}">
                    <a16:creationId xmlns:a16="http://schemas.microsoft.com/office/drawing/2014/main" id="{6B2E9294-B637-4BC4-9643-2FA91520D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01" y="1999"/>
                <a:ext cx="22" cy="3"/>
              </a:xfrm>
              <a:prstGeom prst="line">
                <a:avLst/>
              </a:prstGeom>
              <a:noFill/>
              <a:ln w="15875">
                <a:solidFill>
                  <a:srgbClr val="4C997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37" name="Line 377">
                <a:extLst>
                  <a:ext uri="{FF2B5EF4-FFF2-40B4-BE49-F238E27FC236}">
                    <a16:creationId xmlns:a16="http://schemas.microsoft.com/office/drawing/2014/main" id="{D5554A2F-B589-C269-8882-05E89ABD89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23" y="1993"/>
                <a:ext cx="44" cy="6"/>
              </a:xfrm>
              <a:prstGeom prst="line">
                <a:avLst/>
              </a:prstGeom>
              <a:noFill/>
              <a:ln w="15875">
                <a:solidFill>
                  <a:srgbClr val="4D9A7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38" name="Line 378">
                <a:extLst>
                  <a:ext uri="{FF2B5EF4-FFF2-40B4-BE49-F238E27FC236}">
                    <a16:creationId xmlns:a16="http://schemas.microsoft.com/office/drawing/2014/main" id="{890583FF-91F9-14E6-E278-5B99379935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7" y="1990"/>
                <a:ext cx="22" cy="3"/>
              </a:xfrm>
              <a:prstGeom prst="line">
                <a:avLst/>
              </a:prstGeom>
              <a:noFill/>
              <a:ln w="15875">
                <a:solidFill>
                  <a:srgbClr val="4C97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39" name="Line 379">
                <a:extLst>
                  <a:ext uri="{FF2B5EF4-FFF2-40B4-BE49-F238E27FC236}">
                    <a16:creationId xmlns:a16="http://schemas.microsoft.com/office/drawing/2014/main" id="{EFA9D07E-CC53-BA99-8FBB-7E0089DBF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89" y="1989"/>
                <a:ext cx="22" cy="1"/>
              </a:xfrm>
              <a:prstGeom prst="line">
                <a:avLst/>
              </a:prstGeom>
              <a:noFill/>
              <a:ln w="15875">
                <a:solidFill>
                  <a:srgbClr val="4A946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40" name="Line 380">
                <a:extLst>
                  <a:ext uri="{FF2B5EF4-FFF2-40B4-BE49-F238E27FC236}">
                    <a16:creationId xmlns:a16="http://schemas.microsoft.com/office/drawing/2014/main" id="{3C27F873-8AF4-8F1C-7A31-3ACE9582AA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1" y="1989"/>
                <a:ext cx="22" cy="2"/>
              </a:xfrm>
              <a:prstGeom prst="line">
                <a:avLst/>
              </a:prstGeom>
              <a:noFill/>
              <a:ln w="15875">
                <a:solidFill>
                  <a:srgbClr val="488F6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41" name="Line 381">
                <a:extLst>
                  <a:ext uri="{FF2B5EF4-FFF2-40B4-BE49-F238E27FC236}">
                    <a16:creationId xmlns:a16="http://schemas.microsoft.com/office/drawing/2014/main" id="{E02C894D-1F89-2BC9-CA8D-D2AF276756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3" y="1991"/>
                <a:ext cx="11" cy="2"/>
              </a:xfrm>
              <a:prstGeom prst="line">
                <a:avLst/>
              </a:prstGeom>
              <a:noFill/>
              <a:ln w="15875">
                <a:solidFill>
                  <a:srgbClr val="458B6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42" name="Line 382">
                <a:extLst>
                  <a:ext uri="{FF2B5EF4-FFF2-40B4-BE49-F238E27FC236}">
                    <a16:creationId xmlns:a16="http://schemas.microsoft.com/office/drawing/2014/main" id="{CAC95702-BACE-E7C8-936D-27D318D09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4" y="1993"/>
                <a:ext cx="12" cy="3"/>
              </a:xfrm>
              <a:prstGeom prst="line">
                <a:avLst/>
              </a:prstGeom>
              <a:noFill/>
              <a:ln w="15875">
                <a:solidFill>
                  <a:srgbClr val="478E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43" name="Line 383">
                <a:extLst>
                  <a:ext uri="{FF2B5EF4-FFF2-40B4-BE49-F238E27FC236}">
                    <a16:creationId xmlns:a16="http://schemas.microsoft.com/office/drawing/2014/main" id="{930EAB9C-6D18-5FF2-022E-9693BA868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996"/>
                <a:ext cx="79" cy="10"/>
              </a:xfrm>
              <a:prstGeom prst="line">
                <a:avLst/>
              </a:prstGeom>
              <a:noFill/>
              <a:ln w="15875">
                <a:solidFill>
                  <a:srgbClr val="478D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44" name="Line 384">
                <a:extLst>
                  <a:ext uri="{FF2B5EF4-FFF2-40B4-BE49-F238E27FC236}">
                    <a16:creationId xmlns:a16="http://schemas.microsoft.com/office/drawing/2014/main" id="{C5F9C20B-0FD8-2B59-18BB-FDBF09EECC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35" y="2006"/>
                <a:ext cx="62" cy="6"/>
              </a:xfrm>
              <a:prstGeom prst="line">
                <a:avLst/>
              </a:prstGeom>
              <a:noFill/>
              <a:ln w="15875">
                <a:solidFill>
                  <a:srgbClr val="478F6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45" name="Line 385">
                <a:extLst>
                  <a:ext uri="{FF2B5EF4-FFF2-40B4-BE49-F238E27FC236}">
                    <a16:creationId xmlns:a16="http://schemas.microsoft.com/office/drawing/2014/main" id="{C404D483-00B0-E376-4334-19343DD2D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97" y="2012"/>
                <a:ext cx="72" cy="4"/>
              </a:xfrm>
              <a:prstGeom prst="line">
                <a:avLst/>
              </a:prstGeom>
              <a:noFill/>
              <a:ln w="15875">
                <a:solidFill>
                  <a:srgbClr val="48916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46" name="Line 386">
                <a:extLst>
                  <a:ext uri="{FF2B5EF4-FFF2-40B4-BE49-F238E27FC236}">
                    <a16:creationId xmlns:a16="http://schemas.microsoft.com/office/drawing/2014/main" id="{2D466ED7-EAD4-B8D4-365D-8700C26C2A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9" y="2016"/>
                <a:ext cx="110" cy="4"/>
              </a:xfrm>
              <a:prstGeom prst="line">
                <a:avLst/>
              </a:prstGeom>
              <a:noFill/>
              <a:ln w="15875">
                <a:solidFill>
                  <a:srgbClr val="49916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47" name="Line 387">
                <a:extLst>
                  <a:ext uri="{FF2B5EF4-FFF2-40B4-BE49-F238E27FC236}">
                    <a16:creationId xmlns:a16="http://schemas.microsoft.com/office/drawing/2014/main" id="{323B5B91-31AA-C637-DEED-1FDCF39623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79" y="2011"/>
                <a:ext cx="18" cy="9"/>
              </a:xfrm>
              <a:prstGeom prst="line">
                <a:avLst/>
              </a:prstGeom>
              <a:noFill/>
              <a:ln w="15875">
                <a:solidFill>
                  <a:srgbClr val="52A47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48" name="Line 388">
                <a:extLst>
                  <a:ext uri="{FF2B5EF4-FFF2-40B4-BE49-F238E27FC236}">
                    <a16:creationId xmlns:a16="http://schemas.microsoft.com/office/drawing/2014/main" id="{BB3FE198-DF02-94C7-282C-5C948152BC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97" y="2006"/>
                <a:ext cx="16" cy="5"/>
              </a:xfrm>
              <a:prstGeom prst="line">
                <a:avLst/>
              </a:prstGeom>
              <a:noFill/>
              <a:ln w="15875">
                <a:solidFill>
                  <a:srgbClr val="50A07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49" name="Line 389">
                <a:extLst>
                  <a:ext uri="{FF2B5EF4-FFF2-40B4-BE49-F238E27FC236}">
                    <a16:creationId xmlns:a16="http://schemas.microsoft.com/office/drawing/2014/main" id="{A6BAF2AE-1802-A3B9-53F7-F127A5F1E7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13" y="2005"/>
                <a:ext cx="8" cy="1"/>
              </a:xfrm>
              <a:prstGeom prst="line">
                <a:avLst/>
              </a:prstGeom>
              <a:noFill/>
              <a:ln w="15875">
                <a:solidFill>
                  <a:srgbClr val="4E9C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50" name="Line 390">
                <a:extLst>
                  <a:ext uri="{FF2B5EF4-FFF2-40B4-BE49-F238E27FC236}">
                    <a16:creationId xmlns:a16="http://schemas.microsoft.com/office/drawing/2014/main" id="{9A8DF268-20DF-3B2E-C3A8-A32FEFB6C3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21" y="2004"/>
                <a:ext cx="6" cy="1"/>
              </a:xfrm>
              <a:prstGeom prst="line">
                <a:avLst/>
              </a:prstGeom>
              <a:noFill/>
              <a:ln w="15875">
                <a:solidFill>
                  <a:srgbClr val="4C97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51" name="Line 391">
                <a:extLst>
                  <a:ext uri="{FF2B5EF4-FFF2-40B4-BE49-F238E27FC236}">
                    <a16:creationId xmlns:a16="http://schemas.microsoft.com/office/drawing/2014/main" id="{23E599FC-FF14-2301-7441-47F4E1B13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7" y="2004"/>
                <a:ext cx="4" cy="1"/>
              </a:xfrm>
              <a:prstGeom prst="line">
                <a:avLst/>
              </a:prstGeom>
              <a:noFill/>
              <a:ln w="15875">
                <a:solidFill>
                  <a:srgbClr val="478D6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52" name="Line 392">
                <a:extLst>
                  <a:ext uri="{FF2B5EF4-FFF2-40B4-BE49-F238E27FC236}">
                    <a16:creationId xmlns:a16="http://schemas.microsoft.com/office/drawing/2014/main" id="{B1AA8079-1663-69B6-4AFB-0BB6C10840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1" y="2004"/>
                <a:ext cx="4" cy="1"/>
              </a:xfrm>
              <a:prstGeom prst="line">
                <a:avLst/>
              </a:prstGeom>
              <a:noFill/>
              <a:ln w="15875">
                <a:solidFill>
                  <a:srgbClr val="49926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53" name="Line 393">
                <a:extLst>
                  <a:ext uri="{FF2B5EF4-FFF2-40B4-BE49-F238E27FC236}">
                    <a16:creationId xmlns:a16="http://schemas.microsoft.com/office/drawing/2014/main" id="{14668515-9419-E20A-F6B7-46733DCDF3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5" y="2005"/>
                <a:ext cx="5" cy="5"/>
              </a:xfrm>
              <a:prstGeom prst="line">
                <a:avLst/>
              </a:prstGeom>
              <a:noFill/>
              <a:ln w="15875">
                <a:solidFill>
                  <a:srgbClr val="4D9A74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54" name="Line 394">
                <a:extLst>
                  <a:ext uri="{FF2B5EF4-FFF2-40B4-BE49-F238E27FC236}">
                    <a16:creationId xmlns:a16="http://schemas.microsoft.com/office/drawing/2014/main" id="{BC91EAED-F833-5EFD-D7A7-E4A048D21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0" y="2010"/>
                <a:ext cx="7" cy="5"/>
              </a:xfrm>
              <a:prstGeom prst="line">
                <a:avLst/>
              </a:prstGeom>
              <a:noFill/>
              <a:ln w="15875">
                <a:solidFill>
                  <a:srgbClr val="4F9E7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55" name="Line 395">
                <a:extLst>
                  <a:ext uri="{FF2B5EF4-FFF2-40B4-BE49-F238E27FC236}">
                    <a16:creationId xmlns:a16="http://schemas.microsoft.com/office/drawing/2014/main" id="{C613B956-D15C-04E2-0962-3CBBAF1A84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7" y="2015"/>
                <a:ext cx="5" cy="5"/>
              </a:xfrm>
              <a:prstGeom prst="line">
                <a:avLst/>
              </a:prstGeom>
              <a:noFill/>
              <a:ln w="15875">
                <a:solidFill>
                  <a:srgbClr val="4E9D7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56" name="Line 396">
                <a:extLst>
                  <a:ext uri="{FF2B5EF4-FFF2-40B4-BE49-F238E27FC236}">
                    <a16:creationId xmlns:a16="http://schemas.microsoft.com/office/drawing/2014/main" id="{28CBF76D-AF22-8CE5-8BEE-C8FCB46B6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52" y="1935"/>
                <a:ext cx="8" cy="85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57" name="Line 397">
                <a:extLst>
                  <a:ext uri="{FF2B5EF4-FFF2-40B4-BE49-F238E27FC236}">
                    <a16:creationId xmlns:a16="http://schemas.microsoft.com/office/drawing/2014/main" id="{8E58E8D5-B775-E897-6526-0A526067FC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54" y="1916"/>
                <a:ext cx="6" cy="19"/>
              </a:xfrm>
              <a:prstGeom prst="line">
                <a:avLst/>
              </a:prstGeom>
              <a:noFill/>
              <a:ln w="15875">
                <a:solidFill>
                  <a:srgbClr val="5DBA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58" name="Line 398">
                <a:extLst>
                  <a:ext uri="{FF2B5EF4-FFF2-40B4-BE49-F238E27FC236}">
                    <a16:creationId xmlns:a16="http://schemas.microsoft.com/office/drawing/2014/main" id="{AC47836E-BA02-DF02-B847-FCC3CBECEC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49" y="1897"/>
                <a:ext cx="5" cy="19"/>
              </a:xfrm>
              <a:prstGeom prst="line">
                <a:avLst/>
              </a:prstGeom>
              <a:noFill/>
              <a:ln w="15875">
                <a:solidFill>
                  <a:srgbClr val="5EBB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59" name="Line 399">
                <a:extLst>
                  <a:ext uri="{FF2B5EF4-FFF2-40B4-BE49-F238E27FC236}">
                    <a16:creationId xmlns:a16="http://schemas.microsoft.com/office/drawing/2014/main" id="{F30490E3-3010-22D2-95AF-5DE8FE8DAE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47" y="1878"/>
                <a:ext cx="2" cy="19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60" name="Line 400">
                <a:extLst>
                  <a:ext uri="{FF2B5EF4-FFF2-40B4-BE49-F238E27FC236}">
                    <a16:creationId xmlns:a16="http://schemas.microsoft.com/office/drawing/2014/main" id="{F861BB90-21D6-5917-C62B-DDFA68CC71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44" y="1858"/>
                <a:ext cx="3" cy="20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61" name="Line 401">
                <a:extLst>
                  <a:ext uri="{FF2B5EF4-FFF2-40B4-BE49-F238E27FC236}">
                    <a16:creationId xmlns:a16="http://schemas.microsoft.com/office/drawing/2014/main" id="{CF80DAA0-B5F0-98D5-3316-56BE1C1FDE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40" y="1819"/>
                <a:ext cx="4" cy="39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62" name="Line 402">
                <a:extLst>
                  <a:ext uri="{FF2B5EF4-FFF2-40B4-BE49-F238E27FC236}">
                    <a16:creationId xmlns:a16="http://schemas.microsoft.com/office/drawing/2014/main" id="{71A83A09-5760-5F7E-2394-ACB466291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0" y="1778"/>
                <a:ext cx="1" cy="41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63" name="Line 403">
                <a:extLst>
                  <a:ext uri="{FF2B5EF4-FFF2-40B4-BE49-F238E27FC236}">
                    <a16:creationId xmlns:a16="http://schemas.microsoft.com/office/drawing/2014/main" id="{49A219C6-BABC-41C0-0CE9-77D5DB5875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0" y="1738"/>
                <a:ext cx="3" cy="40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64" name="Line 404">
                <a:extLst>
                  <a:ext uri="{FF2B5EF4-FFF2-40B4-BE49-F238E27FC236}">
                    <a16:creationId xmlns:a16="http://schemas.microsoft.com/office/drawing/2014/main" id="{B961DBDD-4438-92E4-1A17-B5827EBBB4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3" y="1698"/>
                <a:ext cx="2" cy="40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65" name="Line 405">
                <a:extLst>
                  <a:ext uri="{FF2B5EF4-FFF2-40B4-BE49-F238E27FC236}">
                    <a16:creationId xmlns:a16="http://schemas.microsoft.com/office/drawing/2014/main" id="{6C84706D-880C-AA76-35C8-E0116CF401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5" y="1619"/>
                <a:ext cx="7" cy="79"/>
              </a:xfrm>
              <a:prstGeom prst="line">
                <a:avLst/>
              </a:prstGeom>
              <a:noFill/>
              <a:ln w="15875">
                <a:solidFill>
                  <a:srgbClr val="5EBC8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66" name="Line 406">
                <a:extLst>
                  <a:ext uri="{FF2B5EF4-FFF2-40B4-BE49-F238E27FC236}">
                    <a16:creationId xmlns:a16="http://schemas.microsoft.com/office/drawing/2014/main" id="{6CBE09CF-0F2C-D06E-6959-DCFD4DF975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71" y="1619"/>
                <a:ext cx="1981" cy="1"/>
              </a:xfrm>
              <a:prstGeom prst="line">
                <a:avLst/>
              </a:prstGeom>
              <a:noFill/>
              <a:ln w="15875">
                <a:solidFill>
                  <a:srgbClr val="4A936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67" name="Freeform 407">
                <a:extLst>
                  <a:ext uri="{FF2B5EF4-FFF2-40B4-BE49-F238E27FC236}">
                    <a16:creationId xmlns:a16="http://schemas.microsoft.com/office/drawing/2014/main" id="{B2E2717E-7670-BB6E-B916-EA0CCBBDE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1565"/>
                <a:ext cx="145" cy="132"/>
              </a:xfrm>
              <a:custGeom>
                <a:avLst/>
                <a:gdLst>
                  <a:gd name="T0" fmla="*/ 7 w 145"/>
                  <a:gd name="T1" fmla="*/ 131 h 132"/>
                  <a:gd name="T2" fmla="*/ 0 w 145"/>
                  <a:gd name="T3" fmla="*/ 132 h 132"/>
                  <a:gd name="T4" fmla="*/ 137 w 145"/>
                  <a:gd name="T5" fmla="*/ 1 h 132"/>
                  <a:gd name="T6" fmla="*/ 145 w 145"/>
                  <a:gd name="T7" fmla="*/ 0 h 132"/>
                  <a:gd name="T8" fmla="*/ 7 w 145"/>
                  <a:gd name="T9" fmla="*/ 131 h 1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5" h="132">
                    <a:moveTo>
                      <a:pt x="7" y="131"/>
                    </a:moveTo>
                    <a:lnTo>
                      <a:pt x="0" y="132"/>
                    </a:lnTo>
                    <a:lnTo>
                      <a:pt x="137" y="1"/>
                    </a:lnTo>
                    <a:lnTo>
                      <a:pt x="145" y="0"/>
                    </a:lnTo>
                    <a:lnTo>
                      <a:pt x="7" y="131"/>
                    </a:lnTo>
                    <a:close/>
                  </a:path>
                </a:pathLst>
              </a:custGeom>
              <a:solidFill>
                <a:srgbClr val="3F7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68" name="Line 408">
                <a:extLst>
                  <a:ext uri="{FF2B5EF4-FFF2-40B4-BE49-F238E27FC236}">
                    <a16:creationId xmlns:a16="http://schemas.microsoft.com/office/drawing/2014/main" id="{44602202-5080-AE8F-4FBB-8C1B42957E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89" y="1565"/>
                <a:ext cx="138" cy="131"/>
              </a:xfrm>
              <a:prstGeom prst="line">
                <a:avLst/>
              </a:prstGeom>
              <a:noFill/>
              <a:ln w="1588">
                <a:solidFill>
                  <a:srgbClr val="3F7F5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69" name="Freeform 409">
                <a:extLst>
                  <a:ext uri="{FF2B5EF4-FFF2-40B4-BE49-F238E27FC236}">
                    <a16:creationId xmlns:a16="http://schemas.microsoft.com/office/drawing/2014/main" id="{CA39CC5A-824F-D8E1-22F7-F09BA916F6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565"/>
                <a:ext cx="141" cy="131"/>
              </a:xfrm>
              <a:custGeom>
                <a:avLst/>
                <a:gdLst>
                  <a:gd name="T0" fmla="*/ 3 w 141"/>
                  <a:gd name="T1" fmla="*/ 131 h 131"/>
                  <a:gd name="T2" fmla="*/ 0 w 141"/>
                  <a:gd name="T3" fmla="*/ 131 h 131"/>
                  <a:gd name="T4" fmla="*/ 137 w 141"/>
                  <a:gd name="T5" fmla="*/ 0 h 131"/>
                  <a:gd name="T6" fmla="*/ 141 w 141"/>
                  <a:gd name="T7" fmla="*/ 0 h 131"/>
                  <a:gd name="T8" fmla="*/ 3 w 141"/>
                  <a:gd name="T9" fmla="*/ 131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31">
                    <a:moveTo>
                      <a:pt x="3" y="131"/>
                    </a:moveTo>
                    <a:lnTo>
                      <a:pt x="0" y="131"/>
                    </a:lnTo>
                    <a:lnTo>
                      <a:pt x="137" y="0"/>
                    </a:lnTo>
                    <a:lnTo>
                      <a:pt x="141" y="0"/>
                    </a:lnTo>
                    <a:lnTo>
                      <a:pt x="3" y="131"/>
                    </a:lnTo>
                    <a:close/>
                  </a:path>
                </a:pathLst>
              </a:custGeom>
              <a:solidFill>
                <a:srgbClr val="3F7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70" name="Freeform 410">
                <a:extLst>
                  <a:ext uri="{FF2B5EF4-FFF2-40B4-BE49-F238E27FC236}">
                    <a16:creationId xmlns:a16="http://schemas.microsoft.com/office/drawing/2014/main" id="{00D4CB87-E855-A850-2731-C925F2F06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1565"/>
                <a:ext cx="141" cy="132"/>
              </a:xfrm>
              <a:custGeom>
                <a:avLst/>
                <a:gdLst>
                  <a:gd name="T0" fmla="*/ 4 w 141"/>
                  <a:gd name="T1" fmla="*/ 131 h 132"/>
                  <a:gd name="T2" fmla="*/ 0 w 141"/>
                  <a:gd name="T3" fmla="*/ 132 h 132"/>
                  <a:gd name="T4" fmla="*/ 137 w 141"/>
                  <a:gd name="T5" fmla="*/ 1 h 132"/>
                  <a:gd name="T6" fmla="*/ 141 w 141"/>
                  <a:gd name="T7" fmla="*/ 0 h 132"/>
                  <a:gd name="T8" fmla="*/ 4 w 141"/>
                  <a:gd name="T9" fmla="*/ 131 h 1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1" h="132">
                    <a:moveTo>
                      <a:pt x="4" y="131"/>
                    </a:moveTo>
                    <a:lnTo>
                      <a:pt x="0" y="132"/>
                    </a:lnTo>
                    <a:lnTo>
                      <a:pt x="137" y="1"/>
                    </a:lnTo>
                    <a:lnTo>
                      <a:pt x="141" y="0"/>
                    </a:lnTo>
                    <a:lnTo>
                      <a:pt x="4" y="131"/>
                    </a:lnTo>
                    <a:close/>
                  </a:path>
                </a:pathLst>
              </a:custGeom>
              <a:solidFill>
                <a:srgbClr val="3E7E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71" name="Freeform 411">
                <a:extLst>
                  <a:ext uri="{FF2B5EF4-FFF2-40B4-BE49-F238E27FC236}">
                    <a16:creationId xmlns:a16="http://schemas.microsoft.com/office/drawing/2014/main" id="{47A60557-AB72-053F-CA4D-F42E45908E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1566"/>
                <a:ext cx="148" cy="131"/>
              </a:xfrm>
              <a:custGeom>
                <a:avLst/>
                <a:gdLst>
                  <a:gd name="T0" fmla="*/ 11 w 148"/>
                  <a:gd name="T1" fmla="*/ 131 h 131"/>
                  <a:gd name="T2" fmla="*/ 0 w 148"/>
                  <a:gd name="T3" fmla="*/ 131 h 131"/>
                  <a:gd name="T4" fmla="*/ 139 w 148"/>
                  <a:gd name="T5" fmla="*/ 0 h 131"/>
                  <a:gd name="T6" fmla="*/ 148 w 148"/>
                  <a:gd name="T7" fmla="*/ 0 h 131"/>
                  <a:gd name="T8" fmla="*/ 11 w 148"/>
                  <a:gd name="T9" fmla="*/ 131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8" h="131">
                    <a:moveTo>
                      <a:pt x="11" y="131"/>
                    </a:moveTo>
                    <a:lnTo>
                      <a:pt x="0" y="131"/>
                    </a:lnTo>
                    <a:lnTo>
                      <a:pt x="139" y="0"/>
                    </a:lnTo>
                    <a:lnTo>
                      <a:pt x="148" y="0"/>
                    </a:lnTo>
                    <a:lnTo>
                      <a:pt x="11" y="131"/>
                    </a:lnTo>
                    <a:close/>
                  </a:path>
                </a:pathLst>
              </a:custGeom>
              <a:solidFill>
                <a:srgbClr val="3E7D5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72" name="Line 412">
                <a:extLst>
                  <a:ext uri="{FF2B5EF4-FFF2-40B4-BE49-F238E27FC236}">
                    <a16:creationId xmlns:a16="http://schemas.microsoft.com/office/drawing/2014/main" id="{22B35DC9-3BDD-8321-1A42-A5379B9A2B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82" y="1566"/>
                <a:ext cx="137" cy="131"/>
              </a:xfrm>
              <a:prstGeom prst="line">
                <a:avLst/>
              </a:prstGeom>
              <a:noFill/>
              <a:ln w="1588">
                <a:solidFill>
                  <a:srgbClr val="3E7D5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" name="Freeform 413">
              <a:extLst>
                <a:ext uri="{FF2B5EF4-FFF2-40B4-BE49-F238E27FC236}">
                  <a16:creationId xmlns:a16="http://schemas.microsoft.com/office/drawing/2014/main" id="{0009CE1E-BC12-B895-4CFF-0C87062A8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1545"/>
              <a:ext cx="141" cy="141"/>
            </a:xfrm>
            <a:custGeom>
              <a:avLst/>
              <a:gdLst>
                <a:gd name="T0" fmla="*/ 4 w 141"/>
                <a:gd name="T1" fmla="*/ 277 h 131"/>
                <a:gd name="T2" fmla="*/ 0 w 141"/>
                <a:gd name="T3" fmla="*/ 277 h 131"/>
                <a:gd name="T4" fmla="*/ 137 w 141"/>
                <a:gd name="T5" fmla="*/ 0 h 131"/>
                <a:gd name="T6" fmla="*/ 141 w 141"/>
                <a:gd name="T7" fmla="*/ 0 h 131"/>
                <a:gd name="T8" fmla="*/ 4 w 141"/>
                <a:gd name="T9" fmla="*/ 277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1" h="131">
                  <a:moveTo>
                    <a:pt x="4" y="131"/>
                  </a:moveTo>
                  <a:lnTo>
                    <a:pt x="0" y="131"/>
                  </a:lnTo>
                  <a:lnTo>
                    <a:pt x="137" y="0"/>
                  </a:lnTo>
                  <a:lnTo>
                    <a:pt x="141" y="0"/>
                  </a:lnTo>
                  <a:lnTo>
                    <a:pt x="4" y="131"/>
                  </a:lnTo>
                  <a:close/>
                </a:path>
              </a:pathLst>
            </a:custGeom>
            <a:solidFill>
              <a:srgbClr val="3E7D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414">
              <a:extLst>
                <a:ext uri="{FF2B5EF4-FFF2-40B4-BE49-F238E27FC236}">
                  <a16:creationId xmlns:a16="http://schemas.microsoft.com/office/drawing/2014/main" id="{0EB13BFA-97E0-872D-6BAE-9AD1719C6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" y="1545"/>
              <a:ext cx="140" cy="141"/>
            </a:xfrm>
            <a:custGeom>
              <a:avLst/>
              <a:gdLst>
                <a:gd name="T0" fmla="*/ 3 w 140"/>
                <a:gd name="T1" fmla="*/ 277 h 131"/>
                <a:gd name="T2" fmla="*/ 0 w 140"/>
                <a:gd name="T3" fmla="*/ 277 h 131"/>
                <a:gd name="T4" fmla="*/ 137 w 140"/>
                <a:gd name="T5" fmla="*/ 0 h 131"/>
                <a:gd name="T6" fmla="*/ 140 w 140"/>
                <a:gd name="T7" fmla="*/ 0 h 131"/>
                <a:gd name="T8" fmla="*/ 3 w 140"/>
                <a:gd name="T9" fmla="*/ 277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131">
                  <a:moveTo>
                    <a:pt x="3" y="131"/>
                  </a:moveTo>
                  <a:lnTo>
                    <a:pt x="0" y="131"/>
                  </a:lnTo>
                  <a:lnTo>
                    <a:pt x="137" y="0"/>
                  </a:lnTo>
                  <a:lnTo>
                    <a:pt x="140" y="0"/>
                  </a:lnTo>
                  <a:lnTo>
                    <a:pt x="3" y="131"/>
                  </a:lnTo>
                  <a:close/>
                </a:path>
              </a:pathLst>
            </a:custGeom>
            <a:solidFill>
              <a:srgbClr val="3E7E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415">
              <a:extLst>
                <a:ext uri="{FF2B5EF4-FFF2-40B4-BE49-F238E27FC236}">
                  <a16:creationId xmlns:a16="http://schemas.microsoft.com/office/drawing/2014/main" id="{34442F75-C832-A179-4629-417A5BEE8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1545"/>
              <a:ext cx="141" cy="141"/>
            </a:xfrm>
            <a:custGeom>
              <a:avLst/>
              <a:gdLst>
                <a:gd name="T0" fmla="*/ 4 w 141"/>
                <a:gd name="T1" fmla="*/ 277 h 131"/>
                <a:gd name="T2" fmla="*/ 0 w 141"/>
                <a:gd name="T3" fmla="*/ 277 h 131"/>
                <a:gd name="T4" fmla="*/ 139 w 141"/>
                <a:gd name="T5" fmla="*/ 0 h 131"/>
                <a:gd name="T6" fmla="*/ 141 w 141"/>
                <a:gd name="T7" fmla="*/ 0 h 131"/>
                <a:gd name="T8" fmla="*/ 4 w 141"/>
                <a:gd name="T9" fmla="*/ 277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1" h="131">
                  <a:moveTo>
                    <a:pt x="4" y="131"/>
                  </a:moveTo>
                  <a:lnTo>
                    <a:pt x="0" y="131"/>
                  </a:lnTo>
                  <a:lnTo>
                    <a:pt x="139" y="0"/>
                  </a:lnTo>
                  <a:lnTo>
                    <a:pt x="141" y="0"/>
                  </a:lnTo>
                  <a:lnTo>
                    <a:pt x="4" y="131"/>
                  </a:lnTo>
                  <a:close/>
                </a:path>
              </a:pathLst>
            </a:custGeom>
            <a:solidFill>
              <a:srgbClr val="3F7F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416">
              <a:extLst>
                <a:ext uri="{FF2B5EF4-FFF2-40B4-BE49-F238E27FC236}">
                  <a16:creationId xmlns:a16="http://schemas.microsoft.com/office/drawing/2014/main" id="{B604999B-6B2C-4C2C-75D9-0CA2D6D9D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1545"/>
              <a:ext cx="146" cy="142"/>
            </a:xfrm>
            <a:custGeom>
              <a:avLst/>
              <a:gdLst>
                <a:gd name="T0" fmla="*/ 7 w 146"/>
                <a:gd name="T1" fmla="*/ 272 h 132"/>
                <a:gd name="T2" fmla="*/ 0 w 146"/>
                <a:gd name="T3" fmla="*/ 275 h 132"/>
                <a:gd name="T4" fmla="*/ 137 w 146"/>
                <a:gd name="T5" fmla="*/ 2 h 132"/>
                <a:gd name="T6" fmla="*/ 146 w 146"/>
                <a:gd name="T7" fmla="*/ 0 h 132"/>
                <a:gd name="T8" fmla="*/ 7 w 146"/>
                <a:gd name="T9" fmla="*/ 27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6" h="132">
                  <a:moveTo>
                    <a:pt x="7" y="131"/>
                  </a:moveTo>
                  <a:lnTo>
                    <a:pt x="0" y="132"/>
                  </a:lnTo>
                  <a:lnTo>
                    <a:pt x="137" y="2"/>
                  </a:lnTo>
                  <a:lnTo>
                    <a:pt x="146" y="0"/>
                  </a:lnTo>
                  <a:lnTo>
                    <a:pt x="7" y="131"/>
                  </a:lnTo>
                  <a:close/>
                </a:path>
              </a:pathLst>
            </a:custGeom>
            <a:solidFill>
              <a:srgbClr val="408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417">
              <a:extLst>
                <a:ext uri="{FF2B5EF4-FFF2-40B4-BE49-F238E27FC236}">
                  <a16:creationId xmlns:a16="http://schemas.microsoft.com/office/drawing/2014/main" id="{350CCE27-9BC5-3870-4F52-FDCF28E33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3" y="1545"/>
              <a:ext cx="139" cy="141"/>
            </a:xfrm>
            <a:prstGeom prst="line">
              <a:avLst/>
            </a:prstGeom>
            <a:noFill/>
            <a:ln w="1588">
              <a:solidFill>
                <a:srgbClr val="40806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418">
              <a:extLst>
                <a:ext uri="{FF2B5EF4-FFF2-40B4-BE49-F238E27FC236}">
                  <a16:creationId xmlns:a16="http://schemas.microsoft.com/office/drawing/2014/main" id="{35F64EAB-40B0-D4AA-E9DF-620DF05A6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9" y="1545"/>
              <a:ext cx="143" cy="141"/>
            </a:xfrm>
            <a:custGeom>
              <a:avLst/>
              <a:gdLst>
                <a:gd name="T0" fmla="*/ 4 w 143"/>
                <a:gd name="T1" fmla="*/ 277 h 131"/>
                <a:gd name="T2" fmla="*/ 0 w 143"/>
                <a:gd name="T3" fmla="*/ 277 h 131"/>
                <a:gd name="T4" fmla="*/ 138 w 143"/>
                <a:gd name="T5" fmla="*/ 0 h 131"/>
                <a:gd name="T6" fmla="*/ 143 w 143"/>
                <a:gd name="T7" fmla="*/ 0 h 131"/>
                <a:gd name="T8" fmla="*/ 4 w 143"/>
                <a:gd name="T9" fmla="*/ 277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3" h="131">
                  <a:moveTo>
                    <a:pt x="4" y="131"/>
                  </a:moveTo>
                  <a:lnTo>
                    <a:pt x="0" y="131"/>
                  </a:lnTo>
                  <a:lnTo>
                    <a:pt x="138" y="0"/>
                  </a:lnTo>
                  <a:lnTo>
                    <a:pt x="143" y="0"/>
                  </a:lnTo>
                  <a:lnTo>
                    <a:pt x="4" y="131"/>
                  </a:lnTo>
                  <a:close/>
                </a:path>
              </a:pathLst>
            </a:custGeom>
            <a:solidFill>
              <a:srgbClr val="408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419">
              <a:extLst>
                <a:ext uri="{FF2B5EF4-FFF2-40B4-BE49-F238E27FC236}">
                  <a16:creationId xmlns:a16="http://schemas.microsoft.com/office/drawing/2014/main" id="{7304786E-802A-DFF1-DF11-E8B33F004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1545"/>
              <a:ext cx="141" cy="142"/>
            </a:xfrm>
            <a:custGeom>
              <a:avLst/>
              <a:gdLst>
                <a:gd name="T0" fmla="*/ 3 w 141"/>
                <a:gd name="T1" fmla="*/ 272 h 132"/>
                <a:gd name="T2" fmla="*/ 0 w 141"/>
                <a:gd name="T3" fmla="*/ 275 h 132"/>
                <a:gd name="T4" fmla="*/ 137 w 141"/>
                <a:gd name="T5" fmla="*/ 2 h 132"/>
                <a:gd name="T6" fmla="*/ 141 w 141"/>
                <a:gd name="T7" fmla="*/ 0 h 132"/>
                <a:gd name="T8" fmla="*/ 3 w 141"/>
                <a:gd name="T9" fmla="*/ 27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1" h="132">
                  <a:moveTo>
                    <a:pt x="3" y="131"/>
                  </a:moveTo>
                  <a:lnTo>
                    <a:pt x="0" y="132"/>
                  </a:lnTo>
                  <a:lnTo>
                    <a:pt x="137" y="2"/>
                  </a:lnTo>
                  <a:lnTo>
                    <a:pt x="141" y="0"/>
                  </a:lnTo>
                  <a:lnTo>
                    <a:pt x="3" y="131"/>
                  </a:lnTo>
                  <a:close/>
                </a:path>
              </a:pathLst>
            </a:custGeom>
            <a:solidFill>
              <a:srgbClr val="4386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420">
              <a:extLst>
                <a:ext uri="{FF2B5EF4-FFF2-40B4-BE49-F238E27FC236}">
                  <a16:creationId xmlns:a16="http://schemas.microsoft.com/office/drawing/2014/main" id="{621006FD-E4D5-C487-852F-22326CB94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1548"/>
              <a:ext cx="141" cy="140"/>
            </a:xfrm>
            <a:custGeom>
              <a:avLst/>
              <a:gdLst>
                <a:gd name="T0" fmla="*/ 4 w 141"/>
                <a:gd name="T1" fmla="*/ 253 h 131"/>
                <a:gd name="T2" fmla="*/ 0 w 141"/>
                <a:gd name="T3" fmla="*/ 254 h 131"/>
                <a:gd name="T4" fmla="*/ 138 w 141"/>
                <a:gd name="T5" fmla="*/ 1 h 131"/>
                <a:gd name="T6" fmla="*/ 141 w 141"/>
                <a:gd name="T7" fmla="*/ 0 h 131"/>
                <a:gd name="T8" fmla="*/ 4 w 141"/>
                <a:gd name="T9" fmla="*/ 253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1" h="131">
                  <a:moveTo>
                    <a:pt x="4" y="130"/>
                  </a:moveTo>
                  <a:lnTo>
                    <a:pt x="0" y="131"/>
                  </a:lnTo>
                  <a:lnTo>
                    <a:pt x="138" y="1"/>
                  </a:lnTo>
                  <a:lnTo>
                    <a:pt x="141" y="0"/>
                  </a:lnTo>
                  <a:lnTo>
                    <a:pt x="4" y="130"/>
                  </a:lnTo>
                  <a:close/>
                </a:path>
              </a:pathLst>
            </a:custGeom>
            <a:solidFill>
              <a:srgbClr val="478D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421">
              <a:extLst>
                <a:ext uri="{FF2B5EF4-FFF2-40B4-BE49-F238E27FC236}">
                  <a16:creationId xmlns:a16="http://schemas.microsoft.com/office/drawing/2014/main" id="{125301C0-6797-42C2-AEFB-068CF31010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6" y="1548"/>
              <a:ext cx="137" cy="139"/>
            </a:xfrm>
            <a:prstGeom prst="line">
              <a:avLst/>
            </a:prstGeom>
            <a:noFill/>
            <a:ln w="1588">
              <a:solidFill>
                <a:srgbClr val="478D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422">
              <a:extLst>
                <a:ext uri="{FF2B5EF4-FFF2-40B4-BE49-F238E27FC236}">
                  <a16:creationId xmlns:a16="http://schemas.microsoft.com/office/drawing/2014/main" id="{CDBBDCA0-0387-4AEA-36FF-08DFD7A2F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" y="1963"/>
              <a:ext cx="144" cy="145"/>
            </a:xfrm>
            <a:custGeom>
              <a:avLst/>
              <a:gdLst>
                <a:gd name="T0" fmla="*/ 6 w 144"/>
                <a:gd name="T1" fmla="*/ 247 h 136"/>
                <a:gd name="T2" fmla="*/ 0 w 144"/>
                <a:gd name="T3" fmla="*/ 258 h 136"/>
                <a:gd name="T4" fmla="*/ 137 w 144"/>
                <a:gd name="T5" fmla="*/ 6 h 136"/>
                <a:gd name="T6" fmla="*/ 144 w 144"/>
                <a:gd name="T7" fmla="*/ 0 h 136"/>
                <a:gd name="T8" fmla="*/ 6 w 144"/>
                <a:gd name="T9" fmla="*/ 247 h 1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4" h="136">
                  <a:moveTo>
                    <a:pt x="6" y="130"/>
                  </a:moveTo>
                  <a:lnTo>
                    <a:pt x="0" y="136"/>
                  </a:lnTo>
                  <a:lnTo>
                    <a:pt x="137" y="6"/>
                  </a:lnTo>
                  <a:lnTo>
                    <a:pt x="144" y="0"/>
                  </a:lnTo>
                  <a:lnTo>
                    <a:pt x="6" y="130"/>
                  </a:lnTo>
                  <a:close/>
                </a:path>
              </a:pathLst>
            </a:custGeom>
            <a:solidFill>
              <a:srgbClr val="52A3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423">
              <a:extLst>
                <a:ext uri="{FF2B5EF4-FFF2-40B4-BE49-F238E27FC236}">
                  <a16:creationId xmlns:a16="http://schemas.microsoft.com/office/drawing/2014/main" id="{76EA567D-F66E-DCB2-79AD-A79B71C4A9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7" y="1963"/>
              <a:ext cx="138" cy="139"/>
            </a:xfrm>
            <a:prstGeom prst="line">
              <a:avLst/>
            </a:prstGeom>
            <a:noFill/>
            <a:ln w="1588">
              <a:solidFill>
                <a:srgbClr val="52A37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24">
              <a:extLst>
                <a:ext uri="{FF2B5EF4-FFF2-40B4-BE49-F238E27FC236}">
                  <a16:creationId xmlns:a16="http://schemas.microsoft.com/office/drawing/2014/main" id="{115C8014-6AA9-C928-04D9-3B40AF4DD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1969"/>
              <a:ext cx="142" cy="143"/>
            </a:xfrm>
            <a:custGeom>
              <a:avLst/>
              <a:gdLst>
                <a:gd name="T0" fmla="*/ 5 w 142"/>
                <a:gd name="T1" fmla="*/ 250 h 134"/>
                <a:gd name="T2" fmla="*/ 0 w 142"/>
                <a:gd name="T3" fmla="*/ 256 h 134"/>
                <a:gd name="T4" fmla="*/ 137 w 142"/>
                <a:gd name="T5" fmla="*/ 4 h 134"/>
                <a:gd name="T6" fmla="*/ 142 w 142"/>
                <a:gd name="T7" fmla="*/ 0 h 134"/>
                <a:gd name="T8" fmla="*/ 5 w 142"/>
                <a:gd name="T9" fmla="*/ 25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2" h="134">
                  <a:moveTo>
                    <a:pt x="5" y="130"/>
                  </a:moveTo>
                  <a:lnTo>
                    <a:pt x="0" y="134"/>
                  </a:lnTo>
                  <a:lnTo>
                    <a:pt x="137" y="4"/>
                  </a:lnTo>
                  <a:lnTo>
                    <a:pt x="142" y="0"/>
                  </a:lnTo>
                  <a:lnTo>
                    <a:pt x="5" y="130"/>
                  </a:lnTo>
                  <a:close/>
                </a:path>
              </a:pathLst>
            </a:custGeom>
            <a:solidFill>
              <a:srgbClr val="509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425">
              <a:extLst>
                <a:ext uri="{FF2B5EF4-FFF2-40B4-BE49-F238E27FC236}">
                  <a16:creationId xmlns:a16="http://schemas.microsoft.com/office/drawing/2014/main" id="{A358294A-328B-90E8-134C-4B4EC674D2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1" y="1969"/>
              <a:ext cx="137" cy="139"/>
            </a:xfrm>
            <a:prstGeom prst="line">
              <a:avLst/>
            </a:prstGeom>
            <a:noFill/>
            <a:ln w="1588">
              <a:solidFill>
                <a:srgbClr val="509F7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26">
              <a:extLst>
                <a:ext uri="{FF2B5EF4-FFF2-40B4-BE49-F238E27FC236}">
                  <a16:creationId xmlns:a16="http://schemas.microsoft.com/office/drawing/2014/main" id="{D3AE4B4B-361F-1E04-D4ED-E757BEEB8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" y="1914"/>
              <a:ext cx="146" cy="197"/>
            </a:xfrm>
            <a:custGeom>
              <a:avLst/>
              <a:gdLst>
                <a:gd name="T0" fmla="*/ 9 w 146"/>
                <a:gd name="T1" fmla="*/ 364 h 184"/>
                <a:gd name="T2" fmla="*/ 0 w 146"/>
                <a:gd name="T3" fmla="*/ 259 h 184"/>
                <a:gd name="T4" fmla="*/ 138 w 146"/>
                <a:gd name="T5" fmla="*/ 0 h 184"/>
                <a:gd name="T6" fmla="*/ 146 w 146"/>
                <a:gd name="T7" fmla="*/ 106 h 184"/>
                <a:gd name="T8" fmla="*/ 9 w 146"/>
                <a:gd name="T9" fmla="*/ 364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6" h="184">
                  <a:moveTo>
                    <a:pt x="9" y="184"/>
                  </a:moveTo>
                  <a:lnTo>
                    <a:pt x="0" y="131"/>
                  </a:lnTo>
                  <a:lnTo>
                    <a:pt x="138" y="0"/>
                  </a:lnTo>
                  <a:lnTo>
                    <a:pt x="146" y="53"/>
                  </a:lnTo>
                  <a:lnTo>
                    <a:pt x="9" y="184"/>
                  </a:lnTo>
                  <a:close/>
                </a:path>
              </a:pathLst>
            </a:custGeom>
            <a:solidFill>
              <a:srgbClr val="5A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427">
              <a:extLst>
                <a:ext uri="{FF2B5EF4-FFF2-40B4-BE49-F238E27FC236}">
                  <a16:creationId xmlns:a16="http://schemas.microsoft.com/office/drawing/2014/main" id="{23096CEB-FB95-7B18-9CC8-CA62175BA0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4" y="1971"/>
              <a:ext cx="137" cy="140"/>
            </a:xfrm>
            <a:prstGeom prst="line">
              <a:avLst/>
            </a:prstGeom>
            <a:noFill/>
            <a:ln w="1588">
              <a:solidFill>
                <a:srgbClr val="5AB4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428">
              <a:extLst>
                <a:ext uri="{FF2B5EF4-FFF2-40B4-BE49-F238E27FC236}">
                  <a16:creationId xmlns:a16="http://schemas.microsoft.com/office/drawing/2014/main" id="{BFF62937-A219-6E3D-3536-2602C87C2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1" y="1869"/>
              <a:ext cx="142" cy="185"/>
            </a:xfrm>
            <a:custGeom>
              <a:avLst/>
              <a:gdLst>
                <a:gd name="T0" fmla="*/ 4 w 142"/>
                <a:gd name="T1" fmla="*/ 340 h 173"/>
                <a:gd name="T2" fmla="*/ 0 w 142"/>
                <a:gd name="T3" fmla="*/ 258 h 173"/>
                <a:gd name="T4" fmla="*/ 137 w 142"/>
                <a:gd name="T5" fmla="*/ 0 h 173"/>
                <a:gd name="T6" fmla="*/ 142 w 142"/>
                <a:gd name="T7" fmla="*/ 82 h 173"/>
                <a:gd name="T8" fmla="*/ 4 w 142"/>
                <a:gd name="T9" fmla="*/ 340 h 1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2" h="173">
                  <a:moveTo>
                    <a:pt x="4" y="173"/>
                  </a:moveTo>
                  <a:lnTo>
                    <a:pt x="0" y="131"/>
                  </a:lnTo>
                  <a:lnTo>
                    <a:pt x="137" y="0"/>
                  </a:lnTo>
                  <a:lnTo>
                    <a:pt x="142" y="42"/>
                  </a:lnTo>
                  <a:lnTo>
                    <a:pt x="4" y="173"/>
                  </a:lnTo>
                  <a:close/>
                </a:path>
              </a:pathLst>
            </a:custGeom>
            <a:solidFill>
              <a:srgbClr val="5A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429">
              <a:extLst>
                <a:ext uri="{FF2B5EF4-FFF2-40B4-BE49-F238E27FC236}">
                  <a16:creationId xmlns:a16="http://schemas.microsoft.com/office/drawing/2014/main" id="{25E07101-26B6-CD35-C119-595ABCC16F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5" y="1914"/>
              <a:ext cx="138" cy="140"/>
            </a:xfrm>
            <a:prstGeom prst="line">
              <a:avLst/>
            </a:prstGeom>
            <a:noFill/>
            <a:ln w="1588">
              <a:solidFill>
                <a:srgbClr val="5AB4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430">
              <a:extLst>
                <a:ext uri="{FF2B5EF4-FFF2-40B4-BE49-F238E27FC236}">
                  <a16:creationId xmlns:a16="http://schemas.microsoft.com/office/drawing/2014/main" id="{A4355369-5068-6C59-6BC0-E26667AFA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9" y="1850"/>
              <a:ext cx="139" cy="160"/>
            </a:xfrm>
            <a:custGeom>
              <a:avLst/>
              <a:gdLst>
                <a:gd name="T0" fmla="*/ 2 w 139"/>
                <a:gd name="T1" fmla="*/ 306 h 149"/>
                <a:gd name="T2" fmla="*/ 0 w 139"/>
                <a:gd name="T3" fmla="*/ 267 h 149"/>
                <a:gd name="T4" fmla="*/ 138 w 139"/>
                <a:gd name="T5" fmla="*/ 0 h 149"/>
                <a:gd name="T6" fmla="*/ 139 w 139"/>
                <a:gd name="T7" fmla="*/ 35 h 149"/>
                <a:gd name="T8" fmla="*/ 2 w 139"/>
                <a:gd name="T9" fmla="*/ 306 h 1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149">
                  <a:moveTo>
                    <a:pt x="2" y="149"/>
                  </a:moveTo>
                  <a:lnTo>
                    <a:pt x="0" y="131"/>
                  </a:lnTo>
                  <a:lnTo>
                    <a:pt x="138" y="0"/>
                  </a:lnTo>
                  <a:lnTo>
                    <a:pt x="139" y="18"/>
                  </a:lnTo>
                  <a:lnTo>
                    <a:pt x="2" y="149"/>
                  </a:lnTo>
                  <a:close/>
                </a:path>
              </a:pathLst>
            </a:custGeom>
            <a:solidFill>
              <a:srgbClr val="5A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431">
              <a:extLst>
                <a:ext uri="{FF2B5EF4-FFF2-40B4-BE49-F238E27FC236}">
                  <a16:creationId xmlns:a16="http://schemas.microsoft.com/office/drawing/2014/main" id="{ADEE4835-68D2-963B-401F-470737A1A8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1" y="1869"/>
              <a:ext cx="137" cy="141"/>
            </a:xfrm>
            <a:prstGeom prst="line">
              <a:avLst/>
            </a:prstGeom>
            <a:noFill/>
            <a:ln w="1588">
              <a:solidFill>
                <a:srgbClr val="5AB4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432">
              <a:extLst>
                <a:ext uri="{FF2B5EF4-FFF2-40B4-BE49-F238E27FC236}">
                  <a16:creationId xmlns:a16="http://schemas.microsoft.com/office/drawing/2014/main" id="{D767A08D-CB61-93E9-3AA9-A6D793991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9" y="1835"/>
              <a:ext cx="138" cy="155"/>
            </a:xfrm>
            <a:custGeom>
              <a:avLst/>
              <a:gdLst>
                <a:gd name="T0" fmla="*/ 0 w 138"/>
                <a:gd name="T1" fmla="*/ 282 h 145"/>
                <a:gd name="T2" fmla="*/ 0 w 138"/>
                <a:gd name="T3" fmla="*/ 255 h 145"/>
                <a:gd name="T4" fmla="*/ 138 w 138"/>
                <a:gd name="T5" fmla="*/ 0 h 145"/>
                <a:gd name="T6" fmla="*/ 138 w 138"/>
                <a:gd name="T7" fmla="*/ 26 h 145"/>
                <a:gd name="T8" fmla="*/ 0 w 138"/>
                <a:gd name="T9" fmla="*/ 282 h 1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8" h="145">
                  <a:moveTo>
                    <a:pt x="0" y="145"/>
                  </a:moveTo>
                  <a:lnTo>
                    <a:pt x="0" y="131"/>
                  </a:lnTo>
                  <a:lnTo>
                    <a:pt x="138" y="0"/>
                  </a:lnTo>
                  <a:lnTo>
                    <a:pt x="138" y="14"/>
                  </a:lnTo>
                  <a:lnTo>
                    <a:pt x="0" y="145"/>
                  </a:lnTo>
                  <a:close/>
                </a:path>
              </a:pathLst>
            </a:custGeom>
            <a:solidFill>
              <a:srgbClr val="5A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433">
              <a:extLst>
                <a:ext uri="{FF2B5EF4-FFF2-40B4-BE49-F238E27FC236}">
                  <a16:creationId xmlns:a16="http://schemas.microsoft.com/office/drawing/2014/main" id="{E607A0CC-E9BE-DE99-A4B9-D1562971F8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29" y="1850"/>
              <a:ext cx="138" cy="140"/>
            </a:xfrm>
            <a:prstGeom prst="line">
              <a:avLst/>
            </a:prstGeom>
            <a:noFill/>
            <a:ln w="1588">
              <a:solidFill>
                <a:srgbClr val="5AB4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434">
              <a:extLst>
                <a:ext uri="{FF2B5EF4-FFF2-40B4-BE49-F238E27FC236}">
                  <a16:creationId xmlns:a16="http://schemas.microsoft.com/office/drawing/2014/main" id="{3DB052B3-E713-BF3C-5654-68B96E8AA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9" y="1818"/>
              <a:ext cx="140" cy="157"/>
            </a:xfrm>
            <a:custGeom>
              <a:avLst/>
              <a:gdLst>
                <a:gd name="T0" fmla="*/ 0 w 140"/>
                <a:gd name="T1" fmla="*/ 284 h 147"/>
                <a:gd name="T2" fmla="*/ 3 w 140"/>
                <a:gd name="T3" fmla="*/ 253 h 147"/>
                <a:gd name="T4" fmla="*/ 140 w 140"/>
                <a:gd name="T5" fmla="*/ 0 h 147"/>
                <a:gd name="T6" fmla="*/ 138 w 140"/>
                <a:gd name="T7" fmla="*/ 29 h 147"/>
                <a:gd name="T8" fmla="*/ 0 w 140"/>
                <a:gd name="T9" fmla="*/ 284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147">
                  <a:moveTo>
                    <a:pt x="0" y="147"/>
                  </a:moveTo>
                  <a:lnTo>
                    <a:pt x="3" y="131"/>
                  </a:lnTo>
                  <a:lnTo>
                    <a:pt x="140" y="0"/>
                  </a:lnTo>
                  <a:lnTo>
                    <a:pt x="138" y="16"/>
                  </a:lnTo>
                  <a:lnTo>
                    <a:pt x="0" y="147"/>
                  </a:lnTo>
                  <a:close/>
                </a:path>
              </a:pathLst>
            </a:custGeom>
            <a:solidFill>
              <a:srgbClr val="5A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435">
              <a:extLst>
                <a:ext uri="{FF2B5EF4-FFF2-40B4-BE49-F238E27FC236}">
                  <a16:creationId xmlns:a16="http://schemas.microsoft.com/office/drawing/2014/main" id="{43BA32E6-93A2-6F0D-CE81-E7CF3A54AB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29" y="1835"/>
              <a:ext cx="138" cy="140"/>
            </a:xfrm>
            <a:prstGeom prst="line">
              <a:avLst/>
            </a:prstGeom>
            <a:noFill/>
            <a:ln w="1588">
              <a:solidFill>
                <a:srgbClr val="5AB4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436">
              <a:extLst>
                <a:ext uri="{FF2B5EF4-FFF2-40B4-BE49-F238E27FC236}">
                  <a16:creationId xmlns:a16="http://schemas.microsoft.com/office/drawing/2014/main" id="{225084CC-CF75-69BE-2C95-6BCB67708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2" y="1801"/>
              <a:ext cx="141" cy="157"/>
            </a:xfrm>
            <a:custGeom>
              <a:avLst/>
              <a:gdLst>
                <a:gd name="T0" fmla="*/ 0 w 141"/>
                <a:gd name="T1" fmla="*/ 284 h 147"/>
                <a:gd name="T2" fmla="*/ 4 w 141"/>
                <a:gd name="T3" fmla="*/ 253 h 147"/>
                <a:gd name="T4" fmla="*/ 141 w 141"/>
                <a:gd name="T5" fmla="*/ 0 h 147"/>
                <a:gd name="T6" fmla="*/ 137 w 141"/>
                <a:gd name="T7" fmla="*/ 29 h 147"/>
                <a:gd name="T8" fmla="*/ 0 w 141"/>
                <a:gd name="T9" fmla="*/ 284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1" h="147">
                  <a:moveTo>
                    <a:pt x="0" y="147"/>
                  </a:moveTo>
                  <a:lnTo>
                    <a:pt x="4" y="131"/>
                  </a:lnTo>
                  <a:lnTo>
                    <a:pt x="141" y="0"/>
                  </a:lnTo>
                  <a:lnTo>
                    <a:pt x="137" y="16"/>
                  </a:lnTo>
                  <a:lnTo>
                    <a:pt x="0" y="147"/>
                  </a:lnTo>
                  <a:close/>
                </a:path>
              </a:pathLst>
            </a:custGeom>
            <a:solidFill>
              <a:srgbClr val="5A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437">
              <a:extLst>
                <a:ext uri="{FF2B5EF4-FFF2-40B4-BE49-F238E27FC236}">
                  <a16:creationId xmlns:a16="http://schemas.microsoft.com/office/drawing/2014/main" id="{7E625E67-A554-A813-D837-BA3E296934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2" y="1818"/>
              <a:ext cx="137" cy="140"/>
            </a:xfrm>
            <a:prstGeom prst="line">
              <a:avLst/>
            </a:prstGeom>
            <a:noFill/>
            <a:ln w="1588">
              <a:solidFill>
                <a:srgbClr val="5AB4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438">
              <a:extLst>
                <a:ext uri="{FF2B5EF4-FFF2-40B4-BE49-F238E27FC236}">
                  <a16:creationId xmlns:a16="http://schemas.microsoft.com/office/drawing/2014/main" id="{C7C8B6AA-40CA-EC06-9A31-9E9FB82DA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2" y="1810"/>
              <a:ext cx="138" cy="148"/>
            </a:xfrm>
            <a:custGeom>
              <a:avLst/>
              <a:gdLst>
                <a:gd name="T0" fmla="*/ 0 w 138"/>
                <a:gd name="T1" fmla="*/ 261 h 139"/>
                <a:gd name="T2" fmla="*/ 1 w 138"/>
                <a:gd name="T3" fmla="*/ 244 h 139"/>
                <a:gd name="T4" fmla="*/ 138 w 138"/>
                <a:gd name="T5" fmla="*/ 0 h 139"/>
                <a:gd name="T6" fmla="*/ 137 w 138"/>
                <a:gd name="T7" fmla="*/ 18 h 139"/>
                <a:gd name="T8" fmla="*/ 0 w 138"/>
                <a:gd name="T9" fmla="*/ 261 h 1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8" h="139">
                  <a:moveTo>
                    <a:pt x="0" y="139"/>
                  </a:moveTo>
                  <a:lnTo>
                    <a:pt x="1" y="130"/>
                  </a:lnTo>
                  <a:lnTo>
                    <a:pt x="138" y="0"/>
                  </a:lnTo>
                  <a:lnTo>
                    <a:pt x="137" y="8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5A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439">
              <a:extLst>
                <a:ext uri="{FF2B5EF4-FFF2-40B4-BE49-F238E27FC236}">
                  <a16:creationId xmlns:a16="http://schemas.microsoft.com/office/drawing/2014/main" id="{6C40348F-1828-5C29-B3C9-D4C206AE1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3" y="1801"/>
              <a:ext cx="140" cy="148"/>
            </a:xfrm>
            <a:custGeom>
              <a:avLst/>
              <a:gdLst>
                <a:gd name="T0" fmla="*/ 0 w 140"/>
                <a:gd name="T1" fmla="*/ 277 h 138"/>
                <a:gd name="T2" fmla="*/ 3 w 140"/>
                <a:gd name="T3" fmla="*/ 263 h 138"/>
                <a:gd name="T4" fmla="*/ 140 w 140"/>
                <a:gd name="T5" fmla="*/ 0 h 138"/>
                <a:gd name="T6" fmla="*/ 137 w 140"/>
                <a:gd name="T7" fmla="*/ 18 h 138"/>
                <a:gd name="T8" fmla="*/ 0 w 140"/>
                <a:gd name="T9" fmla="*/ 277 h 1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138">
                  <a:moveTo>
                    <a:pt x="0" y="138"/>
                  </a:moveTo>
                  <a:lnTo>
                    <a:pt x="3" y="131"/>
                  </a:lnTo>
                  <a:lnTo>
                    <a:pt x="140" y="0"/>
                  </a:lnTo>
                  <a:lnTo>
                    <a:pt x="137" y="8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59B3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440">
              <a:extLst>
                <a:ext uri="{FF2B5EF4-FFF2-40B4-BE49-F238E27FC236}">
                  <a16:creationId xmlns:a16="http://schemas.microsoft.com/office/drawing/2014/main" id="{65CAA97E-E12C-4FD2-BEEE-75F89F5B6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6" y="1766"/>
              <a:ext cx="147" cy="175"/>
            </a:xfrm>
            <a:custGeom>
              <a:avLst/>
              <a:gdLst>
                <a:gd name="T0" fmla="*/ 0 w 147"/>
                <a:gd name="T1" fmla="*/ 313 h 164"/>
                <a:gd name="T2" fmla="*/ 10 w 147"/>
                <a:gd name="T3" fmla="*/ 251 h 164"/>
                <a:gd name="T4" fmla="*/ 147 w 147"/>
                <a:gd name="T5" fmla="*/ 0 h 164"/>
                <a:gd name="T6" fmla="*/ 137 w 147"/>
                <a:gd name="T7" fmla="*/ 62 h 164"/>
                <a:gd name="T8" fmla="*/ 0 w 147"/>
                <a:gd name="T9" fmla="*/ 313 h 1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64">
                  <a:moveTo>
                    <a:pt x="0" y="164"/>
                  </a:moveTo>
                  <a:lnTo>
                    <a:pt x="10" y="131"/>
                  </a:lnTo>
                  <a:lnTo>
                    <a:pt x="147" y="0"/>
                  </a:lnTo>
                  <a:lnTo>
                    <a:pt x="137" y="33"/>
                  </a:lnTo>
                  <a:lnTo>
                    <a:pt x="0" y="164"/>
                  </a:lnTo>
                  <a:close/>
                </a:path>
              </a:pathLst>
            </a:custGeom>
            <a:solidFill>
              <a:srgbClr val="59B2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441">
              <a:extLst>
                <a:ext uri="{FF2B5EF4-FFF2-40B4-BE49-F238E27FC236}">
                  <a16:creationId xmlns:a16="http://schemas.microsoft.com/office/drawing/2014/main" id="{166C080B-840C-9665-8788-812CD9333C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6" y="1801"/>
              <a:ext cx="137" cy="140"/>
            </a:xfrm>
            <a:prstGeom prst="line">
              <a:avLst/>
            </a:prstGeom>
            <a:noFill/>
            <a:ln w="1588">
              <a:solidFill>
                <a:srgbClr val="59B28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442">
              <a:extLst>
                <a:ext uri="{FF2B5EF4-FFF2-40B4-BE49-F238E27FC236}">
                  <a16:creationId xmlns:a16="http://schemas.microsoft.com/office/drawing/2014/main" id="{D974E2F3-432E-FB13-2B28-A76CE6346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" y="1732"/>
              <a:ext cx="148" cy="174"/>
            </a:xfrm>
            <a:custGeom>
              <a:avLst/>
              <a:gdLst>
                <a:gd name="T0" fmla="*/ 0 w 148"/>
                <a:gd name="T1" fmla="*/ 312 h 163"/>
                <a:gd name="T2" fmla="*/ 11 w 148"/>
                <a:gd name="T3" fmla="*/ 251 h 163"/>
                <a:gd name="T4" fmla="*/ 148 w 148"/>
                <a:gd name="T5" fmla="*/ 0 h 163"/>
                <a:gd name="T6" fmla="*/ 137 w 148"/>
                <a:gd name="T7" fmla="*/ 61 h 163"/>
                <a:gd name="T8" fmla="*/ 0 w 148"/>
                <a:gd name="T9" fmla="*/ 312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8" h="163">
                  <a:moveTo>
                    <a:pt x="0" y="163"/>
                  </a:moveTo>
                  <a:lnTo>
                    <a:pt x="11" y="131"/>
                  </a:lnTo>
                  <a:lnTo>
                    <a:pt x="148" y="0"/>
                  </a:lnTo>
                  <a:lnTo>
                    <a:pt x="137" y="32"/>
                  </a:lnTo>
                  <a:lnTo>
                    <a:pt x="0" y="163"/>
                  </a:lnTo>
                  <a:close/>
                </a:path>
              </a:pathLst>
            </a:custGeom>
            <a:solidFill>
              <a:srgbClr val="59B2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443">
              <a:extLst>
                <a:ext uri="{FF2B5EF4-FFF2-40B4-BE49-F238E27FC236}">
                  <a16:creationId xmlns:a16="http://schemas.microsoft.com/office/drawing/2014/main" id="{930D0579-5F5E-443B-34C8-812A8D69B7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6" y="1766"/>
              <a:ext cx="137" cy="140"/>
            </a:xfrm>
            <a:prstGeom prst="line">
              <a:avLst/>
            </a:prstGeom>
            <a:noFill/>
            <a:ln w="1588">
              <a:solidFill>
                <a:srgbClr val="59B28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444">
              <a:extLst>
                <a:ext uri="{FF2B5EF4-FFF2-40B4-BE49-F238E27FC236}">
                  <a16:creationId xmlns:a16="http://schemas.microsoft.com/office/drawing/2014/main" id="{1A91F253-0B40-5E46-9050-AD84E1E50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" y="1713"/>
              <a:ext cx="139" cy="159"/>
            </a:xfrm>
            <a:custGeom>
              <a:avLst/>
              <a:gdLst>
                <a:gd name="T0" fmla="*/ 0 w 139"/>
                <a:gd name="T1" fmla="*/ 305 h 148"/>
                <a:gd name="T2" fmla="*/ 2 w 139"/>
                <a:gd name="T3" fmla="*/ 266 h 148"/>
                <a:gd name="T4" fmla="*/ 139 w 139"/>
                <a:gd name="T5" fmla="*/ 0 h 148"/>
                <a:gd name="T6" fmla="*/ 137 w 139"/>
                <a:gd name="T7" fmla="*/ 33 h 148"/>
                <a:gd name="T8" fmla="*/ 0 w 139"/>
                <a:gd name="T9" fmla="*/ 305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9" h="148">
                  <a:moveTo>
                    <a:pt x="0" y="148"/>
                  </a:moveTo>
                  <a:lnTo>
                    <a:pt x="2" y="130"/>
                  </a:lnTo>
                  <a:lnTo>
                    <a:pt x="139" y="0"/>
                  </a:lnTo>
                  <a:lnTo>
                    <a:pt x="137" y="17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rgbClr val="5AB3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445">
              <a:extLst>
                <a:ext uri="{FF2B5EF4-FFF2-40B4-BE49-F238E27FC236}">
                  <a16:creationId xmlns:a16="http://schemas.microsoft.com/office/drawing/2014/main" id="{8865D75B-FE8E-63B2-8E3C-031CC0563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7" y="1732"/>
              <a:ext cx="137" cy="140"/>
            </a:xfrm>
            <a:prstGeom prst="line">
              <a:avLst/>
            </a:prstGeom>
            <a:noFill/>
            <a:ln w="1588">
              <a:solidFill>
                <a:srgbClr val="5AB38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46">
              <a:extLst>
                <a:ext uri="{FF2B5EF4-FFF2-40B4-BE49-F238E27FC236}">
                  <a16:creationId xmlns:a16="http://schemas.microsoft.com/office/drawing/2014/main" id="{5CD69A8C-9EAE-F4A4-6F49-23CDDA8FC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9" y="1696"/>
              <a:ext cx="140" cy="156"/>
            </a:xfrm>
            <a:custGeom>
              <a:avLst/>
              <a:gdLst>
                <a:gd name="T0" fmla="*/ 0 w 140"/>
                <a:gd name="T1" fmla="*/ 283 h 146"/>
                <a:gd name="T2" fmla="*/ 3 w 140"/>
                <a:gd name="T3" fmla="*/ 252 h 146"/>
                <a:gd name="T4" fmla="*/ 140 w 140"/>
                <a:gd name="T5" fmla="*/ 0 h 146"/>
                <a:gd name="T6" fmla="*/ 137 w 140"/>
                <a:gd name="T7" fmla="*/ 30 h 146"/>
                <a:gd name="T8" fmla="*/ 0 w 140"/>
                <a:gd name="T9" fmla="*/ 283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146">
                  <a:moveTo>
                    <a:pt x="0" y="146"/>
                  </a:moveTo>
                  <a:lnTo>
                    <a:pt x="3" y="130"/>
                  </a:lnTo>
                  <a:lnTo>
                    <a:pt x="140" y="0"/>
                  </a:lnTo>
                  <a:lnTo>
                    <a:pt x="137" y="16"/>
                  </a:lnTo>
                  <a:lnTo>
                    <a:pt x="0" y="146"/>
                  </a:lnTo>
                  <a:close/>
                </a:path>
              </a:pathLst>
            </a:custGeom>
            <a:solidFill>
              <a:srgbClr val="5A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47">
              <a:extLst>
                <a:ext uri="{FF2B5EF4-FFF2-40B4-BE49-F238E27FC236}">
                  <a16:creationId xmlns:a16="http://schemas.microsoft.com/office/drawing/2014/main" id="{90927879-C83C-3CBC-D81D-58D10319AF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9" y="1713"/>
              <a:ext cx="137" cy="139"/>
            </a:xfrm>
            <a:prstGeom prst="line">
              <a:avLst/>
            </a:prstGeom>
            <a:noFill/>
            <a:ln w="1588">
              <a:solidFill>
                <a:srgbClr val="5AB4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48">
              <a:extLst>
                <a:ext uri="{FF2B5EF4-FFF2-40B4-BE49-F238E27FC236}">
                  <a16:creationId xmlns:a16="http://schemas.microsoft.com/office/drawing/2014/main" id="{246792E7-ED79-DFB4-8109-CE1DD7760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4" y="1544"/>
              <a:ext cx="155" cy="291"/>
            </a:xfrm>
            <a:custGeom>
              <a:avLst/>
              <a:gdLst>
                <a:gd name="T0" fmla="*/ 18 w 155"/>
                <a:gd name="T1" fmla="*/ 536 h 272"/>
                <a:gd name="T2" fmla="*/ 0 w 155"/>
                <a:gd name="T3" fmla="*/ 258 h 272"/>
                <a:gd name="T4" fmla="*/ 137 w 155"/>
                <a:gd name="T5" fmla="*/ 0 h 272"/>
                <a:gd name="T6" fmla="*/ 155 w 155"/>
                <a:gd name="T7" fmla="*/ 279 h 272"/>
                <a:gd name="T8" fmla="*/ 18 w 155"/>
                <a:gd name="T9" fmla="*/ 536 h 2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5" h="272">
                  <a:moveTo>
                    <a:pt x="18" y="272"/>
                  </a:moveTo>
                  <a:lnTo>
                    <a:pt x="0" y="131"/>
                  </a:lnTo>
                  <a:lnTo>
                    <a:pt x="137" y="0"/>
                  </a:lnTo>
                  <a:lnTo>
                    <a:pt x="155" y="142"/>
                  </a:lnTo>
                  <a:lnTo>
                    <a:pt x="18" y="272"/>
                  </a:lnTo>
                  <a:close/>
                </a:path>
              </a:pathLst>
            </a:custGeom>
            <a:solidFill>
              <a:srgbClr val="5A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49">
              <a:extLst>
                <a:ext uri="{FF2B5EF4-FFF2-40B4-BE49-F238E27FC236}">
                  <a16:creationId xmlns:a16="http://schemas.microsoft.com/office/drawing/2014/main" id="{4A2D10F2-CC11-EA05-CFD2-4A26C19BA5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62" y="1696"/>
              <a:ext cx="137" cy="139"/>
            </a:xfrm>
            <a:prstGeom prst="line">
              <a:avLst/>
            </a:prstGeom>
            <a:noFill/>
            <a:ln w="1588">
              <a:solidFill>
                <a:srgbClr val="5AB4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50">
              <a:extLst>
                <a:ext uri="{FF2B5EF4-FFF2-40B4-BE49-F238E27FC236}">
                  <a16:creationId xmlns:a16="http://schemas.microsoft.com/office/drawing/2014/main" id="{F8CD602B-B872-A03C-92C1-A31520FFD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1544"/>
              <a:ext cx="2120" cy="140"/>
            </a:xfrm>
            <a:custGeom>
              <a:avLst/>
              <a:gdLst>
                <a:gd name="T0" fmla="*/ 1983 w 2120"/>
                <a:gd name="T1" fmla="*/ 254 h 131"/>
                <a:gd name="T2" fmla="*/ 0 w 2120"/>
                <a:gd name="T3" fmla="*/ 254 h 131"/>
                <a:gd name="T4" fmla="*/ 138 w 2120"/>
                <a:gd name="T5" fmla="*/ 0 h 131"/>
                <a:gd name="T6" fmla="*/ 2120 w 2120"/>
                <a:gd name="T7" fmla="*/ 0 h 131"/>
                <a:gd name="T8" fmla="*/ 1983 w 2120"/>
                <a:gd name="T9" fmla="*/ 254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0" h="131">
                  <a:moveTo>
                    <a:pt x="1983" y="131"/>
                  </a:moveTo>
                  <a:lnTo>
                    <a:pt x="0" y="131"/>
                  </a:lnTo>
                  <a:lnTo>
                    <a:pt x="138" y="0"/>
                  </a:lnTo>
                  <a:lnTo>
                    <a:pt x="2120" y="0"/>
                  </a:lnTo>
                  <a:lnTo>
                    <a:pt x="1983" y="131"/>
                  </a:lnTo>
                  <a:close/>
                </a:path>
              </a:pathLst>
            </a:custGeom>
            <a:solidFill>
              <a:srgbClr val="3D7A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51">
              <a:extLst>
                <a:ext uri="{FF2B5EF4-FFF2-40B4-BE49-F238E27FC236}">
                  <a16:creationId xmlns:a16="http://schemas.microsoft.com/office/drawing/2014/main" id="{BF6CC362-3A53-9706-D2FA-1D707FEB8F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4" y="1544"/>
              <a:ext cx="137" cy="140"/>
            </a:xfrm>
            <a:prstGeom prst="line">
              <a:avLst/>
            </a:prstGeom>
            <a:noFill/>
            <a:ln w="1588">
              <a:solidFill>
                <a:srgbClr val="3D7A5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52">
              <a:extLst>
                <a:ext uri="{FF2B5EF4-FFF2-40B4-BE49-F238E27FC236}">
                  <a16:creationId xmlns:a16="http://schemas.microsoft.com/office/drawing/2014/main" id="{7B94EFF9-47D3-BB61-90DA-32C4ACB7A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" y="1684"/>
              <a:ext cx="2058" cy="434"/>
            </a:xfrm>
            <a:custGeom>
              <a:avLst/>
              <a:gdLst>
                <a:gd name="T0" fmla="*/ 50 w 2058"/>
                <a:gd name="T1" fmla="*/ 1 h 405"/>
                <a:gd name="T2" fmla="*/ 32 w 2058"/>
                <a:gd name="T3" fmla="*/ 2 h 405"/>
                <a:gd name="T4" fmla="*/ 25 w 2058"/>
                <a:gd name="T5" fmla="*/ 6 h 405"/>
                <a:gd name="T6" fmla="*/ 20 w 2058"/>
                <a:gd name="T7" fmla="*/ 38 h 405"/>
                <a:gd name="T8" fmla="*/ 19 w 2058"/>
                <a:gd name="T9" fmla="*/ 93 h 405"/>
                <a:gd name="T10" fmla="*/ 20 w 2058"/>
                <a:gd name="T11" fmla="*/ 141 h 405"/>
                <a:gd name="T12" fmla="*/ 37 w 2058"/>
                <a:gd name="T13" fmla="*/ 213 h 405"/>
                <a:gd name="T14" fmla="*/ 47 w 2058"/>
                <a:gd name="T15" fmla="*/ 271 h 405"/>
                <a:gd name="T16" fmla="*/ 52 w 2058"/>
                <a:gd name="T17" fmla="*/ 331 h 405"/>
                <a:gd name="T18" fmla="*/ 44 w 2058"/>
                <a:gd name="T19" fmla="*/ 392 h 405"/>
                <a:gd name="T20" fmla="*/ 29 w 2058"/>
                <a:gd name="T21" fmla="*/ 468 h 405"/>
                <a:gd name="T22" fmla="*/ 15 w 2058"/>
                <a:gd name="T23" fmla="*/ 540 h 405"/>
                <a:gd name="T24" fmla="*/ 10 w 2058"/>
                <a:gd name="T25" fmla="*/ 586 h 405"/>
                <a:gd name="T26" fmla="*/ 15 w 2058"/>
                <a:gd name="T27" fmla="*/ 630 h 405"/>
                <a:gd name="T28" fmla="*/ 25 w 2058"/>
                <a:gd name="T29" fmla="*/ 704 h 405"/>
                <a:gd name="T30" fmla="*/ 25 w 2058"/>
                <a:gd name="T31" fmla="*/ 734 h 405"/>
                <a:gd name="T32" fmla="*/ 21 w 2058"/>
                <a:gd name="T33" fmla="*/ 757 h 405"/>
                <a:gd name="T34" fmla="*/ 7 w 2058"/>
                <a:gd name="T35" fmla="*/ 790 h 405"/>
                <a:gd name="T36" fmla="*/ 0 w 2058"/>
                <a:gd name="T37" fmla="*/ 803 h 405"/>
                <a:gd name="T38" fmla="*/ 42 w 2058"/>
                <a:gd name="T39" fmla="*/ 784 h 405"/>
                <a:gd name="T40" fmla="*/ 142 w 2058"/>
                <a:gd name="T41" fmla="*/ 784 h 405"/>
                <a:gd name="T42" fmla="*/ 236 w 2058"/>
                <a:gd name="T43" fmla="*/ 767 h 405"/>
                <a:gd name="T44" fmla="*/ 280 w 2058"/>
                <a:gd name="T45" fmla="*/ 750 h 405"/>
                <a:gd name="T46" fmla="*/ 325 w 2058"/>
                <a:gd name="T47" fmla="*/ 734 h 405"/>
                <a:gd name="T48" fmla="*/ 442 w 2058"/>
                <a:gd name="T49" fmla="*/ 724 h 405"/>
                <a:gd name="T50" fmla="*/ 575 w 2058"/>
                <a:gd name="T51" fmla="*/ 724 h 405"/>
                <a:gd name="T52" fmla="*/ 624 w 2058"/>
                <a:gd name="T53" fmla="*/ 754 h 405"/>
                <a:gd name="T54" fmla="*/ 673 w 2058"/>
                <a:gd name="T55" fmla="*/ 777 h 405"/>
                <a:gd name="T56" fmla="*/ 772 w 2058"/>
                <a:gd name="T57" fmla="*/ 790 h 405"/>
                <a:gd name="T58" fmla="*/ 897 w 2058"/>
                <a:gd name="T59" fmla="*/ 808 h 405"/>
                <a:gd name="T60" fmla="*/ 939 w 2058"/>
                <a:gd name="T61" fmla="*/ 807 h 405"/>
                <a:gd name="T62" fmla="*/ 1005 w 2058"/>
                <a:gd name="T63" fmla="*/ 784 h 405"/>
                <a:gd name="T64" fmla="*/ 1350 w 2058"/>
                <a:gd name="T65" fmla="*/ 774 h 405"/>
                <a:gd name="T66" fmla="*/ 1487 w 2058"/>
                <a:gd name="T67" fmla="*/ 761 h 405"/>
                <a:gd name="T68" fmla="*/ 1553 w 2058"/>
                <a:gd name="T69" fmla="*/ 744 h 405"/>
                <a:gd name="T70" fmla="*/ 1598 w 2058"/>
                <a:gd name="T71" fmla="*/ 735 h 405"/>
                <a:gd name="T72" fmla="*/ 1632 w 2058"/>
                <a:gd name="T73" fmla="*/ 747 h 405"/>
                <a:gd name="T74" fmla="*/ 1721 w 2058"/>
                <a:gd name="T75" fmla="*/ 774 h 405"/>
                <a:gd name="T76" fmla="*/ 1856 w 2058"/>
                <a:gd name="T77" fmla="*/ 788 h 405"/>
                <a:gd name="T78" fmla="*/ 1984 w 2058"/>
                <a:gd name="T79" fmla="*/ 784 h 405"/>
                <a:gd name="T80" fmla="*/ 2007 w 2058"/>
                <a:gd name="T81" fmla="*/ 767 h 405"/>
                <a:gd name="T82" fmla="*/ 2019 w 2058"/>
                <a:gd name="T83" fmla="*/ 767 h 405"/>
                <a:gd name="T84" fmla="*/ 2028 w 2058"/>
                <a:gd name="T85" fmla="*/ 776 h 405"/>
                <a:gd name="T86" fmla="*/ 2040 w 2058"/>
                <a:gd name="T87" fmla="*/ 797 h 405"/>
                <a:gd name="T88" fmla="*/ 2027 w 2058"/>
                <a:gd name="T89" fmla="*/ 608 h 405"/>
                <a:gd name="T90" fmla="*/ 2025 w 2058"/>
                <a:gd name="T91" fmla="*/ 542 h 405"/>
                <a:gd name="T92" fmla="*/ 2032 w 2058"/>
                <a:gd name="T93" fmla="*/ 479 h 405"/>
                <a:gd name="T94" fmla="*/ 2053 w 2058"/>
                <a:gd name="T95" fmla="*/ 348 h 405"/>
                <a:gd name="T96" fmla="*/ 2058 w 2058"/>
                <a:gd name="T97" fmla="*/ 280 h 405"/>
                <a:gd name="T98" fmla="*/ 57 w 2058"/>
                <a:gd name="T99" fmla="*/ 0 h 40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058" h="405">
                  <a:moveTo>
                    <a:pt x="57" y="0"/>
                  </a:moveTo>
                  <a:lnTo>
                    <a:pt x="50" y="1"/>
                  </a:lnTo>
                  <a:lnTo>
                    <a:pt x="39" y="1"/>
                  </a:lnTo>
                  <a:lnTo>
                    <a:pt x="32" y="2"/>
                  </a:lnTo>
                  <a:lnTo>
                    <a:pt x="28" y="3"/>
                  </a:lnTo>
                  <a:lnTo>
                    <a:pt x="25" y="6"/>
                  </a:lnTo>
                  <a:lnTo>
                    <a:pt x="22" y="12"/>
                  </a:lnTo>
                  <a:lnTo>
                    <a:pt x="20" y="19"/>
                  </a:lnTo>
                  <a:lnTo>
                    <a:pt x="19" y="33"/>
                  </a:lnTo>
                  <a:lnTo>
                    <a:pt x="19" y="47"/>
                  </a:lnTo>
                  <a:lnTo>
                    <a:pt x="17" y="60"/>
                  </a:lnTo>
                  <a:lnTo>
                    <a:pt x="20" y="71"/>
                  </a:lnTo>
                  <a:lnTo>
                    <a:pt x="25" y="82"/>
                  </a:lnTo>
                  <a:lnTo>
                    <a:pt x="37" y="107"/>
                  </a:lnTo>
                  <a:lnTo>
                    <a:pt x="43" y="120"/>
                  </a:lnTo>
                  <a:lnTo>
                    <a:pt x="47" y="135"/>
                  </a:lnTo>
                  <a:lnTo>
                    <a:pt x="51" y="149"/>
                  </a:lnTo>
                  <a:lnTo>
                    <a:pt x="52" y="164"/>
                  </a:lnTo>
                  <a:lnTo>
                    <a:pt x="50" y="180"/>
                  </a:lnTo>
                  <a:lnTo>
                    <a:pt x="44" y="197"/>
                  </a:lnTo>
                  <a:lnTo>
                    <a:pt x="37" y="215"/>
                  </a:lnTo>
                  <a:lnTo>
                    <a:pt x="29" y="235"/>
                  </a:lnTo>
                  <a:lnTo>
                    <a:pt x="21" y="254"/>
                  </a:lnTo>
                  <a:lnTo>
                    <a:pt x="15" y="271"/>
                  </a:lnTo>
                  <a:lnTo>
                    <a:pt x="11" y="286"/>
                  </a:lnTo>
                  <a:lnTo>
                    <a:pt x="10" y="293"/>
                  </a:lnTo>
                  <a:lnTo>
                    <a:pt x="10" y="299"/>
                  </a:lnTo>
                  <a:lnTo>
                    <a:pt x="15" y="315"/>
                  </a:lnTo>
                  <a:lnTo>
                    <a:pt x="21" y="335"/>
                  </a:lnTo>
                  <a:lnTo>
                    <a:pt x="25" y="353"/>
                  </a:lnTo>
                  <a:lnTo>
                    <a:pt x="26" y="361"/>
                  </a:lnTo>
                  <a:lnTo>
                    <a:pt x="25" y="368"/>
                  </a:lnTo>
                  <a:lnTo>
                    <a:pt x="24" y="375"/>
                  </a:lnTo>
                  <a:lnTo>
                    <a:pt x="21" y="380"/>
                  </a:lnTo>
                  <a:lnTo>
                    <a:pt x="13" y="390"/>
                  </a:lnTo>
                  <a:lnTo>
                    <a:pt x="7" y="396"/>
                  </a:lnTo>
                  <a:lnTo>
                    <a:pt x="2" y="400"/>
                  </a:lnTo>
                  <a:lnTo>
                    <a:pt x="0" y="401"/>
                  </a:lnTo>
                  <a:lnTo>
                    <a:pt x="4" y="400"/>
                  </a:lnTo>
                  <a:lnTo>
                    <a:pt x="42" y="392"/>
                  </a:lnTo>
                  <a:lnTo>
                    <a:pt x="101" y="392"/>
                  </a:lnTo>
                  <a:lnTo>
                    <a:pt x="142" y="392"/>
                  </a:lnTo>
                  <a:lnTo>
                    <a:pt x="179" y="389"/>
                  </a:lnTo>
                  <a:lnTo>
                    <a:pt x="236" y="384"/>
                  </a:lnTo>
                  <a:lnTo>
                    <a:pt x="258" y="380"/>
                  </a:lnTo>
                  <a:lnTo>
                    <a:pt x="280" y="375"/>
                  </a:lnTo>
                  <a:lnTo>
                    <a:pt x="302" y="371"/>
                  </a:lnTo>
                  <a:lnTo>
                    <a:pt x="325" y="368"/>
                  </a:lnTo>
                  <a:lnTo>
                    <a:pt x="383" y="366"/>
                  </a:lnTo>
                  <a:lnTo>
                    <a:pt x="442" y="363"/>
                  </a:lnTo>
                  <a:lnTo>
                    <a:pt x="559" y="361"/>
                  </a:lnTo>
                  <a:lnTo>
                    <a:pt x="575" y="363"/>
                  </a:lnTo>
                  <a:lnTo>
                    <a:pt x="590" y="368"/>
                  </a:lnTo>
                  <a:lnTo>
                    <a:pt x="624" y="378"/>
                  </a:lnTo>
                  <a:lnTo>
                    <a:pt x="658" y="387"/>
                  </a:lnTo>
                  <a:lnTo>
                    <a:pt x="673" y="390"/>
                  </a:lnTo>
                  <a:lnTo>
                    <a:pt x="689" y="392"/>
                  </a:lnTo>
                  <a:lnTo>
                    <a:pt x="772" y="396"/>
                  </a:lnTo>
                  <a:lnTo>
                    <a:pt x="830" y="400"/>
                  </a:lnTo>
                  <a:lnTo>
                    <a:pt x="897" y="405"/>
                  </a:lnTo>
                  <a:lnTo>
                    <a:pt x="918" y="405"/>
                  </a:lnTo>
                  <a:lnTo>
                    <a:pt x="939" y="404"/>
                  </a:lnTo>
                  <a:lnTo>
                    <a:pt x="964" y="399"/>
                  </a:lnTo>
                  <a:lnTo>
                    <a:pt x="1005" y="392"/>
                  </a:lnTo>
                  <a:lnTo>
                    <a:pt x="1235" y="388"/>
                  </a:lnTo>
                  <a:lnTo>
                    <a:pt x="1350" y="387"/>
                  </a:lnTo>
                  <a:lnTo>
                    <a:pt x="1465" y="384"/>
                  </a:lnTo>
                  <a:lnTo>
                    <a:pt x="1487" y="382"/>
                  </a:lnTo>
                  <a:lnTo>
                    <a:pt x="1509" y="379"/>
                  </a:lnTo>
                  <a:lnTo>
                    <a:pt x="1553" y="372"/>
                  </a:lnTo>
                  <a:lnTo>
                    <a:pt x="1576" y="369"/>
                  </a:lnTo>
                  <a:lnTo>
                    <a:pt x="1598" y="369"/>
                  </a:lnTo>
                  <a:lnTo>
                    <a:pt x="1620" y="371"/>
                  </a:lnTo>
                  <a:lnTo>
                    <a:pt x="1632" y="373"/>
                  </a:lnTo>
                  <a:lnTo>
                    <a:pt x="1642" y="375"/>
                  </a:lnTo>
                  <a:lnTo>
                    <a:pt x="1721" y="387"/>
                  </a:lnTo>
                  <a:lnTo>
                    <a:pt x="1783" y="392"/>
                  </a:lnTo>
                  <a:lnTo>
                    <a:pt x="1856" y="395"/>
                  </a:lnTo>
                  <a:lnTo>
                    <a:pt x="1966" y="399"/>
                  </a:lnTo>
                  <a:lnTo>
                    <a:pt x="1984" y="392"/>
                  </a:lnTo>
                  <a:lnTo>
                    <a:pt x="1999" y="387"/>
                  </a:lnTo>
                  <a:lnTo>
                    <a:pt x="2007" y="384"/>
                  </a:lnTo>
                  <a:lnTo>
                    <a:pt x="2015" y="384"/>
                  </a:lnTo>
                  <a:lnTo>
                    <a:pt x="2019" y="384"/>
                  </a:lnTo>
                  <a:lnTo>
                    <a:pt x="2021" y="385"/>
                  </a:lnTo>
                  <a:lnTo>
                    <a:pt x="2028" y="389"/>
                  </a:lnTo>
                  <a:lnTo>
                    <a:pt x="2033" y="395"/>
                  </a:lnTo>
                  <a:lnTo>
                    <a:pt x="2040" y="399"/>
                  </a:lnTo>
                  <a:lnTo>
                    <a:pt x="2031" y="346"/>
                  </a:lnTo>
                  <a:lnTo>
                    <a:pt x="2027" y="304"/>
                  </a:lnTo>
                  <a:lnTo>
                    <a:pt x="2025" y="286"/>
                  </a:lnTo>
                  <a:lnTo>
                    <a:pt x="2025" y="272"/>
                  </a:lnTo>
                  <a:lnTo>
                    <a:pt x="2028" y="256"/>
                  </a:lnTo>
                  <a:lnTo>
                    <a:pt x="2032" y="240"/>
                  </a:lnTo>
                  <a:lnTo>
                    <a:pt x="2042" y="207"/>
                  </a:lnTo>
                  <a:lnTo>
                    <a:pt x="2053" y="175"/>
                  </a:lnTo>
                  <a:lnTo>
                    <a:pt x="2055" y="157"/>
                  </a:lnTo>
                  <a:lnTo>
                    <a:pt x="2058" y="141"/>
                  </a:lnTo>
                  <a:lnTo>
                    <a:pt x="2040" y="0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4F9D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53">
              <a:extLst>
                <a:ext uri="{FF2B5EF4-FFF2-40B4-BE49-F238E27FC236}">
                  <a16:creationId xmlns:a16="http://schemas.microsoft.com/office/drawing/2014/main" id="{150EB92C-0D6E-178D-D831-0746C22270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54" y="1684"/>
              <a:ext cx="7" cy="2"/>
            </a:xfrm>
            <a:prstGeom prst="line">
              <a:avLst/>
            </a:prstGeom>
            <a:noFill/>
            <a:ln w="15875">
              <a:solidFill>
                <a:srgbClr val="488F6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454">
              <a:extLst>
                <a:ext uri="{FF2B5EF4-FFF2-40B4-BE49-F238E27FC236}">
                  <a16:creationId xmlns:a16="http://schemas.microsoft.com/office/drawing/2014/main" id="{699B1E65-B3D2-149C-ECEC-18ED9DD82C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3" y="1686"/>
              <a:ext cx="11" cy="1"/>
            </a:xfrm>
            <a:prstGeom prst="line">
              <a:avLst/>
            </a:prstGeom>
            <a:noFill/>
            <a:ln w="15875">
              <a:solidFill>
                <a:srgbClr val="49926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455">
              <a:extLst>
                <a:ext uri="{FF2B5EF4-FFF2-40B4-BE49-F238E27FC236}">
                  <a16:creationId xmlns:a16="http://schemas.microsoft.com/office/drawing/2014/main" id="{43182520-1140-D7C2-B1E5-F1EA09E17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6" y="1686"/>
              <a:ext cx="7" cy="1"/>
            </a:xfrm>
            <a:prstGeom prst="line">
              <a:avLst/>
            </a:prstGeom>
            <a:noFill/>
            <a:ln w="15875">
              <a:solidFill>
                <a:srgbClr val="468C6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456">
              <a:extLst>
                <a:ext uri="{FF2B5EF4-FFF2-40B4-BE49-F238E27FC236}">
                  <a16:creationId xmlns:a16="http://schemas.microsoft.com/office/drawing/2014/main" id="{72B503C7-A9BD-B073-F31F-6FB4F89718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2" y="1687"/>
              <a:ext cx="4" cy="1"/>
            </a:xfrm>
            <a:prstGeom prst="line">
              <a:avLst/>
            </a:prstGeom>
            <a:noFill/>
            <a:ln w="15875">
              <a:solidFill>
                <a:srgbClr val="4B96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457">
              <a:extLst>
                <a:ext uri="{FF2B5EF4-FFF2-40B4-BE49-F238E27FC236}">
                  <a16:creationId xmlns:a16="http://schemas.microsoft.com/office/drawing/2014/main" id="{D7349994-36AF-178E-9FCC-FCBA36FACB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9" y="1688"/>
              <a:ext cx="3" cy="3"/>
            </a:xfrm>
            <a:prstGeom prst="line">
              <a:avLst/>
            </a:prstGeom>
            <a:noFill/>
            <a:ln w="15875">
              <a:solidFill>
                <a:srgbClr val="50A17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458">
              <a:extLst>
                <a:ext uri="{FF2B5EF4-FFF2-40B4-BE49-F238E27FC236}">
                  <a16:creationId xmlns:a16="http://schemas.microsoft.com/office/drawing/2014/main" id="{CAC77191-4038-64BD-0FE5-18B8337BD0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6" y="1691"/>
              <a:ext cx="3" cy="6"/>
            </a:xfrm>
            <a:prstGeom prst="line">
              <a:avLst/>
            </a:prstGeom>
            <a:noFill/>
            <a:ln w="15875">
              <a:solidFill>
                <a:srgbClr val="54A77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459">
              <a:extLst>
                <a:ext uri="{FF2B5EF4-FFF2-40B4-BE49-F238E27FC236}">
                  <a16:creationId xmlns:a16="http://schemas.microsoft.com/office/drawing/2014/main" id="{33D912EF-8888-9FA5-C988-E42F552074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4" y="1697"/>
              <a:ext cx="2" cy="8"/>
            </a:xfrm>
            <a:prstGeom prst="line">
              <a:avLst/>
            </a:prstGeom>
            <a:noFill/>
            <a:ln w="15875">
              <a:solidFill>
                <a:srgbClr val="55AA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460">
              <a:extLst>
                <a:ext uri="{FF2B5EF4-FFF2-40B4-BE49-F238E27FC236}">
                  <a16:creationId xmlns:a16="http://schemas.microsoft.com/office/drawing/2014/main" id="{C11EFA61-AAB7-F87E-518B-C92F58310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3" y="1705"/>
              <a:ext cx="1" cy="15"/>
            </a:xfrm>
            <a:prstGeom prst="line">
              <a:avLst/>
            </a:prstGeom>
            <a:noFill/>
            <a:ln w="15875">
              <a:solidFill>
                <a:srgbClr val="56AB8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461">
              <a:extLst>
                <a:ext uri="{FF2B5EF4-FFF2-40B4-BE49-F238E27FC236}">
                  <a16:creationId xmlns:a16="http://schemas.microsoft.com/office/drawing/2014/main" id="{4633E2E8-C94C-4A70-9371-B666716FD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3" y="1720"/>
              <a:ext cx="1" cy="15"/>
            </a:xfrm>
            <a:prstGeom prst="line">
              <a:avLst/>
            </a:prstGeom>
            <a:noFill/>
            <a:ln w="15875">
              <a:solidFill>
                <a:srgbClr val="56AC8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462">
              <a:extLst>
                <a:ext uri="{FF2B5EF4-FFF2-40B4-BE49-F238E27FC236}">
                  <a16:creationId xmlns:a16="http://schemas.microsoft.com/office/drawing/2014/main" id="{8FFAE205-08DE-5A02-208F-64498622A3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1" y="1735"/>
              <a:ext cx="2" cy="14"/>
            </a:xfrm>
            <a:prstGeom prst="line">
              <a:avLst/>
            </a:prstGeom>
            <a:noFill/>
            <a:ln w="15875">
              <a:solidFill>
                <a:srgbClr val="56AC8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463">
              <a:extLst>
                <a:ext uri="{FF2B5EF4-FFF2-40B4-BE49-F238E27FC236}">
                  <a16:creationId xmlns:a16="http://schemas.microsoft.com/office/drawing/2014/main" id="{B9036B84-92A1-98DE-11CB-68C66F06D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1" y="1749"/>
              <a:ext cx="3" cy="11"/>
            </a:xfrm>
            <a:prstGeom prst="line">
              <a:avLst/>
            </a:prstGeom>
            <a:noFill/>
            <a:ln w="15875">
              <a:solidFill>
                <a:srgbClr val="55AA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464">
              <a:extLst>
                <a:ext uri="{FF2B5EF4-FFF2-40B4-BE49-F238E27FC236}">
                  <a16:creationId xmlns:a16="http://schemas.microsoft.com/office/drawing/2014/main" id="{984CC1DE-617D-138A-3DC9-A715F5F56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" y="1760"/>
              <a:ext cx="5" cy="12"/>
            </a:xfrm>
            <a:prstGeom prst="line">
              <a:avLst/>
            </a:prstGeom>
            <a:noFill/>
            <a:ln w="15875">
              <a:solidFill>
                <a:srgbClr val="55A9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465">
              <a:extLst>
                <a:ext uri="{FF2B5EF4-FFF2-40B4-BE49-F238E27FC236}">
                  <a16:creationId xmlns:a16="http://schemas.microsoft.com/office/drawing/2014/main" id="{772FF710-6F8E-67C4-669A-EB2FED433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1772"/>
              <a:ext cx="12" cy="27"/>
            </a:xfrm>
            <a:prstGeom prst="line">
              <a:avLst/>
            </a:prstGeom>
            <a:noFill/>
            <a:ln w="15875">
              <a:solidFill>
                <a:srgbClr val="54A87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466">
              <a:extLst>
                <a:ext uri="{FF2B5EF4-FFF2-40B4-BE49-F238E27FC236}">
                  <a16:creationId xmlns:a16="http://schemas.microsoft.com/office/drawing/2014/main" id="{87753055-C5B6-19BA-1418-11460CCF4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1" y="1799"/>
              <a:ext cx="6" cy="14"/>
            </a:xfrm>
            <a:prstGeom prst="line">
              <a:avLst/>
            </a:prstGeom>
            <a:noFill/>
            <a:ln w="15875">
              <a:solidFill>
                <a:srgbClr val="54A87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467">
              <a:extLst>
                <a:ext uri="{FF2B5EF4-FFF2-40B4-BE49-F238E27FC236}">
                  <a16:creationId xmlns:a16="http://schemas.microsoft.com/office/drawing/2014/main" id="{52DCD7B5-95ED-7224-2159-D699B5CAED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7" y="1813"/>
              <a:ext cx="4" cy="16"/>
            </a:xfrm>
            <a:prstGeom prst="line">
              <a:avLst/>
            </a:prstGeom>
            <a:noFill/>
            <a:ln w="15875">
              <a:solidFill>
                <a:srgbClr val="55A9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86" name="Line 468">
              <a:extLst>
                <a:ext uri="{FF2B5EF4-FFF2-40B4-BE49-F238E27FC236}">
                  <a16:creationId xmlns:a16="http://schemas.microsoft.com/office/drawing/2014/main" id="{52A8EFD8-26F7-9EAB-E172-23142E21F1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1829"/>
              <a:ext cx="4" cy="15"/>
            </a:xfrm>
            <a:prstGeom prst="line">
              <a:avLst/>
            </a:prstGeom>
            <a:noFill/>
            <a:ln w="15875">
              <a:solidFill>
                <a:srgbClr val="55AB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87" name="Line 469">
              <a:extLst>
                <a:ext uri="{FF2B5EF4-FFF2-40B4-BE49-F238E27FC236}">
                  <a16:creationId xmlns:a16="http://schemas.microsoft.com/office/drawing/2014/main" id="{5BBB4623-29F2-280F-366D-0277F5BAD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5" y="1844"/>
              <a:ext cx="1" cy="16"/>
            </a:xfrm>
            <a:prstGeom prst="line">
              <a:avLst/>
            </a:prstGeom>
            <a:noFill/>
            <a:ln w="15875">
              <a:solidFill>
                <a:srgbClr val="56AC8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88" name="Line 470">
              <a:extLst>
                <a:ext uri="{FF2B5EF4-FFF2-40B4-BE49-F238E27FC236}">
                  <a16:creationId xmlns:a16="http://schemas.microsoft.com/office/drawing/2014/main" id="{F4E8C015-80B8-0665-4D13-557BBD6346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54" y="1860"/>
              <a:ext cx="2" cy="17"/>
            </a:xfrm>
            <a:prstGeom prst="line">
              <a:avLst/>
            </a:prstGeom>
            <a:noFill/>
            <a:ln w="15875">
              <a:solidFill>
                <a:srgbClr val="56AB8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89" name="Line 471">
              <a:extLst>
                <a:ext uri="{FF2B5EF4-FFF2-40B4-BE49-F238E27FC236}">
                  <a16:creationId xmlns:a16="http://schemas.microsoft.com/office/drawing/2014/main" id="{410B187D-684B-A727-6574-339F799E9C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8" y="1877"/>
              <a:ext cx="6" cy="18"/>
            </a:xfrm>
            <a:prstGeom prst="line">
              <a:avLst/>
            </a:prstGeom>
            <a:noFill/>
            <a:ln w="15875">
              <a:solidFill>
                <a:srgbClr val="55AA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90" name="Line 472">
              <a:extLst>
                <a:ext uri="{FF2B5EF4-FFF2-40B4-BE49-F238E27FC236}">
                  <a16:creationId xmlns:a16="http://schemas.microsoft.com/office/drawing/2014/main" id="{0A4D84B1-09EB-499A-0A1F-293556EBAC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1" y="1895"/>
              <a:ext cx="7" cy="19"/>
            </a:xfrm>
            <a:prstGeom prst="line">
              <a:avLst/>
            </a:prstGeom>
            <a:noFill/>
            <a:ln w="15875">
              <a:solidFill>
                <a:srgbClr val="55A9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91" name="Line 473">
              <a:extLst>
                <a:ext uri="{FF2B5EF4-FFF2-40B4-BE49-F238E27FC236}">
                  <a16:creationId xmlns:a16="http://schemas.microsoft.com/office/drawing/2014/main" id="{4DCF121B-0D29-CAE0-BDAF-6189D02491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3" y="1914"/>
              <a:ext cx="8" cy="22"/>
            </a:xfrm>
            <a:prstGeom prst="line">
              <a:avLst/>
            </a:prstGeom>
            <a:noFill/>
            <a:ln w="15875">
              <a:solidFill>
                <a:srgbClr val="54A97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92" name="Line 474">
              <a:extLst>
                <a:ext uri="{FF2B5EF4-FFF2-40B4-BE49-F238E27FC236}">
                  <a16:creationId xmlns:a16="http://schemas.microsoft.com/office/drawing/2014/main" id="{CA896195-E173-42AA-2BCF-221FD748BC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5" y="1936"/>
              <a:ext cx="8" cy="20"/>
            </a:xfrm>
            <a:prstGeom prst="line">
              <a:avLst/>
            </a:prstGeom>
            <a:noFill/>
            <a:ln w="15875">
              <a:solidFill>
                <a:srgbClr val="54A97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93" name="Line 475">
              <a:extLst>
                <a:ext uri="{FF2B5EF4-FFF2-40B4-BE49-F238E27FC236}">
                  <a16:creationId xmlns:a16="http://schemas.microsoft.com/office/drawing/2014/main" id="{B5B0D309-C245-05CF-75E4-457DBE5996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9" y="1956"/>
              <a:ext cx="6" cy="18"/>
            </a:xfrm>
            <a:prstGeom prst="line">
              <a:avLst/>
            </a:prstGeom>
            <a:noFill/>
            <a:ln w="15875">
              <a:solidFill>
                <a:srgbClr val="55A9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94" name="Line 476">
              <a:extLst>
                <a:ext uri="{FF2B5EF4-FFF2-40B4-BE49-F238E27FC236}">
                  <a16:creationId xmlns:a16="http://schemas.microsoft.com/office/drawing/2014/main" id="{83EB8925-E8DF-35F7-2B7C-244A51F838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5" y="1974"/>
              <a:ext cx="4" cy="16"/>
            </a:xfrm>
            <a:prstGeom prst="line">
              <a:avLst/>
            </a:prstGeom>
            <a:noFill/>
            <a:ln w="15875">
              <a:solidFill>
                <a:srgbClr val="55AA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95" name="Line 477">
              <a:extLst>
                <a:ext uri="{FF2B5EF4-FFF2-40B4-BE49-F238E27FC236}">
                  <a16:creationId xmlns:a16="http://schemas.microsoft.com/office/drawing/2014/main" id="{A7D9BAC0-F7EF-0A1B-A606-08765ED60F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4" y="1990"/>
              <a:ext cx="1" cy="8"/>
            </a:xfrm>
            <a:prstGeom prst="line">
              <a:avLst/>
            </a:prstGeom>
            <a:noFill/>
            <a:ln w="15875">
              <a:solidFill>
                <a:srgbClr val="56AB8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96" name="Line 478">
              <a:extLst>
                <a:ext uri="{FF2B5EF4-FFF2-40B4-BE49-F238E27FC236}">
                  <a16:creationId xmlns:a16="http://schemas.microsoft.com/office/drawing/2014/main" id="{181421C9-4ABF-AC85-5369-76E282DE5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4" y="1998"/>
              <a:ext cx="1" cy="6"/>
            </a:xfrm>
            <a:prstGeom prst="line">
              <a:avLst/>
            </a:prstGeom>
            <a:noFill/>
            <a:ln w="15875">
              <a:solidFill>
                <a:srgbClr val="56AC8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97" name="Line 479">
              <a:extLst>
                <a:ext uri="{FF2B5EF4-FFF2-40B4-BE49-F238E27FC236}">
                  <a16:creationId xmlns:a16="http://schemas.microsoft.com/office/drawing/2014/main" id="{B5B9F5AF-3720-5BC7-0308-DEA8DE420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4" y="2004"/>
              <a:ext cx="5" cy="17"/>
            </a:xfrm>
            <a:prstGeom prst="line">
              <a:avLst/>
            </a:prstGeom>
            <a:noFill/>
            <a:ln w="15875">
              <a:solidFill>
                <a:srgbClr val="55A9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98" name="Line 480">
              <a:extLst>
                <a:ext uri="{FF2B5EF4-FFF2-40B4-BE49-F238E27FC236}">
                  <a16:creationId xmlns:a16="http://schemas.microsoft.com/office/drawing/2014/main" id="{A10A2BB0-E6B2-4615-41EE-DBE44AE623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9" y="2021"/>
              <a:ext cx="6" cy="22"/>
            </a:xfrm>
            <a:prstGeom prst="line">
              <a:avLst/>
            </a:prstGeom>
            <a:noFill/>
            <a:ln w="15875">
              <a:solidFill>
                <a:srgbClr val="55AA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399" name="Line 481">
              <a:extLst>
                <a:ext uri="{FF2B5EF4-FFF2-40B4-BE49-F238E27FC236}">
                  <a16:creationId xmlns:a16="http://schemas.microsoft.com/office/drawing/2014/main" id="{47CF3A8F-3F04-991D-BA3F-349D93C5D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" y="2043"/>
              <a:ext cx="4" cy="19"/>
            </a:xfrm>
            <a:prstGeom prst="line">
              <a:avLst/>
            </a:prstGeom>
            <a:noFill/>
            <a:ln w="15875">
              <a:solidFill>
                <a:srgbClr val="56AB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28" name="Line 482">
              <a:extLst>
                <a:ext uri="{FF2B5EF4-FFF2-40B4-BE49-F238E27FC236}">
                  <a16:creationId xmlns:a16="http://schemas.microsoft.com/office/drawing/2014/main" id="{4F8D86B1-C37F-8619-50A2-6BD07D119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062"/>
              <a:ext cx="1" cy="9"/>
            </a:xfrm>
            <a:prstGeom prst="line">
              <a:avLst/>
            </a:prstGeom>
            <a:noFill/>
            <a:ln w="15875">
              <a:solidFill>
                <a:srgbClr val="56AB8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29" name="Line 483">
              <a:extLst>
                <a:ext uri="{FF2B5EF4-FFF2-40B4-BE49-F238E27FC236}">
                  <a16:creationId xmlns:a16="http://schemas.microsoft.com/office/drawing/2014/main" id="{1D409CFA-9C8B-2BF0-D83F-E46A528B0B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9" y="2071"/>
              <a:ext cx="1" cy="7"/>
            </a:xfrm>
            <a:prstGeom prst="line">
              <a:avLst/>
            </a:prstGeom>
            <a:noFill/>
            <a:ln w="15875">
              <a:solidFill>
                <a:srgbClr val="56AB8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30" name="Line 484">
              <a:extLst>
                <a:ext uri="{FF2B5EF4-FFF2-40B4-BE49-F238E27FC236}">
                  <a16:creationId xmlns:a16="http://schemas.microsoft.com/office/drawing/2014/main" id="{A6B12FBC-23C2-8BF5-56A7-FC7E067C8A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8" y="2078"/>
              <a:ext cx="1" cy="7"/>
            </a:xfrm>
            <a:prstGeom prst="line">
              <a:avLst/>
            </a:prstGeom>
            <a:noFill/>
            <a:ln w="15875">
              <a:solidFill>
                <a:srgbClr val="55AA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31" name="Line 485">
              <a:extLst>
                <a:ext uri="{FF2B5EF4-FFF2-40B4-BE49-F238E27FC236}">
                  <a16:creationId xmlns:a16="http://schemas.microsoft.com/office/drawing/2014/main" id="{54E4462C-60D6-65D4-0001-156C92B3F8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5" y="2085"/>
              <a:ext cx="3" cy="6"/>
            </a:xfrm>
            <a:prstGeom prst="line">
              <a:avLst/>
            </a:prstGeom>
            <a:noFill/>
            <a:ln w="15875">
              <a:solidFill>
                <a:srgbClr val="54A87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32" name="Line 486">
              <a:extLst>
                <a:ext uri="{FF2B5EF4-FFF2-40B4-BE49-F238E27FC236}">
                  <a16:creationId xmlns:a16="http://schemas.microsoft.com/office/drawing/2014/main" id="{2A7CCDC8-C216-349E-CD16-0758E9B8A4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7" y="2091"/>
              <a:ext cx="8" cy="11"/>
            </a:xfrm>
            <a:prstGeom prst="line">
              <a:avLst/>
            </a:prstGeom>
            <a:noFill/>
            <a:ln w="15875">
              <a:solidFill>
                <a:srgbClr val="52A47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33" name="Line 487">
              <a:extLst>
                <a:ext uri="{FF2B5EF4-FFF2-40B4-BE49-F238E27FC236}">
                  <a16:creationId xmlns:a16="http://schemas.microsoft.com/office/drawing/2014/main" id="{D30D4E9D-B9FA-C949-19C4-7B983F5912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1" y="2102"/>
              <a:ext cx="6" cy="6"/>
            </a:xfrm>
            <a:prstGeom prst="line">
              <a:avLst/>
            </a:prstGeom>
            <a:noFill/>
            <a:ln w="15875">
              <a:solidFill>
                <a:srgbClr val="4F9E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37" name="Line 488">
              <a:extLst>
                <a:ext uri="{FF2B5EF4-FFF2-40B4-BE49-F238E27FC236}">
                  <a16:creationId xmlns:a16="http://schemas.microsoft.com/office/drawing/2014/main" id="{9B26EB3D-2F6D-D5B8-3CC4-37DA54B405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6" y="2108"/>
              <a:ext cx="5" cy="4"/>
            </a:xfrm>
            <a:prstGeom prst="line">
              <a:avLst/>
            </a:prstGeom>
            <a:noFill/>
            <a:ln w="15875">
              <a:solidFill>
                <a:srgbClr val="4E9B7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38" name="Line 489">
              <a:extLst>
                <a:ext uri="{FF2B5EF4-FFF2-40B4-BE49-F238E27FC236}">
                  <a16:creationId xmlns:a16="http://schemas.microsoft.com/office/drawing/2014/main" id="{9FD81CDA-1968-1A82-AFB9-39D5F7DF6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4" y="2112"/>
              <a:ext cx="2" cy="1"/>
            </a:xfrm>
            <a:prstGeom prst="line">
              <a:avLst/>
            </a:prstGeom>
            <a:noFill/>
            <a:ln w="15875">
              <a:solidFill>
                <a:srgbClr val="50A07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39" name="Line 490">
              <a:extLst>
                <a:ext uri="{FF2B5EF4-FFF2-40B4-BE49-F238E27FC236}">
                  <a16:creationId xmlns:a16="http://schemas.microsoft.com/office/drawing/2014/main" id="{46AA7773-E3A9-466F-BE51-4393E59201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4" y="2112"/>
              <a:ext cx="4" cy="1"/>
            </a:xfrm>
            <a:prstGeom prst="line">
              <a:avLst/>
            </a:prstGeom>
            <a:noFill/>
            <a:ln w="15875">
              <a:solidFill>
                <a:srgbClr val="4E9D7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0" name="Line 491">
              <a:extLst>
                <a:ext uri="{FF2B5EF4-FFF2-40B4-BE49-F238E27FC236}">
                  <a16:creationId xmlns:a16="http://schemas.microsoft.com/office/drawing/2014/main" id="{52F47820-62D4-37F5-D995-95011033C3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8" y="2104"/>
              <a:ext cx="38" cy="8"/>
            </a:xfrm>
            <a:prstGeom prst="line">
              <a:avLst/>
            </a:prstGeom>
            <a:noFill/>
            <a:ln w="15875">
              <a:solidFill>
                <a:srgbClr val="4F9D7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1" name="Line 492">
              <a:extLst>
                <a:ext uri="{FF2B5EF4-FFF2-40B4-BE49-F238E27FC236}">
                  <a16:creationId xmlns:a16="http://schemas.microsoft.com/office/drawing/2014/main" id="{A7BAE9B0-C3C3-9516-B9B4-3AD01D0327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6" y="2104"/>
              <a:ext cx="59" cy="1"/>
            </a:xfrm>
            <a:prstGeom prst="line">
              <a:avLst/>
            </a:prstGeom>
            <a:noFill/>
            <a:ln w="15875">
              <a:solidFill>
                <a:srgbClr val="49936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2" name="Line 493">
              <a:extLst>
                <a:ext uri="{FF2B5EF4-FFF2-40B4-BE49-F238E27FC236}">
                  <a16:creationId xmlns:a16="http://schemas.microsoft.com/office/drawing/2014/main" id="{12D2777B-A8A1-4B12-F96B-A0CAB86DF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5" y="2104"/>
              <a:ext cx="41" cy="1"/>
            </a:xfrm>
            <a:prstGeom prst="line">
              <a:avLst/>
            </a:prstGeom>
            <a:noFill/>
            <a:ln w="15875">
              <a:solidFill>
                <a:srgbClr val="4A936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3" name="Line 494">
              <a:extLst>
                <a:ext uri="{FF2B5EF4-FFF2-40B4-BE49-F238E27FC236}">
                  <a16:creationId xmlns:a16="http://schemas.microsoft.com/office/drawing/2014/main" id="{764E6B7F-57E8-A311-B1A5-69B9A49AA3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6" y="2100"/>
              <a:ext cx="37" cy="4"/>
            </a:xfrm>
            <a:prstGeom prst="line">
              <a:avLst/>
            </a:prstGeom>
            <a:noFill/>
            <a:ln w="15875">
              <a:solidFill>
                <a:srgbClr val="4B95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4" name="Line 495">
              <a:extLst>
                <a:ext uri="{FF2B5EF4-FFF2-40B4-BE49-F238E27FC236}">
                  <a16:creationId xmlns:a16="http://schemas.microsoft.com/office/drawing/2014/main" id="{1ADAEF34-C0FA-5247-5AA7-84C554E0C0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3" y="2095"/>
              <a:ext cx="57" cy="5"/>
            </a:xfrm>
            <a:prstGeom prst="line">
              <a:avLst/>
            </a:prstGeom>
            <a:noFill/>
            <a:ln w="15875">
              <a:solidFill>
                <a:srgbClr val="4C977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5" name="Line 496">
              <a:extLst>
                <a:ext uri="{FF2B5EF4-FFF2-40B4-BE49-F238E27FC236}">
                  <a16:creationId xmlns:a16="http://schemas.microsoft.com/office/drawing/2014/main" id="{65C71C6A-A49E-EADE-3089-9BFC549506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0" y="2091"/>
              <a:ext cx="22" cy="4"/>
            </a:xfrm>
            <a:prstGeom prst="line">
              <a:avLst/>
            </a:prstGeom>
            <a:noFill/>
            <a:ln w="15875">
              <a:solidFill>
                <a:srgbClr val="4D9A7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6" name="Line 497">
              <a:extLst>
                <a:ext uri="{FF2B5EF4-FFF2-40B4-BE49-F238E27FC236}">
                  <a16:creationId xmlns:a16="http://schemas.microsoft.com/office/drawing/2014/main" id="{03944E2A-D777-E843-8D36-478A86AA27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2" y="2085"/>
              <a:ext cx="22" cy="6"/>
            </a:xfrm>
            <a:prstGeom prst="line">
              <a:avLst/>
            </a:prstGeom>
            <a:noFill/>
            <a:ln w="15875">
              <a:solidFill>
                <a:srgbClr val="4E9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7" name="Line 498">
              <a:extLst>
                <a:ext uri="{FF2B5EF4-FFF2-40B4-BE49-F238E27FC236}">
                  <a16:creationId xmlns:a16="http://schemas.microsoft.com/office/drawing/2014/main" id="{D0653B57-8584-04DF-12D6-7FD120B7A8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4" y="2081"/>
              <a:ext cx="22" cy="4"/>
            </a:xfrm>
            <a:prstGeom prst="line">
              <a:avLst/>
            </a:prstGeom>
            <a:noFill/>
            <a:ln w="15875">
              <a:solidFill>
                <a:srgbClr val="4E9B7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8" name="Line 499">
              <a:extLst>
                <a:ext uri="{FF2B5EF4-FFF2-40B4-BE49-F238E27FC236}">
                  <a16:creationId xmlns:a16="http://schemas.microsoft.com/office/drawing/2014/main" id="{91476087-9EEF-F931-3EB0-498A7B7783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6" y="2078"/>
              <a:ext cx="23" cy="3"/>
            </a:xfrm>
            <a:prstGeom prst="line">
              <a:avLst/>
            </a:prstGeom>
            <a:noFill/>
            <a:ln w="15875">
              <a:solidFill>
                <a:srgbClr val="4C98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9" name="Line 500">
              <a:extLst>
                <a:ext uri="{FF2B5EF4-FFF2-40B4-BE49-F238E27FC236}">
                  <a16:creationId xmlns:a16="http://schemas.microsoft.com/office/drawing/2014/main" id="{07FACB93-03A1-0DA2-AC6B-9FEA369C52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9" y="2076"/>
              <a:ext cx="58" cy="2"/>
            </a:xfrm>
            <a:prstGeom prst="line">
              <a:avLst/>
            </a:prstGeom>
            <a:noFill/>
            <a:ln w="15875">
              <a:solidFill>
                <a:srgbClr val="4B95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0" name="Line 501">
              <a:extLst>
                <a:ext uri="{FF2B5EF4-FFF2-40B4-BE49-F238E27FC236}">
                  <a16:creationId xmlns:a16="http://schemas.microsoft.com/office/drawing/2014/main" id="{1D240E32-4F41-E96D-98E8-CC9D710585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7" y="2073"/>
              <a:ext cx="59" cy="3"/>
            </a:xfrm>
            <a:prstGeom prst="line">
              <a:avLst/>
            </a:prstGeom>
            <a:noFill/>
            <a:ln w="15875">
              <a:solidFill>
                <a:srgbClr val="4A946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1" name="Line 502">
              <a:extLst>
                <a:ext uri="{FF2B5EF4-FFF2-40B4-BE49-F238E27FC236}">
                  <a16:creationId xmlns:a16="http://schemas.microsoft.com/office/drawing/2014/main" id="{A09AEC32-1A5D-1BFB-2CB2-2C1C736985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6" y="2071"/>
              <a:ext cx="117" cy="2"/>
            </a:xfrm>
            <a:prstGeom prst="line">
              <a:avLst/>
            </a:prstGeom>
            <a:noFill/>
            <a:ln w="15875">
              <a:solidFill>
                <a:srgbClr val="4A946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2" name="Line 503">
              <a:extLst>
                <a:ext uri="{FF2B5EF4-FFF2-40B4-BE49-F238E27FC236}">
                  <a16:creationId xmlns:a16="http://schemas.microsoft.com/office/drawing/2014/main" id="{7A4C951A-4F1A-E076-B1F7-C7F6E75A2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3" y="2071"/>
              <a:ext cx="16" cy="2"/>
            </a:xfrm>
            <a:prstGeom prst="line">
              <a:avLst/>
            </a:prstGeom>
            <a:noFill/>
            <a:ln w="15875">
              <a:solidFill>
                <a:srgbClr val="458B6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3" name="Line 504">
              <a:extLst>
                <a:ext uri="{FF2B5EF4-FFF2-40B4-BE49-F238E27FC236}">
                  <a16:creationId xmlns:a16="http://schemas.microsoft.com/office/drawing/2014/main" id="{3C14D866-7C06-A286-5870-A9C4AB2070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" y="2073"/>
              <a:ext cx="15" cy="5"/>
            </a:xfrm>
            <a:prstGeom prst="line">
              <a:avLst/>
            </a:prstGeom>
            <a:noFill/>
            <a:ln w="15875">
              <a:solidFill>
                <a:srgbClr val="478D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4" name="Line 505">
              <a:extLst>
                <a:ext uri="{FF2B5EF4-FFF2-40B4-BE49-F238E27FC236}">
                  <a16:creationId xmlns:a16="http://schemas.microsoft.com/office/drawing/2014/main" id="{F8E0EE7F-3E65-37E1-267E-C049E7B07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4" y="2078"/>
              <a:ext cx="34" cy="11"/>
            </a:xfrm>
            <a:prstGeom prst="line">
              <a:avLst/>
            </a:prstGeom>
            <a:noFill/>
            <a:ln w="15875">
              <a:solidFill>
                <a:srgbClr val="478F6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5" name="Line 506">
              <a:extLst>
                <a:ext uri="{FF2B5EF4-FFF2-40B4-BE49-F238E27FC236}">
                  <a16:creationId xmlns:a16="http://schemas.microsoft.com/office/drawing/2014/main" id="{7E5AAB01-DE73-C7E6-47F3-969629A7C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8" y="2089"/>
              <a:ext cx="34" cy="9"/>
            </a:xfrm>
            <a:prstGeom prst="line">
              <a:avLst/>
            </a:prstGeom>
            <a:noFill/>
            <a:ln w="15875">
              <a:solidFill>
                <a:srgbClr val="478E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6" name="Line 507">
              <a:extLst>
                <a:ext uri="{FF2B5EF4-FFF2-40B4-BE49-F238E27FC236}">
                  <a16:creationId xmlns:a16="http://schemas.microsoft.com/office/drawing/2014/main" id="{88256641-44D4-7E70-E595-534DB8B8CF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" y="2098"/>
              <a:ext cx="15" cy="4"/>
            </a:xfrm>
            <a:prstGeom prst="line">
              <a:avLst/>
            </a:prstGeom>
            <a:noFill/>
            <a:ln w="15875">
              <a:solidFill>
                <a:srgbClr val="458B6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7" name="Line 508">
              <a:extLst>
                <a:ext uri="{FF2B5EF4-FFF2-40B4-BE49-F238E27FC236}">
                  <a16:creationId xmlns:a16="http://schemas.microsoft.com/office/drawing/2014/main" id="{4F80846E-A28E-D242-BAC5-6202ADD47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2102"/>
              <a:ext cx="16" cy="2"/>
            </a:xfrm>
            <a:prstGeom prst="line">
              <a:avLst/>
            </a:prstGeom>
            <a:noFill/>
            <a:ln w="15875">
              <a:solidFill>
                <a:srgbClr val="478E6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8" name="Line 509">
              <a:extLst>
                <a:ext uri="{FF2B5EF4-FFF2-40B4-BE49-F238E27FC236}">
                  <a16:creationId xmlns:a16="http://schemas.microsoft.com/office/drawing/2014/main" id="{DD44157B-8FD9-3E24-46D9-38E2B2D4D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" y="2104"/>
              <a:ext cx="83" cy="4"/>
            </a:xfrm>
            <a:prstGeom prst="line">
              <a:avLst/>
            </a:prstGeom>
            <a:noFill/>
            <a:ln w="15875">
              <a:solidFill>
                <a:srgbClr val="48906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9" name="Line 510">
              <a:extLst>
                <a:ext uri="{FF2B5EF4-FFF2-40B4-BE49-F238E27FC236}">
                  <a16:creationId xmlns:a16="http://schemas.microsoft.com/office/drawing/2014/main" id="{1E563936-8453-0F2F-CFAE-12787BFC8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6" y="2108"/>
              <a:ext cx="58" cy="4"/>
            </a:xfrm>
            <a:prstGeom prst="line">
              <a:avLst/>
            </a:prstGeom>
            <a:noFill/>
            <a:ln w="15875">
              <a:solidFill>
                <a:srgbClr val="48906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0" name="Line 511">
              <a:extLst>
                <a:ext uri="{FF2B5EF4-FFF2-40B4-BE49-F238E27FC236}">
                  <a16:creationId xmlns:a16="http://schemas.microsoft.com/office/drawing/2014/main" id="{E299005D-6836-E43A-D56B-9B02BC998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4" y="2112"/>
              <a:ext cx="67" cy="6"/>
            </a:xfrm>
            <a:prstGeom prst="line">
              <a:avLst/>
            </a:prstGeom>
            <a:noFill/>
            <a:ln w="15875">
              <a:solidFill>
                <a:srgbClr val="48906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1" name="Line 512">
              <a:extLst>
                <a:ext uri="{FF2B5EF4-FFF2-40B4-BE49-F238E27FC236}">
                  <a16:creationId xmlns:a16="http://schemas.microsoft.com/office/drawing/2014/main" id="{71791632-41FC-708E-7D5F-39A4C919E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1" y="2118"/>
              <a:ext cx="21" cy="1"/>
            </a:xfrm>
            <a:prstGeom prst="line">
              <a:avLst/>
            </a:prstGeom>
            <a:noFill/>
            <a:ln w="15875">
              <a:solidFill>
                <a:srgbClr val="49936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2" name="Line 513">
              <a:extLst>
                <a:ext uri="{FF2B5EF4-FFF2-40B4-BE49-F238E27FC236}">
                  <a16:creationId xmlns:a16="http://schemas.microsoft.com/office/drawing/2014/main" id="{80851D23-6E8A-788E-726F-56344DD8A6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2" y="2117"/>
              <a:ext cx="21" cy="1"/>
            </a:xfrm>
            <a:prstGeom prst="line">
              <a:avLst/>
            </a:prstGeom>
            <a:noFill/>
            <a:ln w="15875">
              <a:solidFill>
                <a:srgbClr val="4C977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3" name="Line 514">
              <a:extLst>
                <a:ext uri="{FF2B5EF4-FFF2-40B4-BE49-F238E27FC236}">
                  <a16:creationId xmlns:a16="http://schemas.microsoft.com/office/drawing/2014/main" id="{7A8DB8FF-DD44-A35F-317E-D1A77EFC1B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3" y="2111"/>
              <a:ext cx="25" cy="6"/>
            </a:xfrm>
            <a:prstGeom prst="line">
              <a:avLst/>
            </a:prstGeom>
            <a:noFill/>
            <a:ln w="15875">
              <a:solidFill>
                <a:srgbClr val="4D9A7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4" name="Line 515">
              <a:extLst>
                <a:ext uri="{FF2B5EF4-FFF2-40B4-BE49-F238E27FC236}">
                  <a16:creationId xmlns:a16="http://schemas.microsoft.com/office/drawing/2014/main" id="{4CB56B35-DA6E-5309-8F4F-9BAD3B5A6D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8" y="2104"/>
              <a:ext cx="41" cy="7"/>
            </a:xfrm>
            <a:prstGeom prst="line">
              <a:avLst/>
            </a:prstGeom>
            <a:noFill/>
            <a:ln w="15875">
              <a:solidFill>
                <a:srgbClr val="4E9B7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5" name="Line 516">
              <a:extLst>
                <a:ext uri="{FF2B5EF4-FFF2-40B4-BE49-F238E27FC236}">
                  <a16:creationId xmlns:a16="http://schemas.microsoft.com/office/drawing/2014/main" id="{8F574351-5BBE-7957-3B41-5CBB73A81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9" y="2099"/>
              <a:ext cx="230" cy="5"/>
            </a:xfrm>
            <a:prstGeom prst="line">
              <a:avLst/>
            </a:prstGeom>
            <a:noFill/>
            <a:ln w="15875">
              <a:solidFill>
                <a:srgbClr val="4A936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6" name="Line 517">
              <a:extLst>
                <a:ext uri="{FF2B5EF4-FFF2-40B4-BE49-F238E27FC236}">
                  <a16:creationId xmlns:a16="http://schemas.microsoft.com/office/drawing/2014/main" id="{A668E5EC-F7A4-6F64-18D0-304F43A315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9" y="2098"/>
              <a:ext cx="115" cy="1"/>
            </a:xfrm>
            <a:prstGeom prst="line">
              <a:avLst/>
            </a:prstGeom>
            <a:noFill/>
            <a:ln w="15875">
              <a:solidFill>
                <a:srgbClr val="4A936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7" name="Line 518">
              <a:extLst>
                <a:ext uri="{FF2B5EF4-FFF2-40B4-BE49-F238E27FC236}">
                  <a16:creationId xmlns:a16="http://schemas.microsoft.com/office/drawing/2014/main" id="{2F9D3B36-1088-901B-D5C1-B0917F8FA5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4" y="2095"/>
              <a:ext cx="115" cy="3"/>
            </a:xfrm>
            <a:prstGeom prst="line">
              <a:avLst/>
            </a:prstGeom>
            <a:noFill/>
            <a:ln w="15875">
              <a:solidFill>
                <a:srgbClr val="4A946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8" name="Line 519">
              <a:extLst>
                <a:ext uri="{FF2B5EF4-FFF2-40B4-BE49-F238E27FC236}">
                  <a16:creationId xmlns:a16="http://schemas.microsoft.com/office/drawing/2014/main" id="{7F34A973-A3D9-5542-751D-8C9B3A9F4E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9" y="2093"/>
              <a:ext cx="22" cy="2"/>
            </a:xfrm>
            <a:prstGeom prst="line">
              <a:avLst/>
            </a:prstGeom>
            <a:noFill/>
            <a:ln w="15875">
              <a:solidFill>
                <a:srgbClr val="4B967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9" name="Line 520">
              <a:extLst>
                <a:ext uri="{FF2B5EF4-FFF2-40B4-BE49-F238E27FC236}">
                  <a16:creationId xmlns:a16="http://schemas.microsoft.com/office/drawing/2014/main" id="{5D974F27-3727-628C-8995-5D1D235C0D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91" y="2090"/>
              <a:ext cx="22" cy="3"/>
            </a:xfrm>
            <a:prstGeom prst="line">
              <a:avLst/>
            </a:prstGeom>
            <a:noFill/>
            <a:ln w="15875">
              <a:solidFill>
                <a:srgbClr val="4C997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0" name="Line 521">
              <a:extLst>
                <a:ext uri="{FF2B5EF4-FFF2-40B4-BE49-F238E27FC236}">
                  <a16:creationId xmlns:a16="http://schemas.microsoft.com/office/drawing/2014/main" id="{1338C3E0-721B-C09C-4E92-0234A163E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3" y="2082"/>
              <a:ext cx="44" cy="8"/>
            </a:xfrm>
            <a:prstGeom prst="line">
              <a:avLst/>
            </a:prstGeom>
            <a:noFill/>
            <a:ln w="15875">
              <a:solidFill>
                <a:srgbClr val="4D9A7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1" name="Line 522">
              <a:extLst>
                <a:ext uri="{FF2B5EF4-FFF2-40B4-BE49-F238E27FC236}">
                  <a16:creationId xmlns:a16="http://schemas.microsoft.com/office/drawing/2014/main" id="{FB11650B-8F94-559E-3CAB-513793FDED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7" y="2079"/>
              <a:ext cx="23" cy="3"/>
            </a:xfrm>
            <a:prstGeom prst="line">
              <a:avLst/>
            </a:prstGeom>
            <a:noFill/>
            <a:ln w="15875">
              <a:solidFill>
                <a:srgbClr val="4C97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2" name="Line 523">
              <a:extLst>
                <a:ext uri="{FF2B5EF4-FFF2-40B4-BE49-F238E27FC236}">
                  <a16:creationId xmlns:a16="http://schemas.microsoft.com/office/drawing/2014/main" id="{7A0DD502-8349-5346-82AA-E1D192F19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0" y="2079"/>
              <a:ext cx="22" cy="1"/>
            </a:xfrm>
            <a:prstGeom prst="line">
              <a:avLst/>
            </a:prstGeom>
            <a:noFill/>
            <a:ln w="15875">
              <a:solidFill>
                <a:srgbClr val="4A946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3" name="Line 524">
              <a:extLst>
                <a:ext uri="{FF2B5EF4-FFF2-40B4-BE49-F238E27FC236}">
                  <a16:creationId xmlns:a16="http://schemas.microsoft.com/office/drawing/2014/main" id="{F48458A7-0323-3951-4E9B-ED4CDDCC4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2" y="2079"/>
              <a:ext cx="22" cy="2"/>
            </a:xfrm>
            <a:prstGeom prst="line">
              <a:avLst/>
            </a:prstGeom>
            <a:noFill/>
            <a:ln w="15875">
              <a:solidFill>
                <a:srgbClr val="488F6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4" name="Line 525">
              <a:extLst>
                <a:ext uri="{FF2B5EF4-FFF2-40B4-BE49-F238E27FC236}">
                  <a16:creationId xmlns:a16="http://schemas.microsoft.com/office/drawing/2014/main" id="{9F24C237-4EE1-A754-E7C6-F7955C9295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4" y="2081"/>
              <a:ext cx="12" cy="2"/>
            </a:xfrm>
            <a:prstGeom prst="line">
              <a:avLst/>
            </a:prstGeom>
            <a:noFill/>
            <a:ln w="15875">
              <a:solidFill>
                <a:srgbClr val="458B6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5" name="Line 526">
              <a:extLst>
                <a:ext uri="{FF2B5EF4-FFF2-40B4-BE49-F238E27FC236}">
                  <a16:creationId xmlns:a16="http://schemas.microsoft.com/office/drawing/2014/main" id="{48D4CAB2-49CE-265C-29AF-F7A1BE56B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6" y="2083"/>
              <a:ext cx="10" cy="2"/>
            </a:xfrm>
            <a:prstGeom prst="line">
              <a:avLst/>
            </a:prstGeom>
            <a:noFill/>
            <a:ln w="15875">
              <a:solidFill>
                <a:srgbClr val="478E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6" name="Line 527">
              <a:extLst>
                <a:ext uri="{FF2B5EF4-FFF2-40B4-BE49-F238E27FC236}">
                  <a16:creationId xmlns:a16="http://schemas.microsoft.com/office/drawing/2014/main" id="{59B23038-490F-9325-A386-9889354625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6" y="2085"/>
              <a:ext cx="79" cy="13"/>
            </a:xfrm>
            <a:prstGeom prst="line">
              <a:avLst/>
            </a:prstGeom>
            <a:noFill/>
            <a:ln w="15875">
              <a:solidFill>
                <a:srgbClr val="478D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7" name="Line 528">
              <a:extLst>
                <a:ext uri="{FF2B5EF4-FFF2-40B4-BE49-F238E27FC236}">
                  <a16:creationId xmlns:a16="http://schemas.microsoft.com/office/drawing/2014/main" id="{2A61083D-266C-10C5-97CC-4A62155EA2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5" y="2098"/>
              <a:ext cx="62" cy="6"/>
            </a:xfrm>
            <a:prstGeom prst="line">
              <a:avLst/>
            </a:prstGeom>
            <a:noFill/>
            <a:ln w="15875">
              <a:solidFill>
                <a:srgbClr val="478F6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8" name="Line 529">
              <a:extLst>
                <a:ext uri="{FF2B5EF4-FFF2-40B4-BE49-F238E27FC236}">
                  <a16:creationId xmlns:a16="http://schemas.microsoft.com/office/drawing/2014/main" id="{7A19EB97-0B54-D278-DC49-CF385A54C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7" y="2104"/>
              <a:ext cx="73" cy="3"/>
            </a:xfrm>
            <a:prstGeom prst="line">
              <a:avLst/>
            </a:prstGeom>
            <a:noFill/>
            <a:ln w="15875">
              <a:solidFill>
                <a:srgbClr val="48916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9" name="Line 530">
              <a:extLst>
                <a:ext uri="{FF2B5EF4-FFF2-40B4-BE49-F238E27FC236}">
                  <a16:creationId xmlns:a16="http://schemas.microsoft.com/office/drawing/2014/main" id="{B5F5B580-37B0-F3C1-281C-211C1891E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0" y="2107"/>
              <a:ext cx="110" cy="4"/>
            </a:xfrm>
            <a:prstGeom prst="line">
              <a:avLst/>
            </a:prstGeom>
            <a:noFill/>
            <a:ln w="15875">
              <a:solidFill>
                <a:srgbClr val="49916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80" name="Line 531">
              <a:extLst>
                <a:ext uri="{FF2B5EF4-FFF2-40B4-BE49-F238E27FC236}">
                  <a16:creationId xmlns:a16="http://schemas.microsoft.com/office/drawing/2014/main" id="{98172939-37E3-C5F7-5853-55CD4AE04E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0" y="2104"/>
              <a:ext cx="18" cy="7"/>
            </a:xfrm>
            <a:prstGeom prst="line">
              <a:avLst/>
            </a:prstGeom>
            <a:noFill/>
            <a:ln w="15875">
              <a:solidFill>
                <a:srgbClr val="52A47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81" name="Line 532">
              <a:extLst>
                <a:ext uri="{FF2B5EF4-FFF2-40B4-BE49-F238E27FC236}">
                  <a16:creationId xmlns:a16="http://schemas.microsoft.com/office/drawing/2014/main" id="{558E8545-710D-C941-ACA7-BD0EF6ADC4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8" y="2098"/>
              <a:ext cx="15" cy="6"/>
            </a:xfrm>
            <a:prstGeom prst="line">
              <a:avLst/>
            </a:prstGeom>
            <a:noFill/>
            <a:ln w="15875">
              <a:solidFill>
                <a:srgbClr val="50A07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82" name="Line 533">
              <a:extLst>
                <a:ext uri="{FF2B5EF4-FFF2-40B4-BE49-F238E27FC236}">
                  <a16:creationId xmlns:a16="http://schemas.microsoft.com/office/drawing/2014/main" id="{395C0D5C-0AEA-B60B-52B3-F79EE69B5C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3" y="2095"/>
              <a:ext cx="8" cy="3"/>
            </a:xfrm>
            <a:prstGeom prst="line">
              <a:avLst/>
            </a:prstGeom>
            <a:noFill/>
            <a:ln w="15875">
              <a:solidFill>
                <a:srgbClr val="4E9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83" name="Line 534">
              <a:extLst>
                <a:ext uri="{FF2B5EF4-FFF2-40B4-BE49-F238E27FC236}">
                  <a16:creationId xmlns:a16="http://schemas.microsoft.com/office/drawing/2014/main" id="{0A91D105-71F9-F952-F6A1-B9F588BF36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1" y="2095"/>
              <a:ext cx="8" cy="1"/>
            </a:xfrm>
            <a:prstGeom prst="line">
              <a:avLst/>
            </a:prstGeom>
            <a:noFill/>
            <a:ln w="15875">
              <a:solidFill>
                <a:srgbClr val="4C977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84" name="Line 535">
              <a:extLst>
                <a:ext uri="{FF2B5EF4-FFF2-40B4-BE49-F238E27FC236}">
                  <a16:creationId xmlns:a16="http://schemas.microsoft.com/office/drawing/2014/main" id="{68E5A5C3-7EC3-BC71-E410-CBD2A92B3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" y="2095"/>
              <a:ext cx="4" cy="1"/>
            </a:xfrm>
            <a:prstGeom prst="line">
              <a:avLst/>
            </a:prstGeom>
            <a:noFill/>
            <a:ln w="15875">
              <a:solidFill>
                <a:srgbClr val="478D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85" name="Line 536">
              <a:extLst>
                <a:ext uri="{FF2B5EF4-FFF2-40B4-BE49-F238E27FC236}">
                  <a16:creationId xmlns:a16="http://schemas.microsoft.com/office/drawing/2014/main" id="{9CB038A8-1271-B8B5-F7C3-24037DBA1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3" y="2095"/>
              <a:ext cx="2" cy="1"/>
            </a:xfrm>
            <a:prstGeom prst="line">
              <a:avLst/>
            </a:prstGeom>
            <a:noFill/>
            <a:ln w="15875">
              <a:solidFill>
                <a:srgbClr val="49926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86" name="Line 537">
              <a:extLst>
                <a:ext uri="{FF2B5EF4-FFF2-40B4-BE49-F238E27FC236}">
                  <a16:creationId xmlns:a16="http://schemas.microsoft.com/office/drawing/2014/main" id="{2F86F233-88F9-FAB4-CA0B-F3999BCCF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5" y="2096"/>
              <a:ext cx="7" cy="4"/>
            </a:xfrm>
            <a:prstGeom prst="line">
              <a:avLst/>
            </a:prstGeom>
            <a:noFill/>
            <a:ln w="15875">
              <a:solidFill>
                <a:srgbClr val="4D9A7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87" name="Line 538">
              <a:extLst>
                <a:ext uri="{FF2B5EF4-FFF2-40B4-BE49-F238E27FC236}">
                  <a16:creationId xmlns:a16="http://schemas.microsoft.com/office/drawing/2014/main" id="{D0119A06-514D-22B3-73D9-129306A6A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2" y="2100"/>
              <a:ext cx="5" cy="7"/>
            </a:xfrm>
            <a:prstGeom prst="line">
              <a:avLst/>
            </a:prstGeom>
            <a:noFill/>
            <a:ln w="15875">
              <a:solidFill>
                <a:srgbClr val="4F9E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88" name="Line 539">
              <a:extLst>
                <a:ext uri="{FF2B5EF4-FFF2-40B4-BE49-F238E27FC236}">
                  <a16:creationId xmlns:a16="http://schemas.microsoft.com/office/drawing/2014/main" id="{E3441AF8-3660-18A8-AE87-4AF1C9258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7" y="2107"/>
              <a:ext cx="7" cy="4"/>
            </a:xfrm>
            <a:prstGeom prst="line">
              <a:avLst/>
            </a:prstGeom>
            <a:noFill/>
            <a:ln w="15875">
              <a:solidFill>
                <a:srgbClr val="4E9D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89" name="Line 540">
              <a:extLst>
                <a:ext uri="{FF2B5EF4-FFF2-40B4-BE49-F238E27FC236}">
                  <a16:creationId xmlns:a16="http://schemas.microsoft.com/office/drawing/2014/main" id="{B0622454-6B38-B3A4-F14B-82E4B09C8B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35" y="2054"/>
              <a:ext cx="9" cy="57"/>
            </a:xfrm>
            <a:prstGeom prst="line">
              <a:avLst/>
            </a:prstGeom>
            <a:noFill/>
            <a:ln w="15875">
              <a:solidFill>
                <a:srgbClr val="5EBC8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90" name="Line 541">
              <a:extLst>
                <a:ext uri="{FF2B5EF4-FFF2-40B4-BE49-F238E27FC236}">
                  <a16:creationId xmlns:a16="http://schemas.microsoft.com/office/drawing/2014/main" id="{DA01EA60-EC2A-4434-76ED-8DD61ED8DD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31" y="2010"/>
              <a:ext cx="4" cy="44"/>
            </a:xfrm>
            <a:prstGeom prst="line">
              <a:avLst/>
            </a:prstGeom>
            <a:noFill/>
            <a:ln w="15875">
              <a:solidFill>
                <a:srgbClr val="5EBC8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91" name="Line 542">
              <a:extLst>
                <a:ext uri="{FF2B5EF4-FFF2-40B4-BE49-F238E27FC236}">
                  <a16:creationId xmlns:a16="http://schemas.microsoft.com/office/drawing/2014/main" id="{F6667283-0DD9-0BE1-07D3-9D50684BED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29" y="1990"/>
              <a:ext cx="2" cy="20"/>
            </a:xfrm>
            <a:prstGeom prst="line">
              <a:avLst/>
            </a:prstGeom>
            <a:noFill/>
            <a:ln w="15875">
              <a:solidFill>
                <a:srgbClr val="5EBC8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60" name="Line 543">
              <a:extLst>
                <a:ext uri="{FF2B5EF4-FFF2-40B4-BE49-F238E27FC236}">
                  <a16:creationId xmlns:a16="http://schemas.microsoft.com/office/drawing/2014/main" id="{666671A7-FAEE-59D1-99FF-4C231263D7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29" y="1975"/>
              <a:ext cx="1" cy="15"/>
            </a:xfrm>
            <a:prstGeom prst="line">
              <a:avLst/>
            </a:prstGeom>
            <a:noFill/>
            <a:ln w="15875">
              <a:solidFill>
                <a:srgbClr val="5EBC8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61" name="Line 544">
              <a:extLst>
                <a:ext uri="{FF2B5EF4-FFF2-40B4-BE49-F238E27FC236}">
                  <a16:creationId xmlns:a16="http://schemas.microsoft.com/office/drawing/2014/main" id="{5A94FDEC-7355-D007-D192-BD1A724675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29" y="1958"/>
              <a:ext cx="3" cy="17"/>
            </a:xfrm>
            <a:prstGeom prst="line">
              <a:avLst/>
            </a:prstGeom>
            <a:noFill/>
            <a:ln w="15875">
              <a:solidFill>
                <a:srgbClr val="5EBC8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62" name="Line 545">
              <a:extLst>
                <a:ext uri="{FF2B5EF4-FFF2-40B4-BE49-F238E27FC236}">
                  <a16:creationId xmlns:a16="http://schemas.microsoft.com/office/drawing/2014/main" id="{98E04EE1-8582-DF5F-DA8C-C846435294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2" y="1941"/>
              <a:ext cx="4" cy="17"/>
            </a:xfrm>
            <a:prstGeom prst="line">
              <a:avLst/>
            </a:prstGeom>
            <a:noFill/>
            <a:ln w="15875">
              <a:solidFill>
                <a:srgbClr val="5EBB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63" name="Line 546">
              <a:extLst>
                <a:ext uri="{FF2B5EF4-FFF2-40B4-BE49-F238E27FC236}">
                  <a16:creationId xmlns:a16="http://schemas.microsoft.com/office/drawing/2014/main" id="{76BCF2B3-602F-0CB9-4C58-C7149DE16D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6" y="1906"/>
              <a:ext cx="10" cy="35"/>
            </a:xfrm>
            <a:prstGeom prst="line">
              <a:avLst/>
            </a:prstGeom>
            <a:noFill/>
            <a:ln w="15875">
              <a:solidFill>
                <a:srgbClr val="5DBA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64" name="Line 547">
              <a:extLst>
                <a:ext uri="{FF2B5EF4-FFF2-40B4-BE49-F238E27FC236}">
                  <a16:creationId xmlns:a16="http://schemas.microsoft.com/office/drawing/2014/main" id="{88D54485-905F-2F6C-436D-82B8998D5D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6" y="1872"/>
              <a:ext cx="11" cy="34"/>
            </a:xfrm>
            <a:prstGeom prst="line">
              <a:avLst/>
            </a:prstGeom>
            <a:noFill/>
            <a:ln w="15875">
              <a:solidFill>
                <a:srgbClr val="5DBA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92" name="Line 548">
              <a:extLst>
                <a:ext uri="{FF2B5EF4-FFF2-40B4-BE49-F238E27FC236}">
                  <a16:creationId xmlns:a16="http://schemas.microsoft.com/office/drawing/2014/main" id="{E67BE5D8-89C8-EDB8-0337-5CAAA312EF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7" y="1852"/>
              <a:ext cx="2" cy="20"/>
            </a:xfrm>
            <a:prstGeom prst="line">
              <a:avLst/>
            </a:prstGeom>
            <a:noFill/>
            <a:ln w="15875">
              <a:solidFill>
                <a:srgbClr val="5EBB8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93" name="Line 549">
              <a:extLst>
                <a:ext uri="{FF2B5EF4-FFF2-40B4-BE49-F238E27FC236}">
                  <a16:creationId xmlns:a16="http://schemas.microsoft.com/office/drawing/2014/main" id="{A70EDC8D-E358-ABF4-E5A2-AFCD7559AF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9" y="1835"/>
              <a:ext cx="3" cy="17"/>
            </a:xfrm>
            <a:prstGeom prst="line">
              <a:avLst/>
            </a:prstGeom>
            <a:noFill/>
            <a:ln w="15875">
              <a:solidFill>
                <a:srgbClr val="5EBC8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94" name="Line 550">
              <a:extLst>
                <a:ext uri="{FF2B5EF4-FFF2-40B4-BE49-F238E27FC236}">
                  <a16:creationId xmlns:a16="http://schemas.microsoft.com/office/drawing/2014/main" id="{9E23DD75-B58D-C4A9-70D0-BB86F32A34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44" y="1684"/>
              <a:ext cx="18" cy="151"/>
            </a:xfrm>
            <a:prstGeom prst="line">
              <a:avLst/>
            </a:prstGeom>
            <a:noFill/>
            <a:ln w="15875">
              <a:solidFill>
                <a:srgbClr val="5EBC8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95" name="Line 551">
              <a:extLst>
                <a:ext uri="{FF2B5EF4-FFF2-40B4-BE49-F238E27FC236}">
                  <a16:creationId xmlns:a16="http://schemas.microsoft.com/office/drawing/2014/main" id="{05A5F3AE-A164-0581-52B3-0CD3EF8B3D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1" y="1684"/>
              <a:ext cx="1983" cy="2"/>
            </a:xfrm>
            <a:prstGeom prst="line">
              <a:avLst/>
            </a:prstGeom>
            <a:noFill/>
            <a:ln w="15875">
              <a:solidFill>
                <a:srgbClr val="4A936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96" name="Freeform 552">
              <a:extLst>
                <a:ext uri="{FF2B5EF4-FFF2-40B4-BE49-F238E27FC236}">
                  <a16:creationId xmlns:a16="http://schemas.microsoft.com/office/drawing/2014/main" id="{424B1042-CEB1-B253-8292-963179E6CC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0" y="1412"/>
              <a:ext cx="2236" cy="45"/>
            </a:xfrm>
            <a:custGeom>
              <a:avLst/>
              <a:gdLst>
                <a:gd name="T0" fmla="*/ 0 w 2236"/>
                <a:gd name="T1" fmla="*/ 19 h 42"/>
                <a:gd name="T2" fmla="*/ 2139 w 2236"/>
                <a:gd name="T3" fmla="*/ 21 h 42"/>
                <a:gd name="T4" fmla="*/ 2139 w 2236"/>
                <a:gd name="T5" fmla="*/ 59 h 42"/>
                <a:gd name="T6" fmla="*/ 0 w 2236"/>
                <a:gd name="T7" fmla="*/ 59 h 42"/>
                <a:gd name="T8" fmla="*/ 0 w 2236"/>
                <a:gd name="T9" fmla="*/ 19 h 42"/>
                <a:gd name="T10" fmla="*/ 2128 w 2236"/>
                <a:gd name="T11" fmla="*/ 0 h 42"/>
                <a:gd name="T12" fmla="*/ 2236 w 2236"/>
                <a:gd name="T13" fmla="*/ 44 h 42"/>
                <a:gd name="T14" fmla="*/ 2128 w 2236"/>
                <a:gd name="T15" fmla="*/ 84 h 42"/>
                <a:gd name="T16" fmla="*/ 2128 w 2236"/>
                <a:gd name="T17" fmla="*/ 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36" h="42">
                  <a:moveTo>
                    <a:pt x="0" y="9"/>
                  </a:moveTo>
                  <a:lnTo>
                    <a:pt x="2139" y="11"/>
                  </a:lnTo>
                  <a:lnTo>
                    <a:pt x="2139" y="30"/>
                  </a:lnTo>
                  <a:lnTo>
                    <a:pt x="0" y="30"/>
                  </a:lnTo>
                  <a:lnTo>
                    <a:pt x="0" y="9"/>
                  </a:lnTo>
                  <a:close/>
                  <a:moveTo>
                    <a:pt x="2128" y="0"/>
                  </a:moveTo>
                  <a:lnTo>
                    <a:pt x="2236" y="21"/>
                  </a:lnTo>
                  <a:lnTo>
                    <a:pt x="2128" y="42"/>
                  </a:lnTo>
                  <a:lnTo>
                    <a:pt x="2128" y="0"/>
                  </a:lnTo>
                  <a:close/>
                </a:path>
              </a:pathLst>
            </a:custGeom>
            <a:solidFill>
              <a:srgbClr val="0000FF"/>
            </a:solidFill>
            <a:ln w="1588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97" name="Rectangle 553">
              <a:extLst>
                <a:ext uri="{FF2B5EF4-FFF2-40B4-BE49-F238E27FC236}">
                  <a16:creationId xmlns:a16="http://schemas.microsoft.com/office/drawing/2014/main" id="{DD4B13CB-E8A7-255A-0C76-69F04F418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0" y="568"/>
              <a:ext cx="1981" cy="866"/>
            </a:xfrm>
            <a:prstGeom prst="rect">
              <a:avLst/>
            </a:prstGeom>
            <a:solidFill>
              <a:srgbClr val="FFE5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24998" name="Freeform 554">
              <a:extLst>
                <a:ext uri="{FF2B5EF4-FFF2-40B4-BE49-F238E27FC236}">
                  <a16:creationId xmlns:a16="http://schemas.microsoft.com/office/drawing/2014/main" id="{AAAFD196-AA13-2F60-91F2-DB253BAC99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9" y="1417"/>
              <a:ext cx="426" cy="375"/>
            </a:xfrm>
            <a:custGeom>
              <a:avLst/>
              <a:gdLst>
                <a:gd name="T0" fmla="*/ 426 w 426"/>
                <a:gd name="T1" fmla="*/ 30 h 351"/>
                <a:gd name="T2" fmla="*/ 81 w 426"/>
                <a:gd name="T3" fmla="*/ 578 h 351"/>
                <a:gd name="T4" fmla="*/ 66 w 426"/>
                <a:gd name="T5" fmla="*/ 549 h 351"/>
                <a:gd name="T6" fmla="*/ 412 w 426"/>
                <a:gd name="T7" fmla="*/ 0 h 351"/>
                <a:gd name="T8" fmla="*/ 426 w 426"/>
                <a:gd name="T9" fmla="*/ 30 h 351"/>
                <a:gd name="T10" fmla="*/ 96 w 426"/>
                <a:gd name="T11" fmla="*/ 578 h 351"/>
                <a:gd name="T12" fmla="*/ 0 w 426"/>
                <a:gd name="T13" fmla="*/ 679 h 351"/>
                <a:gd name="T14" fmla="*/ 68 w 426"/>
                <a:gd name="T15" fmla="*/ 519 h 351"/>
                <a:gd name="T16" fmla="*/ 96 w 426"/>
                <a:gd name="T17" fmla="*/ 578 h 3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26" h="351">
                  <a:moveTo>
                    <a:pt x="426" y="16"/>
                  </a:moveTo>
                  <a:lnTo>
                    <a:pt x="81" y="299"/>
                  </a:lnTo>
                  <a:lnTo>
                    <a:pt x="66" y="283"/>
                  </a:lnTo>
                  <a:lnTo>
                    <a:pt x="412" y="0"/>
                  </a:lnTo>
                  <a:lnTo>
                    <a:pt x="426" y="16"/>
                  </a:lnTo>
                  <a:close/>
                  <a:moveTo>
                    <a:pt x="96" y="299"/>
                  </a:moveTo>
                  <a:lnTo>
                    <a:pt x="0" y="351"/>
                  </a:lnTo>
                  <a:lnTo>
                    <a:pt x="68" y="268"/>
                  </a:lnTo>
                  <a:lnTo>
                    <a:pt x="96" y="299"/>
                  </a:lnTo>
                  <a:close/>
                </a:path>
              </a:pathLst>
            </a:custGeom>
            <a:solidFill>
              <a:srgbClr val="0000FF"/>
            </a:solidFill>
            <a:ln w="1588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99" name="Freeform 555">
              <a:extLst>
                <a:ext uri="{FF2B5EF4-FFF2-40B4-BE49-F238E27FC236}">
                  <a16:creationId xmlns:a16="http://schemas.microsoft.com/office/drawing/2014/main" id="{B588C302-55A3-0EA8-0E41-CAEA820BF7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4" y="1125"/>
              <a:ext cx="247" cy="218"/>
            </a:xfrm>
            <a:custGeom>
              <a:avLst/>
              <a:gdLst>
                <a:gd name="T0" fmla="*/ 247 w 247"/>
                <a:gd name="T1" fmla="*/ 24 h 204"/>
                <a:gd name="T2" fmla="*/ 79 w 247"/>
                <a:gd name="T3" fmla="*/ 287 h 204"/>
                <a:gd name="T4" fmla="*/ 69 w 247"/>
                <a:gd name="T5" fmla="*/ 267 h 204"/>
                <a:gd name="T6" fmla="*/ 236 w 247"/>
                <a:gd name="T7" fmla="*/ 0 h 204"/>
                <a:gd name="T8" fmla="*/ 247 w 247"/>
                <a:gd name="T9" fmla="*/ 24 h 204"/>
                <a:gd name="T10" fmla="*/ 96 w 247"/>
                <a:gd name="T11" fmla="*/ 299 h 204"/>
                <a:gd name="T12" fmla="*/ 0 w 247"/>
                <a:gd name="T13" fmla="*/ 395 h 204"/>
                <a:gd name="T14" fmla="*/ 68 w 247"/>
                <a:gd name="T15" fmla="*/ 234 h 204"/>
                <a:gd name="T16" fmla="*/ 96 w 247"/>
                <a:gd name="T17" fmla="*/ 299 h 2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7" h="204">
                  <a:moveTo>
                    <a:pt x="247" y="13"/>
                  </a:moveTo>
                  <a:lnTo>
                    <a:pt x="79" y="149"/>
                  </a:lnTo>
                  <a:lnTo>
                    <a:pt x="69" y="138"/>
                  </a:lnTo>
                  <a:lnTo>
                    <a:pt x="236" y="0"/>
                  </a:lnTo>
                  <a:lnTo>
                    <a:pt x="247" y="13"/>
                  </a:lnTo>
                  <a:close/>
                  <a:moveTo>
                    <a:pt x="96" y="153"/>
                  </a:moveTo>
                  <a:lnTo>
                    <a:pt x="0" y="204"/>
                  </a:lnTo>
                  <a:lnTo>
                    <a:pt x="68" y="121"/>
                  </a:lnTo>
                  <a:lnTo>
                    <a:pt x="96" y="153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00" name="Line 556">
              <a:extLst>
                <a:ext uri="{FF2B5EF4-FFF2-40B4-BE49-F238E27FC236}">
                  <a16:creationId xmlns:a16="http://schemas.microsoft.com/office/drawing/2014/main" id="{5F9D00E6-FC8B-C551-F7C0-383A7E341E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41" y="998"/>
              <a:ext cx="772" cy="437"/>
            </a:xfrm>
            <a:prstGeom prst="line">
              <a:avLst/>
            </a:prstGeom>
            <a:noFill/>
            <a:ln w="20638">
              <a:solidFill>
                <a:srgbClr val="99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01" name="Freeform 557">
              <a:extLst>
                <a:ext uri="{FF2B5EF4-FFF2-40B4-BE49-F238E27FC236}">
                  <a16:creationId xmlns:a16="http://schemas.microsoft.com/office/drawing/2014/main" id="{B2955730-4E6B-176F-8036-BD09FBED04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3" y="771"/>
              <a:ext cx="180" cy="374"/>
            </a:xfrm>
            <a:custGeom>
              <a:avLst/>
              <a:gdLst>
                <a:gd name="T0" fmla="*/ 147 w 180"/>
                <a:gd name="T1" fmla="*/ 168 h 350"/>
                <a:gd name="T2" fmla="*/ 16 w 180"/>
                <a:gd name="T3" fmla="*/ 679 h 350"/>
                <a:gd name="T4" fmla="*/ 0 w 180"/>
                <a:gd name="T5" fmla="*/ 665 h 350"/>
                <a:gd name="T6" fmla="*/ 131 w 180"/>
                <a:gd name="T7" fmla="*/ 155 h 350"/>
                <a:gd name="T8" fmla="*/ 147 w 180"/>
                <a:gd name="T9" fmla="*/ 168 h 350"/>
                <a:gd name="T10" fmla="*/ 114 w 180"/>
                <a:gd name="T11" fmla="*/ 166 h 350"/>
                <a:gd name="T12" fmla="*/ 180 w 180"/>
                <a:gd name="T13" fmla="*/ 0 h 350"/>
                <a:gd name="T14" fmla="*/ 154 w 180"/>
                <a:gd name="T15" fmla="*/ 198 h 350"/>
                <a:gd name="T16" fmla="*/ 114 w 180"/>
                <a:gd name="T17" fmla="*/ 166 h 3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0" h="350">
                  <a:moveTo>
                    <a:pt x="147" y="87"/>
                  </a:moveTo>
                  <a:lnTo>
                    <a:pt x="16" y="350"/>
                  </a:lnTo>
                  <a:lnTo>
                    <a:pt x="0" y="342"/>
                  </a:lnTo>
                  <a:lnTo>
                    <a:pt x="131" y="80"/>
                  </a:lnTo>
                  <a:lnTo>
                    <a:pt x="147" y="87"/>
                  </a:lnTo>
                  <a:close/>
                  <a:moveTo>
                    <a:pt x="114" y="85"/>
                  </a:moveTo>
                  <a:lnTo>
                    <a:pt x="180" y="0"/>
                  </a:lnTo>
                  <a:lnTo>
                    <a:pt x="154" y="102"/>
                  </a:lnTo>
                  <a:lnTo>
                    <a:pt x="114" y="85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02" name="Line 558">
              <a:extLst>
                <a:ext uri="{FF2B5EF4-FFF2-40B4-BE49-F238E27FC236}">
                  <a16:creationId xmlns:a16="http://schemas.microsoft.com/office/drawing/2014/main" id="{F833DA69-0F06-AE97-BD42-A8F7E32832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1" y="634"/>
              <a:ext cx="1" cy="791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03" name="Freeform 559">
              <a:extLst>
                <a:ext uri="{FF2B5EF4-FFF2-40B4-BE49-F238E27FC236}">
                  <a16:creationId xmlns:a16="http://schemas.microsoft.com/office/drawing/2014/main" id="{CBE460CD-F0F4-0EA5-35E6-545C91452D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8" y="751"/>
              <a:ext cx="217" cy="146"/>
            </a:xfrm>
            <a:custGeom>
              <a:avLst/>
              <a:gdLst>
                <a:gd name="T0" fmla="*/ 217 w 217"/>
                <a:gd name="T1" fmla="*/ 19 h 137"/>
                <a:gd name="T2" fmla="*/ 180 w 217"/>
                <a:gd name="T3" fmla="*/ 58 h 137"/>
                <a:gd name="T4" fmla="*/ 175 w 217"/>
                <a:gd name="T5" fmla="*/ 45 h 137"/>
                <a:gd name="T6" fmla="*/ 211 w 217"/>
                <a:gd name="T7" fmla="*/ 0 h 137"/>
                <a:gd name="T8" fmla="*/ 217 w 217"/>
                <a:gd name="T9" fmla="*/ 19 h 137"/>
                <a:gd name="T10" fmla="*/ 153 w 217"/>
                <a:gd name="T11" fmla="*/ 91 h 137"/>
                <a:gd name="T12" fmla="*/ 117 w 217"/>
                <a:gd name="T13" fmla="*/ 134 h 137"/>
                <a:gd name="T14" fmla="*/ 112 w 217"/>
                <a:gd name="T15" fmla="*/ 117 h 137"/>
                <a:gd name="T16" fmla="*/ 148 w 217"/>
                <a:gd name="T17" fmla="*/ 76 h 137"/>
                <a:gd name="T18" fmla="*/ 153 w 217"/>
                <a:gd name="T19" fmla="*/ 91 h 137"/>
                <a:gd name="T20" fmla="*/ 90 w 217"/>
                <a:gd name="T21" fmla="*/ 165 h 137"/>
                <a:gd name="T22" fmla="*/ 53 w 217"/>
                <a:gd name="T23" fmla="*/ 207 h 137"/>
                <a:gd name="T24" fmla="*/ 47 w 217"/>
                <a:gd name="T25" fmla="*/ 189 h 137"/>
                <a:gd name="T26" fmla="*/ 85 w 217"/>
                <a:gd name="T27" fmla="*/ 146 h 137"/>
                <a:gd name="T28" fmla="*/ 90 w 217"/>
                <a:gd name="T29" fmla="*/ 165 h 137"/>
                <a:gd name="T30" fmla="*/ 26 w 217"/>
                <a:gd name="T31" fmla="*/ 237 h 137"/>
                <a:gd name="T32" fmla="*/ 7 w 217"/>
                <a:gd name="T33" fmla="*/ 259 h 137"/>
                <a:gd name="T34" fmla="*/ 0 w 217"/>
                <a:gd name="T35" fmla="*/ 242 h 137"/>
                <a:gd name="T36" fmla="*/ 20 w 217"/>
                <a:gd name="T37" fmla="*/ 221 h 137"/>
                <a:gd name="T38" fmla="*/ 26 w 217"/>
                <a:gd name="T39" fmla="*/ 237 h 13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17" h="137">
                  <a:moveTo>
                    <a:pt x="217" y="9"/>
                  </a:moveTo>
                  <a:lnTo>
                    <a:pt x="180" y="31"/>
                  </a:lnTo>
                  <a:lnTo>
                    <a:pt x="175" y="23"/>
                  </a:lnTo>
                  <a:lnTo>
                    <a:pt x="211" y="0"/>
                  </a:lnTo>
                  <a:lnTo>
                    <a:pt x="217" y="9"/>
                  </a:lnTo>
                  <a:close/>
                  <a:moveTo>
                    <a:pt x="153" y="48"/>
                  </a:moveTo>
                  <a:lnTo>
                    <a:pt x="117" y="71"/>
                  </a:lnTo>
                  <a:lnTo>
                    <a:pt x="112" y="62"/>
                  </a:lnTo>
                  <a:lnTo>
                    <a:pt x="148" y="40"/>
                  </a:lnTo>
                  <a:lnTo>
                    <a:pt x="153" y="48"/>
                  </a:lnTo>
                  <a:close/>
                  <a:moveTo>
                    <a:pt x="90" y="87"/>
                  </a:moveTo>
                  <a:lnTo>
                    <a:pt x="53" y="109"/>
                  </a:lnTo>
                  <a:lnTo>
                    <a:pt x="47" y="100"/>
                  </a:lnTo>
                  <a:lnTo>
                    <a:pt x="85" y="78"/>
                  </a:lnTo>
                  <a:lnTo>
                    <a:pt x="90" y="87"/>
                  </a:lnTo>
                  <a:close/>
                  <a:moveTo>
                    <a:pt x="26" y="125"/>
                  </a:moveTo>
                  <a:lnTo>
                    <a:pt x="7" y="137"/>
                  </a:lnTo>
                  <a:lnTo>
                    <a:pt x="0" y="128"/>
                  </a:lnTo>
                  <a:lnTo>
                    <a:pt x="20" y="116"/>
                  </a:lnTo>
                  <a:lnTo>
                    <a:pt x="26" y="125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04" name="Freeform 560">
              <a:extLst>
                <a:ext uri="{FF2B5EF4-FFF2-40B4-BE49-F238E27FC236}">
                  <a16:creationId xmlns:a16="http://schemas.microsoft.com/office/drawing/2014/main" id="{8F12E896-CD9A-D0CC-8ED8-DFD21EA237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74" y="929"/>
              <a:ext cx="152" cy="370"/>
            </a:xfrm>
            <a:custGeom>
              <a:avLst/>
              <a:gdLst>
                <a:gd name="T0" fmla="*/ 152 w 152"/>
                <a:gd name="T1" fmla="*/ 3 h 346"/>
                <a:gd name="T2" fmla="*/ 137 w 152"/>
                <a:gd name="T3" fmla="*/ 82 h 346"/>
                <a:gd name="T4" fmla="*/ 127 w 152"/>
                <a:gd name="T5" fmla="*/ 75 h 346"/>
                <a:gd name="T6" fmla="*/ 142 w 152"/>
                <a:gd name="T7" fmla="*/ 0 h 346"/>
                <a:gd name="T8" fmla="*/ 152 w 152"/>
                <a:gd name="T9" fmla="*/ 3 h 346"/>
                <a:gd name="T10" fmla="*/ 125 w 152"/>
                <a:gd name="T11" fmla="*/ 137 h 346"/>
                <a:gd name="T12" fmla="*/ 108 w 152"/>
                <a:gd name="T13" fmla="*/ 211 h 346"/>
                <a:gd name="T14" fmla="*/ 99 w 152"/>
                <a:gd name="T15" fmla="*/ 203 h 346"/>
                <a:gd name="T16" fmla="*/ 115 w 152"/>
                <a:gd name="T17" fmla="*/ 129 h 346"/>
                <a:gd name="T18" fmla="*/ 125 w 152"/>
                <a:gd name="T19" fmla="*/ 137 h 346"/>
                <a:gd name="T20" fmla="*/ 97 w 152"/>
                <a:gd name="T21" fmla="*/ 265 h 346"/>
                <a:gd name="T22" fmla="*/ 81 w 152"/>
                <a:gd name="T23" fmla="*/ 342 h 346"/>
                <a:gd name="T24" fmla="*/ 71 w 152"/>
                <a:gd name="T25" fmla="*/ 337 h 346"/>
                <a:gd name="T26" fmla="*/ 86 w 152"/>
                <a:gd name="T27" fmla="*/ 261 h 346"/>
                <a:gd name="T28" fmla="*/ 97 w 152"/>
                <a:gd name="T29" fmla="*/ 265 h 346"/>
                <a:gd name="T30" fmla="*/ 68 w 152"/>
                <a:gd name="T31" fmla="*/ 398 h 346"/>
                <a:gd name="T32" fmla="*/ 53 w 152"/>
                <a:gd name="T33" fmla="*/ 475 h 346"/>
                <a:gd name="T34" fmla="*/ 42 w 152"/>
                <a:gd name="T35" fmla="*/ 464 h 346"/>
                <a:gd name="T36" fmla="*/ 59 w 152"/>
                <a:gd name="T37" fmla="*/ 390 h 346"/>
                <a:gd name="T38" fmla="*/ 68 w 152"/>
                <a:gd name="T39" fmla="*/ 398 h 346"/>
                <a:gd name="T40" fmla="*/ 41 w 152"/>
                <a:gd name="T41" fmla="*/ 530 h 346"/>
                <a:gd name="T42" fmla="*/ 26 w 152"/>
                <a:gd name="T43" fmla="*/ 603 h 346"/>
                <a:gd name="T44" fmla="*/ 15 w 152"/>
                <a:gd name="T45" fmla="*/ 598 h 346"/>
                <a:gd name="T46" fmla="*/ 31 w 152"/>
                <a:gd name="T47" fmla="*/ 524 h 346"/>
                <a:gd name="T48" fmla="*/ 41 w 152"/>
                <a:gd name="T49" fmla="*/ 530 h 346"/>
                <a:gd name="T50" fmla="*/ 13 w 152"/>
                <a:gd name="T51" fmla="*/ 660 h 346"/>
                <a:gd name="T52" fmla="*/ 10 w 152"/>
                <a:gd name="T53" fmla="*/ 676 h 346"/>
                <a:gd name="T54" fmla="*/ 0 w 152"/>
                <a:gd name="T55" fmla="*/ 668 h 346"/>
                <a:gd name="T56" fmla="*/ 4 w 152"/>
                <a:gd name="T57" fmla="*/ 652 h 346"/>
                <a:gd name="T58" fmla="*/ 13 w 152"/>
                <a:gd name="T59" fmla="*/ 660 h 34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52" h="346">
                  <a:moveTo>
                    <a:pt x="152" y="3"/>
                  </a:moveTo>
                  <a:lnTo>
                    <a:pt x="137" y="42"/>
                  </a:lnTo>
                  <a:lnTo>
                    <a:pt x="127" y="38"/>
                  </a:lnTo>
                  <a:lnTo>
                    <a:pt x="142" y="0"/>
                  </a:lnTo>
                  <a:lnTo>
                    <a:pt x="152" y="3"/>
                  </a:lnTo>
                  <a:close/>
                  <a:moveTo>
                    <a:pt x="125" y="70"/>
                  </a:moveTo>
                  <a:lnTo>
                    <a:pt x="108" y="108"/>
                  </a:lnTo>
                  <a:lnTo>
                    <a:pt x="99" y="104"/>
                  </a:lnTo>
                  <a:lnTo>
                    <a:pt x="115" y="66"/>
                  </a:lnTo>
                  <a:lnTo>
                    <a:pt x="125" y="70"/>
                  </a:lnTo>
                  <a:close/>
                  <a:moveTo>
                    <a:pt x="97" y="136"/>
                  </a:moveTo>
                  <a:lnTo>
                    <a:pt x="81" y="175"/>
                  </a:lnTo>
                  <a:lnTo>
                    <a:pt x="71" y="171"/>
                  </a:lnTo>
                  <a:lnTo>
                    <a:pt x="86" y="133"/>
                  </a:lnTo>
                  <a:lnTo>
                    <a:pt x="97" y="136"/>
                  </a:lnTo>
                  <a:close/>
                  <a:moveTo>
                    <a:pt x="68" y="204"/>
                  </a:moveTo>
                  <a:lnTo>
                    <a:pt x="53" y="242"/>
                  </a:lnTo>
                  <a:lnTo>
                    <a:pt x="42" y="237"/>
                  </a:lnTo>
                  <a:lnTo>
                    <a:pt x="59" y="199"/>
                  </a:lnTo>
                  <a:lnTo>
                    <a:pt x="68" y="204"/>
                  </a:lnTo>
                  <a:close/>
                  <a:moveTo>
                    <a:pt x="41" y="271"/>
                  </a:moveTo>
                  <a:lnTo>
                    <a:pt x="26" y="309"/>
                  </a:lnTo>
                  <a:lnTo>
                    <a:pt x="15" y="305"/>
                  </a:lnTo>
                  <a:lnTo>
                    <a:pt x="31" y="267"/>
                  </a:lnTo>
                  <a:lnTo>
                    <a:pt x="41" y="271"/>
                  </a:lnTo>
                  <a:close/>
                  <a:moveTo>
                    <a:pt x="13" y="337"/>
                  </a:moveTo>
                  <a:lnTo>
                    <a:pt x="10" y="346"/>
                  </a:lnTo>
                  <a:lnTo>
                    <a:pt x="0" y="342"/>
                  </a:lnTo>
                  <a:lnTo>
                    <a:pt x="4" y="334"/>
                  </a:lnTo>
                  <a:lnTo>
                    <a:pt x="13" y="337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05" name="Freeform 561">
              <a:extLst>
                <a:ext uri="{FF2B5EF4-FFF2-40B4-BE49-F238E27FC236}">
                  <a16:creationId xmlns:a16="http://schemas.microsoft.com/office/drawing/2014/main" id="{66B74C4A-3184-D11E-C71C-74E28994C3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6" y="895"/>
              <a:ext cx="67" cy="259"/>
            </a:xfrm>
            <a:custGeom>
              <a:avLst/>
              <a:gdLst>
                <a:gd name="T0" fmla="*/ 45 w 67"/>
                <a:gd name="T1" fmla="*/ 476 h 242"/>
                <a:gd name="T2" fmla="*/ 10 w 67"/>
                <a:gd name="T3" fmla="*/ 180 h 242"/>
                <a:gd name="T4" fmla="*/ 31 w 67"/>
                <a:gd name="T5" fmla="*/ 173 h 242"/>
                <a:gd name="T6" fmla="*/ 67 w 67"/>
                <a:gd name="T7" fmla="*/ 468 h 242"/>
                <a:gd name="T8" fmla="*/ 45 w 67"/>
                <a:gd name="T9" fmla="*/ 476 h 242"/>
                <a:gd name="T10" fmla="*/ 2 w 67"/>
                <a:gd name="T11" fmla="*/ 205 h 242"/>
                <a:gd name="T12" fmla="*/ 0 w 67"/>
                <a:gd name="T13" fmla="*/ 0 h 242"/>
                <a:gd name="T14" fmla="*/ 43 w 67"/>
                <a:gd name="T15" fmla="*/ 189 h 242"/>
                <a:gd name="T16" fmla="*/ 2 w 67"/>
                <a:gd name="T17" fmla="*/ 205 h 2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7" h="242">
                  <a:moveTo>
                    <a:pt x="45" y="242"/>
                  </a:moveTo>
                  <a:lnTo>
                    <a:pt x="10" y="92"/>
                  </a:lnTo>
                  <a:lnTo>
                    <a:pt x="31" y="87"/>
                  </a:lnTo>
                  <a:lnTo>
                    <a:pt x="67" y="237"/>
                  </a:lnTo>
                  <a:lnTo>
                    <a:pt x="45" y="242"/>
                  </a:lnTo>
                  <a:close/>
                  <a:moveTo>
                    <a:pt x="2" y="104"/>
                  </a:moveTo>
                  <a:lnTo>
                    <a:pt x="0" y="0"/>
                  </a:lnTo>
                  <a:lnTo>
                    <a:pt x="43" y="96"/>
                  </a:lnTo>
                  <a:lnTo>
                    <a:pt x="2" y="104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06" name="Freeform 562">
              <a:extLst>
                <a:ext uri="{FF2B5EF4-FFF2-40B4-BE49-F238E27FC236}">
                  <a16:creationId xmlns:a16="http://schemas.microsoft.com/office/drawing/2014/main" id="{342DA0D7-C027-5D0D-7AB8-72E9C15A98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4" y="995"/>
              <a:ext cx="777" cy="447"/>
            </a:xfrm>
            <a:custGeom>
              <a:avLst/>
              <a:gdLst>
                <a:gd name="T0" fmla="*/ 697 w 777"/>
                <a:gd name="T1" fmla="*/ 108 h 418"/>
                <a:gd name="T2" fmla="*/ 11 w 777"/>
                <a:gd name="T3" fmla="*/ 817 h 418"/>
                <a:gd name="T4" fmla="*/ 0 w 777"/>
                <a:gd name="T5" fmla="*/ 786 h 418"/>
                <a:gd name="T6" fmla="*/ 686 w 777"/>
                <a:gd name="T7" fmla="*/ 70 h 418"/>
                <a:gd name="T8" fmla="*/ 697 w 777"/>
                <a:gd name="T9" fmla="*/ 108 h 418"/>
                <a:gd name="T10" fmla="*/ 672 w 777"/>
                <a:gd name="T11" fmla="*/ 61 h 418"/>
                <a:gd name="T12" fmla="*/ 777 w 777"/>
                <a:gd name="T13" fmla="*/ 0 h 418"/>
                <a:gd name="T14" fmla="*/ 693 w 777"/>
                <a:gd name="T15" fmla="*/ 134 h 418"/>
                <a:gd name="T16" fmla="*/ 672 w 777"/>
                <a:gd name="T17" fmla="*/ 61 h 41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77" h="418">
                  <a:moveTo>
                    <a:pt x="697" y="55"/>
                  </a:moveTo>
                  <a:lnTo>
                    <a:pt x="11" y="418"/>
                  </a:lnTo>
                  <a:lnTo>
                    <a:pt x="0" y="401"/>
                  </a:lnTo>
                  <a:lnTo>
                    <a:pt x="686" y="36"/>
                  </a:lnTo>
                  <a:lnTo>
                    <a:pt x="697" y="55"/>
                  </a:lnTo>
                  <a:close/>
                  <a:moveTo>
                    <a:pt x="672" y="32"/>
                  </a:moveTo>
                  <a:lnTo>
                    <a:pt x="777" y="0"/>
                  </a:lnTo>
                  <a:lnTo>
                    <a:pt x="693" y="68"/>
                  </a:lnTo>
                  <a:lnTo>
                    <a:pt x="672" y="32"/>
                  </a:lnTo>
                  <a:close/>
                </a:path>
              </a:pathLst>
            </a:custGeom>
            <a:solidFill>
              <a:srgbClr val="993366"/>
            </a:solidFill>
            <a:ln w="1588">
              <a:solidFill>
                <a:srgbClr val="99336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07" name="Freeform 563">
              <a:extLst>
                <a:ext uri="{FF2B5EF4-FFF2-40B4-BE49-F238E27FC236}">
                  <a16:creationId xmlns:a16="http://schemas.microsoft.com/office/drawing/2014/main" id="{D9A8CE3B-2148-58F0-FCE7-FA97983295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0" y="1304"/>
              <a:ext cx="43" cy="915"/>
            </a:xfrm>
            <a:custGeom>
              <a:avLst/>
              <a:gdLst>
                <a:gd name="T0" fmla="*/ 33 w 43"/>
                <a:gd name="T1" fmla="*/ 0 h 856"/>
                <a:gd name="T2" fmla="*/ 33 w 43"/>
                <a:gd name="T3" fmla="*/ 321 h 856"/>
                <a:gd name="T4" fmla="*/ 11 w 43"/>
                <a:gd name="T5" fmla="*/ 321 h 856"/>
                <a:gd name="T6" fmla="*/ 11 w 43"/>
                <a:gd name="T7" fmla="*/ 0 h 856"/>
                <a:gd name="T8" fmla="*/ 33 w 43"/>
                <a:gd name="T9" fmla="*/ 0 h 856"/>
                <a:gd name="T10" fmla="*/ 33 w 43"/>
                <a:gd name="T11" fmla="*/ 441 h 856"/>
                <a:gd name="T12" fmla="*/ 33 w 43"/>
                <a:gd name="T13" fmla="*/ 761 h 856"/>
                <a:gd name="T14" fmla="*/ 11 w 43"/>
                <a:gd name="T15" fmla="*/ 761 h 856"/>
                <a:gd name="T16" fmla="*/ 11 w 43"/>
                <a:gd name="T17" fmla="*/ 441 h 856"/>
                <a:gd name="T18" fmla="*/ 33 w 43"/>
                <a:gd name="T19" fmla="*/ 441 h 856"/>
                <a:gd name="T20" fmla="*/ 33 w 43"/>
                <a:gd name="T21" fmla="*/ 880 h 856"/>
                <a:gd name="T22" fmla="*/ 33 w 43"/>
                <a:gd name="T23" fmla="*/ 1197 h 856"/>
                <a:gd name="T24" fmla="*/ 11 w 43"/>
                <a:gd name="T25" fmla="*/ 1197 h 856"/>
                <a:gd name="T26" fmla="*/ 11 w 43"/>
                <a:gd name="T27" fmla="*/ 880 h 856"/>
                <a:gd name="T28" fmla="*/ 33 w 43"/>
                <a:gd name="T29" fmla="*/ 880 h 856"/>
                <a:gd name="T30" fmla="*/ 33 w 43"/>
                <a:gd name="T31" fmla="*/ 1319 h 856"/>
                <a:gd name="T32" fmla="*/ 33 w 43"/>
                <a:gd name="T33" fmla="*/ 1488 h 856"/>
                <a:gd name="T34" fmla="*/ 11 w 43"/>
                <a:gd name="T35" fmla="*/ 1488 h 856"/>
                <a:gd name="T36" fmla="*/ 11 w 43"/>
                <a:gd name="T37" fmla="*/ 1319 h 856"/>
                <a:gd name="T38" fmla="*/ 33 w 43"/>
                <a:gd name="T39" fmla="*/ 1319 h 856"/>
                <a:gd name="T40" fmla="*/ 43 w 43"/>
                <a:gd name="T41" fmla="*/ 1470 h 856"/>
                <a:gd name="T42" fmla="*/ 22 w 43"/>
                <a:gd name="T43" fmla="*/ 1665 h 856"/>
                <a:gd name="T44" fmla="*/ 0 w 43"/>
                <a:gd name="T45" fmla="*/ 1470 h 856"/>
                <a:gd name="T46" fmla="*/ 43 w 43"/>
                <a:gd name="T47" fmla="*/ 1470 h 85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3" h="856">
                  <a:moveTo>
                    <a:pt x="33" y="0"/>
                  </a:moveTo>
                  <a:lnTo>
                    <a:pt x="33" y="165"/>
                  </a:lnTo>
                  <a:lnTo>
                    <a:pt x="11" y="165"/>
                  </a:lnTo>
                  <a:lnTo>
                    <a:pt x="11" y="0"/>
                  </a:lnTo>
                  <a:lnTo>
                    <a:pt x="33" y="0"/>
                  </a:lnTo>
                  <a:close/>
                  <a:moveTo>
                    <a:pt x="33" y="226"/>
                  </a:moveTo>
                  <a:lnTo>
                    <a:pt x="33" y="390"/>
                  </a:lnTo>
                  <a:lnTo>
                    <a:pt x="11" y="390"/>
                  </a:lnTo>
                  <a:lnTo>
                    <a:pt x="11" y="226"/>
                  </a:lnTo>
                  <a:lnTo>
                    <a:pt x="33" y="226"/>
                  </a:lnTo>
                  <a:close/>
                  <a:moveTo>
                    <a:pt x="33" y="452"/>
                  </a:moveTo>
                  <a:lnTo>
                    <a:pt x="33" y="616"/>
                  </a:lnTo>
                  <a:lnTo>
                    <a:pt x="11" y="616"/>
                  </a:lnTo>
                  <a:lnTo>
                    <a:pt x="11" y="452"/>
                  </a:lnTo>
                  <a:lnTo>
                    <a:pt x="33" y="452"/>
                  </a:lnTo>
                  <a:close/>
                  <a:moveTo>
                    <a:pt x="33" y="677"/>
                  </a:moveTo>
                  <a:lnTo>
                    <a:pt x="33" y="764"/>
                  </a:lnTo>
                  <a:lnTo>
                    <a:pt x="11" y="764"/>
                  </a:lnTo>
                  <a:lnTo>
                    <a:pt x="11" y="677"/>
                  </a:lnTo>
                  <a:lnTo>
                    <a:pt x="33" y="677"/>
                  </a:lnTo>
                  <a:close/>
                  <a:moveTo>
                    <a:pt x="43" y="754"/>
                  </a:moveTo>
                  <a:lnTo>
                    <a:pt x="22" y="856"/>
                  </a:lnTo>
                  <a:lnTo>
                    <a:pt x="0" y="754"/>
                  </a:lnTo>
                  <a:lnTo>
                    <a:pt x="43" y="754"/>
                  </a:lnTo>
                  <a:close/>
                </a:path>
              </a:pathLst>
            </a:custGeom>
            <a:solidFill>
              <a:srgbClr val="0000FF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08" name="Freeform 564">
              <a:extLst>
                <a:ext uri="{FF2B5EF4-FFF2-40B4-BE49-F238E27FC236}">
                  <a16:creationId xmlns:a16="http://schemas.microsoft.com/office/drawing/2014/main" id="{3CE949FF-CCFE-FF11-2E21-28351F3C46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1" y="1420"/>
              <a:ext cx="371" cy="608"/>
            </a:xfrm>
            <a:custGeom>
              <a:avLst/>
              <a:gdLst>
                <a:gd name="T0" fmla="*/ 360 w 371"/>
                <a:gd name="T1" fmla="*/ 1122 h 568"/>
                <a:gd name="T2" fmla="*/ 303 w 371"/>
                <a:gd name="T3" fmla="*/ 953 h 568"/>
                <a:gd name="T4" fmla="*/ 314 w 371"/>
                <a:gd name="T5" fmla="*/ 938 h 568"/>
                <a:gd name="T6" fmla="*/ 371 w 371"/>
                <a:gd name="T7" fmla="*/ 1111 h 568"/>
                <a:gd name="T8" fmla="*/ 360 w 371"/>
                <a:gd name="T9" fmla="*/ 1122 h 568"/>
                <a:gd name="T10" fmla="*/ 282 w 371"/>
                <a:gd name="T11" fmla="*/ 890 h 568"/>
                <a:gd name="T12" fmla="*/ 226 w 371"/>
                <a:gd name="T13" fmla="*/ 711 h 568"/>
                <a:gd name="T14" fmla="*/ 238 w 371"/>
                <a:gd name="T15" fmla="*/ 701 h 568"/>
                <a:gd name="T16" fmla="*/ 294 w 371"/>
                <a:gd name="T17" fmla="*/ 872 h 568"/>
                <a:gd name="T18" fmla="*/ 282 w 371"/>
                <a:gd name="T19" fmla="*/ 890 h 568"/>
                <a:gd name="T20" fmla="*/ 206 w 371"/>
                <a:gd name="T21" fmla="*/ 647 h 568"/>
                <a:gd name="T22" fmla="*/ 149 w 371"/>
                <a:gd name="T23" fmla="*/ 474 h 568"/>
                <a:gd name="T24" fmla="*/ 160 w 371"/>
                <a:gd name="T25" fmla="*/ 460 h 568"/>
                <a:gd name="T26" fmla="*/ 216 w 371"/>
                <a:gd name="T27" fmla="*/ 635 h 568"/>
                <a:gd name="T28" fmla="*/ 206 w 371"/>
                <a:gd name="T29" fmla="*/ 647 h 568"/>
                <a:gd name="T30" fmla="*/ 128 w 371"/>
                <a:gd name="T31" fmla="*/ 411 h 568"/>
                <a:gd name="T32" fmla="*/ 72 w 371"/>
                <a:gd name="T33" fmla="*/ 238 h 568"/>
                <a:gd name="T34" fmla="*/ 84 w 371"/>
                <a:gd name="T35" fmla="*/ 222 h 568"/>
                <a:gd name="T36" fmla="*/ 140 w 371"/>
                <a:gd name="T37" fmla="*/ 394 h 568"/>
                <a:gd name="T38" fmla="*/ 128 w 371"/>
                <a:gd name="T39" fmla="*/ 411 h 568"/>
                <a:gd name="T40" fmla="*/ 50 w 371"/>
                <a:gd name="T41" fmla="*/ 173 h 568"/>
                <a:gd name="T42" fmla="*/ 0 w 371"/>
                <a:gd name="T43" fmla="*/ 18 h 568"/>
                <a:gd name="T44" fmla="*/ 12 w 371"/>
                <a:gd name="T45" fmla="*/ 0 h 568"/>
                <a:gd name="T46" fmla="*/ 62 w 371"/>
                <a:gd name="T47" fmla="*/ 157 h 568"/>
                <a:gd name="T48" fmla="*/ 50 w 371"/>
                <a:gd name="T49" fmla="*/ 173 h 56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71" h="568">
                  <a:moveTo>
                    <a:pt x="360" y="568"/>
                  </a:moveTo>
                  <a:lnTo>
                    <a:pt x="303" y="481"/>
                  </a:lnTo>
                  <a:lnTo>
                    <a:pt x="314" y="475"/>
                  </a:lnTo>
                  <a:lnTo>
                    <a:pt x="371" y="562"/>
                  </a:lnTo>
                  <a:lnTo>
                    <a:pt x="360" y="568"/>
                  </a:lnTo>
                  <a:close/>
                  <a:moveTo>
                    <a:pt x="282" y="449"/>
                  </a:moveTo>
                  <a:lnTo>
                    <a:pt x="226" y="360"/>
                  </a:lnTo>
                  <a:lnTo>
                    <a:pt x="238" y="354"/>
                  </a:lnTo>
                  <a:lnTo>
                    <a:pt x="294" y="441"/>
                  </a:lnTo>
                  <a:lnTo>
                    <a:pt x="282" y="449"/>
                  </a:lnTo>
                  <a:close/>
                  <a:moveTo>
                    <a:pt x="206" y="328"/>
                  </a:moveTo>
                  <a:lnTo>
                    <a:pt x="149" y="241"/>
                  </a:lnTo>
                  <a:lnTo>
                    <a:pt x="160" y="233"/>
                  </a:lnTo>
                  <a:lnTo>
                    <a:pt x="216" y="321"/>
                  </a:lnTo>
                  <a:lnTo>
                    <a:pt x="206" y="328"/>
                  </a:lnTo>
                  <a:close/>
                  <a:moveTo>
                    <a:pt x="128" y="207"/>
                  </a:moveTo>
                  <a:lnTo>
                    <a:pt x="72" y="120"/>
                  </a:lnTo>
                  <a:lnTo>
                    <a:pt x="84" y="112"/>
                  </a:lnTo>
                  <a:lnTo>
                    <a:pt x="140" y="200"/>
                  </a:lnTo>
                  <a:lnTo>
                    <a:pt x="128" y="207"/>
                  </a:lnTo>
                  <a:close/>
                  <a:moveTo>
                    <a:pt x="50" y="87"/>
                  </a:moveTo>
                  <a:lnTo>
                    <a:pt x="0" y="8"/>
                  </a:lnTo>
                  <a:lnTo>
                    <a:pt x="12" y="0"/>
                  </a:lnTo>
                  <a:lnTo>
                    <a:pt x="62" y="80"/>
                  </a:lnTo>
                  <a:lnTo>
                    <a:pt x="50" y="87"/>
                  </a:lnTo>
                  <a:close/>
                </a:path>
              </a:pathLst>
            </a:custGeom>
            <a:solidFill>
              <a:srgbClr val="993366"/>
            </a:solidFill>
            <a:ln w="1588">
              <a:solidFill>
                <a:srgbClr val="99336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09" name="Freeform 565">
              <a:extLst>
                <a:ext uri="{FF2B5EF4-FFF2-40B4-BE49-F238E27FC236}">
                  <a16:creationId xmlns:a16="http://schemas.microsoft.com/office/drawing/2014/main" id="{5D7428A7-5C13-99D3-24A5-94731FA6D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1295"/>
              <a:ext cx="105" cy="79"/>
            </a:xfrm>
            <a:custGeom>
              <a:avLst/>
              <a:gdLst>
                <a:gd name="T0" fmla="*/ 105 w 105"/>
                <a:gd name="T1" fmla="*/ 141 h 74"/>
                <a:gd name="T2" fmla="*/ 104 w 105"/>
                <a:gd name="T3" fmla="*/ 131 h 74"/>
                <a:gd name="T4" fmla="*/ 100 w 105"/>
                <a:gd name="T5" fmla="*/ 119 h 74"/>
                <a:gd name="T6" fmla="*/ 97 w 105"/>
                <a:gd name="T7" fmla="*/ 108 h 74"/>
                <a:gd name="T8" fmla="*/ 93 w 105"/>
                <a:gd name="T9" fmla="*/ 96 h 74"/>
                <a:gd name="T10" fmla="*/ 89 w 105"/>
                <a:gd name="T11" fmla="*/ 85 h 74"/>
                <a:gd name="T12" fmla="*/ 84 w 105"/>
                <a:gd name="T13" fmla="*/ 74 h 74"/>
                <a:gd name="T14" fmla="*/ 79 w 105"/>
                <a:gd name="T15" fmla="*/ 64 h 74"/>
                <a:gd name="T16" fmla="*/ 74 w 105"/>
                <a:gd name="T17" fmla="*/ 56 h 74"/>
                <a:gd name="T18" fmla="*/ 66 w 105"/>
                <a:gd name="T19" fmla="*/ 40 h 74"/>
                <a:gd name="T20" fmla="*/ 57 w 105"/>
                <a:gd name="T21" fmla="*/ 29 h 74"/>
                <a:gd name="T22" fmla="*/ 48 w 105"/>
                <a:gd name="T23" fmla="*/ 21 h 74"/>
                <a:gd name="T24" fmla="*/ 39 w 105"/>
                <a:gd name="T25" fmla="*/ 6 h 74"/>
                <a:gd name="T26" fmla="*/ 29 w 105"/>
                <a:gd name="T27" fmla="*/ 4 h 74"/>
                <a:gd name="T28" fmla="*/ 20 w 105"/>
                <a:gd name="T29" fmla="*/ 1 h 74"/>
                <a:gd name="T30" fmla="*/ 9 w 105"/>
                <a:gd name="T31" fmla="*/ 0 h 74"/>
                <a:gd name="T32" fmla="*/ 0 w 105"/>
                <a:gd name="T33" fmla="*/ 0 h 7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05" h="74">
                  <a:moveTo>
                    <a:pt x="105" y="74"/>
                  </a:moveTo>
                  <a:lnTo>
                    <a:pt x="104" y="68"/>
                  </a:lnTo>
                  <a:lnTo>
                    <a:pt x="100" y="62"/>
                  </a:lnTo>
                  <a:lnTo>
                    <a:pt x="97" y="56"/>
                  </a:lnTo>
                  <a:lnTo>
                    <a:pt x="93" y="50"/>
                  </a:lnTo>
                  <a:lnTo>
                    <a:pt x="89" y="45"/>
                  </a:lnTo>
                  <a:lnTo>
                    <a:pt x="84" y="38"/>
                  </a:lnTo>
                  <a:lnTo>
                    <a:pt x="79" y="33"/>
                  </a:lnTo>
                  <a:lnTo>
                    <a:pt x="74" y="29"/>
                  </a:lnTo>
                  <a:lnTo>
                    <a:pt x="66" y="21"/>
                  </a:lnTo>
                  <a:lnTo>
                    <a:pt x="57" y="16"/>
                  </a:lnTo>
                  <a:lnTo>
                    <a:pt x="48" y="11"/>
                  </a:lnTo>
                  <a:lnTo>
                    <a:pt x="39" y="6"/>
                  </a:lnTo>
                  <a:lnTo>
                    <a:pt x="29" y="4"/>
                  </a:lnTo>
                  <a:lnTo>
                    <a:pt x="20" y="1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10" name="Freeform 566">
              <a:extLst>
                <a:ext uri="{FF2B5EF4-FFF2-40B4-BE49-F238E27FC236}">
                  <a16:creationId xmlns:a16="http://schemas.microsoft.com/office/drawing/2014/main" id="{662D1D4A-0478-2F2E-F11F-0BB1C0A96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1298"/>
              <a:ext cx="105" cy="77"/>
            </a:xfrm>
            <a:custGeom>
              <a:avLst/>
              <a:gdLst>
                <a:gd name="T0" fmla="*/ 0 w 105"/>
                <a:gd name="T1" fmla="*/ 142 h 72"/>
                <a:gd name="T2" fmla="*/ 3 w 105"/>
                <a:gd name="T3" fmla="*/ 129 h 72"/>
                <a:gd name="T4" fmla="*/ 5 w 105"/>
                <a:gd name="T5" fmla="*/ 117 h 72"/>
                <a:gd name="T6" fmla="*/ 9 w 105"/>
                <a:gd name="T7" fmla="*/ 106 h 72"/>
                <a:gd name="T8" fmla="*/ 13 w 105"/>
                <a:gd name="T9" fmla="*/ 94 h 72"/>
                <a:gd name="T10" fmla="*/ 17 w 105"/>
                <a:gd name="T11" fmla="*/ 83 h 72"/>
                <a:gd name="T12" fmla="*/ 21 w 105"/>
                <a:gd name="T13" fmla="*/ 73 h 72"/>
                <a:gd name="T14" fmla="*/ 26 w 105"/>
                <a:gd name="T15" fmla="*/ 63 h 72"/>
                <a:gd name="T16" fmla="*/ 31 w 105"/>
                <a:gd name="T17" fmla="*/ 52 h 72"/>
                <a:gd name="T18" fmla="*/ 40 w 105"/>
                <a:gd name="T19" fmla="*/ 42 h 72"/>
                <a:gd name="T20" fmla="*/ 49 w 105"/>
                <a:gd name="T21" fmla="*/ 26 h 72"/>
                <a:gd name="T22" fmla="*/ 58 w 105"/>
                <a:gd name="T23" fmla="*/ 20 h 72"/>
                <a:gd name="T24" fmla="*/ 67 w 105"/>
                <a:gd name="T25" fmla="*/ 6 h 72"/>
                <a:gd name="T26" fmla="*/ 76 w 105"/>
                <a:gd name="T27" fmla="*/ 2 h 72"/>
                <a:gd name="T28" fmla="*/ 87 w 105"/>
                <a:gd name="T29" fmla="*/ 1 h 72"/>
                <a:gd name="T30" fmla="*/ 96 w 105"/>
                <a:gd name="T31" fmla="*/ 0 h 72"/>
                <a:gd name="T32" fmla="*/ 105 w 105"/>
                <a:gd name="T33" fmla="*/ 0 h 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05" h="72">
                  <a:moveTo>
                    <a:pt x="0" y="72"/>
                  </a:moveTo>
                  <a:lnTo>
                    <a:pt x="3" y="66"/>
                  </a:lnTo>
                  <a:lnTo>
                    <a:pt x="5" y="60"/>
                  </a:lnTo>
                  <a:lnTo>
                    <a:pt x="9" y="54"/>
                  </a:lnTo>
                  <a:lnTo>
                    <a:pt x="13" y="48"/>
                  </a:lnTo>
                  <a:lnTo>
                    <a:pt x="17" y="43"/>
                  </a:lnTo>
                  <a:lnTo>
                    <a:pt x="21" y="37"/>
                  </a:lnTo>
                  <a:lnTo>
                    <a:pt x="26" y="32"/>
                  </a:lnTo>
                  <a:lnTo>
                    <a:pt x="31" y="27"/>
                  </a:lnTo>
                  <a:lnTo>
                    <a:pt x="40" y="21"/>
                  </a:lnTo>
                  <a:lnTo>
                    <a:pt x="49" y="14"/>
                  </a:lnTo>
                  <a:lnTo>
                    <a:pt x="58" y="10"/>
                  </a:lnTo>
                  <a:lnTo>
                    <a:pt x="67" y="6"/>
                  </a:lnTo>
                  <a:lnTo>
                    <a:pt x="76" y="2"/>
                  </a:lnTo>
                  <a:lnTo>
                    <a:pt x="87" y="1"/>
                  </a:lnTo>
                  <a:lnTo>
                    <a:pt x="96" y="0"/>
                  </a:lnTo>
                  <a:lnTo>
                    <a:pt x="10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11" name="Freeform 567">
              <a:extLst>
                <a:ext uri="{FF2B5EF4-FFF2-40B4-BE49-F238E27FC236}">
                  <a16:creationId xmlns:a16="http://schemas.microsoft.com/office/drawing/2014/main" id="{5F0D594D-1128-4B69-DB37-EFBF3F019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" y="1566"/>
              <a:ext cx="84" cy="14"/>
            </a:xfrm>
            <a:custGeom>
              <a:avLst/>
              <a:gdLst>
                <a:gd name="T0" fmla="*/ 84 w 84"/>
                <a:gd name="T1" fmla="*/ 0 h 13"/>
                <a:gd name="T2" fmla="*/ 78 w 84"/>
                <a:gd name="T3" fmla="*/ 2 h 13"/>
                <a:gd name="T4" fmla="*/ 71 w 84"/>
                <a:gd name="T5" fmla="*/ 6 h 13"/>
                <a:gd name="T6" fmla="*/ 65 w 84"/>
                <a:gd name="T7" fmla="*/ 18 h 13"/>
                <a:gd name="T8" fmla="*/ 58 w 84"/>
                <a:gd name="T9" fmla="*/ 20 h 13"/>
                <a:gd name="T10" fmla="*/ 50 w 84"/>
                <a:gd name="T11" fmla="*/ 22 h 13"/>
                <a:gd name="T12" fmla="*/ 44 w 84"/>
                <a:gd name="T13" fmla="*/ 24 h 13"/>
                <a:gd name="T14" fmla="*/ 36 w 84"/>
                <a:gd name="T15" fmla="*/ 26 h 13"/>
                <a:gd name="T16" fmla="*/ 28 w 84"/>
                <a:gd name="T17" fmla="*/ 26 h 13"/>
                <a:gd name="T18" fmla="*/ 21 w 84"/>
                <a:gd name="T19" fmla="*/ 26 h 13"/>
                <a:gd name="T20" fmla="*/ 14 w 84"/>
                <a:gd name="T21" fmla="*/ 24 h 13"/>
                <a:gd name="T22" fmla="*/ 6 w 84"/>
                <a:gd name="T23" fmla="*/ 22 h 13"/>
                <a:gd name="T24" fmla="*/ 0 w 84"/>
                <a:gd name="T25" fmla="*/ 20 h 1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4" h="13">
                  <a:moveTo>
                    <a:pt x="84" y="0"/>
                  </a:moveTo>
                  <a:lnTo>
                    <a:pt x="78" y="2"/>
                  </a:lnTo>
                  <a:lnTo>
                    <a:pt x="71" y="6"/>
                  </a:lnTo>
                  <a:lnTo>
                    <a:pt x="65" y="8"/>
                  </a:lnTo>
                  <a:lnTo>
                    <a:pt x="58" y="10"/>
                  </a:lnTo>
                  <a:lnTo>
                    <a:pt x="50" y="11"/>
                  </a:lnTo>
                  <a:lnTo>
                    <a:pt x="44" y="12"/>
                  </a:lnTo>
                  <a:lnTo>
                    <a:pt x="36" y="13"/>
                  </a:lnTo>
                  <a:lnTo>
                    <a:pt x="28" y="13"/>
                  </a:lnTo>
                  <a:lnTo>
                    <a:pt x="21" y="13"/>
                  </a:lnTo>
                  <a:lnTo>
                    <a:pt x="14" y="12"/>
                  </a:lnTo>
                  <a:lnTo>
                    <a:pt x="6" y="11"/>
                  </a:lnTo>
                  <a:lnTo>
                    <a:pt x="0" y="1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12" name="Rectangle 568">
              <a:extLst>
                <a:ext uri="{FF2B5EF4-FFF2-40B4-BE49-F238E27FC236}">
                  <a16:creationId xmlns:a16="http://schemas.microsoft.com/office/drawing/2014/main" id="{81DFC767-6D61-C8E7-BCBC-DE260234B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1" y="1239"/>
              <a:ext cx="2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13" name="Rectangle 569">
              <a:extLst>
                <a:ext uri="{FF2B5EF4-FFF2-40B4-BE49-F238E27FC236}">
                  <a16:creationId xmlns:a16="http://schemas.microsoft.com/office/drawing/2014/main" id="{F90F0A68-8D1C-2BF5-5AA0-2F83B6940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" y="1143"/>
              <a:ext cx="54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14" name="Rectangle 570">
              <a:extLst>
                <a:ext uri="{FF2B5EF4-FFF2-40B4-BE49-F238E27FC236}">
                  <a16:creationId xmlns:a16="http://schemas.microsoft.com/office/drawing/2014/main" id="{7035F18A-E5FF-AC88-40B9-EC0A48AE7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2" y="1244"/>
              <a:ext cx="42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15" name="Rectangle 571">
              <a:extLst>
                <a:ext uri="{FF2B5EF4-FFF2-40B4-BE49-F238E27FC236}">
                  <a16:creationId xmlns:a16="http://schemas.microsoft.com/office/drawing/2014/main" id="{D53DA8D8-C476-CE00-1A69-E2D4B1D00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" y="1149"/>
              <a:ext cx="5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16" name="Rectangle 572">
              <a:extLst>
                <a:ext uri="{FF2B5EF4-FFF2-40B4-BE49-F238E27FC236}">
                  <a16:creationId xmlns:a16="http://schemas.microsoft.com/office/drawing/2014/main" id="{37141EE1-E6F4-EF05-8A60-BA3F0DA2D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1689"/>
              <a:ext cx="29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17" name="Rectangle 573">
              <a:extLst>
                <a:ext uri="{FF2B5EF4-FFF2-40B4-BE49-F238E27FC236}">
                  <a16:creationId xmlns:a16="http://schemas.microsoft.com/office/drawing/2014/main" id="{4221E7E3-D1FA-ACBE-E821-907DAD9AF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" y="1594"/>
              <a:ext cx="53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18" name="Rectangle 574">
              <a:extLst>
                <a:ext uri="{FF2B5EF4-FFF2-40B4-BE49-F238E27FC236}">
                  <a16:creationId xmlns:a16="http://schemas.microsoft.com/office/drawing/2014/main" id="{71606EFF-70C4-E07A-C31D-4D7DD0D6B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88"/>
              <a:ext cx="40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19" name="Rectangle 575">
              <a:extLst>
                <a:ext uri="{FF2B5EF4-FFF2-40B4-BE49-F238E27FC236}">
                  <a16:creationId xmlns:a16="http://schemas.microsoft.com/office/drawing/2014/main" id="{3A3A3463-F474-ACC4-7CE8-D892AAA3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7" y="1434"/>
              <a:ext cx="136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400" b="1">
                <a:solidFill>
                  <a:srgbClr val="000000"/>
                </a:solidFill>
              </a:endParaRPr>
            </a:p>
          </p:txBody>
        </p:sp>
        <p:sp>
          <p:nvSpPr>
            <p:cNvPr id="125020" name="Rectangle 576">
              <a:extLst>
                <a:ext uri="{FF2B5EF4-FFF2-40B4-BE49-F238E27FC236}">
                  <a16:creationId xmlns:a16="http://schemas.microsoft.com/office/drawing/2014/main" id="{51CAA389-4776-D2B4-16F8-AE8637C8B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" y="1750"/>
              <a:ext cx="47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21" name="Rectangle 577">
              <a:extLst>
                <a:ext uri="{FF2B5EF4-FFF2-40B4-BE49-F238E27FC236}">
                  <a16:creationId xmlns:a16="http://schemas.microsoft.com/office/drawing/2014/main" id="{74AD5914-2161-B948-8538-23CB70B92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4" y="876"/>
              <a:ext cx="30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22" name="Rectangle 578">
              <a:extLst>
                <a:ext uri="{FF2B5EF4-FFF2-40B4-BE49-F238E27FC236}">
                  <a16:creationId xmlns:a16="http://schemas.microsoft.com/office/drawing/2014/main" id="{7FB7E994-EE0F-13A5-34A8-AEB9DE684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0" y="795"/>
              <a:ext cx="69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23" name="Rectangle 579">
              <a:extLst>
                <a:ext uri="{FF2B5EF4-FFF2-40B4-BE49-F238E27FC236}">
                  <a16:creationId xmlns:a16="http://schemas.microsoft.com/office/drawing/2014/main" id="{4711D6EA-0A9E-54B8-CBE5-916F01607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" y="795"/>
              <a:ext cx="5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//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24" name="Rectangle 580">
              <a:extLst>
                <a:ext uri="{FF2B5EF4-FFF2-40B4-BE49-F238E27FC236}">
                  <a16:creationId xmlns:a16="http://schemas.microsoft.com/office/drawing/2014/main" id="{CA924D2D-7F42-2874-EAED-6C66B07E9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795"/>
              <a:ext cx="2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25" name="Rectangle 581">
              <a:extLst>
                <a:ext uri="{FF2B5EF4-FFF2-40B4-BE49-F238E27FC236}">
                  <a16:creationId xmlns:a16="http://schemas.microsoft.com/office/drawing/2014/main" id="{13D6218F-4D2F-A389-6FFE-0868F2698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4" y="712"/>
              <a:ext cx="70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26" name="Rectangle 582">
              <a:extLst>
                <a:ext uri="{FF2B5EF4-FFF2-40B4-BE49-F238E27FC236}">
                  <a16:creationId xmlns:a16="http://schemas.microsoft.com/office/drawing/2014/main" id="{58CCF8C7-0300-40F4-52A5-A0B554621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" y="1347"/>
              <a:ext cx="29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27" name="Rectangle 583">
              <a:extLst>
                <a:ext uri="{FF2B5EF4-FFF2-40B4-BE49-F238E27FC236}">
                  <a16:creationId xmlns:a16="http://schemas.microsoft.com/office/drawing/2014/main" id="{F61E4DDA-2A6A-8A2C-39BE-CCEC2ED52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3" y="1339"/>
              <a:ext cx="6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>
                  <a:solidFill>
                    <a:srgbClr val="000000"/>
                  </a:solidFill>
                  <a:latin typeface="Symbol" panose="05050102010706020507" pitchFamily="18" charset="2"/>
                </a:rPr>
                <a:t>^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28" name="Rectangle 584">
              <a:extLst>
                <a:ext uri="{FF2B5EF4-FFF2-40B4-BE49-F238E27FC236}">
                  <a16:creationId xmlns:a16="http://schemas.microsoft.com/office/drawing/2014/main" id="{78898A1E-E1E5-4547-9007-7F090D7D2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1264"/>
              <a:ext cx="70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29" name="Rectangle 585">
              <a:extLst>
                <a:ext uri="{FF2B5EF4-FFF2-40B4-BE49-F238E27FC236}">
                  <a16:creationId xmlns:a16="http://schemas.microsoft.com/office/drawing/2014/main" id="{CB9976D3-EDE1-9398-C664-E33DE05DC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2" y="1072"/>
              <a:ext cx="309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rPr>
                <a:t>入射波</a:t>
              </a:r>
              <a:endParaRPr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125030" name="Rectangle 586">
              <a:extLst>
                <a:ext uri="{FF2B5EF4-FFF2-40B4-BE49-F238E27FC236}">
                  <a16:creationId xmlns:a16="http://schemas.microsoft.com/office/drawing/2014/main" id="{D4E3436F-62F6-BE26-2C09-15C25EF86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" y="1065"/>
              <a:ext cx="26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1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125031" name="Rectangle 587">
              <a:extLst>
                <a:ext uri="{FF2B5EF4-FFF2-40B4-BE49-F238E27FC236}">
                  <a16:creationId xmlns:a16="http://schemas.microsoft.com/office/drawing/2014/main" id="{181B46F0-5BDC-F9FC-962F-BA9905D28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1" y="814"/>
              <a:ext cx="30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rPr>
                <a:t>反射波</a:t>
              </a:r>
              <a:endParaRPr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125032" name="Rectangle 588">
              <a:extLst>
                <a:ext uri="{FF2B5EF4-FFF2-40B4-BE49-F238E27FC236}">
                  <a16:creationId xmlns:a16="http://schemas.microsoft.com/office/drawing/2014/main" id="{462FCC01-815F-035D-8BB3-289C575B7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5" y="808"/>
              <a:ext cx="26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1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125033" name="Rectangle 589">
              <a:extLst>
                <a:ext uri="{FF2B5EF4-FFF2-40B4-BE49-F238E27FC236}">
                  <a16:creationId xmlns:a16="http://schemas.microsoft.com/office/drawing/2014/main" id="{FD72E3E7-7DF0-A601-1187-C6BACAFA7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4" y="1955"/>
              <a:ext cx="30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rPr>
                <a:t>透射波</a:t>
              </a:r>
              <a:endParaRPr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125034" name="Rectangle 590">
              <a:extLst>
                <a:ext uri="{FF2B5EF4-FFF2-40B4-BE49-F238E27FC236}">
                  <a16:creationId xmlns:a16="http://schemas.microsoft.com/office/drawing/2014/main" id="{CA942423-D047-A3E2-8B34-A3CCB148D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8" y="1949"/>
              <a:ext cx="26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1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125035" name="Rectangle 591">
              <a:extLst>
                <a:ext uri="{FF2B5EF4-FFF2-40B4-BE49-F238E27FC236}">
                  <a16:creationId xmlns:a16="http://schemas.microsoft.com/office/drawing/2014/main" id="{D8F6E858-7BDA-5C09-9BBA-E711ECA99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2" y="1499"/>
              <a:ext cx="310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rPr>
                <a:t>分界面</a:t>
              </a:r>
              <a:endParaRPr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125036" name="Rectangle 592">
              <a:extLst>
                <a:ext uri="{FF2B5EF4-FFF2-40B4-BE49-F238E27FC236}">
                  <a16:creationId xmlns:a16="http://schemas.microsoft.com/office/drawing/2014/main" id="{F55C5239-BC80-92F4-61F1-5E6FA7389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" y="1493"/>
              <a:ext cx="27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1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125037" name="Rectangle 593">
              <a:extLst>
                <a:ext uri="{FF2B5EF4-FFF2-40B4-BE49-F238E27FC236}">
                  <a16:creationId xmlns:a16="http://schemas.microsoft.com/office/drawing/2014/main" id="{67703B88-5DB4-51F6-8C20-E588BCBDF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2" y="643"/>
              <a:ext cx="31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1400" b="1">
                  <a:solidFill>
                    <a:srgbClr val="000000"/>
                  </a:solidFill>
                  <a:latin typeface="宋体" panose="02010600030101010101" pitchFamily="2" charset="-122"/>
                </a:rPr>
                <a:t>入射面</a:t>
              </a:r>
              <a:endParaRPr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125038" name="Rectangle 594">
              <a:extLst>
                <a:ext uri="{FF2B5EF4-FFF2-40B4-BE49-F238E27FC236}">
                  <a16:creationId xmlns:a16="http://schemas.microsoft.com/office/drawing/2014/main" id="{A67FACF6-C35A-4D96-9C21-6111C53C4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" y="636"/>
              <a:ext cx="27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1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1400">
                <a:solidFill>
                  <a:srgbClr val="000000"/>
                </a:solidFill>
              </a:endParaRPr>
            </a:p>
          </p:txBody>
        </p:sp>
        <p:sp>
          <p:nvSpPr>
            <p:cNvPr id="125039" name="Freeform 595">
              <a:extLst>
                <a:ext uri="{FF2B5EF4-FFF2-40B4-BE49-F238E27FC236}">
                  <a16:creationId xmlns:a16="http://schemas.microsoft.com/office/drawing/2014/main" id="{62E59EDA-4F27-BB19-3D0C-EB19C88CC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22" y="1136"/>
              <a:ext cx="194" cy="183"/>
            </a:xfrm>
            <a:custGeom>
              <a:avLst/>
              <a:gdLst>
                <a:gd name="T0" fmla="*/ 194 w 194"/>
                <a:gd name="T1" fmla="*/ 30 h 171"/>
                <a:gd name="T2" fmla="*/ 79 w 194"/>
                <a:gd name="T3" fmla="*/ 228 h 171"/>
                <a:gd name="T4" fmla="*/ 64 w 194"/>
                <a:gd name="T5" fmla="*/ 199 h 171"/>
                <a:gd name="T6" fmla="*/ 178 w 194"/>
                <a:gd name="T7" fmla="*/ 0 h 171"/>
                <a:gd name="T8" fmla="*/ 194 w 194"/>
                <a:gd name="T9" fmla="*/ 30 h 171"/>
                <a:gd name="T10" fmla="*/ 94 w 194"/>
                <a:gd name="T11" fmla="*/ 228 h 171"/>
                <a:gd name="T12" fmla="*/ 0 w 194"/>
                <a:gd name="T13" fmla="*/ 338 h 171"/>
                <a:gd name="T14" fmla="*/ 64 w 194"/>
                <a:gd name="T15" fmla="*/ 168 h 171"/>
                <a:gd name="T16" fmla="*/ 94 w 194"/>
                <a:gd name="T17" fmla="*/ 228 h 1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4" h="171">
                  <a:moveTo>
                    <a:pt x="194" y="16"/>
                  </a:moveTo>
                  <a:lnTo>
                    <a:pt x="79" y="116"/>
                  </a:lnTo>
                  <a:lnTo>
                    <a:pt x="64" y="101"/>
                  </a:lnTo>
                  <a:lnTo>
                    <a:pt x="178" y="0"/>
                  </a:lnTo>
                  <a:lnTo>
                    <a:pt x="194" y="16"/>
                  </a:lnTo>
                  <a:close/>
                  <a:moveTo>
                    <a:pt x="94" y="116"/>
                  </a:moveTo>
                  <a:lnTo>
                    <a:pt x="0" y="171"/>
                  </a:lnTo>
                  <a:lnTo>
                    <a:pt x="64" y="86"/>
                  </a:lnTo>
                  <a:lnTo>
                    <a:pt x="94" y="116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40" name="Freeform 596">
              <a:extLst>
                <a:ext uri="{FF2B5EF4-FFF2-40B4-BE49-F238E27FC236}">
                  <a16:creationId xmlns:a16="http://schemas.microsoft.com/office/drawing/2014/main" id="{EDE93619-F201-2A49-A263-72764783CD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28" y="867"/>
              <a:ext cx="175" cy="296"/>
            </a:xfrm>
            <a:custGeom>
              <a:avLst/>
              <a:gdLst>
                <a:gd name="T0" fmla="*/ 58 w 175"/>
                <a:gd name="T1" fmla="*/ 150 h 276"/>
                <a:gd name="T2" fmla="*/ 175 w 175"/>
                <a:gd name="T3" fmla="*/ 533 h 276"/>
                <a:gd name="T4" fmla="*/ 157 w 175"/>
                <a:gd name="T5" fmla="*/ 554 h 276"/>
                <a:gd name="T6" fmla="*/ 39 w 175"/>
                <a:gd name="T7" fmla="*/ 172 h 276"/>
                <a:gd name="T8" fmla="*/ 58 w 175"/>
                <a:gd name="T9" fmla="*/ 150 h 276"/>
                <a:gd name="T10" fmla="*/ 35 w 175"/>
                <a:gd name="T11" fmla="*/ 202 h 276"/>
                <a:gd name="T12" fmla="*/ 0 w 175"/>
                <a:gd name="T13" fmla="*/ 0 h 276"/>
                <a:gd name="T14" fmla="*/ 73 w 175"/>
                <a:gd name="T15" fmla="*/ 160 h 276"/>
                <a:gd name="T16" fmla="*/ 35 w 175"/>
                <a:gd name="T17" fmla="*/ 202 h 2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5" h="276">
                  <a:moveTo>
                    <a:pt x="58" y="75"/>
                  </a:moveTo>
                  <a:lnTo>
                    <a:pt x="175" y="265"/>
                  </a:lnTo>
                  <a:lnTo>
                    <a:pt x="157" y="276"/>
                  </a:lnTo>
                  <a:lnTo>
                    <a:pt x="39" y="85"/>
                  </a:lnTo>
                  <a:lnTo>
                    <a:pt x="58" y="75"/>
                  </a:lnTo>
                  <a:close/>
                  <a:moveTo>
                    <a:pt x="35" y="100"/>
                  </a:moveTo>
                  <a:lnTo>
                    <a:pt x="0" y="0"/>
                  </a:lnTo>
                  <a:lnTo>
                    <a:pt x="73" y="79"/>
                  </a:lnTo>
                  <a:lnTo>
                    <a:pt x="35" y="100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41" name="Freeform 597">
              <a:extLst>
                <a:ext uri="{FF2B5EF4-FFF2-40B4-BE49-F238E27FC236}">
                  <a16:creationId xmlns:a16="http://schemas.microsoft.com/office/drawing/2014/main" id="{85AE68DC-DB09-E2F1-6731-99E4824388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68" y="1065"/>
              <a:ext cx="153" cy="239"/>
            </a:xfrm>
            <a:custGeom>
              <a:avLst/>
              <a:gdLst>
                <a:gd name="T0" fmla="*/ 9 w 153"/>
                <a:gd name="T1" fmla="*/ 0 h 223"/>
                <a:gd name="T2" fmla="*/ 32 w 153"/>
                <a:gd name="T3" fmla="*/ 68 h 223"/>
                <a:gd name="T4" fmla="*/ 23 w 153"/>
                <a:gd name="T5" fmla="*/ 80 h 223"/>
                <a:gd name="T6" fmla="*/ 0 w 153"/>
                <a:gd name="T7" fmla="*/ 6 h 223"/>
                <a:gd name="T8" fmla="*/ 9 w 153"/>
                <a:gd name="T9" fmla="*/ 0 h 223"/>
                <a:gd name="T10" fmla="*/ 49 w 153"/>
                <a:gd name="T11" fmla="*/ 121 h 223"/>
                <a:gd name="T12" fmla="*/ 72 w 153"/>
                <a:gd name="T13" fmla="*/ 191 h 223"/>
                <a:gd name="T14" fmla="*/ 63 w 153"/>
                <a:gd name="T15" fmla="*/ 203 h 223"/>
                <a:gd name="T16" fmla="*/ 40 w 153"/>
                <a:gd name="T17" fmla="*/ 132 h 223"/>
                <a:gd name="T18" fmla="*/ 49 w 153"/>
                <a:gd name="T19" fmla="*/ 121 h 223"/>
                <a:gd name="T20" fmla="*/ 89 w 153"/>
                <a:gd name="T21" fmla="*/ 243 h 223"/>
                <a:gd name="T22" fmla="*/ 112 w 153"/>
                <a:gd name="T23" fmla="*/ 313 h 223"/>
                <a:gd name="T24" fmla="*/ 103 w 153"/>
                <a:gd name="T25" fmla="*/ 320 h 223"/>
                <a:gd name="T26" fmla="*/ 80 w 153"/>
                <a:gd name="T27" fmla="*/ 254 h 223"/>
                <a:gd name="T28" fmla="*/ 89 w 153"/>
                <a:gd name="T29" fmla="*/ 243 h 223"/>
                <a:gd name="T30" fmla="*/ 129 w 153"/>
                <a:gd name="T31" fmla="*/ 363 h 223"/>
                <a:gd name="T32" fmla="*/ 153 w 153"/>
                <a:gd name="T33" fmla="*/ 431 h 223"/>
                <a:gd name="T34" fmla="*/ 143 w 153"/>
                <a:gd name="T35" fmla="*/ 446 h 223"/>
                <a:gd name="T36" fmla="*/ 120 w 153"/>
                <a:gd name="T37" fmla="*/ 374 h 223"/>
                <a:gd name="T38" fmla="*/ 129 w 153"/>
                <a:gd name="T39" fmla="*/ 363 h 22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53" h="223">
                  <a:moveTo>
                    <a:pt x="9" y="0"/>
                  </a:moveTo>
                  <a:lnTo>
                    <a:pt x="32" y="34"/>
                  </a:lnTo>
                  <a:lnTo>
                    <a:pt x="23" y="40"/>
                  </a:lnTo>
                  <a:lnTo>
                    <a:pt x="0" y="6"/>
                  </a:lnTo>
                  <a:lnTo>
                    <a:pt x="9" y="0"/>
                  </a:lnTo>
                  <a:close/>
                  <a:moveTo>
                    <a:pt x="49" y="60"/>
                  </a:moveTo>
                  <a:lnTo>
                    <a:pt x="72" y="96"/>
                  </a:lnTo>
                  <a:lnTo>
                    <a:pt x="63" y="101"/>
                  </a:lnTo>
                  <a:lnTo>
                    <a:pt x="40" y="66"/>
                  </a:lnTo>
                  <a:lnTo>
                    <a:pt x="49" y="60"/>
                  </a:lnTo>
                  <a:close/>
                  <a:moveTo>
                    <a:pt x="89" y="122"/>
                  </a:moveTo>
                  <a:lnTo>
                    <a:pt x="112" y="156"/>
                  </a:lnTo>
                  <a:lnTo>
                    <a:pt x="103" y="161"/>
                  </a:lnTo>
                  <a:lnTo>
                    <a:pt x="80" y="127"/>
                  </a:lnTo>
                  <a:lnTo>
                    <a:pt x="89" y="122"/>
                  </a:lnTo>
                  <a:close/>
                  <a:moveTo>
                    <a:pt x="129" y="182"/>
                  </a:moveTo>
                  <a:lnTo>
                    <a:pt x="153" y="216"/>
                  </a:lnTo>
                  <a:lnTo>
                    <a:pt x="143" y="223"/>
                  </a:lnTo>
                  <a:lnTo>
                    <a:pt x="120" y="188"/>
                  </a:lnTo>
                  <a:lnTo>
                    <a:pt x="129" y="182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42" name="Freeform 598">
              <a:extLst>
                <a:ext uri="{FF2B5EF4-FFF2-40B4-BE49-F238E27FC236}">
                  <a16:creationId xmlns:a16="http://schemas.microsoft.com/office/drawing/2014/main" id="{EA7A9625-E980-092B-A1AD-5D92FD6FAA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5" y="871"/>
              <a:ext cx="203" cy="180"/>
            </a:xfrm>
            <a:custGeom>
              <a:avLst/>
              <a:gdLst>
                <a:gd name="T0" fmla="*/ 203 w 203"/>
                <a:gd name="T1" fmla="*/ 18 h 169"/>
                <a:gd name="T2" fmla="*/ 170 w 203"/>
                <a:gd name="T3" fmla="*/ 66 h 169"/>
                <a:gd name="T4" fmla="*/ 164 w 203"/>
                <a:gd name="T5" fmla="*/ 49 h 169"/>
                <a:gd name="T6" fmla="*/ 196 w 203"/>
                <a:gd name="T7" fmla="*/ 0 h 169"/>
                <a:gd name="T8" fmla="*/ 203 w 203"/>
                <a:gd name="T9" fmla="*/ 18 h 169"/>
                <a:gd name="T10" fmla="*/ 146 w 203"/>
                <a:gd name="T11" fmla="*/ 104 h 169"/>
                <a:gd name="T12" fmla="*/ 113 w 203"/>
                <a:gd name="T13" fmla="*/ 153 h 169"/>
                <a:gd name="T14" fmla="*/ 107 w 203"/>
                <a:gd name="T15" fmla="*/ 138 h 169"/>
                <a:gd name="T16" fmla="*/ 139 w 203"/>
                <a:gd name="T17" fmla="*/ 87 h 169"/>
                <a:gd name="T18" fmla="*/ 146 w 203"/>
                <a:gd name="T19" fmla="*/ 104 h 169"/>
                <a:gd name="T20" fmla="*/ 89 w 203"/>
                <a:gd name="T21" fmla="*/ 193 h 169"/>
                <a:gd name="T22" fmla="*/ 56 w 203"/>
                <a:gd name="T23" fmla="*/ 243 h 169"/>
                <a:gd name="T24" fmla="*/ 49 w 203"/>
                <a:gd name="T25" fmla="*/ 228 h 169"/>
                <a:gd name="T26" fmla="*/ 82 w 203"/>
                <a:gd name="T27" fmla="*/ 177 h 169"/>
                <a:gd name="T28" fmla="*/ 89 w 203"/>
                <a:gd name="T29" fmla="*/ 193 h 169"/>
                <a:gd name="T30" fmla="*/ 32 w 203"/>
                <a:gd name="T31" fmla="*/ 278 h 169"/>
                <a:gd name="T32" fmla="*/ 6 w 203"/>
                <a:gd name="T33" fmla="*/ 316 h 169"/>
                <a:gd name="T34" fmla="*/ 0 w 203"/>
                <a:gd name="T35" fmla="*/ 306 h 169"/>
                <a:gd name="T36" fmla="*/ 24 w 203"/>
                <a:gd name="T37" fmla="*/ 264 h 169"/>
                <a:gd name="T38" fmla="*/ 32 w 203"/>
                <a:gd name="T39" fmla="*/ 278 h 16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03" h="169">
                  <a:moveTo>
                    <a:pt x="203" y="8"/>
                  </a:moveTo>
                  <a:lnTo>
                    <a:pt x="170" y="35"/>
                  </a:lnTo>
                  <a:lnTo>
                    <a:pt x="164" y="26"/>
                  </a:lnTo>
                  <a:lnTo>
                    <a:pt x="196" y="0"/>
                  </a:lnTo>
                  <a:lnTo>
                    <a:pt x="203" y="8"/>
                  </a:lnTo>
                  <a:close/>
                  <a:moveTo>
                    <a:pt x="146" y="55"/>
                  </a:moveTo>
                  <a:lnTo>
                    <a:pt x="113" y="82"/>
                  </a:lnTo>
                  <a:lnTo>
                    <a:pt x="107" y="74"/>
                  </a:lnTo>
                  <a:lnTo>
                    <a:pt x="139" y="47"/>
                  </a:lnTo>
                  <a:lnTo>
                    <a:pt x="146" y="55"/>
                  </a:lnTo>
                  <a:close/>
                  <a:moveTo>
                    <a:pt x="89" y="102"/>
                  </a:moveTo>
                  <a:lnTo>
                    <a:pt x="56" y="129"/>
                  </a:lnTo>
                  <a:lnTo>
                    <a:pt x="49" y="121"/>
                  </a:lnTo>
                  <a:lnTo>
                    <a:pt x="82" y="94"/>
                  </a:lnTo>
                  <a:lnTo>
                    <a:pt x="89" y="102"/>
                  </a:lnTo>
                  <a:close/>
                  <a:moveTo>
                    <a:pt x="32" y="148"/>
                  </a:moveTo>
                  <a:lnTo>
                    <a:pt x="6" y="169"/>
                  </a:lnTo>
                  <a:lnTo>
                    <a:pt x="0" y="162"/>
                  </a:lnTo>
                  <a:lnTo>
                    <a:pt x="24" y="141"/>
                  </a:lnTo>
                  <a:lnTo>
                    <a:pt x="32" y="148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43" name="Freeform 599">
              <a:extLst>
                <a:ext uri="{FF2B5EF4-FFF2-40B4-BE49-F238E27FC236}">
                  <a16:creationId xmlns:a16="http://schemas.microsoft.com/office/drawing/2014/main" id="{8F23CC47-E8FD-92F2-C1EA-245E20D334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63" y="1043"/>
              <a:ext cx="321" cy="121"/>
            </a:xfrm>
            <a:custGeom>
              <a:avLst/>
              <a:gdLst>
                <a:gd name="T0" fmla="*/ 314 w 321"/>
                <a:gd name="T1" fmla="*/ 225 h 113"/>
                <a:gd name="T2" fmla="*/ 89 w 321"/>
                <a:gd name="T3" fmla="*/ 77 h 113"/>
                <a:gd name="T4" fmla="*/ 95 w 321"/>
                <a:gd name="T5" fmla="*/ 36 h 113"/>
                <a:gd name="T6" fmla="*/ 321 w 321"/>
                <a:gd name="T7" fmla="*/ 185 h 113"/>
                <a:gd name="T8" fmla="*/ 314 w 321"/>
                <a:gd name="T9" fmla="*/ 225 h 113"/>
                <a:gd name="T10" fmla="*/ 95 w 321"/>
                <a:gd name="T11" fmla="*/ 106 h 113"/>
                <a:gd name="T12" fmla="*/ 0 w 321"/>
                <a:gd name="T13" fmla="*/ 0 h 113"/>
                <a:gd name="T14" fmla="*/ 110 w 321"/>
                <a:gd name="T15" fmla="*/ 24 h 113"/>
                <a:gd name="T16" fmla="*/ 95 w 321"/>
                <a:gd name="T17" fmla="*/ 106 h 1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1" h="113">
                  <a:moveTo>
                    <a:pt x="314" y="113"/>
                  </a:moveTo>
                  <a:lnTo>
                    <a:pt x="89" y="39"/>
                  </a:lnTo>
                  <a:lnTo>
                    <a:pt x="95" y="19"/>
                  </a:lnTo>
                  <a:lnTo>
                    <a:pt x="321" y="93"/>
                  </a:lnTo>
                  <a:lnTo>
                    <a:pt x="314" y="113"/>
                  </a:lnTo>
                  <a:close/>
                  <a:moveTo>
                    <a:pt x="95" y="53"/>
                  </a:moveTo>
                  <a:lnTo>
                    <a:pt x="0" y="0"/>
                  </a:lnTo>
                  <a:lnTo>
                    <a:pt x="110" y="13"/>
                  </a:lnTo>
                  <a:lnTo>
                    <a:pt x="95" y="53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44" name="Freeform 600">
              <a:extLst>
                <a:ext uri="{FF2B5EF4-FFF2-40B4-BE49-F238E27FC236}">
                  <a16:creationId xmlns:a16="http://schemas.microsoft.com/office/drawing/2014/main" id="{DE70891C-5C8E-19FA-A057-B4A9F4E6F5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33" y="1761"/>
              <a:ext cx="192" cy="210"/>
            </a:xfrm>
            <a:custGeom>
              <a:avLst/>
              <a:gdLst>
                <a:gd name="T0" fmla="*/ 192 w 192"/>
                <a:gd name="T1" fmla="*/ 27 h 196"/>
                <a:gd name="T2" fmla="*/ 46 w 192"/>
                <a:gd name="T3" fmla="*/ 332 h 196"/>
                <a:gd name="T4" fmla="*/ 29 w 192"/>
                <a:gd name="T5" fmla="*/ 303 h 196"/>
                <a:gd name="T6" fmla="*/ 176 w 192"/>
                <a:gd name="T7" fmla="*/ 0 h 196"/>
                <a:gd name="T8" fmla="*/ 192 w 192"/>
                <a:gd name="T9" fmla="*/ 27 h 196"/>
                <a:gd name="T10" fmla="*/ 60 w 192"/>
                <a:gd name="T11" fmla="*/ 332 h 196"/>
                <a:gd name="T12" fmla="*/ 0 w 192"/>
                <a:gd name="T13" fmla="*/ 390 h 196"/>
                <a:gd name="T14" fmla="*/ 29 w 192"/>
                <a:gd name="T15" fmla="*/ 274 h 196"/>
                <a:gd name="T16" fmla="*/ 60 w 192"/>
                <a:gd name="T17" fmla="*/ 332 h 19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2" h="196">
                  <a:moveTo>
                    <a:pt x="192" y="14"/>
                  </a:moveTo>
                  <a:lnTo>
                    <a:pt x="46" y="165"/>
                  </a:lnTo>
                  <a:lnTo>
                    <a:pt x="29" y="152"/>
                  </a:lnTo>
                  <a:lnTo>
                    <a:pt x="176" y="0"/>
                  </a:lnTo>
                  <a:lnTo>
                    <a:pt x="192" y="14"/>
                  </a:lnTo>
                  <a:close/>
                  <a:moveTo>
                    <a:pt x="60" y="165"/>
                  </a:moveTo>
                  <a:lnTo>
                    <a:pt x="0" y="196"/>
                  </a:lnTo>
                  <a:lnTo>
                    <a:pt x="29" y="137"/>
                  </a:lnTo>
                  <a:lnTo>
                    <a:pt x="60" y="165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45" name="Freeform 601">
              <a:extLst>
                <a:ext uri="{FF2B5EF4-FFF2-40B4-BE49-F238E27FC236}">
                  <a16:creationId xmlns:a16="http://schemas.microsoft.com/office/drawing/2014/main" id="{B2536604-AC71-2AEB-02F4-54054AB37C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6" y="1629"/>
              <a:ext cx="315" cy="150"/>
            </a:xfrm>
            <a:custGeom>
              <a:avLst/>
              <a:gdLst>
                <a:gd name="T0" fmla="*/ 231 w 315"/>
                <a:gd name="T1" fmla="*/ 93 h 140"/>
                <a:gd name="T2" fmla="*/ 9 w 315"/>
                <a:gd name="T3" fmla="*/ 279 h 140"/>
                <a:gd name="T4" fmla="*/ 0 w 315"/>
                <a:gd name="T5" fmla="*/ 243 h 140"/>
                <a:gd name="T6" fmla="*/ 224 w 315"/>
                <a:gd name="T7" fmla="*/ 55 h 140"/>
                <a:gd name="T8" fmla="*/ 231 w 315"/>
                <a:gd name="T9" fmla="*/ 93 h 140"/>
                <a:gd name="T10" fmla="*/ 209 w 315"/>
                <a:gd name="T11" fmla="*/ 47 h 140"/>
                <a:gd name="T12" fmla="*/ 315 w 315"/>
                <a:gd name="T13" fmla="*/ 0 h 140"/>
                <a:gd name="T14" fmla="*/ 226 w 315"/>
                <a:gd name="T15" fmla="*/ 121 h 140"/>
                <a:gd name="T16" fmla="*/ 209 w 315"/>
                <a:gd name="T17" fmla="*/ 47 h 1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5" h="140">
                  <a:moveTo>
                    <a:pt x="231" y="47"/>
                  </a:moveTo>
                  <a:lnTo>
                    <a:pt x="9" y="140"/>
                  </a:lnTo>
                  <a:lnTo>
                    <a:pt x="0" y="122"/>
                  </a:lnTo>
                  <a:lnTo>
                    <a:pt x="224" y="28"/>
                  </a:lnTo>
                  <a:lnTo>
                    <a:pt x="231" y="47"/>
                  </a:lnTo>
                  <a:close/>
                  <a:moveTo>
                    <a:pt x="209" y="23"/>
                  </a:moveTo>
                  <a:lnTo>
                    <a:pt x="315" y="0"/>
                  </a:lnTo>
                  <a:lnTo>
                    <a:pt x="226" y="60"/>
                  </a:lnTo>
                  <a:lnTo>
                    <a:pt x="209" y="23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46" name="Freeform 602">
              <a:extLst>
                <a:ext uri="{FF2B5EF4-FFF2-40B4-BE49-F238E27FC236}">
                  <a16:creationId xmlns:a16="http://schemas.microsoft.com/office/drawing/2014/main" id="{8C121626-5F36-BC90-5B63-8E2705670A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00" y="1756"/>
              <a:ext cx="198" cy="74"/>
            </a:xfrm>
            <a:custGeom>
              <a:avLst/>
              <a:gdLst>
                <a:gd name="T0" fmla="*/ 7 w 198"/>
                <a:gd name="T1" fmla="*/ 0 h 69"/>
                <a:gd name="T2" fmla="*/ 149 w 198"/>
                <a:gd name="T3" fmla="*/ 88 h 69"/>
                <a:gd name="T4" fmla="*/ 143 w 198"/>
                <a:gd name="T5" fmla="*/ 129 h 69"/>
                <a:gd name="T6" fmla="*/ 0 w 198"/>
                <a:gd name="T7" fmla="*/ 41 h 69"/>
                <a:gd name="T8" fmla="*/ 7 w 198"/>
                <a:gd name="T9" fmla="*/ 0 h 69"/>
                <a:gd name="T10" fmla="*/ 143 w 198"/>
                <a:gd name="T11" fmla="*/ 62 h 69"/>
                <a:gd name="T12" fmla="*/ 198 w 198"/>
                <a:gd name="T13" fmla="*/ 138 h 69"/>
                <a:gd name="T14" fmla="*/ 130 w 198"/>
                <a:gd name="T15" fmla="*/ 139 h 69"/>
                <a:gd name="T16" fmla="*/ 143 w 198"/>
                <a:gd name="T17" fmla="*/ 62 h 6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8" h="69">
                  <a:moveTo>
                    <a:pt x="7" y="0"/>
                  </a:moveTo>
                  <a:lnTo>
                    <a:pt x="149" y="44"/>
                  </a:lnTo>
                  <a:lnTo>
                    <a:pt x="143" y="63"/>
                  </a:lnTo>
                  <a:lnTo>
                    <a:pt x="0" y="20"/>
                  </a:lnTo>
                  <a:lnTo>
                    <a:pt x="7" y="0"/>
                  </a:lnTo>
                  <a:close/>
                  <a:moveTo>
                    <a:pt x="143" y="31"/>
                  </a:moveTo>
                  <a:lnTo>
                    <a:pt x="198" y="68"/>
                  </a:lnTo>
                  <a:lnTo>
                    <a:pt x="130" y="69"/>
                  </a:lnTo>
                  <a:lnTo>
                    <a:pt x="143" y="31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47" name="Freeform 603">
              <a:extLst>
                <a:ext uri="{FF2B5EF4-FFF2-40B4-BE49-F238E27FC236}">
                  <a16:creationId xmlns:a16="http://schemas.microsoft.com/office/drawing/2014/main" id="{2DFCDE67-1137-37C4-8F45-183DF47F36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53" y="1840"/>
              <a:ext cx="302" cy="143"/>
            </a:xfrm>
            <a:custGeom>
              <a:avLst/>
              <a:gdLst>
                <a:gd name="T0" fmla="*/ 248 w 302"/>
                <a:gd name="T1" fmla="*/ 57 h 134"/>
                <a:gd name="T2" fmla="*/ 246 w 302"/>
                <a:gd name="T3" fmla="*/ 57 h 134"/>
                <a:gd name="T4" fmla="*/ 243 w 302"/>
                <a:gd name="T5" fmla="*/ 51 h 134"/>
                <a:gd name="T6" fmla="*/ 243 w 302"/>
                <a:gd name="T7" fmla="*/ 48 h 134"/>
                <a:gd name="T8" fmla="*/ 246 w 302"/>
                <a:gd name="T9" fmla="*/ 42 h 134"/>
                <a:gd name="T10" fmla="*/ 299 w 302"/>
                <a:gd name="T11" fmla="*/ 0 h 134"/>
                <a:gd name="T12" fmla="*/ 301 w 302"/>
                <a:gd name="T13" fmla="*/ 1 h 134"/>
                <a:gd name="T14" fmla="*/ 302 w 302"/>
                <a:gd name="T15" fmla="*/ 4 h 134"/>
                <a:gd name="T16" fmla="*/ 301 w 302"/>
                <a:gd name="T17" fmla="*/ 6 h 134"/>
                <a:gd name="T18" fmla="*/ 300 w 302"/>
                <a:gd name="T19" fmla="*/ 7 h 134"/>
                <a:gd name="T20" fmla="*/ 168 w 302"/>
                <a:gd name="T21" fmla="*/ 123 h 134"/>
                <a:gd name="T22" fmla="*/ 164 w 302"/>
                <a:gd name="T23" fmla="*/ 123 h 134"/>
                <a:gd name="T24" fmla="*/ 161 w 302"/>
                <a:gd name="T25" fmla="*/ 122 h 134"/>
                <a:gd name="T26" fmla="*/ 161 w 302"/>
                <a:gd name="T27" fmla="*/ 114 h 134"/>
                <a:gd name="T28" fmla="*/ 164 w 302"/>
                <a:gd name="T29" fmla="*/ 109 h 134"/>
                <a:gd name="T30" fmla="*/ 217 w 302"/>
                <a:gd name="T31" fmla="*/ 66 h 134"/>
                <a:gd name="T32" fmla="*/ 220 w 302"/>
                <a:gd name="T33" fmla="*/ 69 h 134"/>
                <a:gd name="T34" fmla="*/ 221 w 302"/>
                <a:gd name="T35" fmla="*/ 74 h 134"/>
                <a:gd name="T36" fmla="*/ 220 w 302"/>
                <a:gd name="T37" fmla="*/ 79 h 134"/>
                <a:gd name="T38" fmla="*/ 218 w 302"/>
                <a:gd name="T39" fmla="*/ 80 h 134"/>
                <a:gd name="T40" fmla="*/ 86 w 302"/>
                <a:gd name="T41" fmla="*/ 191 h 134"/>
                <a:gd name="T42" fmla="*/ 82 w 302"/>
                <a:gd name="T43" fmla="*/ 191 h 134"/>
                <a:gd name="T44" fmla="*/ 81 w 302"/>
                <a:gd name="T45" fmla="*/ 186 h 134"/>
                <a:gd name="T46" fmla="*/ 81 w 302"/>
                <a:gd name="T47" fmla="*/ 180 h 134"/>
                <a:gd name="T48" fmla="*/ 82 w 302"/>
                <a:gd name="T49" fmla="*/ 177 h 134"/>
                <a:gd name="T50" fmla="*/ 136 w 302"/>
                <a:gd name="T51" fmla="*/ 132 h 134"/>
                <a:gd name="T52" fmla="*/ 139 w 302"/>
                <a:gd name="T53" fmla="*/ 134 h 134"/>
                <a:gd name="T54" fmla="*/ 141 w 302"/>
                <a:gd name="T55" fmla="*/ 140 h 134"/>
                <a:gd name="T56" fmla="*/ 139 w 302"/>
                <a:gd name="T57" fmla="*/ 146 h 134"/>
                <a:gd name="T58" fmla="*/ 138 w 302"/>
                <a:gd name="T59" fmla="*/ 146 h 134"/>
                <a:gd name="T60" fmla="*/ 5 w 302"/>
                <a:gd name="T61" fmla="*/ 256 h 134"/>
                <a:gd name="T62" fmla="*/ 2 w 302"/>
                <a:gd name="T63" fmla="*/ 256 h 134"/>
                <a:gd name="T64" fmla="*/ 0 w 302"/>
                <a:gd name="T65" fmla="*/ 252 h 134"/>
                <a:gd name="T66" fmla="*/ 0 w 302"/>
                <a:gd name="T67" fmla="*/ 249 h 134"/>
                <a:gd name="T68" fmla="*/ 2 w 302"/>
                <a:gd name="T69" fmla="*/ 244 h 134"/>
                <a:gd name="T70" fmla="*/ 55 w 302"/>
                <a:gd name="T71" fmla="*/ 202 h 134"/>
                <a:gd name="T72" fmla="*/ 58 w 302"/>
                <a:gd name="T73" fmla="*/ 204 h 134"/>
                <a:gd name="T74" fmla="*/ 59 w 302"/>
                <a:gd name="T75" fmla="*/ 207 h 134"/>
                <a:gd name="T76" fmla="*/ 58 w 302"/>
                <a:gd name="T77" fmla="*/ 211 h 134"/>
                <a:gd name="T78" fmla="*/ 57 w 302"/>
                <a:gd name="T79" fmla="*/ 216 h 13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302" h="134">
                  <a:moveTo>
                    <a:pt x="300" y="7"/>
                  </a:moveTo>
                  <a:lnTo>
                    <a:pt x="248" y="30"/>
                  </a:lnTo>
                  <a:lnTo>
                    <a:pt x="247" y="30"/>
                  </a:lnTo>
                  <a:lnTo>
                    <a:pt x="246" y="30"/>
                  </a:lnTo>
                  <a:lnTo>
                    <a:pt x="244" y="28"/>
                  </a:lnTo>
                  <a:lnTo>
                    <a:pt x="243" y="27"/>
                  </a:lnTo>
                  <a:lnTo>
                    <a:pt x="243" y="26"/>
                  </a:lnTo>
                  <a:lnTo>
                    <a:pt x="243" y="25"/>
                  </a:lnTo>
                  <a:lnTo>
                    <a:pt x="244" y="23"/>
                  </a:lnTo>
                  <a:lnTo>
                    <a:pt x="246" y="22"/>
                  </a:lnTo>
                  <a:lnTo>
                    <a:pt x="296" y="0"/>
                  </a:lnTo>
                  <a:lnTo>
                    <a:pt x="299" y="0"/>
                  </a:lnTo>
                  <a:lnTo>
                    <a:pt x="300" y="0"/>
                  </a:lnTo>
                  <a:lnTo>
                    <a:pt x="301" y="1"/>
                  </a:lnTo>
                  <a:lnTo>
                    <a:pt x="302" y="3"/>
                  </a:lnTo>
                  <a:lnTo>
                    <a:pt x="302" y="4"/>
                  </a:lnTo>
                  <a:lnTo>
                    <a:pt x="302" y="5"/>
                  </a:lnTo>
                  <a:lnTo>
                    <a:pt x="301" y="6"/>
                  </a:lnTo>
                  <a:lnTo>
                    <a:pt x="300" y="7"/>
                  </a:lnTo>
                  <a:close/>
                  <a:moveTo>
                    <a:pt x="218" y="42"/>
                  </a:moveTo>
                  <a:lnTo>
                    <a:pt x="168" y="64"/>
                  </a:lnTo>
                  <a:lnTo>
                    <a:pt x="165" y="64"/>
                  </a:lnTo>
                  <a:lnTo>
                    <a:pt x="164" y="64"/>
                  </a:lnTo>
                  <a:lnTo>
                    <a:pt x="163" y="64"/>
                  </a:lnTo>
                  <a:lnTo>
                    <a:pt x="161" y="63"/>
                  </a:lnTo>
                  <a:lnTo>
                    <a:pt x="161" y="60"/>
                  </a:lnTo>
                  <a:lnTo>
                    <a:pt x="161" y="59"/>
                  </a:lnTo>
                  <a:lnTo>
                    <a:pt x="163" y="58"/>
                  </a:lnTo>
                  <a:lnTo>
                    <a:pt x="164" y="57"/>
                  </a:lnTo>
                  <a:lnTo>
                    <a:pt x="216" y="35"/>
                  </a:lnTo>
                  <a:lnTo>
                    <a:pt x="217" y="35"/>
                  </a:lnTo>
                  <a:lnTo>
                    <a:pt x="218" y="35"/>
                  </a:lnTo>
                  <a:lnTo>
                    <a:pt x="220" y="36"/>
                  </a:lnTo>
                  <a:lnTo>
                    <a:pt x="221" y="37"/>
                  </a:lnTo>
                  <a:lnTo>
                    <a:pt x="221" y="38"/>
                  </a:lnTo>
                  <a:lnTo>
                    <a:pt x="221" y="40"/>
                  </a:lnTo>
                  <a:lnTo>
                    <a:pt x="220" y="41"/>
                  </a:lnTo>
                  <a:lnTo>
                    <a:pt x="218" y="42"/>
                  </a:lnTo>
                  <a:close/>
                  <a:moveTo>
                    <a:pt x="138" y="76"/>
                  </a:moveTo>
                  <a:lnTo>
                    <a:pt x="86" y="99"/>
                  </a:lnTo>
                  <a:lnTo>
                    <a:pt x="85" y="100"/>
                  </a:lnTo>
                  <a:lnTo>
                    <a:pt x="82" y="99"/>
                  </a:lnTo>
                  <a:lnTo>
                    <a:pt x="81" y="99"/>
                  </a:lnTo>
                  <a:lnTo>
                    <a:pt x="81" y="97"/>
                  </a:lnTo>
                  <a:lnTo>
                    <a:pt x="80" y="96"/>
                  </a:lnTo>
                  <a:lnTo>
                    <a:pt x="81" y="94"/>
                  </a:lnTo>
                  <a:lnTo>
                    <a:pt x="81" y="92"/>
                  </a:lnTo>
                  <a:lnTo>
                    <a:pt x="82" y="92"/>
                  </a:lnTo>
                  <a:lnTo>
                    <a:pt x="134" y="70"/>
                  </a:lnTo>
                  <a:lnTo>
                    <a:pt x="136" y="69"/>
                  </a:lnTo>
                  <a:lnTo>
                    <a:pt x="138" y="70"/>
                  </a:lnTo>
                  <a:lnTo>
                    <a:pt x="139" y="70"/>
                  </a:lnTo>
                  <a:lnTo>
                    <a:pt x="139" y="72"/>
                  </a:lnTo>
                  <a:lnTo>
                    <a:pt x="141" y="73"/>
                  </a:lnTo>
                  <a:lnTo>
                    <a:pt x="139" y="75"/>
                  </a:lnTo>
                  <a:lnTo>
                    <a:pt x="139" y="76"/>
                  </a:lnTo>
                  <a:lnTo>
                    <a:pt x="138" y="76"/>
                  </a:lnTo>
                  <a:close/>
                  <a:moveTo>
                    <a:pt x="57" y="112"/>
                  </a:moveTo>
                  <a:lnTo>
                    <a:pt x="5" y="134"/>
                  </a:lnTo>
                  <a:lnTo>
                    <a:pt x="4" y="134"/>
                  </a:lnTo>
                  <a:lnTo>
                    <a:pt x="2" y="134"/>
                  </a:lnTo>
                  <a:lnTo>
                    <a:pt x="1" y="133"/>
                  </a:lnTo>
                  <a:lnTo>
                    <a:pt x="0" y="132"/>
                  </a:lnTo>
                  <a:lnTo>
                    <a:pt x="0" y="131"/>
                  </a:lnTo>
                  <a:lnTo>
                    <a:pt x="0" y="129"/>
                  </a:lnTo>
                  <a:lnTo>
                    <a:pt x="1" y="128"/>
                  </a:lnTo>
                  <a:lnTo>
                    <a:pt x="2" y="127"/>
                  </a:lnTo>
                  <a:lnTo>
                    <a:pt x="53" y="105"/>
                  </a:lnTo>
                  <a:lnTo>
                    <a:pt x="55" y="105"/>
                  </a:lnTo>
                  <a:lnTo>
                    <a:pt x="57" y="105"/>
                  </a:lnTo>
                  <a:lnTo>
                    <a:pt x="58" y="106"/>
                  </a:lnTo>
                  <a:lnTo>
                    <a:pt x="59" y="107"/>
                  </a:lnTo>
                  <a:lnTo>
                    <a:pt x="59" y="109"/>
                  </a:lnTo>
                  <a:lnTo>
                    <a:pt x="59" y="110"/>
                  </a:lnTo>
                  <a:lnTo>
                    <a:pt x="58" y="111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48" name="Freeform 604">
              <a:extLst>
                <a:ext uri="{FF2B5EF4-FFF2-40B4-BE49-F238E27FC236}">
                  <a16:creationId xmlns:a16="http://schemas.microsoft.com/office/drawing/2014/main" id="{496492CE-54AE-3CEC-FE6F-442621CE9D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5" y="1662"/>
              <a:ext cx="133" cy="159"/>
            </a:xfrm>
            <a:custGeom>
              <a:avLst/>
              <a:gdLst>
                <a:gd name="T0" fmla="*/ 17 w 133"/>
                <a:gd name="T1" fmla="*/ 239 h 149"/>
                <a:gd name="T2" fmla="*/ 20 w 133"/>
                <a:gd name="T3" fmla="*/ 235 h 149"/>
                <a:gd name="T4" fmla="*/ 22 w 133"/>
                <a:gd name="T5" fmla="*/ 236 h 149"/>
                <a:gd name="T6" fmla="*/ 23 w 133"/>
                <a:gd name="T7" fmla="*/ 243 h 149"/>
                <a:gd name="T8" fmla="*/ 23 w 133"/>
                <a:gd name="T9" fmla="*/ 250 h 149"/>
                <a:gd name="T10" fmla="*/ 7 w 133"/>
                <a:gd name="T11" fmla="*/ 286 h 149"/>
                <a:gd name="T12" fmla="*/ 3 w 133"/>
                <a:gd name="T13" fmla="*/ 286 h 149"/>
                <a:gd name="T14" fmla="*/ 1 w 133"/>
                <a:gd name="T15" fmla="*/ 279 h 149"/>
                <a:gd name="T16" fmla="*/ 0 w 133"/>
                <a:gd name="T17" fmla="*/ 275 h 149"/>
                <a:gd name="T18" fmla="*/ 1 w 133"/>
                <a:gd name="T19" fmla="*/ 273 h 149"/>
                <a:gd name="T20" fmla="*/ 53 w 133"/>
                <a:gd name="T21" fmla="*/ 160 h 149"/>
                <a:gd name="T22" fmla="*/ 56 w 133"/>
                <a:gd name="T23" fmla="*/ 158 h 149"/>
                <a:gd name="T24" fmla="*/ 58 w 133"/>
                <a:gd name="T25" fmla="*/ 160 h 149"/>
                <a:gd name="T26" fmla="*/ 61 w 133"/>
                <a:gd name="T27" fmla="*/ 166 h 149"/>
                <a:gd name="T28" fmla="*/ 60 w 133"/>
                <a:gd name="T29" fmla="*/ 169 h 149"/>
                <a:gd name="T30" fmla="*/ 43 w 133"/>
                <a:gd name="T31" fmla="*/ 205 h 149"/>
                <a:gd name="T32" fmla="*/ 39 w 133"/>
                <a:gd name="T33" fmla="*/ 205 h 149"/>
                <a:gd name="T34" fmla="*/ 38 w 133"/>
                <a:gd name="T35" fmla="*/ 204 h 149"/>
                <a:gd name="T36" fmla="*/ 36 w 133"/>
                <a:gd name="T37" fmla="*/ 194 h 149"/>
                <a:gd name="T38" fmla="*/ 38 w 133"/>
                <a:gd name="T39" fmla="*/ 193 h 149"/>
                <a:gd name="T40" fmla="*/ 89 w 133"/>
                <a:gd name="T41" fmla="*/ 80 h 149"/>
                <a:gd name="T42" fmla="*/ 92 w 133"/>
                <a:gd name="T43" fmla="*/ 76 h 149"/>
                <a:gd name="T44" fmla="*/ 95 w 133"/>
                <a:gd name="T45" fmla="*/ 80 h 149"/>
                <a:gd name="T46" fmla="*/ 97 w 133"/>
                <a:gd name="T47" fmla="*/ 84 h 149"/>
                <a:gd name="T48" fmla="*/ 96 w 133"/>
                <a:gd name="T49" fmla="*/ 90 h 149"/>
                <a:gd name="T50" fmla="*/ 79 w 133"/>
                <a:gd name="T51" fmla="*/ 126 h 149"/>
                <a:gd name="T52" fmla="*/ 77 w 133"/>
                <a:gd name="T53" fmla="*/ 126 h 149"/>
                <a:gd name="T54" fmla="*/ 74 w 133"/>
                <a:gd name="T55" fmla="*/ 123 h 149"/>
                <a:gd name="T56" fmla="*/ 73 w 133"/>
                <a:gd name="T57" fmla="*/ 116 h 149"/>
                <a:gd name="T58" fmla="*/ 74 w 133"/>
                <a:gd name="T59" fmla="*/ 115 h 149"/>
                <a:gd name="T60" fmla="*/ 126 w 133"/>
                <a:gd name="T61" fmla="*/ 1 h 149"/>
                <a:gd name="T62" fmla="*/ 128 w 133"/>
                <a:gd name="T63" fmla="*/ 0 h 149"/>
                <a:gd name="T64" fmla="*/ 132 w 133"/>
                <a:gd name="T65" fmla="*/ 0 h 149"/>
                <a:gd name="T66" fmla="*/ 133 w 133"/>
                <a:gd name="T67" fmla="*/ 3 h 149"/>
                <a:gd name="T68" fmla="*/ 132 w 133"/>
                <a:gd name="T69" fmla="*/ 6 h 149"/>
                <a:gd name="T70" fmla="*/ 115 w 133"/>
                <a:gd name="T71" fmla="*/ 47 h 149"/>
                <a:gd name="T72" fmla="*/ 113 w 133"/>
                <a:gd name="T73" fmla="*/ 47 h 149"/>
                <a:gd name="T74" fmla="*/ 110 w 133"/>
                <a:gd name="T75" fmla="*/ 45 h 149"/>
                <a:gd name="T76" fmla="*/ 110 w 133"/>
                <a:gd name="T77" fmla="*/ 35 h 149"/>
                <a:gd name="T78" fmla="*/ 110 w 133"/>
                <a:gd name="T79" fmla="*/ 33 h 14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33" h="149">
                  <a:moveTo>
                    <a:pt x="1" y="143"/>
                  </a:moveTo>
                  <a:lnTo>
                    <a:pt x="17" y="125"/>
                  </a:lnTo>
                  <a:lnTo>
                    <a:pt x="18" y="124"/>
                  </a:lnTo>
                  <a:lnTo>
                    <a:pt x="20" y="123"/>
                  </a:lnTo>
                  <a:lnTo>
                    <a:pt x="21" y="124"/>
                  </a:lnTo>
                  <a:lnTo>
                    <a:pt x="22" y="124"/>
                  </a:lnTo>
                  <a:lnTo>
                    <a:pt x="23" y="125"/>
                  </a:lnTo>
                  <a:lnTo>
                    <a:pt x="23" y="127"/>
                  </a:lnTo>
                  <a:lnTo>
                    <a:pt x="23" y="128"/>
                  </a:lnTo>
                  <a:lnTo>
                    <a:pt x="23" y="130"/>
                  </a:lnTo>
                  <a:lnTo>
                    <a:pt x="8" y="148"/>
                  </a:lnTo>
                  <a:lnTo>
                    <a:pt x="7" y="149"/>
                  </a:lnTo>
                  <a:lnTo>
                    <a:pt x="5" y="149"/>
                  </a:lnTo>
                  <a:lnTo>
                    <a:pt x="3" y="149"/>
                  </a:lnTo>
                  <a:lnTo>
                    <a:pt x="1" y="148"/>
                  </a:lnTo>
                  <a:lnTo>
                    <a:pt x="1" y="146"/>
                  </a:lnTo>
                  <a:lnTo>
                    <a:pt x="0" y="145"/>
                  </a:lnTo>
                  <a:lnTo>
                    <a:pt x="0" y="144"/>
                  </a:lnTo>
                  <a:lnTo>
                    <a:pt x="1" y="143"/>
                  </a:lnTo>
                  <a:close/>
                  <a:moveTo>
                    <a:pt x="38" y="101"/>
                  </a:moveTo>
                  <a:lnTo>
                    <a:pt x="53" y="84"/>
                  </a:lnTo>
                  <a:lnTo>
                    <a:pt x="55" y="82"/>
                  </a:lnTo>
                  <a:lnTo>
                    <a:pt x="56" y="82"/>
                  </a:lnTo>
                  <a:lnTo>
                    <a:pt x="57" y="82"/>
                  </a:lnTo>
                  <a:lnTo>
                    <a:pt x="58" y="84"/>
                  </a:lnTo>
                  <a:lnTo>
                    <a:pt x="60" y="85"/>
                  </a:lnTo>
                  <a:lnTo>
                    <a:pt x="61" y="86"/>
                  </a:lnTo>
                  <a:lnTo>
                    <a:pt x="60" y="87"/>
                  </a:lnTo>
                  <a:lnTo>
                    <a:pt x="60" y="88"/>
                  </a:lnTo>
                  <a:lnTo>
                    <a:pt x="44" y="106"/>
                  </a:lnTo>
                  <a:lnTo>
                    <a:pt x="43" y="107"/>
                  </a:lnTo>
                  <a:lnTo>
                    <a:pt x="42" y="107"/>
                  </a:lnTo>
                  <a:lnTo>
                    <a:pt x="39" y="107"/>
                  </a:lnTo>
                  <a:lnTo>
                    <a:pt x="38" y="107"/>
                  </a:lnTo>
                  <a:lnTo>
                    <a:pt x="38" y="106"/>
                  </a:lnTo>
                  <a:lnTo>
                    <a:pt x="36" y="104"/>
                  </a:lnTo>
                  <a:lnTo>
                    <a:pt x="36" y="102"/>
                  </a:lnTo>
                  <a:lnTo>
                    <a:pt x="38" y="101"/>
                  </a:lnTo>
                  <a:close/>
                  <a:moveTo>
                    <a:pt x="74" y="60"/>
                  </a:moveTo>
                  <a:lnTo>
                    <a:pt x="89" y="42"/>
                  </a:lnTo>
                  <a:lnTo>
                    <a:pt x="91" y="42"/>
                  </a:lnTo>
                  <a:lnTo>
                    <a:pt x="92" y="40"/>
                  </a:lnTo>
                  <a:lnTo>
                    <a:pt x="93" y="40"/>
                  </a:lnTo>
                  <a:lnTo>
                    <a:pt x="95" y="42"/>
                  </a:lnTo>
                  <a:lnTo>
                    <a:pt x="96" y="43"/>
                  </a:lnTo>
                  <a:lnTo>
                    <a:pt x="97" y="44"/>
                  </a:lnTo>
                  <a:lnTo>
                    <a:pt x="96" y="45"/>
                  </a:lnTo>
                  <a:lnTo>
                    <a:pt x="96" y="47"/>
                  </a:lnTo>
                  <a:lnTo>
                    <a:pt x="80" y="65"/>
                  </a:lnTo>
                  <a:lnTo>
                    <a:pt x="79" y="66"/>
                  </a:lnTo>
                  <a:lnTo>
                    <a:pt x="78" y="66"/>
                  </a:lnTo>
                  <a:lnTo>
                    <a:pt x="77" y="66"/>
                  </a:lnTo>
                  <a:lnTo>
                    <a:pt x="74" y="65"/>
                  </a:lnTo>
                  <a:lnTo>
                    <a:pt x="74" y="64"/>
                  </a:lnTo>
                  <a:lnTo>
                    <a:pt x="73" y="63"/>
                  </a:lnTo>
                  <a:lnTo>
                    <a:pt x="73" y="61"/>
                  </a:lnTo>
                  <a:lnTo>
                    <a:pt x="74" y="60"/>
                  </a:lnTo>
                  <a:close/>
                  <a:moveTo>
                    <a:pt x="110" y="18"/>
                  </a:moveTo>
                  <a:lnTo>
                    <a:pt x="126" y="1"/>
                  </a:lnTo>
                  <a:lnTo>
                    <a:pt x="127" y="0"/>
                  </a:lnTo>
                  <a:lnTo>
                    <a:pt x="128" y="0"/>
                  </a:lnTo>
                  <a:lnTo>
                    <a:pt x="130" y="0"/>
                  </a:lnTo>
                  <a:lnTo>
                    <a:pt x="132" y="0"/>
                  </a:lnTo>
                  <a:lnTo>
                    <a:pt x="132" y="1"/>
                  </a:lnTo>
                  <a:lnTo>
                    <a:pt x="133" y="3"/>
                  </a:lnTo>
                  <a:lnTo>
                    <a:pt x="133" y="5"/>
                  </a:lnTo>
                  <a:lnTo>
                    <a:pt x="132" y="6"/>
                  </a:lnTo>
                  <a:lnTo>
                    <a:pt x="117" y="23"/>
                  </a:lnTo>
                  <a:lnTo>
                    <a:pt x="115" y="24"/>
                  </a:lnTo>
                  <a:lnTo>
                    <a:pt x="114" y="24"/>
                  </a:lnTo>
                  <a:lnTo>
                    <a:pt x="113" y="24"/>
                  </a:lnTo>
                  <a:lnTo>
                    <a:pt x="111" y="24"/>
                  </a:lnTo>
                  <a:lnTo>
                    <a:pt x="110" y="23"/>
                  </a:lnTo>
                  <a:lnTo>
                    <a:pt x="109" y="21"/>
                  </a:lnTo>
                  <a:lnTo>
                    <a:pt x="110" y="19"/>
                  </a:lnTo>
                  <a:lnTo>
                    <a:pt x="110" y="18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49" name="Freeform 605">
              <a:extLst>
                <a:ext uri="{FF2B5EF4-FFF2-40B4-BE49-F238E27FC236}">
                  <a16:creationId xmlns:a16="http://schemas.microsoft.com/office/drawing/2014/main" id="{6682C52D-EB1E-D7CD-9F31-7414DF20B8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5" y="1112"/>
              <a:ext cx="326" cy="192"/>
            </a:xfrm>
            <a:custGeom>
              <a:avLst/>
              <a:gdLst>
                <a:gd name="T0" fmla="*/ 235 w 326"/>
                <a:gd name="T1" fmla="*/ 289 h 179"/>
                <a:gd name="T2" fmla="*/ 0 w 326"/>
                <a:gd name="T3" fmla="*/ 35 h 179"/>
                <a:gd name="T4" fmla="*/ 10 w 326"/>
                <a:gd name="T5" fmla="*/ 0 h 179"/>
                <a:gd name="T6" fmla="*/ 246 w 326"/>
                <a:gd name="T7" fmla="*/ 254 h 179"/>
                <a:gd name="T8" fmla="*/ 235 w 326"/>
                <a:gd name="T9" fmla="*/ 289 h 179"/>
                <a:gd name="T10" fmla="*/ 242 w 326"/>
                <a:gd name="T11" fmla="*/ 223 h 179"/>
                <a:gd name="T12" fmla="*/ 326 w 326"/>
                <a:gd name="T13" fmla="*/ 360 h 179"/>
                <a:gd name="T14" fmla="*/ 221 w 326"/>
                <a:gd name="T15" fmla="*/ 295 h 179"/>
                <a:gd name="T16" fmla="*/ 242 w 326"/>
                <a:gd name="T17" fmla="*/ 223 h 1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6" h="179">
                  <a:moveTo>
                    <a:pt x="235" y="143"/>
                  </a:moveTo>
                  <a:lnTo>
                    <a:pt x="0" y="18"/>
                  </a:lnTo>
                  <a:lnTo>
                    <a:pt x="10" y="0"/>
                  </a:lnTo>
                  <a:lnTo>
                    <a:pt x="246" y="126"/>
                  </a:lnTo>
                  <a:lnTo>
                    <a:pt x="235" y="143"/>
                  </a:lnTo>
                  <a:close/>
                  <a:moveTo>
                    <a:pt x="242" y="111"/>
                  </a:moveTo>
                  <a:lnTo>
                    <a:pt x="326" y="179"/>
                  </a:lnTo>
                  <a:lnTo>
                    <a:pt x="221" y="147"/>
                  </a:lnTo>
                  <a:lnTo>
                    <a:pt x="242" y="111"/>
                  </a:lnTo>
                  <a:close/>
                </a:path>
              </a:pathLst>
            </a:custGeom>
            <a:solidFill>
              <a:srgbClr val="993366"/>
            </a:solidFill>
            <a:ln w="1588">
              <a:solidFill>
                <a:srgbClr val="99336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50" name="Freeform 606">
              <a:extLst>
                <a:ext uri="{FF2B5EF4-FFF2-40B4-BE49-F238E27FC236}">
                  <a16:creationId xmlns:a16="http://schemas.microsoft.com/office/drawing/2014/main" id="{3AFD366D-3C8C-81EA-0835-D534FE8DA8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1" y="1771"/>
              <a:ext cx="160" cy="257"/>
            </a:xfrm>
            <a:custGeom>
              <a:avLst/>
              <a:gdLst>
                <a:gd name="T0" fmla="*/ 100 w 160"/>
                <a:gd name="T1" fmla="*/ 335 h 240"/>
                <a:gd name="T2" fmla="*/ 0 w 160"/>
                <a:gd name="T3" fmla="*/ 20 h 240"/>
                <a:gd name="T4" fmla="*/ 18 w 160"/>
                <a:gd name="T5" fmla="*/ 0 h 240"/>
                <a:gd name="T6" fmla="*/ 119 w 160"/>
                <a:gd name="T7" fmla="*/ 312 h 240"/>
                <a:gd name="T8" fmla="*/ 100 w 160"/>
                <a:gd name="T9" fmla="*/ 335 h 240"/>
                <a:gd name="T10" fmla="*/ 122 w 160"/>
                <a:gd name="T11" fmla="*/ 282 h 240"/>
                <a:gd name="T12" fmla="*/ 160 w 160"/>
                <a:gd name="T13" fmla="*/ 474 h 240"/>
                <a:gd name="T14" fmla="*/ 85 w 160"/>
                <a:gd name="T15" fmla="*/ 323 h 240"/>
                <a:gd name="T16" fmla="*/ 122 w 160"/>
                <a:gd name="T17" fmla="*/ 282 h 2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0" h="240">
                  <a:moveTo>
                    <a:pt x="100" y="168"/>
                  </a:moveTo>
                  <a:lnTo>
                    <a:pt x="0" y="10"/>
                  </a:lnTo>
                  <a:lnTo>
                    <a:pt x="18" y="0"/>
                  </a:lnTo>
                  <a:lnTo>
                    <a:pt x="119" y="156"/>
                  </a:lnTo>
                  <a:lnTo>
                    <a:pt x="100" y="168"/>
                  </a:lnTo>
                  <a:close/>
                  <a:moveTo>
                    <a:pt x="122" y="143"/>
                  </a:moveTo>
                  <a:lnTo>
                    <a:pt x="160" y="240"/>
                  </a:lnTo>
                  <a:lnTo>
                    <a:pt x="85" y="164"/>
                  </a:lnTo>
                  <a:lnTo>
                    <a:pt x="122" y="143"/>
                  </a:lnTo>
                  <a:close/>
                </a:path>
              </a:pathLst>
            </a:custGeom>
            <a:solidFill>
              <a:srgbClr val="993366"/>
            </a:solidFill>
            <a:ln w="1588">
              <a:solidFill>
                <a:srgbClr val="99336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51" name="Rectangle 607">
              <a:extLst>
                <a:ext uri="{FF2B5EF4-FFF2-40B4-BE49-F238E27FC236}">
                  <a16:creationId xmlns:a16="http://schemas.microsoft.com/office/drawing/2014/main" id="{E580D8D3-F30E-D4EE-7ACF-E9B37C9CE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3" y="783"/>
              <a:ext cx="58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//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52" name="Rectangle 608">
              <a:extLst>
                <a:ext uri="{FF2B5EF4-FFF2-40B4-BE49-F238E27FC236}">
                  <a16:creationId xmlns:a16="http://schemas.microsoft.com/office/drawing/2014/main" id="{473CB244-F253-50CF-57C1-D4E2465F3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1" y="783"/>
              <a:ext cx="42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53" name="Rectangle 609">
              <a:extLst>
                <a:ext uri="{FF2B5EF4-FFF2-40B4-BE49-F238E27FC236}">
                  <a16:creationId xmlns:a16="http://schemas.microsoft.com/office/drawing/2014/main" id="{09F1B659-B27D-B8B8-D376-A18560D56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4" y="701"/>
              <a:ext cx="70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1400" b="1">
                <a:solidFill>
                  <a:srgbClr val="000000"/>
                </a:solidFill>
              </a:endParaRPr>
            </a:p>
          </p:txBody>
        </p:sp>
        <p:sp>
          <p:nvSpPr>
            <p:cNvPr id="125054" name="Rectangle 610">
              <a:extLst>
                <a:ext uri="{FF2B5EF4-FFF2-40B4-BE49-F238E27FC236}">
                  <a16:creationId xmlns:a16="http://schemas.microsoft.com/office/drawing/2014/main" id="{C4003ED2-CEF5-1EDD-F490-462EC9AAD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2" y="1357"/>
              <a:ext cx="42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55" name="Rectangle 611">
              <a:extLst>
                <a:ext uri="{FF2B5EF4-FFF2-40B4-BE49-F238E27FC236}">
                  <a16:creationId xmlns:a16="http://schemas.microsoft.com/office/drawing/2014/main" id="{173D714E-E4B7-3C20-C0AD-2C3B5EF92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8" y="1350"/>
              <a:ext cx="6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>
                  <a:solidFill>
                    <a:srgbClr val="000000"/>
                  </a:solidFill>
                  <a:latin typeface="Symbol" panose="05050102010706020507" pitchFamily="18" charset="2"/>
                </a:rPr>
                <a:t>^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56" name="Rectangle 612">
              <a:extLst>
                <a:ext uri="{FF2B5EF4-FFF2-40B4-BE49-F238E27FC236}">
                  <a16:creationId xmlns:a16="http://schemas.microsoft.com/office/drawing/2014/main" id="{DDC38AD6-B33A-3DA0-7D87-3D07BB76A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4" y="1276"/>
              <a:ext cx="6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57" name="Rectangle 613">
              <a:extLst>
                <a:ext uri="{FF2B5EF4-FFF2-40B4-BE49-F238E27FC236}">
                  <a16:creationId xmlns:a16="http://schemas.microsoft.com/office/drawing/2014/main" id="{C0E70DEF-F6EA-6E26-A7FC-3FB99FBD6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" y="1048"/>
              <a:ext cx="41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58" name="Rectangle 614">
              <a:extLst>
                <a:ext uri="{FF2B5EF4-FFF2-40B4-BE49-F238E27FC236}">
                  <a16:creationId xmlns:a16="http://schemas.microsoft.com/office/drawing/2014/main" id="{76D80EC2-DA2A-0934-2E5D-C06929B80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968"/>
              <a:ext cx="6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59" name="Rectangle 615">
              <a:extLst>
                <a:ext uri="{FF2B5EF4-FFF2-40B4-BE49-F238E27FC236}">
                  <a16:creationId xmlns:a16="http://schemas.microsoft.com/office/drawing/2014/main" id="{F3DBFBE6-24A4-AAD3-41B3-AF17F0A74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8" y="2034"/>
              <a:ext cx="29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60" name="Rectangle 616">
              <a:extLst>
                <a:ext uri="{FF2B5EF4-FFF2-40B4-BE49-F238E27FC236}">
                  <a16:creationId xmlns:a16="http://schemas.microsoft.com/office/drawing/2014/main" id="{9F088511-76AF-9854-EE17-020D2C6E4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7" y="2027"/>
              <a:ext cx="6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>
                  <a:solidFill>
                    <a:srgbClr val="000000"/>
                  </a:solidFill>
                  <a:latin typeface="Symbol" panose="05050102010706020507" pitchFamily="18" charset="2"/>
                </a:rPr>
                <a:t>^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61" name="Rectangle 617">
              <a:extLst>
                <a:ext uri="{FF2B5EF4-FFF2-40B4-BE49-F238E27FC236}">
                  <a16:creationId xmlns:a16="http://schemas.microsoft.com/office/drawing/2014/main" id="{31505B8A-1A33-F30A-8E20-954585CBF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4" y="1953"/>
              <a:ext cx="70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62" name="Rectangle 618">
              <a:extLst>
                <a:ext uri="{FF2B5EF4-FFF2-40B4-BE49-F238E27FC236}">
                  <a16:creationId xmlns:a16="http://schemas.microsoft.com/office/drawing/2014/main" id="{F66636AC-59C7-1D83-1ED9-4613686A3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1868"/>
              <a:ext cx="2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63" name="Rectangle 619">
              <a:extLst>
                <a:ext uri="{FF2B5EF4-FFF2-40B4-BE49-F238E27FC236}">
                  <a16:creationId xmlns:a16="http://schemas.microsoft.com/office/drawing/2014/main" id="{32EDC1E0-8EDC-FAA7-842C-5F934E550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4" y="1786"/>
              <a:ext cx="6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64" name="Rectangle 620">
              <a:extLst>
                <a:ext uri="{FF2B5EF4-FFF2-40B4-BE49-F238E27FC236}">
                  <a16:creationId xmlns:a16="http://schemas.microsoft.com/office/drawing/2014/main" id="{5FC89712-6315-CEF1-1087-82C0A7B26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5" y="1586"/>
              <a:ext cx="58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//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65" name="Rectangle 621">
              <a:extLst>
                <a:ext uri="{FF2B5EF4-FFF2-40B4-BE49-F238E27FC236}">
                  <a16:creationId xmlns:a16="http://schemas.microsoft.com/office/drawing/2014/main" id="{D84D216C-E205-1DF8-3BC3-147154CDA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2" y="1586"/>
              <a:ext cx="29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66" name="Rectangle 622">
              <a:extLst>
                <a:ext uri="{FF2B5EF4-FFF2-40B4-BE49-F238E27FC236}">
                  <a16:creationId xmlns:a16="http://schemas.microsoft.com/office/drawing/2014/main" id="{D2DB8C16-65EB-3FB3-0905-9572818A5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7" y="1505"/>
              <a:ext cx="6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67" name="Rectangle 623">
              <a:extLst>
                <a:ext uri="{FF2B5EF4-FFF2-40B4-BE49-F238E27FC236}">
                  <a16:creationId xmlns:a16="http://schemas.microsoft.com/office/drawing/2014/main" id="{34F619E6-B917-496E-9AA8-A9B7AA0C9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4" y="1158"/>
              <a:ext cx="29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68" name="Rectangle 624">
              <a:extLst>
                <a:ext uri="{FF2B5EF4-FFF2-40B4-BE49-F238E27FC236}">
                  <a16:creationId xmlns:a16="http://schemas.microsoft.com/office/drawing/2014/main" id="{EEC0ED69-A145-6EF2-4705-A2A70BD40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2" y="1077"/>
              <a:ext cx="52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69" name="Rectangle 625">
              <a:extLst>
                <a:ext uri="{FF2B5EF4-FFF2-40B4-BE49-F238E27FC236}">
                  <a16:creationId xmlns:a16="http://schemas.microsoft.com/office/drawing/2014/main" id="{D36125B8-079B-27CF-307B-7C85666D8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3" y="1092"/>
              <a:ext cx="4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70" name="Rectangle 626">
              <a:extLst>
                <a:ext uri="{FF2B5EF4-FFF2-40B4-BE49-F238E27FC236}">
                  <a16:creationId xmlns:a16="http://schemas.microsoft.com/office/drawing/2014/main" id="{AEA99DB4-0A95-9831-9923-6E91A5B66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9" y="1009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71" name="Rectangle 627">
              <a:extLst>
                <a:ext uri="{FF2B5EF4-FFF2-40B4-BE49-F238E27FC236}">
                  <a16:creationId xmlns:a16="http://schemas.microsoft.com/office/drawing/2014/main" id="{4777CBE6-53DE-4F1B-92A5-8060AD524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120"/>
              <a:ext cx="2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  <p:sp>
          <p:nvSpPr>
            <p:cNvPr id="125072" name="Rectangle 628">
              <a:extLst>
                <a:ext uri="{FF2B5EF4-FFF2-40B4-BE49-F238E27FC236}">
                  <a16:creationId xmlns:a16="http://schemas.microsoft.com/office/drawing/2014/main" id="{350CEC44-37CF-2314-2829-D28B618F1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7" y="2037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zh-CN" sz="1400">
                <a:solidFill>
                  <a:srgbClr val="000000"/>
                </a:solidFill>
              </a:endParaRPr>
            </a:p>
          </p:txBody>
        </p:sp>
      </p:grpSp>
      <p:sp>
        <p:nvSpPr>
          <p:cNvPr id="125473" name="矩形 1">
            <a:extLst>
              <a:ext uri="{FF2B5EF4-FFF2-40B4-BE49-F238E27FC236}">
                <a16:creationId xmlns:a16="http://schemas.microsoft.com/office/drawing/2014/main" id="{C4105BB0-99C7-2D1B-B0A6-028EF9746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069" y="4676381"/>
            <a:ext cx="5040114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kumimoji="1"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kumimoji="1" lang="zh-CN" altLang="en-US" b="1" dirty="0">
                <a:solidFill>
                  <a:srgbClr val="E781E0"/>
                </a:solidFill>
                <a:latin typeface="Times New Roman" panose="02020603050405020304" pitchFamily="18" charset="0"/>
                <a:ea typeface="楷体_GB2312" pitchFamily="49" charset="-122"/>
              </a:rPr>
              <a:t>入射面（ </a:t>
            </a:r>
            <a:r>
              <a:rPr lang="zh-CN" altLang="en-US" b="1" dirty="0">
                <a:solidFill>
                  <a:srgbClr val="E781E0"/>
                </a:solidFill>
              </a:rPr>
              <a:t>┴分界面</a:t>
            </a:r>
            <a:r>
              <a:rPr kumimoji="1" lang="zh-CN" altLang="en-US" b="1" dirty="0">
                <a:solidFill>
                  <a:srgbClr val="E781E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b="1" dirty="0">
              <a:solidFill>
                <a:srgbClr val="E781E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kumimoji="1"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入射波的波矢量与分界面法线矢量构成的平面。</a:t>
            </a:r>
          </a:p>
        </p:txBody>
      </p:sp>
      <p:pic>
        <p:nvPicPr>
          <p:cNvPr id="125476" name="图片 125475">
            <a:extLst>
              <a:ext uri="{FF2B5EF4-FFF2-40B4-BE49-F238E27FC236}">
                <a16:creationId xmlns:a16="http://schemas.microsoft.com/office/drawing/2014/main" id="{04BAB53E-367D-E955-DBD6-A7E2F9699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125" y="620688"/>
            <a:ext cx="1958839" cy="1778446"/>
          </a:xfrm>
          <a:prstGeom prst="rect">
            <a:avLst/>
          </a:prstGeom>
        </p:spPr>
      </p:pic>
      <p:pic>
        <p:nvPicPr>
          <p:cNvPr id="125477" name="图片 125476">
            <a:extLst>
              <a:ext uri="{FF2B5EF4-FFF2-40B4-BE49-F238E27FC236}">
                <a16:creationId xmlns:a16="http://schemas.microsoft.com/office/drawing/2014/main" id="{2D092DEC-AA81-5D7B-8DEC-E5DEBBEA5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4377" y="2492896"/>
            <a:ext cx="1955203" cy="16197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FCA367E4-72F4-0DB0-D092-6EA1BE0BB7C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blackGray">
          <a:xfrm>
            <a:off x="107950" y="1412875"/>
            <a:ext cx="7239000" cy="43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BDDE"/>
                </a:solidFill>
                <a:effectLst/>
                <a:latin typeface="Times New Roman" panose="02020603050405020304" pitchFamily="18" charset="0"/>
                <a:cs typeface="Arial" panose="020B0604020202020204" pitchFamily="34" charset="0"/>
              </a:rPr>
              <a:t>6.4.1  </a:t>
            </a:r>
            <a:r>
              <a:rPr lang="zh-CN" altLang="en-US" sz="2400" b="1" dirty="0">
                <a:solidFill>
                  <a:srgbClr val="FFBDDE"/>
                </a:solidFill>
                <a:effectLst/>
                <a:latin typeface="Times New Roman" panose="02020603050405020304" pitchFamily="18" charset="0"/>
                <a:cs typeface="Arial" panose="020B0604020202020204" pitchFamily="34" charset="0"/>
              </a:rPr>
              <a:t>垂直极化波对理想导体表面的斜入射    </a:t>
            </a:r>
          </a:p>
        </p:txBody>
      </p:sp>
      <p:graphicFrame>
        <p:nvGraphicFramePr>
          <p:cNvPr id="105475" name="Object 3">
            <a:extLst>
              <a:ext uri="{FF2B5EF4-FFF2-40B4-BE49-F238E27FC236}">
                <a16:creationId xmlns:a16="http://schemas.microsoft.com/office/drawing/2014/main" id="{355EB73C-9DFE-51A9-4060-C3D1C35725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2617788"/>
          <a:ext cx="3313112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74973" imgH="889046" progId="Equation.DSMT4">
                  <p:embed/>
                </p:oleObj>
              </mc:Choice>
              <mc:Fallback>
                <p:oleObj name="Equation" r:id="rId3" imgW="1574973" imgH="88904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617788"/>
                        <a:ext cx="3313112" cy="178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6" name="Object 4">
            <a:extLst>
              <a:ext uri="{FF2B5EF4-FFF2-40B4-BE49-F238E27FC236}">
                <a16:creationId xmlns:a16="http://schemas.microsoft.com/office/drawing/2014/main" id="{B66234FD-A3D6-13C4-8EB5-9AA74EBE31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0438" y="1700213"/>
          <a:ext cx="49593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6104" imgH="418961" progId="Equation.DSMT4">
                  <p:embed/>
                </p:oleObj>
              </mc:Choice>
              <mc:Fallback>
                <p:oleObj name="Equation" r:id="rId5" imgW="2286104" imgH="41896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1700213"/>
                        <a:ext cx="495935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7" name="Object 5">
            <a:extLst>
              <a:ext uri="{FF2B5EF4-FFF2-40B4-BE49-F238E27FC236}">
                <a16:creationId xmlns:a16="http://schemas.microsoft.com/office/drawing/2014/main" id="{8DA7CE72-CBDC-4BF7-A688-017D5EFF33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0988" y="4621213"/>
          <a:ext cx="1271587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71318" imgH="457200" progId="Equation.3">
                  <p:embed/>
                </p:oleObj>
              </mc:Choice>
              <mc:Fallback>
                <p:oleObj name="公式" r:id="rId7" imgW="571318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988" y="4621213"/>
                        <a:ext cx="1271587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8" name="AutoShape 6">
            <a:extLst>
              <a:ext uri="{FF2B5EF4-FFF2-40B4-BE49-F238E27FC236}">
                <a16:creationId xmlns:a16="http://schemas.microsoft.com/office/drawing/2014/main" id="{6EA38AE0-96BB-E4D6-067F-0AA4AE954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3" y="5014913"/>
            <a:ext cx="863600" cy="217487"/>
          </a:xfrm>
          <a:prstGeom prst="rightArrow">
            <a:avLst>
              <a:gd name="adj1" fmla="val 50000"/>
              <a:gd name="adj2" fmla="val 99270"/>
            </a:avLst>
          </a:prstGeom>
          <a:solidFill>
            <a:srgbClr val="FFCC99"/>
          </a:solidFill>
          <a:ln w="222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05479" name="Text Box 7">
            <a:extLst>
              <a:ext uri="{FF2B5EF4-FFF2-40B4-BE49-F238E27FC236}">
                <a16:creationId xmlns:a16="http://schemas.microsoft.com/office/drawing/2014/main" id="{D33347AB-9F69-FEAA-F56F-F99A9726E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5737225"/>
            <a:ext cx="3706812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媒质</a:t>
            </a:r>
            <a:r>
              <a:rPr lang="en-US" altLang="zh-CN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中无透射波。</a:t>
            </a:r>
            <a:endParaRPr lang="zh-CN" altLang="en-US" b="1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5481" name="Text Box 9">
            <a:extLst>
              <a:ext uri="{FF2B5EF4-FFF2-40B4-BE49-F238E27FC236}">
                <a16:creationId xmlns:a16="http://schemas.microsoft.com/office/drawing/2014/main" id="{305323D1-BFFC-4C47-D201-BF9969D28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1839913"/>
            <a:ext cx="435610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媒质 </a:t>
            </a:r>
            <a:r>
              <a:rPr lang="en-US" altLang="zh-CN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zh-CN" altLang="en-US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的波阻抗为</a:t>
            </a:r>
            <a:endParaRPr lang="zh-CN" altLang="en-US" b="1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9C123608-E438-75FA-DA3E-2FF2F5B48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333375"/>
            <a:ext cx="8604250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设媒质</a:t>
            </a:r>
            <a:r>
              <a:rPr lang="en-US" altLang="zh-CN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为理想介质，媒质</a:t>
            </a:r>
            <a:r>
              <a:rPr lang="en-US" altLang="zh-CN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zh-CN" altLang="en-US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为理想导电体，即</a:t>
            </a:r>
            <a:endParaRPr lang="zh-CN" altLang="en-US" b="1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32DA0968-258B-AACA-6008-2FCBB9C85D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1488" y="404813"/>
          <a:ext cx="178593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14608" imgH="203246" progId="Equation.DSMT4">
                  <p:embed/>
                </p:oleObj>
              </mc:Choice>
              <mc:Fallback>
                <p:oleObj name="Equation" r:id="rId9" imgW="914608" imgH="203246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488" y="404813"/>
                        <a:ext cx="1785937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7">
            <a:extLst>
              <a:ext uri="{FF2B5EF4-FFF2-40B4-BE49-F238E27FC236}">
                <a16:creationId xmlns:a16="http://schemas.microsoft.com/office/drawing/2014/main" id="{34A8342B-BB35-C7DA-DF4F-AD4D7279D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836613"/>
            <a:ext cx="3721100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rgbClr val="FF7C80"/>
                </a:solidFill>
                <a:latin typeface="Times New Roman" panose="02020603050405020304" pitchFamily="18" charset="0"/>
                <a:ea typeface="楷体_GB2312" pitchFamily="49" charset="-122"/>
              </a:rPr>
              <a:t>理想导体中无电磁场。</a:t>
            </a:r>
            <a:endParaRPr lang="zh-CN" altLang="en-US" b="1">
              <a:solidFill>
                <a:srgbClr val="FF7C8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9820" name="Rectangle 683">
            <a:extLst>
              <a:ext uri="{FF2B5EF4-FFF2-40B4-BE49-F238E27FC236}">
                <a16:creationId xmlns:a16="http://schemas.microsoft.com/office/drawing/2014/main" id="{EFC96A8B-16D0-8929-C7C6-98296D204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552700"/>
            <a:ext cx="4298950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zh-CN" altLang="en-US" sz="1800" b="1" dirty="0">
                <a:solidFill>
                  <a:srgbClr val="FFFF57"/>
                </a:solidFill>
                <a:ea typeface="楷体_GB2312" pitchFamily="49" charset="-122"/>
              </a:rPr>
              <a:t>垂直极化波 </a:t>
            </a:r>
          </a:p>
          <a:p>
            <a:pPr algn="just" eaLnBrk="1" hangingPunct="1">
              <a:lnSpc>
                <a:spcPct val="130000"/>
              </a:lnSpc>
              <a:buFontTx/>
              <a:buChar char="•"/>
            </a:pPr>
            <a:r>
              <a:rPr lang="zh-CN" altLang="en-US" sz="1800" b="1" dirty="0">
                <a:solidFill>
                  <a:srgbClr val="FFFF57"/>
                </a:solidFill>
                <a:ea typeface="楷体_GB2312" pitchFamily="49" charset="-122"/>
              </a:rPr>
              <a:t>  入射面： </a:t>
            </a:r>
            <a:r>
              <a:rPr lang="en-US" altLang="zh-CN" sz="1800" b="1" dirty="0" err="1">
                <a:solidFill>
                  <a:srgbClr val="FFFF57"/>
                </a:solidFill>
                <a:ea typeface="楷体_GB2312" pitchFamily="49" charset="-122"/>
              </a:rPr>
              <a:t>xoz</a:t>
            </a:r>
            <a:r>
              <a:rPr lang="en-US" altLang="zh-CN" sz="1800" b="1" dirty="0">
                <a:solidFill>
                  <a:srgbClr val="FFFF57"/>
                </a:solidFill>
                <a:ea typeface="楷体_GB2312" pitchFamily="49" charset="-122"/>
              </a:rPr>
              <a:t> </a:t>
            </a:r>
            <a:r>
              <a:rPr lang="zh-CN" altLang="en-US" sz="1800" b="1" dirty="0">
                <a:solidFill>
                  <a:srgbClr val="FFFF57"/>
                </a:solidFill>
                <a:ea typeface="楷体_GB2312" pitchFamily="49" charset="-122"/>
              </a:rPr>
              <a:t>平面</a:t>
            </a:r>
          </a:p>
          <a:p>
            <a:pPr algn="just" eaLnBrk="1" hangingPunct="1">
              <a:lnSpc>
                <a:spcPct val="130000"/>
              </a:lnSpc>
              <a:buFontTx/>
              <a:buChar char="•"/>
            </a:pPr>
            <a:r>
              <a:rPr lang="zh-CN" altLang="en-US" sz="1800" b="1" dirty="0">
                <a:solidFill>
                  <a:srgbClr val="FFFF57"/>
                </a:solidFill>
                <a:ea typeface="楷体_GB2312" pitchFamily="49" charset="-122"/>
              </a:rPr>
              <a:t>  电场只有</a:t>
            </a:r>
            <a:r>
              <a:rPr lang="en-US" altLang="zh-CN" sz="1800" b="1" dirty="0">
                <a:solidFill>
                  <a:srgbClr val="FFFF57"/>
                </a:solidFill>
                <a:ea typeface="楷体_GB2312" pitchFamily="49" charset="-122"/>
              </a:rPr>
              <a:t>Ey</a:t>
            </a:r>
            <a:r>
              <a:rPr lang="zh-CN" altLang="en-US" sz="1800" b="1" dirty="0">
                <a:solidFill>
                  <a:srgbClr val="FFFF57"/>
                </a:solidFill>
                <a:ea typeface="楷体_GB2312" pitchFamily="49" charset="-122"/>
              </a:rPr>
              <a:t>分量，磁场有</a:t>
            </a:r>
            <a:r>
              <a:rPr lang="en-US" altLang="zh-CN" sz="1800" b="1" dirty="0" err="1">
                <a:solidFill>
                  <a:srgbClr val="FFFF57"/>
                </a:solidFill>
                <a:ea typeface="楷体_GB2312" pitchFamily="49" charset="-122"/>
              </a:rPr>
              <a:t>Hx</a:t>
            </a:r>
            <a:r>
              <a:rPr lang="zh-CN" altLang="en-US" sz="1800" b="1" dirty="0">
                <a:solidFill>
                  <a:srgbClr val="FFFF57"/>
                </a:solidFill>
                <a:ea typeface="楷体_GB2312" pitchFamily="49" charset="-122"/>
              </a:rPr>
              <a:t>和</a:t>
            </a:r>
            <a:r>
              <a:rPr lang="en-US" altLang="zh-CN" sz="1800" b="1" dirty="0">
                <a:solidFill>
                  <a:srgbClr val="FFFF57"/>
                </a:solidFill>
                <a:ea typeface="楷体_GB2312" pitchFamily="49" charset="-122"/>
              </a:rPr>
              <a:t>Hz</a:t>
            </a:r>
            <a:r>
              <a:rPr lang="zh-CN" altLang="en-US" sz="1800" b="1" dirty="0">
                <a:solidFill>
                  <a:srgbClr val="FFFF57"/>
                </a:solidFill>
                <a:ea typeface="楷体_GB2312" pitchFamily="49" charset="-122"/>
              </a:rPr>
              <a:t>分量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4D70648-E8B3-FE71-813B-E722E47910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1945" y="3664906"/>
            <a:ext cx="3171823" cy="2879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10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10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3000"/>
                                        <p:tgtEl>
                                          <p:spTgt spid="105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000"/>
                                        <p:tgtEl>
                                          <p:spTgt spid="10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30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30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4" grpId="0" build="p"/>
      <p:bldP spid="105478" grpId="0" animBg="1"/>
      <p:bldP spid="105479" grpId="0"/>
      <p:bldP spid="105481" grpId="0"/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498" name="Object 2">
            <a:extLst>
              <a:ext uri="{FF2B5EF4-FFF2-40B4-BE49-F238E27FC236}">
                <a16:creationId xmlns:a16="http://schemas.microsoft.com/office/drawing/2014/main" id="{FF53FF50-6D69-F5C8-FA18-D777DC9AF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6223492"/>
              </p:ext>
            </p:extLst>
          </p:nvPr>
        </p:nvGraphicFramePr>
        <p:xfrm>
          <a:off x="1033252" y="804862"/>
          <a:ext cx="7561262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97235" imgH="507908" progId="Equation.DSMT4">
                  <p:embed/>
                </p:oleObj>
              </mc:Choice>
              <mc:Fallback>
                <p:oleObj name="Equation" r:id="rId3" imgW="2997235" imgH="507908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252" y="804862"/>
                        <a:ext cx="7561262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499" name="Object 3">
            <a:extLst>
              <a:ext uri="{FF2B5EF4-FFF2-40B4-BE49-F238E27FC236}">
                <a16:creationId xmlns:a16="http://schemas.microsoft.com/office/drawing/2014/main" id="{87465891-1E1B-9272-B7CF-B590BA2151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614363"/>
              </p:ext>
            </p:extLst>
          </p:nvPr>
        </p:nvGraphicFramePr>
        <p:xfrm>
          <a:off x="1033252" y="1866105"/>
          <a:ext cx="7272337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70321" imgH="863692" progId="Equation.DSMT4">
                  <p:embed/>
                </p:oleObj>
              </mc:Choice>
              <mc:Fallback>
                <p:oleObj name="Equation" r:id="rId5" imgW="2870321" imgH="86369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252" y="1866105"/>
                        <a:ext cx="7272337" cy="187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0" name="Rectangle 4">
            <a:extLst>
              <a:ext uri="{FF2B5EF4-FFF2-40B4-BE49-F238E27FC236}">
                <a16:creationId xmlns:a16="http://schemas.microsoft.com/office/drawing/2014/main" id="{EEE7DE86-42E3-3156-F90A-1175F3BE4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95275"/>
            <a:ext cx="78486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7"/>
              </a:buBlip>
            </a:pPr>
            <a:r>
              <a:rPr lang="zh-CN" altLang="en-US" b="1" dirty="0">
                <a:solidFill>
                  <a:srgbClr val="FFBDDE"/>
                </a:solidFill>
                <a:ea typeface="楷体_GB2312" pitchFamily="49" charset="-122"/>
              </a:rPr>
              <a:t>   媒质</a:t>
            </a:r>
            <a:r>
              <a:rPr lang="en-US" altLang="zh-CN" b="1" dirty="0">
                <a:solidFill>
                  <a:srgbClr val="FFBDDE"/>
                </a:solidFill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rgbClr val="FFBDDE"/>
                </a:solidFill>
                <a:ea typeface="楷体_GB2312" pitchFamily="49" charset="-122"/>
              </a:rPr>
              <a:t>中的合成波</a:t>
            </a:r>
            <a:r>
              <a:rPr lang="zh-CN" altLang="en-US" b="1" dirty="0">
                <a:solidFill>
                  <a:srgbClr val="FF7C80"/>
                </a:solidFill>
                <a:ea typeface="楷体_GB2312" pitchFamily="49" charset="-122"/>
              </a:rPr>
              <a:t>（媒质</a:t>
            </a:r>
            <a:r>
              <a:rPr lang="en-US" altLang="zh-CN" b="1" dirty="0">
                <a:solidFill>
                  <a:srgbClr val="FF7C80"/>
                </a:solidFill>
                <a:ea typeface="楷体_GB2312" pitchFamily="49" charset="-122"/>
              </a:rPr>
              <a:t>2</a:t>
            </a:r>
            <a:r>
              <a:rPr lang="zh-CN" altLang="en-US" b="1" dirty="0">
                <a:solidFill>
                  <a:srgbClr val="FF7C80"/>
                </a:solidFill>
                <a:ea typeface="楷体_GB2312" pitchFamily="49" charset="-122"/>
              </a:rPr>
              <a:t>中无折射波）</a:t>
            </a:r>
          </a:p>
          <a:p>
            <a:pPr eaLnBrk="1" hangingPunct="1">
              <a:lnSpc>
                <a:spcPct val="130000"/>
              </a:lnSpc>
              <a:buFontTx/>
              <a:buBlip>
                <a:blip r:embed="rId7"/>
              </a:buBlip>
            </a:pPr>
            <a:endParaRPr lang="zh-CN" altLang="en-US" b="1" dirty="0">
              <a:solidFill>
                <a:srgbClr val="FFBDDE"/>
              </a:solidFill>
              <a:ea typeface="楷体_GB2312" pitchFamily="49" charset="-122"/>
            </a:endParaRPr>
          </a:p>
        </p:txBody>
      </p:sp>
      <p:sp>
        <p:nvSpPr>
          <p:cNvPr id="106501" name="Text Box 5">
            <a:extLst>
              <a:ext uri="{FF2B5EF4-FFF2-40B4-BE49-F238E27FC236}">
                <a16:creationId xmlns:a16="http://schemas.microsoft.com/office/drawing/2014/main" id="{C3F4028E-EB09-0D72-85DD-B34E172A3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3935413"/>
            <a:ext cx="885825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8"/>
              </a:buBlip>
            </a:pP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合成波是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沿 </a:t>
            </a:r>
            <a:r>
              <a:rPr lang="en-US" altLang="zh-CN" b="1" i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方向的行波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，其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振幅沿</a:t>
            </a:r>
            <a:r>
              <a:rPr lang="en-US" altLang="zh-CN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方向成驻波分布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，是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非均匀平面波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106502" name="Text Box 6">
            <a:extLst>
              <a:ext uri="{FF2B5EF4-FFF2-40B4-BE49-F238E27FC236}">
                <a16:creationId xmlns:a16="http://schemas.microsoft.com/office/drawing/2014/main" id="{AFF6AF16-EFDA-0DDF-AF29-BE55DE41C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081" y="4943960"/>
            <a:ext cx="8856662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8"/>
              </a:buBlip>
            </a:pP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合成波电场垂直于传播方向（</a:t>
            </a:r>
            <a:r>
              <a:rPr lang="en-US" altLang="zh-CN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方向）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，而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磁场则存在</a:t>
            </a:r>
            <a:r>
              <a:rPr lang="en-US" altLang="zh-CN" b="1" i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分量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，这种波称为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横电波（即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TE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波）</a:t>
            </a:r>
            <a:r>
              <a:rPr lang="zh-CN" altLang="en-US" b="1" dirty="0">
                <a:solidFill>
                  <a:srgbClr val="FFC000"/>
                </a:solidFill>
                <a:ea typeface="楷体_GB2312" pitchFamily="49" charset="-122"/>
              </a:rPr>
              <a:t>（自由空间波） 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106503" name="Text Box 7">
            <a:extLst>
              <a:ext uri="{FF2B5EF4-FFF2-40B4-BE49-F238E27FC236}">
                <a16:creationId xmlns:a16="http://schemas.microsoft.com/office/drawing/2014/main" id="{DCB31816-4126-65DD-3F88-0FCBD4E05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442495"/>
            <a:ext cx="4608513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7"/>
              </a:buBlip>
            </a:pPr>
            <a:r>
              <a:rPr lang="zh-CN" altLang="en-US" b="1" dirty="0">
                <a:solidFill>
                  <a:srgbClr val="FFBDDE"/>
                </a:solidFill>
                <a:ea typeface="楷体_GB2312" pitchFamily="49" charset="-122"/>
              </a:rPr>
              <a:t>   媒质</a:t>
            </a:r>
            <a:r>
              <a:rPr lang="en-US" altLang="zh-CN" b="1" dirty="0">
                <a:solidFill>
                  <a:srgbClr val="FFBDDE"/>
                </a:solidFill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rgbClr val="FFBDDE"/>
                </a:solidFill>
                <a:ea typeface="楷体_GB2312" pitchFamily="49" charset="-122"/>
              </a:rPr>
              <a:t>中合成波的特点</a:t>
            </a:r>
            <a:endParaRPr lang="en-US" altLang="zh-CN" b="1" dirty="0">
              <a:solidFill>
                <a:srgbClr val="FFBDDE"/>
              </a:solidFill>
              <a:ea typeface="楷体_GB2312" pitchFamily="49" charset="-122"/>
            </a:endParaRPr>
          </a:p>
        </p:txBody>
      </p:sp>
      <p:grpSp>
        <p:nvGrpSpPr>
          <p:cNvPr id="106504" name="Group 8">
            <a:extLst>
              <a:ext uri="{FF2B5EF4-FFF2-40B4-BE49-F238E27FC236}">
                <a16:creationId xmlns:a16="http://schemas.microsoft.com/office/drawing/2014/main" id="{75BEB02C-134F-F69A-5BFC-7F8A34D43F14}"/>
              </a:ext>
            </a:extLst>
          </p:cNvPr>
          <p:cNvGrpSpPr>
            <a:grpSpLocks/>
          </p:cNvGrpSpPr>
          <p:nvPr/>
        </p:nvGrpSpPr>
        <p:grpSpPr bwMode="auto">
          <a:xfrm>
            <a:off x="285750" y="5957888"/>
            <a:ext cx="8823325" cy="566737"/>
            <a:chOff x="44" y="308"/>
            <a:chExt cx="5558" cy="357"/>
          </a:xfrm>
        </p:grpSpPr>
        <p:sp>
          <p:nvSpPr>
            <p:cNvPr id="121865" name="Text Box 9">
              <a:extLst>
                <a:ext uri="{FF2B5EF4-FFF2-40B4-BE49-F238E27FC236}">
                  <a16:creationId xmlns:a16="http://schemas.microsoft.com/office/drawing/2014/main" id="{F5B36046-67B6-6E47-19C3-86DB2E2E3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" y="308"/>
              <a:ext cx="5558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8001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2573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1717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6289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861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5433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0005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buFontTx/>
                <a:buBlip>
                  <a:blip r:embed="rId8"/>
                </a:buBlip>
              </a:pPr>
              <a:r>
                <a:rPr lang="zh-CN" altLang="en-US" b="1">
                  <a:solidFill>
                    <a:srgbClr val="FFFFFF"/>
                  </a:solidFill>
                  <a:ea typeface="楷体_GB2312" pitchFamily="49" charset="-122"/>
                </a:rPr>
                <a:t> </a:t>
              </a:r>
              <a:r>
                <a:rPr lang="zh-CN" altLang="en-US" b="1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在                              处，合成波电场</a:t>
              </a:r>
              <a:r>
                <a:rPr lang="en-US" altLang="zh-CN" b="1" i="1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lang="en-US" altLang="zh-CN" b="1" baseline="-2500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>
                  <a:solidFill>
                    <a:srgbClr val="FFFFFF"/>
                  </a:solidFill>
                  <a:ea typeface="楷体_GB2312" pitchFamily="49" charset="-122"/>
                </a:rPr>
                <a:t>=</a:t>
              </a:r>
              <a:r>
                <a:rPr lang="en-US" altLang="zh-CN" i="1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zh-CN" altLang="en-US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。</a:t>
              </a:r>
              <a:endParaRPr lang="zh-CN" altLang="en-US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121866" name="Object 10">
              <a:extLst>
                <a:ext uri="{FF2B5EF4-FFF2-40B4-BE49-F238E27FC236}">
                  <a16:creationId xmlns:a16="http://schemas.microsoft.com/office/drawing/2014/main" id="{DE451ADD-D542-331B-8A20-046C5C3EE6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3" y="391"/>
            <a:ext cx="139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143052" imgH="203246" progId="Equation.DSMT4">
                    <p:embed/>
                  </p:oleObj>
                </mc:Choice>
                <mc:Fallback>
                  <p:oleObj name="Equation" r:id="rId9" imgW="1143052" imgH="203246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3" y="391"/>
                          <a:ext cx="139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0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0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0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0" grpId="0"/>
      <p:bldP spid="106501" grpId="0"/>
      <p:bldP spid="106502" grpId="0"/>
      <p:bldP spid="10650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0" name="Rectangle 4">
            <a:extLst>
              <a:ext uri="{FF2B5EF4-FFF2-40B4-BE49-F238E27FC236}">
                <a16:creationId xmlns:a16="http://schemas.microsoft.com/office/drawing/2014/main" id="{EEE7DE86-42E3-3156-F90A-1175F3BE4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45" y="310762"/>
            <a:ext cx="78486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lang="zh-CN" altLang="en-US" b="1" dirty="0">
                <a:solidFill>
                  <a:srgbClr val="FFBDDE"/>
                </a:solidFill>
                <a:ea typeface="楷体_GB2312" pitchFamily="49" charset="-122"/>
              </a:rPr>
              <a:t>   媒质</a:t>
            </a:r>
            <a:r>
              <a:rPr lang="en-US" altLang="zh-CN" b="1" dirty="0">
                <a:solidFill>
                  <a:srgbClr val="FFBDDE"/>
                </a:solidFill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rgbClr val="FFBDDE"/>
                </a:solidFill>
                <a:ea typeface="楷体_GB2312" pitchFamily="49" charset="-122"/>
              </a:rPr>
              <a:t>中的合成波</a:t>
            </a:r>
            <a:r>
              <a:rPr lang="zh-CN" altLang="en-US" b="1" dirty="0">
                <a:solidFill>
                  <a:srgbClr val="FF7C80"/>
                </a:solidFill>
                <a:ea typeface="楷体_GB2312" pitchFamily="49" charset="-122"/>
              </a:rPr>
              <a:t>（媒质</a:t>
            </a:r>
            <a:r>
              <a:rPr lang="en-US" altLang="zh-CN" b="1" dirty="0">
                <a:solidFill>
                  <a:srgbClr val="FF7C80"/>
                </a:solidFill>
                <a:ea typeface="楷体_GB2312" pitchFamily="49" charset="-122"/>
              </a:rPr>
              <a:t>2</a:t>
            </a:r>
            <a:r>
              <a:rPr lang="zh-CN" altLang="en-US" b="1" dirty="0">
                <a:solidFill>
                  <a:srgbClr val="FF7C80"/>
                </a:solidFill>
                <a:ea typeface="楷体_GB2312" pitchFamily="49" charset="-122"/>
              </a:rPr>
              <a:t>中无折射波）</a:t>
            </a:r>
          </a:p>
          <a:p>
            <a:pPr eaLnBrk="1" hangingPunct="1">
              <a:lnSpc>
                <a:spcPct val="130000"/>
              </a:lnSpc>
              <a:buFontTx/>
              <a:buBlip>
                <a:blip r:embed="rId3"/>
              </a:buBlip>
            </a:pPr>
            <a:endParaRPr lang="zh-CN" altLang="en-US" b="1" dirty="0">
              <a:solidFill>
                <a:srgbClr val="FFBDDE"/>
              </a:solidFill>
              <a:ea typeface="楷体_GB2312" pitchFamily="49" charset="-122"/>
            </a:endParaRPr>
          </a:p>
        </p:txBody>
      </p:sp>
      <p:sp>
        <p:nvSpPr>
          <p:cNvPr id="106501" name="Text Box 5">
            <a:extLst>
              <a:ext uri="{FF2B5EF4-FFF2-40B4-BE49-F238E27FC236}">
                <a16:creationId xmlns:a16="http://schemas.microsoft.com/office/drawing/2014/main" id="{C3F4028E-EB09-0D72-85DD-B34E172A3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19" y="757503"/>
            <a:ext cx="885825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4"/>
              </a:buBlip>
            </a:pP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合成波是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沿 </a:t>
            </a:r>
            <a:r>
              <a:rPr lang="en-US" altLang="zh-CN" b="1" i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方向的行波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，其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振幅沿</a:t>
            </a:r>
            <a:r>
              <a:rPr lang="en-US" altLang="zh-CN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方向成驻波分布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，是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非均匀平面波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106502" name="Text Box 6">
            <a:extLst>
              <a:ext uri="{FF2B5EF4-FFF2-40B4-BE49-F238E27FC236}">
                <a16:creationId xmlns:a16="http://schemas.microsoft.com/office/drawing/2014/main" id="{AFF6AF16-EFDA-0DDF-AF29-BE55DE41C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92" y="1713874"/>
            <a:ext cx="8856662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4"/>
              </a:buBlip>
            </a:pP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合成波电场垂直于传播方向（</a:t>
            </a:r>
            <a:r>
              <a:rPr lang="en-US" altLang="zh-CN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方向）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，而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磁场则存在</a:t>
            </a:r>
            <a:r>
              <a:rPr lang="en-US" altLang="zh-CN" b="1" i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分量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，这种波称为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横电波（即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TE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波）</a:t>
            </a:r>
            <a:r>
              <a:rPr lang="zh-CN" altLang="en-US" b="1" dirty="0">
                <a:solidFill>
                  <a:srgbClr val="FFC000"/>
                </a:solidFill>
                <a:ea typeface="楷体_GB2312" pitchFamily="49" charset="-122"/>
              </a:rPr>
              <a:t>（自由空间波） 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grpSp>
        <p:nvGrpSpPr>
          <p:cNvPr id="106504" name="Group 8">
            <a:extLst>
              <a:ext uri="{FF2B5EF4-FFF2-40B4-BE49-F238E27FC236}">
                <a16:creationId xmlns:a16="http://schemas.microsoft.com/office/drawing/2014/main" id="{75BEB02C-134F-F69A-5BFC-7F8A34D43F14}"/>
              </a:ext>
            </a:extLst>
          </p:cNvPr>
          <p:cNvGrpSpPr>
            <a:grpSpLocks/>
          </p:cNvGrpSpPr>
          <p:nvPr/>
        </p:nvGrpSpPr>
        <p:grpSpPr bwMode="auto">
          <a:xfrm>
            <a:off x="115720" y="2699977"/>
            <a:ext cx="8823325" cy="566737"/>
            <a:chOff x="54" y="198"/>
            <a:chExt cx="5558" cy="357"/>
          </a:xfrm>
        </p:grpSpPr>
        <p:sp>
          <p:nvSpPr>
            <p:cNvPr id="121865" name="Text Box 9">
              <a:extLst>
                <a:ext uri="{FF2B5EF4-FFF2-40B4-BE49-F238E27FC236}">
                  <a16:creationId xmlns:a16="http://schemas.microsoft.com/office/drawing/2014/main" id="{F5B36046-67B6-6E47-19C3-86DB2E2E3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" y="198"/>
              <a:ext cx="5558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8001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2573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1717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6289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861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5433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0005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buFontTx/>
                <a:buBlip>
                  <a:blip r:embed="rId4"/>
                </a:buBlip>
              </a:pPr>
              <a:r>
                <a:rPr lang="zh-CN" altLang="en-US" b="1" dirty="0">
                  <a:solidFill>
                    <a:srgbClr val="FFFFFF"/>
                  </a:solidFill>
                  <a:ea typeface="楷体_GB2312" pitchFamily="49" charset="-122"/>
                </a:rPr>
                <a:t> </a:t>
              </a:r>
              <a:r>
                <a:rPr lang="zh-CN" altLang="en-US" b="1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在                              处，合成波电场</a:t>
              </a:r>
              <a:r>
                <a:rPr lang="en-US" altLang="zh-CN" b="1" i="1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lang="en-US" altLang="zh-CN" b="1" baseline="-25000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dirty="0">
                  <a:solidFill>
                    <a:srgbClr val="FFFFFF"/>
                  </a:solidFill>
                  <a:ea typeface="楷体_GB2312" pitchFamily="49" charset="-122"/>
                </a:rPr>
                <a:t>=</a:t>
              </a:r>
              <a:r>
                <a:rPr lang="en-US" altLang="zh-CN" i="1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zh-CN" altLang="en-US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。</a:t>
              </a:r>
              <a:endPara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121866" name="Object 10">
              <a:extLst>
                <a:ext uri="{FF2B5EF4-FFF2-40B4-BE49-F238E27FC236}">
                  <a16:creationId xmlns:a16="http://schemas.microsoft.com/office/drawing/2014/main" id="{DE451ADD-D542-331B-8A20-046C5C3EE6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5235282"/>
                </p:ext>
              </p:extLst>
            </p:nvPr>
          </p:nvGraphicFramePr>
          <p:xfrm>
            <a:off x="588" y="266"/>
            <a:ext cx="139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43052" imgH="203246" progId="Equation.DSMT4">
                    <p:embed/>
                  </p:oleObj>
                </mc:Choice>
                <mc:Fallback>
                  <p:oleObj name="Equation" r:id="rId5" imgW="1143052" imgH="203246" progId="Equation.DSMT4">
                    <p:embed/>
                    <p:pic>
                      <p:nvPicPr>
                        <p:cNvPr id="121866" name="Object 10">
                          <a:extLst>
                            <a:ext uri="{FF2B5EF4-FFF2-40B4-BE49-F238E27FC236}">
                              <a16:creationId xmlns:a16="http://schemas.microsoft.com/office/drawing/2014/main" id="{DE451ADD-D542-331B-8A20-046C5C3EE6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8" y="266"/>
                          <a:ext cx="139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Group 4">
            <a:extLst>
              <a:ext uri="{FF2B5EF4-FFF2-40B4-BE49-F238E27FC236}">
                <a16:creationId xmlns:a16="http://schemas.microsoft.com/office/drawing/2014/main" id="{F1CACB99-167D-0068-A91A-D7EC3BACAF44}"/>
              </a:ext>
            </a:extLst>
          </p:cNvPr>
          <p:cNvGrpSpPr>
            <a:grpSpLocks/>
          </p:cNvGrpSpPr>
          <p:nvPr/>
        </p:nvGrpSpPr>
        <p:grpSpPr bwMode="auto">
          <a:xfrm>
            <a:off x="128147" y="3259351"/>
            <a:ext cx="4895850" cy="3613150"/>
            <a:chOff x="1610" y="382"/>
            <a:chExt cx="3084" cy="2276"/>
          </a:xfrm>
        </p:grpSpPr>
        <p:pic>
          <p:nvPicPr>
            <p:cNvPr id="3" name="Picture 5" descr="3">
              <a:extLst>
                <a:ext uri="{FF2B5EF4-FFF2-40B4-BE49-F238E27FC236}">
                  <a16:creationId xmlns:a16="http://schemas.microsoft.com/office/drawing/2014/main" id="{0FC524AA-21DB-A3D6-619A-65AE7625FCD2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0" y="391"/>
              <a:ext cx="3084" cy="2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Line 6">
              <a:extLst>
                <a:ext uri="{FF2B5EF4-FFF2-40B4-BE49-F238E27FC236}">
                  <a16:creationId xmlns:a16="http://schemas.microsoft.com/office/drawing/2014/main" id="{6C1E4713-4B5B-22CA-956C-09E227FA11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1" y="1646"/>
              <a:ext cx="54" cy="6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7">
              <a:extLst>
                <a:ext uri="{FF2B5EF4-FFF2-40B4-BE49-F238E27FC236}">
                  <a16:creationId xmlns:a16="http://schemas.microsoft.com/office/drawing/2014/main" id="{A142456F-F44D-162C-86A8-A423417A3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5" y="1826"/>
              <a:ext cx="42" cy="62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8">
              <a:extLst>
                <a:ext uri="{FF2B5EF4-FFF2-40B4-BE49-F238E27FC236}">
                  <a16:creationId xmlns:a16="http://schemas.microsoft.com/office/drawing/2014/main" id="{B7D2D980-C627-630D-1A63-6628F647E6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5" y="1550"/>
              <a:ext cx="82" cy="60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D18BEDFA-5D84-BA0F-E372-566CE5F073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2" y="1730"/>
              <a:ext cx="23" cy="60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7EAEFA25-0CEE-2181-9210-3A97621A3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1354"/>
              <a:ext cx="173" cy="2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9E67D69B-54CE-AC20-CCD3-A79F491EF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8" y="2252"/>
              <a:ext cx="173" cy="2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A9CC1C48-D083-3D52-D9F9-54932C763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" y="1862"/>
              <a:ext cx="173" cy="2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53C89DD2-853B-C887-0442-1B715607E7F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87" y="891"/>
              <a:ext cx="839" cy="103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8DB4D549-77A3-F28B-9342-EEE1ADF1D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5" y="1619"/>
              <a:ext cx="2417" cy="79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E300397C-2DB9-06AE-8F60-63397F7C4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" y="482"/>
              <a:ext cx="1117" cy="1417"/>
            </a:xfrm>
            <a:custGeom>
              <a:avLst/>
              <a:gdLst>
                <a:gd name="T0" fmla="*/ 3107 w 997"/>
                <a:gd name="T1" fmla="*/ 0 h 1441"/>
                <a:gd name="T2" fmla="*/ 0 w 997"/>
                <a:gd name="T3" fmla="*/ 690 h 1441"/>
                <a:gd name="T4" fmla="*/ 348 w 997"/>
                <a:gd name="T5" fmla="*/ 1218 h 1441"/>
                <a:gd name="T6" fmla="*/ 3107 w 997"/>
                <a:gd name="T7" fmla="*/ 422 h 1441"/>
                <a:gd name="T8" fmla="*/ 3107 w 997"/>
                <a:gd name="T9" fmla="*/ 0 h 14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7" h="1441">
                  <a:moveTo>
                    <a:pt x="997" y="0"/>
                  </a:moveTo>
                  <a:lnTo>
                    <a:pt x="0" y="816"/>
                  </a:lnTo>
                  <a:lnTo>
                    <a:pt x="112" y="1441"/>
                  </a:lnTo>
                  <a:lnTo>
                    <a:pt x="997" y="499"/>
                  </a:lnTo>
                  <a:lnTo>
                    <a:pt x="997" y="0"/>
                  </a:lnTo>
                  <a:close/>
                </a:path>
              </a:pathLst>
            </a:custGeom>
            <a:solidFill>
              <a:srgbClr val="969696">
                <a:alpha val="45097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id="{6D677D9A-CB65-A021-8A4F-3ED4287B93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280000">
              <a:off x="1745" y="1048"/>
              <a:ext cx="1814" cy="23"/>
            </a:xfrm>
            <a:prstGeom prst="rect">
              <a:avLst/>
            </a:prstGeom>
            <a:solidFill>
              <a:srgbClr val="0000FF">
                <a:alpha val="2784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BA55D47F-536E-0047-8AEF-CB57E1D182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3" y="418"/>
              <a:ext cx="158" cy="136"/>
            </a:xfrm>
            <a:prstGeom prst="line">
              <a:avLst/>
            </a:prstGeom>
            <a:noFill/>
            <a:ln w="31750">
              <a:solidFill>
                <a:srgbClr val="3366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id="{C886CB5D-1C4B-8145-11D3-FDAD96C16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" y="1545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</a:p>
          </p:txBody>
        </p:sp>
        <p:sp>
          <p:nvSpPr>
            <p:cNvPr id="17" name="Rectangle 19">
              <a:extLst>
                <a:ext uri="{FF2B5EF4-FFF2-40B4-BE49-F238E27FC236}">
                  <a16:creationId xmlns:a16="http://schemas.microsoft.com/office/drawing/2014/main" id="{D6DD16C3-0984-8C34-6D9B-EE01A620B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382"/>
              <a:ext cx="212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</a:p>
          </p:txBody>
        </p:sp>
        <p:sp>
          <p:nvSpPr>
            <p:cNvPr id="18" name="Rectangle 20">
              <a:extLst>
                <a:ext uri="{FF2B5EF4-FFF2-40B4-BE49-F238E27FC236}">
                  <a16:creationId xmlns:a16="http://schemas.microsoft.com/office/drawing/2014/main" id="{087C7599-EBDE-C019-80FE-B81097D83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" y="22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i="1">
                  <a:solidFill>
                    <a:srgbClr val="000000"/>
                  </a:solidFill>
                  <a:ea typeface="楷体_GB2312" pitchFamily="49" charset="-122"/>
                </a:rPr>
                <a:t>z</a:t>
              </a:r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9D71FCF1-9451-6D7E-A8D9-2E9D3FC877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000" flipH="1" flipV="1">
              <a:off x="1800" y="1026"/>
              <a:ext cx="136" cy="59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70ABC386-C7DF-5A4D-7B3B-19C5BFC9DE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2" y="1381"/>
              <a:ext cx="97" cy="60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3">
              <a:extLst>
                <a:ext uri="{FF2B5EF4-FFF2-40B4-BE49-F238E27FC236}">
                  <a16:creationId xmlns:a16="http://schemas.microsoft.com/office/drawing/2014/main" id="{EA5A4CA4-8F31-1D31-EA4B-D9E1B85F5B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1457"/>
              <a:ext cx="91" cy="60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24">
              <a:extLst>
                <a:ext uri="{FF2B5EF4-FFF2-40B4-BE49-F238E27FC236}">
                  <a16:creationId xmlns:a16="http://schemas.microsoft.com/office/drawing/2014/main" id="{7ED60326-8E21-B8A4-7B98-49930275C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845"/>
              <a:ext cx="201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</a:p>
          </p:txBody>
        </p:sp>
        <p:sp>
          <p:nvSpPr>
            <p:cNvPr id="23" name="Line 25">
              <a:extLst>
                <a:ext uri="{FF2B5EF4-FFF2-40B4-BE49-F238E27FC236}">
                  <a16:creationId xmlns:a16="http://schemas.microsoft.com/office/drawing/2014/main" id="{B2B9BA91-3774-DA45-70D5-6D58F7086A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000">
              <a:off x="3759" y="1923"/>
              <a:ext cx="23" cy="608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817F51A3-BBF0-35F7-5433-06B48AA94B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2740" y="3314685"/>
            <a:ext cx="3536305" cy="321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2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0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0" grpId="0"/>
      <p:bldP spid="106501" grpId="0"/>
      <p:bldP spid="10650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522" name="Object 2">
            <a:extLst>
              <a:ext uri="{FF2B5EF4-FFF2-40B4-BE49-F238E27FC236}">
                <a16:creationId xmlns:a16="http://schemas.microsoft.com/office/drawing/2014/main" id="{3484237A-C431-49CB-5A50-7A2D97F7EE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497615"/>
              </p:ext>
            </p:extLst>
          </p:nvPr>
        </p:nvGraphicFramePr>
        <p:xfrm>
          <a:off x="179512" y="1124744"/>
          <a:ext cx="8734425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89521" imgH="812985" progId="Equation.DSMT4">
                  <p:embed/>
                </p:oleObj>
              </mc:Choice>
              <mc:Fallback>
                <p:oleObj name="Equation" r:id="rId2" imgW="4089521" imgH="81298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124744"/>
                        <a:ext cx="8734425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3" name="Text Box 3">
            <a:extLst>
              <a:ext uri="{FF2B5EF4-FFF2-40B4-BE49-F238E27FC236}">
                <a16:creationId xmlns:a16="http://schemas.microsoft.com/office/drawing/2014/main" id="{6A6A5306-1B35-631F-C637-9666E0191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476672"/>
            <a:ext cx="5832475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4"/>
              </a:buBlip>
            </a:pPr>
            <a:r>
              <a:rPr kumimoji="1"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b="1" dirty="0">
                <a:solidFill>
                  <a:srgbClr val="FFBDDE"/>
                </a:solidFill>
                <a:ea typeface="楷体_GB2312" pitchFamily="49" charset="-122"/>
              </a:rPr>
              <a:t>合成波的平均能流密度矢量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10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607" name="Group 15">
            <a:extLst>
              <a:ext uri="{FF2B5EF4-FFF2-40B4-BE49-F238E27FC236}">
                <a16:creationId xmlns:a16="http://schemas.microsoft.com/office/drawing/2014/main" id="{FB36A2C4-BE86-D20F-7808-A8256685AE62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806450"/>
            <a:ext cx="3330575" cy="2046288"/>
            <a:chOff x="3288" y="482"/>
            <a:chExt cx="2358" cy="1406"/>
          </a:xfrm>
        </p:grpSpPr>
        <p:sp>
          <p:nvSpPr>
            <p:cNvPr id="124946" name="Rectangle 16">
              <a:extLst>
                <a:ext uri="{FF2B5EF4-FFF2-40B4-BE49-F238E27FC236}">
                  <a16:creationId xmlns:a16="http://schemas.microsoft.com/office/drawing/2014/main" id="{4E85B371-76F0-C82F-9F87-9087AFEDF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511"/>
              <a:ext cx="2358" cy="136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24947" name="Rectangle 17" descr="浅色上对角线">
              <a:extLst>
                <a:ext uri="{FF2B5EF4-FFF2-40B4-BE49-F238E27FC236}">
                  <a16:creationId xmlns:a16="http://schemas.microsoft.com/office/drawing/2014/main" id="{6E641234-8120-9B19-65AA-8F54F047F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4" y="1225"/>
              <a:ext cx="1920" cy="101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24948" name="Line 18">
              <a:extLst>
                <a:ext uri="{FF2B5EF4-FFF2-40B4-BE49-F238E27FC236}">
                  <a16:creationId xmlns:a16="http://schemas.microsoft.com/office/drawing/2014/main" id="{EE2CDD5F-2C28-D00E-5175-72B8B08964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4" y="1218"/>
              <a:ext cx="197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49" name="Line 19">
              <a:extLst>
                <a:ext uri="{FF2B5EF4-FFF2-40B4-BE49-F238E27FC236}">
                  <a16:creationId xmlns:a16="http://schemas.microsoft.com/office/drawing/2014/main" id="{19EA30DE-27CC-9DB1-71DF-20BF173731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482"/>
              <a:ext cx="0" cy="13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50" name="Line 20">
              <a:extLst>
                <a:ext uri="{FF2B5EF4-FFF2-40B4-BE49-F238E27FC236}">
                  <a16:creationId xmlns:a16="http://schemas.microsoft.com/office/drawing/2014/main" id="{3E4D8C1E-BBF7-91E4-6DA6-1F030C3BF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5" y="568"/>
              <a:ext cx="665" cy="64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51" name="Line 21">
              <a:extLst>
                <a:ext uri="{FF2B5EF4-FFF2-40B4-BE49-F238E27FC236}">
                  <a16:creationId xmlns:a16="http://schemas.microsoft.com/office/drawing/2014/main" id="{9FAE0DBA-73F1-A511-D7D5-E881EC0E24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8" y="557"/>
              <a:ext cx="675" cy="6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52" name="Arc 22">
              <a:extLst>
                <a:ext uri="{FF2B5EF4-FFF2-40B4-BE49-F238E27FC236}">
                  <a16:creationId xmlns:a16="http://schemas.microsoft.com/office/drawing/2014/main" id="{463C7F25-CC40-720C-2840-001AB8FEE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1028"/>
              <a:ext cx="116" cy="61"/>
            </a:xfrm>
            <a:custGeom>
              <a:avLst/>
              <a:gdLst>
                <a:gd name="T0" fmla="*/ 0 w 21600"/>
                <a:gd name="T1" fmla="*/ 0 h 28273"/>
                <a:gd name="T2" fmla="*/ 0 w 21600"/>
                <a:gd name="T3" fmla="*/ 0 h 28273"/>
                <a:gd name="T4" fmla="*/ 0 w 21600"/>
                <a:gd name="T5" fmla="*/ 0 h 282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8273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866"/>
                    <a:pt x="21243" y="26117"/>
                    <a:pt x="20543" y="28273"/>
                  </a:cubicBezTo>
                </a:path>
                <a:path w="21600" h="28273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866"/>
                    <a:pt x="21243" y="26117"/>
                    <a:pt x="20543" y="28273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53" name="Arc 23">
              <a:extLst>
                <a:ext uri="{FF2B5EF4-FFF2-40B4-BE49-F238E27FC236}">
                  <a16:creationId xmlns:a16="http://schemas.microsoft.com/office/drawing/2014/main" id="{EDBE8F55-4ABE-1E33-B131-5DAB8E91930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328" y="1022"/>
              <a:ext cx="140" cy="6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54" name="Text Box 24">
              <a:extLst>
                <a:ext uri="{FF2B5EF4-FFF2-40B4-BE49-F238E27FC236}">
                  <a16:creationId xmlns:a16="http://schemas.microsoft.com/office/drawing/2014/main" id="{8C6F428C-B777-991C-BA11-C95F9D4BA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5" y="818"/>
              <a:ext cx="3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r>
                <a:rPr lang="en-US" altLang="zh-CN" sz="18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4955" name="Text Box 25">
              <a:extLst>
                <a:ext uri="{FF2B5EF4-FFF2-40B4-BE49-F238E27FC236}">
                  <a16:creationId xmlns:a16="http://schemas.microsoft.com/office/drawing/2014/main" id="{2A16D3F3-2B6E-08FF-78B1-17E6EAAB6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4" y="818"/>
              <a:ext cx="3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r>
                <a:rPr lang="en-US" altLang="zh-CN" sz="18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4956" name="Text Box 26">
              <a:extLst>
                <a:ext uri="{FF2B5EF4-FFF2-40B4-BE49-F238E27FC236}">
                  <a16:creationId xmlns:a16="http://schemas.microsoft.com/office/drawing/2014/main" id="{69A943E8-2073-B24B-EF2F-878A5BD6C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3" y="930"/>
              <a:ext cx="5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lang="zh-CN" altLang="en-US" sz="1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</a:t>
              </a:r>
              <a:r>
                <a:rPr lang="en-US" altLang="zh-CN" sz="1800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</a:t>
              </a:r>
              <a:endParaRPr lang="en-US" altLang="zh-CN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4957" name="Text Box 27">
              <a:extLst>
                <a:ext uri="{FF2B5EF4-FFF2-40B4-BE49-F238E27FC236}">
                  <a16:creationId xmlns:a16="http://schemas.microsoft.com/office/drawing/2014/main" id="{5AD96B06-103F-935B-7063-2CED36618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" y="1295"/>
              <a:ext cx="66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</a:t>
              </a: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4958" name="Oval 28">
              <a:extLst>
                <a:ext uri="{FF2B5EF4-FFF2-40B4-BE49-F238E27FC236}">
                  <a16:creationId xmlns:a16="http://schemas.microsoft.com/office/drawing/2014/main" id="{4B0B6F8B-815B-71BD-7F3F-5A72F974F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8" y="702"/>
              <a:ext cx="95" cy="9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24959" name="Oval 29">
              <a:extLst>
                <a:ext uri="{FF2B5EF4-FFF2-40B4-BE49-F238E27FC236}">
                  <a16:creationId xmlns:a16="http://schemas.microsoft.com/office/drawing/2014/main" id="{DCE7F502-7CB5-8DAF-C6D2-EE462F112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0" y="734"/>
              <a:ext cx="31" cy="3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24960" name="Oval 30">
              <a:extLst>
                <a:ext uri="{FF2B5EF4-FFF2-40B4-BE49-F238E27FC236}">
                  <a16:creationId xmlns:a16="http://schemas.microsoft.com/office/drawing/2014/main" id="{2F5D5B18-EA4A-B1BD-EA8F-CC21FE330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702"/>
              <a:ext cx="94" cy="9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24961" name="Oval 31">
              <a:extLst>
                <a:ext uri="{FF2B5EF4-FFF2-40B4-BE49-F238E27FC236}">
                  <a16:creationId xmlns:a16="http://schemas.microsoft.com/office/drawing/2014/main" id="{22142DCA-C4B9-7A70-3CB1-B36FD1470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8" y="734"/>
              <a:ext cx="30" cy="3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24962" name="Line 32">
              <a:extLst>
                <a:ext uri="{FF2B5EF4-FFF2-40B4-BE49-F238E27FC236}">
                  <a16:creationId xmlns:a16="http://schemas.microsoft.com/office/drawing/2014/main" id="{FD39EFAD-17E5-13F9-3A2E-9E78389666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750"/>
              <a:ext cx="141" cy="1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63" name="Line 33">
              <a:extLst>
                <a:ext uri="{FF2B5EF4-FFF2-40B4-BE49-F238E27FC236}">
                  <a16:creationId xmlns:a16="http://schemas.microsoft.com/office/drawing/2014/main" id="{C6615AB4-158C-3EE2-12B1-5020642A1C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46" y="750"/>
              <a:ext cx="141" cy="1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64" name="Text Box 34">
              <a:extLst>
                <a:ext uri="{FF2B5EF4-FFF2-40B4-BE49-F238E27FC236}">
                  <a16:creationId xmlns:a16="http://schemas.microsoft.com/office/drawing/2014/main" id="{3BD62EE0-2234-C69C-12FF-FAD56782B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754"/>
              <a:ext cx="34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</a:p>
          </p:txBody>
        </p:sp>
        <p:sp>
          <p:nvSpPr>
            <p:cNvPr id="124965" name="Text Box 35">
              <a:extLst>
                <a:ext uri="{FF2B5EF4-FFF2-40B4-BE49-F238E27FC236}">
                  <a16:creationId xmlns:a16="http://schemas.microsoft.com/office/drawing/2014/main" id="{F625C59B-03CE-28EE-1AE8-0D0712441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2" y="845"/>
              <a:ext cx="3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18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24966" name="Text Box 36">
              <a:extLst>
                <a:ext uri="{FF2B5EF4-FFF2-40B4-BE49-F238E27FC236}">
                  <a16:creationId xmlns:a16="http://schemas.microsoft.com/office/drawing/2014/main" id="{EDDCFAF6-F37B-985E-4516-0E2BDE7FA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5" y="572"/>
              <a:ext cx="35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zh-CN" sz="18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24967" name="Text Box 37">
              <a:extLst>
                <a:ext uri="{FF2B5EF4-FFF2-40B4-BE49-F238E27FC236}">
                  <a16:creationId xmlns:a16="http://schemas.microsoft.com/office/drawing/2014/main" id="{C72AEB00-4BB3-E830-A5BA-37DEC1D478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8" y="555"/>
              <a:ext cx="34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zh-CN" sz="18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24968" name="Text Box 38">
              <a:extLst>
                <a:ext uri="{FF2B5EF4-FFF2-40B4-BE49-F238E27FC236}">
                  <a16:creationId xmlns:a16="http://schemas.microsoft.com/office/drawing/2014/main" id="{D13B1E0F-D355-8ECF-51B7-B8EA36B4D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7" y="1599"/>
              <a:ext cx="23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24969" name="Text Box 39">
              <a:extLst>
                <a:ext uri="{FF2B5EF4-FFF2-40B4-BE49-F238E27FC236}">
                  <a16:creationId xmlns:a16="http://schemas.microsoft.com/office/drawing/2014/main" id="{2A58117C-CED4-3BAD-A8AD-C41B7F3F4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3" y="980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grpSp>
          <p:nvGrpSpPr>
            <p:cNvPr id="124970" name="Group 40">
              <a:extLst>
                <a:ext uri="{FF2B5EF4-FFF2-40B4-BE49-F238E27FC236}">
                  <a16:creationId xmlns:a16="http://schemas.microsoft.com/office/drawing/2014/main" id="{E378C5C3-EE14-2807-F5CC-96B6673C60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2" y="1267"/>
              <a:ext cx="279" cy="272"/>
              <a:chOff x="5578" y="12254"/>
              <a:chExt cx="480" cy="480"/>
            </a:xfrm>
          </p:grpSpPr>
          <p:sp>
            <p:nvSpPr>
              <p:cNvPr id="124972" name="Rectangle 41">
                <a:extLst>
                  <a:ext uri="{FF2B5EF4-FFF2-40B4-BE49-F238E27FC236}">
                    <a16:creationId xmlns:a16="http://schemas.microsoft.com/office/drawing/2014/main" id="{238D9DB8-9E7B-103A-5996-0D380DBA1A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8" y="12374"/>
                <a:ext cx="100" cy="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endParaRPr lang="zh-CN" altLang="en-US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24973" name="Text Box 42">
                <a:extLst>
                  <a:ext uri="{FF2B5EF4-FFF2-40B4-BE49-F238E27FC236}">
                    <a16:creationId xmlns:a16="http://schemas.microsoft.com/office/drawing/2014/main" id="{42C45CFB-DE8E-336C-C007-97803A0670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78" y="12254"/>
                <a:ext cx="480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124971" name="Line 43">
              <a:extLst>
                <a:ext uri="{FF2B5EF4-FFF2-40B4-BE49-F238E27FC236}">
                  <a16:creationId xmlns:a16="http://schemas.microsoft.com/office/drawing/2014/main" id="{4B18AED6-D3D4-BE36-0603-76AB04E8D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" y="1222"/>
              <a:ext cx="188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CE7B5708-9B45-3931-A890-CE12C68D8C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blackGray">
          <a:xfrm>
            <a:off x="107950" y="468313"/>
            <a:ext cx="7848600" cy="43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BDDE"/>
                </a:solidFill>
                <a:effectLst/>
                <a:latin typeface="Times New Roman" panose="02020603050405020304" pitchFamily="18" charset="0"/>
                <a:cs typeface="Arial" panose="020B0604020202020204" pitchFamily="34" charset="0"/>
              </a:rPr>
              <a:t>6.4.2  </a:t>
            </a:r>
            <a:r>
              <a:rPr lang="zh-CN" altLang="en-US" sz="2400" b="1" dirty="0">
                <a:solidFill>
                  <a:srgbClr val="FFBDDE"/>
                </a:solidFill>
                <a:effectLst/>
                <a:latin typeface="Times New Roman" panose="02020603050405020304" pitchFamily="18" charset="0"/>
                <a:cs typeface="Arial" panose="020B0604020202020204" pitchFamily="34" charset="0"/>
              </a:rPr>
              <a:t>平行极化波对理想导体表面的斜入射</a:t>
            </a:r>
          </a:p>
        </p:txBody>
      </p:sp>
      <p:graphicFrame>
        <p:nvGraphicFramePr>
          <p:cNvPr id="110595" name="Object 3">
            <a:extLst>
              <a:ext uri="{FF2B5EF4-FFF2-40B4-BE49-F238E27FC236}">
                <a16:creationId xmlns:a16="http://schemas.microsoft.com/office/drawing/2014/main" id="{27985D92-27A1-E457-51F7-FCFA6C251C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4365625"/>
          <a:ext cx="491648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11487" imgH="406492" progId="Equation.DSMT4">
                  <p:embed/>
                </p:oleObj>
              </mc:Choice>
              <mc:Fallback>
                <p:oleObj name="Equation" r:id="rId4" imgW="2311487" imgH="40649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365625"/>
                        <a:ext cx="4916487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6" name="Object 4">
            <a:extLst>
              <a:ext uri="{FF2B5EF4-FFF2-40B4-BE49-F238E27FC236}">
                <a16:creationId xmlns:a16="http://schemas.microsoft.com/office/drawing/2014/main" id="{4F198F40-654D-B523-011A-B542BA2BD2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5372100"/>
          <a:ext cx="5484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92227" imgH="482554" progId="Equation.DSMT4">
                  <p:embed/>
                </p:oleObj>
              </mc:Choice>
              <mc:Fallback>
                <p:oleObj name="Equation" r:id="rId6" imgW="2692227" imgH="48255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5372100"/>
                        <a:ext cx="5484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598" name="Group 6">
            <a:extLst>
              <a:ext uri="{FF2B5EF4-FFF2-40B4-BE49-F238E27FC236}">
                <a16:creationId xmlns:a16="http://schemas.microsoft.com/office/drawing/2014/main" id="{7DBEEDFA-36E5-54A9-023A-CC0C1F02B11D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950913"/>
            <a:ext cx="3024188" cy="893762"/>
            <a:chOff x="113" y="917"/>
            <a:chExt cx="1905" cy="608"/>
          </a:xfrm>
        </p:grpSpPr>
        <p:graphicFrame>
          <p:nvGraphicFramePr>
            <p:cNvPr id="124944" name="Object 7">
              <a:extLst>
                <a:ext uri="{FF2B5EF4-FFF2-40B4-BE49-F238E27FC236}">
                  <a16:creationId xmlns:a16="http://schemas.microsoft.com/office/drawing/2014/main" id="{11E785E6-C69D-D854-BF7E-D0612C6862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3" y="917"/>
            <a:ext cx="1247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65373" imgH="457200" progId="Equation.DSMT4">
                    <p:embed/>
                  </p:oleObj>
                </mc:Choice>
                <mc:Fallback>
                  <p:oleObj name="Equation" r:id="rId8" imgW="965373" imgH="457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3" y="917"/>
                          <a:ext cx="1247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chemeClr val="bg1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45" name="Rectangle 8">
              <a:extLst>
                <a:ext uri="{FF2B5EF4-FFF2-40B4-BE49-F238E27FC236}">
                  <a16:creationId xmlns:a16="http://schemas.microsoft.com/office/drawing/2014/main" id="{D3199F15-F499-728B-982D-7252AD98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1071"/>
              <a:ext cx="19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b="1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由于</a:t>
              </a:r>
            </a:p>
          </p:txBody>
        </p:sp>
      </p:grpSp>
      <p:grpSp>
        <p:nvGrpSpPr>
          <p:cNvPr id="110601" name="Group 9">
            <a:extLst>
              <a:ext uri="{FF2B5EF4-FFF2-40B4-BE49-F238E27FC236}">
                <a16:creationId xmlns:a16="http://schemas.microsoft.com/office/drawing/2014/main" id="{3E75B1EA-704E-4E21-A430-FA3730F13AAA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1844675"/>
            <a:ext cx="3843338" cy="1714500"/>
            <a:chOff x="1791" y="619"/>
            <a:chExt cx="2721" cy="1269"/>
          </a:xfrm>
        </p:grpSpPr>
        <p:graphicFrame>
          <p:nvGraphicFramePr>
            <p:cNvPr id="124942" name="Object 10">
              <a:extLst>
                <a:ext uri="{FF2B5EF4-FFF2-40B4-BE49-F238E27FC236}">
                  <a16:creationId xmlns:a16="http://schemas.microsoft.com/office/drawing/2014/main" id="{F87C7FF4-1305-3FF8-60E4-A77A6AA0C9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0" y="619"/>
            <a:ext cx="2222" cy="1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74973" imgH="889046" progId="Equation.DSMT4">
                    <p:embed/>
                  </p:oleObj>
                </mc:Choice>
                <mc:Fallback>
                  <p:oleObj name="Equation" r:id="rId10" imgW="1574973" imgH="889046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619"/>
                          <a:ext cx="2222" cy="1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chemeClr val="bg1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43" name="Rectangle 11">
              <a:extLst>
                <a:ext uri="{FF2B5EF4-FFF2-40B4-BE49-F238E27FC236}">
                  <a16:creationId xmlns:a16="http://schemas.microsoft.com/office/drawing/2014/main" id="{B4FA4CB9-1FBE-EB74-0B87-8414295B7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071"/>
              <a:ext cx="19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b="1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</a:t>
              </a:r>
            </a:p>
          </p:txBody>
        </p:sp>
      </p:grpSp>
      <p:grpSp>
        <p:nvGrpSpPr>
          <p:cNvPr id="110604" name="Group 12">
            <a:extLst>
              <a:ext uri="{FF2B5EF4-FFF2-40B4-BE49-F238E27FC236}">
                <a16:creationId xmlns:a16="http://schemas.microsoft.com/office/drawing/2014/main" id="{7587918A-6CAF-9EA7-EF94-2F78BF5DFAB1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2112963"/>
            <a:ext cx="1739900" cy="968375"/>
            <a:chOff x="4513" y="845"/>
            <a:chExt cx="1225" cy="733"/>
          </a:xfrm>
        </p:grpSpPr>
        <p:sp>
          <p:nvSpPr>
            <p:cNvPr id="124940" name="AutoShape 14">
              <a:extLst>
                <a:ext uri="{FF2B5EF4-FFF2-40B4-BE49-F238E27FC236}">
                  <a16:creationId xmlns:a16="http://schemas.microsoft.com/office/drawing/2014/main" id="{4E18ACC0-7F07-D8E5-89AA-F276FA0FC20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513" y="1162"/>
              <a:ext cx="453" cy="136"/>
            </a:xfrm>
            <a:prstGeom prst="rightArrow">
              <a:avLst>
                <a:gd name="adj1" fmla="val 50000"/>
                <a:gd name="adj2" fmla="val 83272"/>
              </a:avLst>
            </a:prstGeom>
            <a:solidFill>
              <a:srgbClr val="FFFF66"/>
            </a:solidFill>
            <a:ln w="9525">
              <a:solidFill>
                <a:srgbClr val="FF99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124941" name="Object 13">
              <a:extLst>
                <a:ext uri="{FF2B5EF4-FFF2-40B4-BE49-F238E27FC236}">
                  <a16:creationId xmlns:a16="http://schemas.microsoft.com/office/drawing/2014/main" id="{B068EFDA-63F1-33C8-AFAC-B2B250E4AF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67" y="845"/>
            <a:ext cx="771" cy="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82687" imgH="457200" progId="Equation.DSMT4">
                    <p:embed/>
                  </p:oleObj>
                </mc:Choice>
                <mc:Fallback>
                  <p:oleObj name="Equation" r:id="rId12" imgW="482687" imgH="4572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" y="845"/>
                          <a:ext cx="771" cy="7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chemeClr val="bg1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0636" name="Rectangle 44">
            <a:extLst>
              <a:ext uri="{FF2B5EF4-FFF2-40B4-BE49-F238E27FC236}">
                <a16:creationId xmlns:a16="http://schemas.microsoft.com/office/drawing/2014/main" id="{776EBA98-FCEF-29CA-59B7-F15BB66D6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513" y="3860800"/>
            <a:ext cx="7416801" cy="57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14"/>
              </a:buBlip>
            </a:pPr>
            <a:r>
              <a:rPr lang="zh-CN" altLang="en-US" b="1">
                <a:solidFill>
                  <a:srgbClr val="FFBDDE"/>
                </a:solidFill>
                <a:ea typeface="楷体_GB2312" pitchFamily="49" charset="-122"/>
              </a:rPr>
              <a:t>   媒质</a:t>
            </a:r>
            <a:r>
              <a:rPr lang="en-US" altLang="zh-CN" b="1">
                <a:solidFill>
                  <a:srgbClr val="FFBDDE"/>
                </a:solidFill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FFBDDE"/>
                </a:solidFill>
                <a:ea typeface="楷体_GB2312" pitchFamily="49" charset="-122"/>
              </a:rPr>
              <a:t>中的合成波</a:t>
            </a:r>
            <a:r>
              <a:rPr lang="zh-CN" altLang="en-US" b="1">
                <a:solidFill>
                  <a:srgbClr val="FF7C80"/>
                </a:solidFill>
                <a:ea typeface="楷体_GB2312" pitchFamily="49" charset="-122"/>
              </a:rPr>
              <a:t>（</a:t>
            </a:r>
            <a:r>
              <a:rPr lang="zh-CN" altLang="en-US" b="1">
                <a:solidFill>
                  <a:srgbClr val="FF7C80"/>
                </a:solidFill>
              </a:rPr>
              <a:t>媒质</a:t>
            </a:r>
            <a:r>
              <a:rPr lang="en-US" altLang="zh-CN" b="1">
                <a:solidFill>
                  <a:srgbClr val="FF7C80"/>
                </a:solidFill>
              </a:rPr>
              <a:t>2</a:t>
            </a:r>
            <a:r>
              <a:rPr lang="zh-CN" altLang="en-US" b="1">
                <a:solidFill>
                  <a:srgbClr val="FF7C80"/>
                </a:solidFill>
              </a:rPr>
              <a:t>中无折射波</a:t>
            </a:r>
            <a:r>
              <a:rPr lang="zh-CN" altLang="en-US" b="1">
                <a:solidFill>
                  <a:srgbClr val="FF7C80"/>
                </a:solidFill>
                <a:ea typeface="楷体_GB2312" pitchFamily="49" charset="-122"/>
              </a:rPr>
              <a:t>）</a:t>
            </a:r>
          </a:p>
        </p:txBody>
      </p:sp>
      <p:sp>
        <p:nvSpPr>
          <p:cNvPr id="124938" name="Rectangle 55">
            <a:extLst>
              <a:ext uri="{FF2B5EF4-FFF2-40B4-BE49-F238E27FC236}">
                <a16:creationId xmlns:a16="http://schemas.microsoft.com/office/drawing/2014/main" id="{208916AF-A16F-049A-3916-33D6AEAB6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8" y="2814638"/>
            <a:ext cx="4298950" cy="1163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zh-CN" altLang="en-US" sz="1800" b="1" dirty="0">
                <a:solidFill>
                  <a:srgbClr val="FFFF57"/>
                </a:solidFill>
                <a:ea typeface="楷体_GB2312" pitchFamily="49" charset="-122"/>
              </a:rPr>
              <a:t>平行极化波 </a:t>
            </a:r>
          </a:p>
          <a:p>
            <a:pPr algn="just" eaLnBrk="1" hangingPunct="1">
              <a:lnSpc>
                <a:spcPct val="130000"/>
              </a:lnSpc>
              <a:buFontTx/>
              <a:buChar char="•"/>
            </a:pPr>
            <a:r>
              <a:rPr lang="zh-CN" altLang="en-US" sz="1800" b="1" dirty="0">
                <a:solidFill>
                  <a:srgbClr val="FFFF57"/>
                </a:solidFill>
                <a:ea typeface="楷体_GB2312" pitchFamily="49" charset="-122"/>
              </a:rPr>
              <a:t>  入射面： </a:t>
            </a:r>
            <a:r>
              <a:rPr lang="en-US" altLang="zh-CN" sz="1800" b="1" dirty="0" err="1">
                <a:solidFill>
                  <a:srgbClr val="FFFF57"/>
                </a:solidFill>
                <a:ea typeface="楷体_GB2312" pitchFamily="49" charset="-122"/>
              </a:rPr>
              <a:t>xoz</a:t>
            </a:r>
            <a:r>
              <a:rPr lang="en-US" altLang="zh-CN" sz="1800" b="1" dirty="0">
                <a:solidFill>
                  <a:srgbClr val="FFFF57"/>
                </a:solidFill>
                <a:ea typeface="楷体_GB2312" pitchFamily="49" charset="-122"/>
              </a:rPr>
              <a:t> </a:t>
            </a:r>
            <a:r>
              <a:rPr lang="zh-CN" altLang="en-US" sz="1800" b="1" dirty="0">
                <a:solidFill>
                  <a:srgbClr val="FFFF57"/>
                </a:solidFill>
                <a:ea typeface="楷体_GB2312" pitchFamily="49" charset="-122"/>
              </a:rPr>
              <a:t>平面</a:t>
            </a:r>
          </a:p>
          <a:p>
            <a:pPr algn="just" eaLnBrk="1" hangingPunct="1">
              <a:lnSpc>
                <a:spcPct val="130000"/>
              </a:lnSpc>
              <a:buFontTx/>
              <a:buChar char="•"/>
            </a:pPr>
            <a:r>
              <a:rPr lang="zh-CN" altLang="en-US" sz="1800" b="1" dirty="0">
                <a:solidFill>
                  <a:srgbClr val="FFFF57"/>
                </a:solidFill>
                <a:ea typeface="楷体_GB2312" pitchFamily="49" charset="-122"/>
              </a:rPr>
              <a:t>  电场有</a:t>
            </a:r>
            <a:r>
              <a:rPr lang="en-US" altLang="zh-CN" sz="1800" b="1" dirty="0">
                <a:solidFill>
                  <a:srgbClr val="FFFF57"/>
                </a:solidFill>
                <a:ea typeface="楷体_GB2312" pitchFamily="49" charset="-122"/>
              </a:rPr>
              <a:t>E</a:t>
            </a:r>
            <a:r>
              <a:rPr lang="en-US" altLang="zh-CN" sz="1800" b="1" baseline="-25000" dirty="0">
                <a:solidFill>
                  <a:srgbClr val="FFFF57"/>
                </a:solidFill>
                <a:ea typeface="楷体_GB2312" pitchFamily="49" charset="-122"/>
              </a:rPr>
              <a:t>x</a:t>
            </a:r>
            <a:r>
              <a:rPr lang="zh-CN" altLang="en-US" sz="1800" b="1" dirty="0">
                <a:solidFill>
                  <a:srgbClr val="FFFF57"/>
                </a:solidFill>
                <a:ea typeface="楷体_GB2312" pitchFamily="49" charset="-122"/>
              </a:rPr>
              <a:t>和</a:t>
            </a:r>
            <a:r>
              <a:rPr lang="en-US" altLang="zh-CN" sz="1800" b="1" dirty="0" err="1">
                <a:solidFill>
                  <a:srgbClr val="FFFF57"/>
                </a:solidFill>
                <a:ea typeface="楷体_GB2312" pitchFamily="49" charset="-122"/>
              </a:rPr>
              <a:t>E</a:t>
            </a:r>
            <a:r>
              <a:rPr lang="en-US" altLang="zh-CN" sz="1800" b="1" baseline="-25000" dirty="0" err="1">
                <a:solidFill>
                  <a:srgbClr val="FFFF57"/>
                </a:solidFill>
                <a:ea typeface="楷体_GB2312" pitchFamily="49" charset="-122"/>
              </a:rPr>
              <a:t>z</a:t>
            </a:r>
            <a:r>
              <a:rPr lang="zh-CN" altLang="en-US" sz="1800" b="1" dirty="0">
                <a:solidFill>
                  <a:srgbClr val="FFFF57"/>
                </a:solidFill>
                <a:ea typeface="楷体_GB2312" pitchFamily="49" charset="-122"/>
              </a:rPr>
              <a:t>分量，磁场只有</a:t>
            </a:r>
            <a:r>
              <a:rPr lang="en-US" altLang="zh-CN" sz="1800" b="1" dirty="0">
                <a:solidFill>
                  <a:srgbClr val="FFFF57"/>
                </a:solidFill>
                <a:ea typeface="楷体_GB2312" pitchFamily="49" charset="-122"/>
              </a:rPr>
              <a:t>H</a:t>
            </a:r>
            <a:r>
              <a:rPr lang="en-US" altLang="zh-CN" sz="1800" b="1" baseline="-25000" dirty="0">
                <a:solidFill>
                  <a:srgbClr val="FFFF57"/>
                </a:solidFill>
                <a:ea typeface="楷体_GB2312" pitchFamily="49" charset="-122"/>
              </a:rPr>
              <a:t>y</a:t>
            </a:r>
            <a:r>
              <a:rPr lang="zh-CN" altLang="en-US" sz="1800" b="1" dirty="0">
                <a:solidFill>
                  <a:srgbClr val="FFFF57"/>
                </a:solidFill>
                <a:ea typeface="楷体_GB2312" pitchFamily="49" charset="-122"/>
              </a:rPr>
              <a:t>分量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DA0F18-FF59-D173-34A1-7C5CFCA37A2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81031" y="3889305"/>
            <a:ext cx="3345507" cy="27715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1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1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11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11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 build="p"/>
      <p:bldP spid="1106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2">
            <a:extLst>
              <a:ext uri="{FF2B5EF4-FFF2-40B4-BE49-F238E27FC236}">
                <a16:creationId xmlns:a16="http://schemas.microsoft.com/office/drawing/2014/main" id="{2D66A0C7-935E-FA3D-01B5-CDC652F2F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04" y="948554"/>
            <a:ext cx="4392612" cy="1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合成波是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沿 </a:t>
            </a:r>
            <a:r>
              <a:rPr lang="en-US" altLang="zh-CN" b="1" i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方向的行波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    其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振幅沿</a:t>
            </a:r>
            <a:r>
              <a:rPr lang="zh-CN" altLang="en-US" b="1" u="sng" dirty="0">
                <a:solidFill>
                  <a:srgbClr val="FFFFFF"/>
                </a:solidFill>
                <a:ea typeface="楷体_GB2312" pitchFamily="49" charset="-122"/>
              </a:rPr>
              <a:t> </a:t>
            </a:r>
            <a:r>
              <a:rPr lang="en-US" altLang="zh-CN" i="1" u="sng" dirty="0">
                <a:solidFill>
                  <a:srgbClr val="FFFFFF"/>
                </a:solidFill>
                <a:ea typeface="楷体_GB2312" pitchFamily="49" charset="-122"/>
              </a:rPr>
              <a:t>z</a:t>
            </a:r>
            <a:r>
              <a:rPr lang="en-US" altLang="zh-CN" i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方向成驻波分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布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，是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非均匀平面波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111619" name="Text Box 3">
            <a:extLst>
              <a:ext uri="{FF2B5EF4-FFF2-40B4-BE49-F238E27FC236}">
                <a16:creationId xmlns:a16="http://schemas.microsoft.com/office/drawing/2014/main" id="{1F18ED1D-B9C2-1C0A-8D5D-4FF4661F7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6" y="2674658"/>
            <a:ext cx="4392613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合成波磁场垂直于传播方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     向（</a:t>
            </a:r>
            <a:r>
              <a:rPr lang="en-US" altLang="zh-CN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方向），而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电场则存在</a:t>
            </a:r>
            <a:r>
              <a:rPr lang="en-US" altLang="zh-CN" b="1" i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分量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，这种波称为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横磁波，即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TM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波</a:t>
            </a:r>
            <a:r>
              <a:rPr lang="zh-CN" altLang="en-US" b="1" dirty="0">
                <a:solidFill>
                  <a:srgbClr val="FFC000"/>
                </a:solidFill>
                <a:ea typeface="楷体_GB2312" pitchFamily="49" charset="-122"/>
              </a:rPr>
              <a:t>（自由空间波） </a:t>
            </a:r>
            <a:r>
              <a: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111620" name="Text Box 4">
            <a:extLst>
              <a:ext uri="{FF2B5EF4-FFF2-40B4-BE49-F238E27FC236}">
                <a16:creationId xmlns:a16="http://schemas.microsoft.com/office/drawing/2014/main" id="{DDDDB595-22B6-5ADD-E2F1-92949F407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763" y="376391"/>
            <a:ext cx="7777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4"/>
              </a:buBlip>
            </a:pPr>
            <a:r>
              <a:rPr lang="zh-CN" altLang="en-US" b="1" dirty="0">
                <a:solidFill>
                  <a:srgbClr val="FFBDDE"/>
                </a:solidFill>
                <a:ea typeface="楷体_GB2312" pitchFamily="49" charset="-122"/>
              </a:rPr>
              <a:t>   媒质</a:t>
            </a:r>
            <a:r>
              <a:rPr lang="en-US" altLang="zh-CN" b="1" dirty="0">
                <a:solidFill>
                  <a:srgbClr val="FFBDDE"/>
                </a:solidFill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rgbClr val="FFBDDE"/>
                </a:solidFill>
                <a:ea typeface="楷体_GB2312" pitchFamily="49" charset="-122"/>
              </a:rPr>
              <a:t>中合成波的特点</a:t>
            </a:r>
            <a:r>
              <a:rPr lang="zh-CN" altLang="en-US" b="1" dirty="0">
                <a:solidFill>
                  <a:srgbClr val="FF7C80"/>
                </a:solidFill>
                <a:ea typeface="楷体_GB2312" pitchFamily="49" charset="-122"/>
              </a:rPr>
              <a:t>（媒质</a:t>
            </a:r>
            <a:r>
              <a:rPr lang="en-US" altLang="zh-CN" b="1" dirty="0">
                <a:solidFill>
                  <a:srgbClr val="FF7C80"/>
                </a:solidFill>
                <a:ea typeface="楷体_GB2312" pitchFamily="49" charset="-122"/>
              </a:rPr>
              <a:t>2</a:t>
            </a:r>
            <a:r>
              <a:rPr lang="zh-CN" altLang="en-US" b="1" dirty="0">
                <a:solidFill>
                  <a:srgbClr val="FF7C80"/>
                </a:solidFill>
                <a:ea typeface="楷体_GB2312" pitchFamily="49" charset="-122"/>
              </a:rPr>
              <a:t>中无折射波）</a:t>
            </a:r>
          </a:p>
        </p:txBody>
      </p:sp>
      <p:grpSp>
        <p:nvGrpSpPr>
          <p:cNvPr id="111621" name="Group 5">
            <a:extLst>
              <a:ext uri="{FF2B5EF4-FFF2-40B4-BE49-F238E27FC236}">
                <a16:creationId xmlns:a16="http://schemas.microsoft.com/office/drawing/2014/main" id="{23A2F3E6-2DB8-6B1A-7A0D-C2372CFAC335}"/>
              </a:ext>
            </a:extLst>
          </p:cNvPr>
          <p:cNvGrpSpPr>
            <a:grpSpLocks/>
          </p:cNvGrpSpPr>
          <p:nvPr/>
        </p:nvGrpSpPr>
        <p:grpSpPr bwMode="auto">
          <a:xfrm>
            <a:off x="96704" y="4872437"/>
            <a:ext cx="7186613" cy="1005680"/>
            <a:chOff x="158" y="2811"/>
            <a:chExt cx="4527" cy="724"/>
          </a:xfrm>
        </p:grpSpPr>
        <p:sp>
          <p:nvSpPr>
            <p:cNvPr id="127003" name="Text Box 6">
              <a:extLst>
                <a:ext uri="{FF2B5EF4-FFF2-40B4-BE49-F238E27FC236}">
                  <a16:creationId xmlns:a16="http://schemas.microsoft.com/office/drawing/2014/main" id="{3E97A637-F65B-B930-3D6A-E01C70B0D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2811"/>
              <a:ext cx="4527" cy="7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8001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2573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1717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6289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861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5433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000500" indent="-3429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buFontTx/>
                <a:buBlip>
                  <a:blip r:embed="rId3"/>
                </a:buBlip>
              </a:pPr>
              <a:r>
                <a:rPr lang="zh-CN" altLang="en-US" b="1" dirty="0">
                  <a:solidFill>
                    <a:srgbClr val="FFFFFF"/>
                  </a:solidFill>
                  <a:ea typeface="楷体_GB2312" pitchFamily="49" charset="-122"/>
                </a:rPr>
                <a:t> </a:t>
              </a:r>
              <a:r>
                <a:rPr lang="zh-CN" altLang="en-US" b="1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在                                 处，</a:t>
              </a:r>
              <a:endParaRPr lang="en-US" altLang="zh-CN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0" indent="0" algn="just" eaLnBrk="1" hangingPunct="1">
                <a:lnSpc>
                  <a:spcPct val="130000"/>
                </a:lnSpc>
              </a:pPr>
              <a:r>
                <a:rPr lang="zh-CN" altLang="en-US" b="1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合成波电场的</a:t>
              </a:r>
              <a:r>
                <a:rPr lang="en-US" altLang="zh-CN" b="1" i="1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lang="en-US" altLang="zh-CN" b="1" baseline="-25000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b="1" i="1" baseline="-25000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i="1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 </a:t>
              </a:r>
              <a:r>
                <a:rPr lang="en-US" altLang="zh-CN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zh-CN" altLang="en-US" dirty="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。</a:t>
              </a:r>
              <a:endParaRPr lang="zh-CN" alt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127004" name="Object 7">
              <a:extLst>
                <a:ext uri="{FF2B5EF4-FFF2-40B4-BE49-F238E27FC236}">
                  <a16:creationId xmlns:a16="http://schemas.microsoft.com/office/drawing/2014/main" id="{5C9B8EBD-C024-8515-0EDB-9471A7B4E2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4" y="2839"/>
            <a:ext cx="1586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43052" imgH="203246" progId="Equation.DSMT4">
                    <p:embed/>
                  </p:oleObj>
                </mc:Choice>
                <mc:Fallback>
                  <p:oleObj name="Equation" r:id="rId5" imgW="1143052" imgH="203246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2839"/>
                          <a:ext cx="1586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1624" name="Group 8">
            <a:extLst>
              <a:ext uri="{FF2B5EF4-FFF2-40B4-BE49-F238E27FC236}">
                <a16:creationId xmlns:a16="http://schemas.microsoft.com/office/drawing/2014/main" id="{876A3420-2B5C-4290-9ADD-6D1EF62BDD18}"/>
              </a:ext>
            </a:extLst>
          </p:cNvPr>
          <p:cNvGrpSpPr>
            <a:grpSpLocks/>
          </p:cNvGrpSpPr>
          <p:nvPr/>
        </p:nvGrpSpPr>
        <p:grpSpPr bwMode="auto">
          <a:xfrm>
            <a:off x="4619911" y="2704863"/>
            <a:ext cx="4464050" cy="3816350"/>
            <a:chOff x="2789" y="346"/>
            <a:chExt cx="2812" cy="2404"/>
          </a:xfrm>
        </p:grpSpPr>
        <p:grpSp>
          <p:nvGrpSpPr>
            <p:cNvPr id="126983" name="Group 9">
              <a:extLst>
                <a:ext uri="{FF2B5EF4-FFF2-40B4-BE49-F238E27FC236}">
                  <a16:creationId xmlns:a16="http://schemas.microsoft.com/office/drawing/2014/main" id="{785E0D9F-E5B1-B5A0-6104-3588E43EE2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9" y="391"/>
              <a:ext cx="2812" cy="2359"/>
              <a:chOff x="2789" y="391"/>
              <a:chExt cx="2812" cy="2359"/>
            </a:xfrm>
          </p:grpSpPr>
          <p:pic>
            <p:nvPicPr>
              <p:cNvPr id="126989" name="Picture 10" descr="3">
                <a:extLst>
                  <a:ext uri="{FF2B5EF4-FFF2-40B4-BE49-F238E27FC236}">
                    <a16:creationId xmlns:a16="http://schemas.microsoft.com/office/drawing/2014/main" id="{CCA8A61B-EA86-AF24-D528-74712470F830}"/>
                  </a:ext>
                </a:extLst>
              </p:cNvPr>
              <p:cNvPicPr>
                <a:picLocks noChangeAspect="1" noChangeArrowheads="1" noCrop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9" y="391"/>
                <a:ext cx="2812" cy="23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6990" name="Line 11">
                <a:extLst>
                  <a:ext uri="{FF2B5EF4-FFF2-40B4-BE49-F238E27FC236}">
                    <a16:creationId xmlns:a16="http://schemas.microsoft.com/office/drawing/2014/main" id="{7BFC2E66-7918-D529-E4A1-94494C408F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" y="1488"/>
                <a:ext cx="90" cy="647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1" name="Line 12">
                <a:extLst>
                  <a:ext uri="{FF2B5EF4-FFF2-40B4-BE49-F238E27FC236}">
                    <a16:creationId xmlns:a16="http://schemas.microsoft.com/office/drawing/2014/main" id="{711A5A0A-EB7B-4720-3195-74E72F62A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0" y="1688"/>
                <a:ext cx="51" cy="647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2" name="Line 13">
                <a:extLst>
                  <a:ext uri="{FF2B5EF4-FFF2-40B4-BE49-F238E27FC236}">
                    <a16:creationId xmlns:a16="http://schemas.microsoft.com/office/drawing/2014/main" id="{509A6D8D-7592-E579-16A8-081382CCB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1" y="1888"/>
                <a:ext cx="18" cy="653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3" name="Line 14">
                <a:extLst>
                  <a:ext uri="{FF2B5EF4-FFF2-40B4-BE49-F238E27FC236}">
                    <a16:creationId xmlns:a16="http://schemas.microsoft.com/office/drawing/2014/main" id="{7E3E4F0C-47D0-9868-F4A3-6028933F8C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4" y="1594"/>
                <a:ext cx="68" cy="647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4" name="Line 15">
                <a:extLst>
                  <a:ext uri="{FF2B5EF4-FFF2-40B4-BE49-F238E27FC236}">
                    <a16:creationId xmlns:a16="http://schemas.microsoft.com/office/drawing/2014/main" id="{37EB27F0-8C8C-9AD8-6785-2488CEFAD3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1" y="1788"/>
                <a:ext cx="22" cy="647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5" name="Line 16">
                <a:extLst>
                  <a:ext uri="{FF2B5EF4-FFF2-40B4-BE49-F238E27FC236}">
                    <a16:creationId xmlns:a16="http://schemas.microsoft.com/office/drawing/2014/main" id="{33534BAB-F8DC-18C4-00DE-11AAF1275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3" y="1411"/>
                <a:ext cx="91" cy="647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6" name="Line 17">
                <a:extLst>
                  <a:ext uri="{FF2B5EF4-FFF2-40B4-BE49-F238E27FC236}">
                    <a16:creationId xmlns:a16="http://schemas.microsoft.com/office/drawing/2014/main" id="{B5D7A4F4-6D05-BE6C-4473-3E751113BF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03" y="1235"/>
                <a:ext cx="748" cy="1111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7" name="Rectangle 18">
                <a:extLst>
                  <a:ext uri="{FF2B5EF4-FFF2-40B4-BE49-F238E27FC236}">
                    <a16:creationId xmlns:a16="http://schemas.microsoft.com/office/drawing/2014/main" id="{5C8109A9-B703-8415-68D1-84B5383C42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" y="1401"/>
                <a:ext cx="161" cy="2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endParaRPr lang="zh-CN" altLang="en-US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26998" name="Rectangle 19">
                <a:extLst>
                  <a:ext uri="{FF2B5EF4-FFF2-40B4-BE49-F238E27FC236}">
                    <a16:creationId xmlns:a16="http://schemas.microsoft.com/office/drawing/2014/main" id="{0734EC4E-DC8F-916E-E940-69F3D577D7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2" y="2370"/>
                <a:ext cx="161" cy="2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endParaRPr lang="zh-CN" altLang="en-US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26999" name="Rectangle 20">
                <a:extLst>
                  <a:ext uri="{FF2B5EF4-FFF2-40B4-BE49-F238E27FC236}">
                    <a16:creationId xmlns:a16="http://schemas.microsoft.com/office/drawing/2014/main" id="{C9B68C3A-AED8-1C84-9CA3-B159AFF25F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9" y="1949"/>
                <a:ext cx="161" cy="2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endParaRPr lang="zh-CN" altLang="en-US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27000" name="Freeform 21">
                <a:extLst>
                  <a:ext uri="{FF2B5EF4-FFF2-40B4-BE49-F238E27FC236}">
                    <a16:creationId xmlns:a16="http://schemas.microsoft.com/office/drawing/2014/main" id="{C8F1CEC2-9D89-8489-393D-E872F6483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6" y="482"/>
                <a:ext cx="1043" cy="1497"/>
              </a:xfrm>
              <a:custGeom>
                <a:avLst/>
                <a:gdLst>
                  <a:gd name="T0" fmla="*/ 1043 w 1043"/>
                  <a:gd name="T1" fmla="*/ 0 h 1497"/>
                  <a:gd name="T2" fmla="*/ 0 w 1043"/>
                  <a:gd name="T3" fmla="*/ 862 h 1497"/>
                  <a:gd name="T4" fmla="*/ 91 w 1043"/>
                  <a:gd name="T5" fmla="*/ 1497 h 1497"/>
                  <a:gd name="T6" fmla="*/ 1043 w 1043"/>
                  <a:gd name="T7" fmla="*/ 499 h 1497"/>
                  <a:gd name="T8" fmla="*/ 1043 w 1043"/>
                  <a:gd name="T9" fmla="*/ 0 h 14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43" h="1497">
                    <a:moveTo>
                      <a:pt x="1043" y="0"/>
                    </a:moveTo>
                    <a:lnTo>
                      <a:pt x="0" y="862"/>
                    </a:lnTo>
                    <a:lnTo>
                      <a:pt x="91" y="1497"/>
                    </a:lnTo>
                    <a:lnTo>
                      <a:pt x="1043" y="499"/>
                    </a:lnTo>
                    <a:lnTo>
                      <a:pt x="1043" y="0"/>
                    </a:lnTo>
                    <a:close/>
                  </a:path>
                </a:pathLst>
              </a:custGeom>
              <a:solidFill>
                <a:srgbClr val="C0C0C0">
                  <a:alpha val="49019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1" name="Line 22">
                <a:extLst>
                  <a:ext uri="{FF2B5EF4-FFF2-40B4-BE49-F238E27FC236}">
                    <a16:creationId xmlns:a16="http://schemas.microsoft.com/office/drawing/2014/main" id="{07F6AC43-D08F-DDCD-6B32-EAA3901AF1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1661"/>
                <a:ext cx="1986" cy="770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2" name="Rectangle 23">
                <a:extLst>
                  <a:ext uri="{FF2B5EF4-FFF2-40B4-BE49-F238E27FC236}">
                    <a16:creationId xmlns:a16="http://schemas.microsoft.com/office/drawing/2014/main" id="{8E349FA3-4CA3-8D49-95C2-31DFBD8D87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2" y="2341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zh-CN" i="1">
                    <a:solidFill>
                      <a:srgbClr val="000000"/>
                    </a:solidFill>
                    <a:ea typeface="楷体_GB2312" pitchFamily="49" charset="-122"/>
                  </a:rPr>
                  <a:t>z</a:t>
                </a:r>
              </a:p>
            </p:txBody>
          </p:sp>
        </p:grpSp>
        <p:grpSp>
          <p:nvGrpSpPr>
            <p:cNvPr id="126984" name="Group 24">
              <a:extLst>
                <a:ext uri="{FF2B5EF4-FFF2-40B4-BE49-F238E27FC236}">
                  <a16:creationId xmlns:a16="http://schemas.microsoft.com/office/drawing/2014/main" id="{8B77C6EF-AD79-EA83-04CE-A09C000E29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9" y="436"/>
              <a:ext cx="1632" cy="685"/>
              <a:chOff x="2869" y="436"/>
              <a:chExt cx="1632" cy="685"/>
            </a:xfrm>
          </p:grpSpPr>
          <p:sp>
            <p:nvSpPr>
              <p:cNvPr id="126987" name="Rectangle 25">
                <a:extLst>
                  <a:ext uri="{FF2B5EF4-FFF2-40B4-BE49-F238E27FC236}">
                    <a16:creationId xmlns:a16="http://schemas.microsoft.com/office/drawing/2014/main" id="{56F7E37A-8C0D-C589-D939-244B95FDE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557453">
                <a:off x="2869" y="1103"/>
                <a:ext cx="1632" cy="18"/>
              </a:xfrm>
              <a:prstGeom prst="rect">
                <a:avLst/>
              </a:prstGeom>
              <a:solidFill>
                <a:srgbClr val="0000FF">
                  <a:alpha val="2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endParaRPr lang="zh-CN" altLang="en-US" b="1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26988" name="Line 26">
                <a:extLst>
                  <a:ext uri="{FF2B5EF4-FFF2-40B4-BE49-F238E27FC236}">
                    <a16:creationId xmlns:a16="http://schemas.microsoft.com/office/drawing/2014/main" id="{F1FE7365-6F03-E9C1-811D-6E06B70215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95" y="436"/>
                <a:ext cx="136" cy="122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6985" name="Rectangle 27">
              <a:extLst>
                <a:ext uri="{FF2B5EF4-FFF2-40B4-BE49-F238E27FC236}">
                  <a16:creationId xmlns:a16="http://schemas.microsoft.com/office/drawing/2014/main" id="{286A91C8-F5EE-533E-4ACA-C6316FF21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34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</a:p>
          </p:txBody>
        </p:sp>
        <p:sp>
          <p:nvSpPr>
            <p:cNvPr id="126986" name="Rectangle 28">
              <a:extLst>
                <a:ext uri="{FF2B5EF4-FFF2-40B4-BE49-F238E27FC236}">
                  <a16:creationId xmlns:a16="http://schemas.microsoft.com/office/drawing/2014/main" id="{3DCB167B-351C-F861-93A4-99A810835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601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817F652-9C74-3D09-8F19-BFA8631915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310" y="461650"/>
            <a:ext cx="2768276" cy="22933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0"/>
                                        <p:tgtEl>
                                          <p:spTgt spid="11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0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0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8" grpId="0"/>
      <p:bldP spid="111619" grpId="0"/>
      <p:bldP spid="1116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24" name="Group 8">
            <a:extLst>
              <a:ext uri="{FF2B5EF4-FFF2-40B4-BE49-F238E27FC236}">
                <a16:creationId xmlns:a16="http://schemas.microsoft.com/office/drawing/2014/main" id="{876A3420-2B5C-4290-9ADD-6D1EF62BDD18}"/>
              </a:ext>
            </a:extLst>
          </p:cNvPr>
          <p:cNvGrpSpPr>
            <a:grpSpLocks/>
          </p:cNvGrpSpPr>
          <p:nvPr/>
        </p:nvGrpSpPr>
        <p:grpSpPr bwMode="auto">
          <a:xfrm>
            <a:off x="4869057" y="3605415"/>
            <a:ext cx="4199526" cy="3123466"/>
            <a:chOff x="2789" y="346"/>
            <a:chExt cx="2812" cy="2404"/>
          </a:xfrm>
        </p:grpSpPr>
        <p:grpSp>
          <p:nvGrpSpPr>
            <p:cNvPr id="126983" name="Group 9">
              <a:extLst>
                <a:ext uri="{FF2B5EF4-FFF2-40B4-BE49-F238E27FC236}">
                  <a16:creationId xmlns:a16="http://schemas.microsoft.com/office/drawing/2014/main" id="{785E0D9F-E5B1-B5A0-6104-3588E43EE2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9" y="391"/>
              <a:ext cx="2812" cy="2359"/>
              <a:chOff x="2789" y="391"/>
              <a:chExt cx="2812" cy="2359"/>
            </a:xfrm>
          </p:grpSpPr>
          <p:pic>
            <p:nvPicPr>
              <p:cNvPr id="126989" name="Picture 10" descr="3">
                <a:extLst>
                  <a:ext uri="{FF2B5EF4-FFF2-40B4-BE49-F238E27FC236}">
                    <a16:creationId xmlns:a16="http://schemas.microsoft.com/office/drawing/2014/main" id="{CCA8A61B-EA86-AF24-D528-74712470F830}"/>
                  </a:ext>
                </a:extLst>
              </p:cNvPr>
              <p:cNvPicPr>
                <a:picLocks noChangeAspect="1" noChangeArrowheads="1" noCrop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9" y="391"/>
                <a:ext cx="2812" cy="23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6990" name="Line 11">
                <a:extLst>
                  <a:ext uri="{FF2B5EF4-FFF2-40B4-BE49-F238E27FC236}">
                    <a16:creationId xmlns:a16="http://schemas.microsoft.com/office/drawing/2014/main" id="{7BFC2E66-7918-D529-E4A1-94494C408F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" y="1488"/>
                <a:ext cx="90" cy="647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1" name="Line 12">
                <a:extLst>
                  <a:ext uri="{FF2B5EF4-FFF2-40B4-BE49-F238E27FC236}">
                    <a16:creationId xmlns:a16="http://schemas.microsoft.com/office/drawing/2014/main" id="{711A5A0A-EB7B-4720-3195-74E72F62A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0" y="1688"/>
                <a:ext cx="51" cy="647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2" name="Line 13">
                <a:extLst>
                  <a:ext uri="{FF2B5EF4-FFF2-40B4-BE49-F238E27FC236}">
                    <a16:creationId xmlns:a16="http://schemas.microsoft.com/office/drawing/2014/main" id="{509A6D8D-7592-E579-16A8-081382CCB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1" y="1888"/>
                <a:ext cx="18" cy="653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3" name="Line 14">
                <a:extLst>
                  <a:ext uri="{FF2B5EF4-FFF2-40B4-BE49-F238E27FC236}">
                    <a16:creationId xmlns:a16="http://schemas.microsoft.com/office/drawing/2014/main" id="{7E3E4F0C-47D0-9868-F4A3-6028933F8C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4" y="1594"/>
                <a:ext cx="68" cy="647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4" name="Line 15">
                <a:extLst>
                  <a:ext uri="{FF2B5EF4-FFF2-40B4-BE49-F238E27FC236}">
                    <a16:creationId xmlns:a16="http://schemas.microsoft.com/office/drawing/2014/main" id="{37EB27F0-8C8C-9AD8-6785-2488CEFAD3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1" y="1788"/>
                <a:ext cx="22" cy="647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5" name="Line 16">
                <a:extLst>
                  <a:ext uri="{FF2B5EF4-FFF2-40B4-BE49-F238E27FC236}">
                    <a16:creationId xmlns:a16="http://schemas.microsoft.com/office/drawing/2014/main" id="{33534BAB-F8DC-18C4-00DE-11AAF1275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3" y="1411"/>
                <a:ext cx="91" cy="647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6" name="Line 17">
                <a:extLst>
                  <a:ext uri="{FF2B5EF4-FFF2-40B4-BE49-F238E27FC236}">
                    <a16:creationId xmlns:a16="http://schemas.microsoft.com/office/drawing/2014/main" id="{B5D7A4F4-6D05-BE6C-4473-3E751113BF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03" y="1235"/>
                <a:ext cx="748" cy="1111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97" name="Rectangle 18">
                <a:extLst>
                  <a:ext uri="{FF2B5EF4-FFF2-40B4-BE49-F238E27FC236}">
                    <a16:creationId xmlns:a16="http://schemas.microsoft.com/office/drawing/2014/main" id="{5C8109A9-B703-8415-68D1-84B5383C42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" y="1401"/>
                <a:ext cx="161" cy="2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endParaRPr lang="zh-CN" altLang="en-US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26998" name="Rectangle 19">
                <a:extLst>
                  <a:ext uri="{FF2B5EF4-FFF2-40B4-BE49-F238E27FC236}">
                    <a16:creationId xmlns:a16="http://schemas.microsoft.com/office/drawing/2014/main" id="{0734EC4E-DC8F-916E-E940-69F3D577D7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2" y="2370"/>
                <a:ext cx="161" cy="2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endParaRPr lang="zh-CN" altLang="en-US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26999" name="Rectangle 20">
                <a:extLst>
                  <a:ext uri="{FF2B5EF4-FFF2-40B4-BE49-F238E27FC236}">
                    <a16:creationId xmlns:a16="http://schemas.microsoft.com/office/drawing/2014/main" id="{C9B68C3A-AED8-1C84-9CA3-B159AFF25F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9" y="1949"/>
                <a:ext cx="161" cy="2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endParaRPr lang="zh-CN" altLang="en-US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27000" name="Freeform 21">
                <a:extLst>
                  <a:ext uri="{FF2B5EF4-FFF2-40B4-BE49-F238E27FC236}">
                    <a16:creationId xmlns:a16="http://schemas.microsoft.com/office/drawing/2014/main" id="{C8F1CEC2-9D89-8489-393D-E872F6483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6" y="482"/>
                <a:ext cx="1043" cy="1497"/>
              </a:xfrm>
              <a:custGeom>
                <a:avLst/>
                <a:gdLst>
                  <a:gd name="T0" fmla="*/ 1043 w 1043"/>
                  <a:gd name="T1" fmla="*/ 0 h 1497"/>
                  <a:gd name="T2" fmla="*/ 0 w 1043"/>
                  <a:gd name="T3" fmla="*/ 862 h 1497"/>
                  <a:gd name="T4" fmla="*/ 91 w 1043"/>
                  <a:gd name="T5" fmla="*/ 1497 h 1497"/>
                  <a:gd name="T6" fmla="*/ 1043 w 1043"/>
                  <a:gd name="T7" fmla="*/ 499 h 1497"/>
                  <a:gd name="T8" fmla="*/ 1043 w 1043"/>
                  <a:gd name="T9" fmla="*/ 0 h 14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43" h="1497">
                    <a:moveTo>
                      <a:pt x="1043" y="0"/>
                    </a:moveTo>
                    <a:lnTo>
                      <a:pt x="0" y="862"/>
                    </a:lnTo>
                    <a:lnTo>
                      <a:pt x="91" y="1497"/>
                    </a:lnTo>
                    <a:lnTo>
                      <a:pt x="1043" y="499"/>
                    </a:lnTo>
                    <a:lnTo>
                      <a:pt x="1043" y="0"/>
                    </a:lnTo>
                    <a:close/>
                  </a:path>
                </a:pathLst>
              </a:custGeom>
              <a:solidFill>
                <a:srgbClr val="C0C0C0">
                  <a:alpha val="49019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1" name="Line 22">
                <a:extLst>
                  <a:ext uri="{FF2B5EF4-FFF2-40B4-BE49-F238E27FC236}">
                    <a16:creationId xmlns:a16="http://schemas.microsoft.com/office/drawing/2014/main" id="{07F6AC43-D08F-DDCD-6B32-EAA3901AF1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1661"/>
                <a:ext cx="1986" cy="770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02" name="Rectangle 23">
                <a:extLst>
                  <a:ext uri="{FF2B5EF4-FFF2-40B4-BE49-F238E27FC236}">
                    <a16:creationId xmlns:a16="http://schemas.microsoft.com/office/drawing/2014/main" id="{8E349FA3-4CA3-8D49-95C2-31DFBD8D87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2" y="2341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zh-CN" i="1">
                    <a:solidFill>
                      <a:srgbClr val="000000"/>
                    </a:solidFill>
                    <a:ea typeface="楷体_GB2312" pitchFamily="49" charset="-122"/>
                  </a:rPr>
                  <a:t>z</a:t>
                </a:r>
              </a:p>
            </p:txBody>
          </p:sp>
        </p:grpSp>
        <p:grpSp>
          <p:nvGrpSpPr>
            <p:cNvPr id="126984" name="Group 24">
              <a:extLst>
                <a:ext uri="{FF2B5EF4-FFF2-40B4-BE49-F238E27FC236}">
                  <a16:creationId xmlns:a16="http://schemas.microsoft.com/office/drawing/2014/main" id="{8B77C6EF-AD79-EA83-04CE-A09C000E29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9" y="436"/>
              <a:ext cx="1632" cy="685"/>
              <a:chOff x="2869" y="436"/>
              <a:chExt cx="1632" cy="685"/>
            </a:xfrm>
          </p:grpSpPr>
          <p:sp>
            <p:nvSpPr>
              <p:cNvPr id="126987" name="Rectangle 25">
                <a:extLst>
                  <a:ext uri="{FF2B5EF4-FFF2-40B4-BE49-F238E27FC236}">
                    <a16:creationId xmlns:a16="http://schemas.microsoft.com/office/drawing/2014/main" id="{56F7E37A-8C0D-C589-D939-244B95FDE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557453">
                <a:off x="2869" y="1103"/>
                <a:ext cx="1632" cy="18"/>
              </a:xfrm>
              <a:prstGeom prst="rect">
                <a:avLst/>
              </a:prstGeom>
              <a:solidFill>
                <a:srgbClr val="0000FF">
                  <a:alpha val="2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endParaRPr lang="zh-CN" altLang="en-US" b="1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26988" name="Line 26">
                <a:extLst>
                  <a:ext uri="{FF2B5EF4-FFF2-40B4-BE49-F238E27FC236}">
                    <a16:creationId xmlns:a16="http://schemas.microsoft.com/office/drawing/2014/main" id="{F1FE7365-6F03-E9C1-811D-6E06B70215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95" y="436"/>
                <a:ext cx="136" cy="122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6985" name="Rectangle 27">
              <a:extLst>
                <a:ext uri="{FF2B5EF4-FFF2-40B4-BE49-F238E27FC236}">
                  <a16:creationId xmlns:a16="http://schemas.microsoft.com/office/drawing/2014/main" id="{286A91C8-F5EE-533E-4ACA-C6316FF21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34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</a:p>
          </p:txBody>
        </p:sp>
        <p:sp>
          <p:nvSpPr>
            <p:cNvPr id="126986" name="Rectangle 28">
              <a:extLst>
                <a:ext uri="{FF2B5EF4-FFF2-40B4-BE49-F238E27FC236}">
                  <a16:creationId xmlns:a16="http://schemas.microsoft.com/office/drawing/2014/main" id="{3DCB167B-351C-F861-93A4-99A810835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601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</a:p>
          </p:txBody>
        </p:sp>
      </p:grpSp>
      <p:grpSp>
        <p:nvGrpSpPr>
          <p:cNvPr id="3" name="Group 4">
            <a:extLst>
              <a:ext uri="{FF2B5EF4-FFF2-40B4-BE49-F238E27FC236}">
                <a16:creationId xmlns:a16="http://schemas.microsoft.com/office/drawing/2014/main" id="{C2CE8DF6-F45B-5590-86FD-C0C69F9B1106}"/>
              </a:ext>
            </a:extLst>
          </p:cNvPr>
          <p:cNvGrpSpPr>
            <a:grpSpLocks/>
          </p:cNvGrpSpPr>
          <p:nvPr/>
        </p:nvGrpSpPr>
        <p:grpSpPr bwMode="auto">
          <a:xfrm>
            <a:off x="539551" y="3757043"/>
            <a:ext cx="3842279" cy="3064999"/>
            <a:chOff x="1610" y="382"/>
            <a:chExt cx="3084" cy="2276"/>
          </a:xfrm>
        </p:grpSpPr>
        <p:pic>
          <p:nvPicPr>
            <p:cNvPr id="4" name="Picture 5" descr="3">
              <a:extLst>
                <a:ext uri="{FF2B5EF4-FFF2-40B4-BE49-F238E27FC236}">
                  <a16:creationId xmlns:a16="http://schemas.microsoft.com/office/drawing/2014/main" id="{020EF58A-D416-CF6C-5739-8564C96BC4BD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0" y="391"/>
              <a:ext cx="3084" cy="2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Line 6">
              <a:extLst>
                <a:ext uri="{FF2B5EF4-FFF2-40B4-BE49-F238E27FC236}">
                  <a16:creationId xmlns:a16="http://schemas.microsoft.com/office/drawing/2014/main" id="{AB28B81E-1F93-5C71-EEC7-2ED562A3F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1" y="1646"/>
              <a:ext cx="54" cy="6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7">
              <a:extLst>
                <a:ext uri="{FF2B5EF4-FFF2-40B4-BE49-F238E27FC236}">
                  <a16:creationId xmlns:a16="http://schemas.microsoft.com/office/drawing/2014/main" id="{747FA810-60CE-1BFB-663A-E5447AF02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5" y="1826"/>
              <a:ext cx="42" cy="62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456035C7-C8B5-E50C-54DF-8F8164E4F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5" y="1550"/>
              <a:ext cx="82" cy="60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6263AAAB-8F85-7096-480A-F8BE4562FE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2" y="1730"/>
              <a:ext cx="23" cy="60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28111244-E431-1316-9FF0-640EA8527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1354"/>
              <a:ext cx="173" cy="2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5A141BB2-71BC-3627-C911-C7A614E9E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8" y="2252"/>
              <a:ext cx="173" cy="2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24DBD4CE-20DB-FE4E-4358-DBD372D41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" y="1862"/>
              <a:ext cx="173" cy="2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64399EA2-A622-0FBB-49F8-2F9C86351D8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87" y="891"/>
              <a:ext cx="839" cy="103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08449D6D-7F85-005C-8C4A-A5A37AAAFE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5" y="1619"/>
              <a:ext cx="2417" cy="79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63A0B27C-E955-89D7-4BBF-20369B450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" y="482"/>
              <a:ext cx="1117" cy="1417"/>
            </a:xfrm>
            <a:custGeom>
              <a:avLst/>
              <a:gdLst>
                <a:gd name="T0" fmla="*/ 3107 w 997"/>
                <a:gd name="T1" fmla="*/ 0 h 1441"/>
                <a:gd name="T2" fmla="*/ 0 w 997"/>
                <a:gd name="T3" fmla="*/ 690 h 1441"/>
                <a:gd name="T4" fmla="*/ 348 w 997"/>
                <a:gd name="T5" fmla="*/ 1218 h 1441"/>
                <a:gd name="T6" fmla="*/ 3107 w 997"/>
                <a:gd name="T7" fmla="*/ 422 h 1441"/>
                <a:gd name="T8" fmla="*/ 3107 w 997"/>
                <a:gd name="T9" fmla="*/ 0 h 14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7" h="1441">
                  <a:moveTo>
                    <a:pt x="997" y="0"/>
                  </a:moveTo>
                  <a:lnTo>
                    <a:pt x="0" y="816"/>
                  </a:lnTo>
                  <a:lnTo>
                    <a:pt x="112" y="1441"/>
                  </a:lnTo>
                  <a:lnTo>
                    <a:pt x="997" y="499"/>
                  </a:lnTo>
                  <a:lnTo>
                    <a:pt x="997" y="0"/>
                  </a:lnTo>
                  <a:close/>
                </a:path>
              </a:pathLst>
            </a:custGeom>
            <a:solidFill>
              <a:srgbClr val="969696">
                <a:alpha val="45097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6">
              <a:extLst>
                <a:ext uri="{FF2B5EF4-FFF2-40B4-BE49-F238E27FC236}">
                  <a16:creationId xmlns:a16="http://schemas.microsoft.com/office/drawing/2014/main" id="{C67A798B-A6FB-C742-FB67-F5C0A86491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280000">
              <a:off x="1745" y="1048"/>
              <a:ext cx="1814" cy="23"/>
            </a:xfrm>
            <a:prstGeom prst="rect">
              <a:avLst/>
            </a:prstGeom>
            <a:solidFill>
              <a:srgbClr val="0000FF">
                <a:alpha val="2784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en-US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6" name="Line 17">
              <a:extLst>
                <a:ext uri="{FF2B5EF4-FFF2-40B4-BE49-F238E27FC236}">
                  <a16:creationId xmlns:a16="http://schemas.microsoft.com/office/drawing/2014/main" id="{BEC8C3A4-5B11-D226-A39D-6C27024213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3" y="418"/>
              <a:ext cx="158" cy="136"/>
            </a:xfrm>
            <a:prstGeom prst="line">
              <a:avLst/>
            </a:prstGeom>
            <a:noFill/>
            <a:ln w="31750">
              <a:solidFill>
                <a:srgbClr val="3366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15C9CD5D-E469-684D-325B-8FBF1C6B0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" y="1545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</a:p>
          </p:txBody>
        </p:sp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2A711A47-EA18-BDF7-8DA4-3C67F3F05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382"/>
              <a:ext cx="212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</a:p>
          </p:txBody>
        </p:sp>
        <p:sp>
          <p:nvSpPr>
            <p:cNvPr id="19" name="Rectangle 20">
              <a:extLst>
                <a:ext uri="{FF2B5EF4-FFF2-40B4-BE49-F238E27FC236}">
                  <a16:creationId xmlns:a16="http://schemas.microsoft.com/office/drawing/2014/main" id="{A1C73F02-90A5-2EBD-C01F-F4A568F24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" y="22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i="1">
                  <a:solidFill>
                    <a:srgbClr val="000000"/>
                  </a:solidFill>
                  <a:ea typeface="楷体_GB2312" pitchFamily="49" charset="-122"/>
                </a:rPr>
                <a:t>z</a:t>
              </a:r>
            </a:p>
          </p:txBody>
        </p:sp>
        <p:sp>
          <p:nvSpPr>
            <p:cNvPr id="20" name="Line 21">
              <a:extLst>
                <a:ext uri="{FF2B5EF4-FFF2-40B4-BE49-F238E27FC236}">
                  <a16:creationId xmlns:a16="http://schemas.microsoft.com/office/drawing/2014/main" id="{32802194-2D90-F8FB-DCBB-058C054DA2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000" flipH="1" flipV="1">
              <a:off x="1800" y="1026"/>
              <a:ext cx="136" cy="59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2">
              <a:extLst>
                <a:ext uri="{FF2B5EF4-FFF2-40B4-BE49-F238E27FC236}">
                  <a16:creationId xmlns:a16="http://schemas.microsoft.com/office/drawing/2014/main" id="{3AA48462-A068-CFB5-185C-AD0D0879F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2" y="1381"/>
              <a:ext cx="97" cy="60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3">
              <a:extLst>
                <a:ext uri="{FF2B5EF4-FFF2-40B4-BE49-F238E27FC236}">
                  <a16:creationId xmlns:a16="http://schemas.microsoft.com/office/drawing/2014/main" id="{661C129E-D236-7E0A-44E0-FDB72A790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1457"/>
              <a:ext cx="91" cy="60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4">
              <a:extLst>
                <a:ext uri="{FF2B5EF4-FFF2-40B4-BE49-F238E27FC236}">
                  <a16:creationId xmlns:a16="http://schemas.microsoft.com/office/drawing/2014/main" id="{7C31D98E-167B-B886-3037-5D86CAE06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845"/>
              <a:ext cx="201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C75FD2FF-1DAB-3676-2CDD-262172D01E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000">
              <a:off x="3759" y="1923"/>
              <a:ext cx="23" cy="608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" name="Text Box 3">
            <a:extLst>
              <a:ext uri="{FF2B5EF4-FFF2-40B4-BE49-F238E27FC236}">
                <a16:creationId xmlns:a16="http://schemas.microsoft.com/office/drawing/2014/main" id="{8495D36F-E0C9-F77B-B251-C7B39F3E5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59" y="309685"/>
            <a:ext cx="4564996" cy="1137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5"/>
              </a:buBlip>
            </a:pPr>
            <a:r>
              <a:rPr kumimoji="1" lang="zh-CN" alt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垂直极化波对理想导体表面的斜入射 ：</a:t>
            </a:r>
            <a:r>
              <a:rPr lang="en-US" altLang="zh-CN" sz="1800" b="1" dirty="0">
                <a:solidFill>
                  <a:srgbClr val="FFBDDE"/>
                </a:solidFill>
                <a:ea typeface="楷体_GB2312" pitchFamily="49" charset="-122"/>
              </a:rPr>
              <a:t>TE</a:t>
            </a:r>
            <a:r>
              <a:rPr lang="zh-CN" altLang="en-US" sz="1800" b="1" dirty="0">
                <a:solidFill>
                  <a:srgbClr val="FFBDDE"/>
                </a:solidFill>
                <a:ea typeface="楷体_GB2312" pitchFamily="49" charset="-122"/>
              </a:rPr>
              <a:t>波（自由空间波）：</a:t>
            </a:r>
            <a:r>
              <a:rPr lang="zh-CN" altLang="en-US" sz="1800" b="1" dirty="0">
                <a:solidFill>
                  <a:schemeClr val="bg1"/>
                </a:solidFill>
                <a:ea typeface="楷体_GB2312" pitchFamily="49" charset="-122"/>
              </a:rPr>
              <a:t>合成波电场垂直于传播方向（</a:t>
            </a:r>
            <a:r>
              <a:rPr lang="en-US" altLang="zh-CN" sz="1800" b="1" dirty="0">
                <a:solidFill>
                  <a:schemeClr val="bg1"/>
                </a:solidFill>
                <a:ea typeface="楷体_GB2312" pitchFamily="49" charset="-122"/>
              </a:rPr>
              <a:t>x</a:t>
            </a:r>
            <a:r>
              <a:rPr lang="zh-CN" altLang="en-US" sz="1800" b="1" dirty="0">
                <a:solidFill>
                  <a:schemeClr val="bg1"/>
                </a:solidFill>
                <a:ea typeface="楷体_GB2312" pitchFamily="49" charset="-122"/>
              </a:rPr>
              <a:t>方向），而磁场则存在</a:t>
            </a:r>
            <a:r>
              <a:rPr lang="en-US" altLang="zh-CN" sz="1800" b="1" dirty="0">
                <a:solidFill>
                  <a:schemeClr val="bg1"/>
                </a:solidFill>
                <a:ea typeface="楷体_GB2312" pitchFamily="49" charset="-122"/>
              </a:rPr>
              <a:t>x</a:t>
            </a:r>
            <a:r>
              <a:rPr lang="zh-CN" altLang="en-US" sz="1800" b="1" dirty="0">
                <a:solidFill>
                  <a:schemeClr val="bg1"/>
                </a:solidFill>
                <a:ea typeface="楷体_GB2312" pitchFamily="49" charset="-122"/>
              </a:rPr>
              <a:t>分量。</a:t>
            </a:r>
          </a:p>
        </p:txBody>
      </p:sp>
      <p:sp>
        <p:nvSpPr>
          <p:cNvPr id="27" name="Text Box 3">
            <a:extLst>
              <a:ext uri="{FF2B5EF4-FFF2-40B4-BE49-F238E27FC236}">
                <a16:creationId xmlns:a16="http://schemas.microsoft.com/office/drawing/2014/main" id="{E7A1C4D2-7C59-43E7-5902-928649657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443" y="309685"/>
            <a:ext cx="4415051" cy="1137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5"/>
              </a:buBlip>
            </a:pPr>
            <a:r>
              <a:rPr kumimoji="1" lang="zh-CN" alt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平行极化波对理想导体表面的斜入射 ： </a:t>
            </a:r>
            <a:r>
              <a:rPr lang="en-US" altLang="zh-CN" sz="1800" b="1" dirty="0">
                <a:solidFill>
                  <a:srgbClr val="FFBDDE"/>
                </a:solidFill>
                <a:ea typeface="楷体_GB2312" pitchFamily="49" charset="-122"/>
              </a:rPr>
              <a:t>TM</a:t>
            </a:r>
            <a:r>
              <a:rPr lang="zh-CN" altLang="en-US" sz="1800" b="1" dirty="0">
                <a:solidFill>
                  <a:srgbClr val="FFBDDE"/>
                </a:solidFill>
                <a:ea typeface="楷体_GB2312" pitchFamily="49" charset="-122"/>
              </a:rPr>
              <a:t>波（自由空间波）：</a:t>
            </a:r>
            <a:r>
              <a:rPr lang="zh-CN" alt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合成波磁场垂直于传播方向（</a:t>
            </a:r>
            <a:r>
              <a:rPr lang="en-US" altLang="zh-CN" sz="18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方向），而电场则存在</a:t>
            </a:r>
            <a:r>
              <a:rPr lang="en-US" altLang="zh-CN" sz="1800" b="1" i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分量。</a:t>
            </a:r>
            <a:endParaRPr lang="zh-CN" altLang="en-US" sz="1800" b="1" dirty="0">
              <a:solidFill>
                <a:srgbClr val="FFBDDE"/>
              </a:solidFill>
              <a:ea typeface="楷体_GB2312" pitchFamily="49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054D463-FCD4-995E-A729-A53968151413}"/>
              </a:ext>
            </a:extLst>
          </p:cNvPr>
          <p:cNvSpPr txBox="1"/>
          <p:nvPr/>
        </p:nvSpPr>
        <p:spPr>
          <a:xfrm>
            <a:off x="178892" y="1409691"/>
            <a:ext cx="8876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18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区合成波都是</a:t>
            </a:r>
            <a:r>
              <a:rPr lang="zh-CN" altLang="en-US" sz="1800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沿 </a:t>
            </a:r>
            <a:r>
              <a:rPr lang="en-US" altLang="zh-CN" sz="1800" b="1" i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1800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方向的行波</a:t>
            </a:r>
            <a:r>
              <a:rPr lang="zh-CN" alt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，其</a:t>
            </a:r>
            <a:r>
              <a:rPr lang="zh-CN" altLang="en-US" sz="1800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振幅沿</a:t>
            </a:r>
            <a:r>
              <a:rPr lang="en-US" altLang="zh-CN" sz="1800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zh-CN" altLang="en-US" sz="1800" b="1" u="sng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方向成驻波分布</a:t>
            </a:r>
            <a:r>
              <a:rPr lang="zh-CN" alt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，是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非均匀平面波</a:t>
            </a:r>
            <a:r>
              <a: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lang="en-US" altLang="zh-CN" sz="18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F582D2A-C15E-4CC6-AAF0-5704A2ADF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0361" y="1792624"/>
            <a:ext cx="2154562" cy="1956145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09BD9FF-343B-C5B9-4CAA-BB94F0089D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1975" y="1730856"/>
            <a:ext cx="2310816" cy="1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8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0" name="Text Box 4">
            <a:extLst>
              <a:ext uri="{FF2B5EF4-FFF2-40B4-BE49-F238E27FC236}">
                <a16:creationId xmlns:a16="http://schemas.microsoft.com/office/drawing/2014/main" id="{6C478ED8-3A86-906F-6588-EF3D9A181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238"/>
            <a:ext cx="8928100" cy="525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lang="zh-CN" altLang="en-US" b="1" u="sng" dirty="0">
                <a:solidFill>
                  <a:srgbClr val="FF0000"/>
                </a:solidFill>
                <a:ea typeface="楷体_GB2312" pitchFamily="49" charset="-122"/>
              </a:rPr>
              <a:t> 垂直极化</a:t>
            </a:r>
            <a:r>
              <a:rPr lang="zh-CN" altLang="en-US" b="1" u="sng" dirty="0">
                <a:solidFill>
                  <a:srgbClr val="FFBDDE"/>
                </a:solidFill>
                <a:ea typeface="楷体_GB2312" pitchFamily="49" charset="-122"/>
              </a:rPr>
              <a:t>的均匀平面波</a:t>
            </a: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斜入射到</a:t>
            </a:r>
            <a:r>
              <a:rPr lang="zh-CN" altLang="en-US" b="1" u="sng" dirty="0">
                <a:solidFill>
                  <a:srgbClr val="FFBDDE"/>
                </a:solidFill>
                <a:ea typeface="楷体_GB2312" pitchFamily="49" charset="-122"/>
              </a:rPr>
              <a:t>波导</a:t>
            </a:r>
            <a:r>
              <a:rPr lang="zh-CN" altLang="en-US" b="1" u="sng" dirty="0">
                <a:solidFill>
                  <a:srgbClr val="FF0000"/>
                </a:solidFill>
                <a:ea typeface="楷体_GB2312" pitchFamily="49" charset="-122"/>
              </a:rPr>
              <a:t>左壁</a:t>
            </a: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：</a:t>
            </a:r>
            <a:r>
              <a:rPr lang="en-US" altLang="zh-CN" b="1" dirty="0">
                <a:solidFill>
                  <a:srgbClr val="FFFFFF"/>
                </a:solidFill>
                <a:ea typeface="楷体_GB2312" pitchFamily="49" charset="-122"/>
              </a:rPr>
              <a:t>TE</a:t>
            </a: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模</a:t>
            </a:r>
            <a:r>
              <a:rPr lang="zh-CN" altLang="en-US" b="1" dirty="0">
                <a:solidFill>
                  <a:schemeClr val="bg1"/>
                </a:solidFill>
                <a:ea typeface="楷体_GB2312" pitchFamily="49" charset="-122"/>
              </a:rPr>
              <a:t>（导行波）</a:t>
            </a:r>
            <a:endParaRPr lang="zh-CN" altLang="en-US" b="1" dirty="0">
              <a:solidFill>
                <a:srgbClr val="FFFFFF"/>
              </a:solidFill>
              <a:ea typeface="楷体_GB2312" pitchFamily="49" charset="-122"/>
            </a:endParaRPr>
          </a:p>
        </p:txBody>
      </p:sp>
      <p:sp>
        <p:nvSpPr>
          <p:cNvPr id="111619" name="Text Box 3">
            <a:extLst>
              <a:ext uri="{FF2B5EF4-FFF2-40B4-BE49-F238E27FC236}">
                <a16:creationId xmlns:a16="http://schemas.microsoft.com/office/drawing/2014/main" id="{E14069D9-C602-78CD-7830-0B2B87A5F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2636838"/>
            <a:ext cx="273685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4"/>
              </a:buBlip>
            </a:pPr>
            <a:r>
              <a:rPr lang="zh-CN" alt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分界面：</a:t>
            </a:r>
            <a:r>
              <a:rPr lang="en-US" altLang="zh-CN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yoz</a:t>
            </a:r>
            <a:r>
              <a:rPr lang="zh-CN" alt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平面</a:t>
            </a:r>
          </a:p>
          <a:p>
            <a:pPr algn="just" eaLnBrk="1" hangingPunct="1">
              <a:lnSpc>
                <a:spcPct val="130000"/>
              </a:lnSpc>
              <a:buFontTx/>
              <a:buBlip>
                <a:blip r:embed="rId4"/>
              </a:buBlip>
            </a:pPr>
            <a:r>
              <a:rPr lang="zh-CN" alt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入射面：</a:t>
            </a:r>
            <a:r>
              <a:rPr lang="en-US" altLang="zh-CN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xoz</a:t>
            </a:r>
            <a:r>
              <a:rPr lang="zh-CN" alt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平面</a:t>
            </a:r>
          </a:p>
          <a:p>
            <a:pPr algn="just" eaLnBrk="1" hangingPunct="1">
              <a:lnSpc>
                <a:spcPct val="130000"/>
              </a:lnSpc>
              <a:buFontTx/>
              <a:buBlip>
                <a:blip r:embed="rId4"/>
              </a:buBlip>
            </a:pPr>
            <a:r>
              <a:rPr lang="zh-CN" alt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电场：</a:t>
            </a:r>
            <a:r>
              <a:rPr lang="en-US" altLang="zh-CN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zh-CN" alt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</a:t>
            </a:r>
          </a:p>
        </p:txBody>
      </p:sp>
      <p:pic>
        <p:nvPicPr>
          <p:cNvPr id="129028" name="Picture 8">
            <a:extLst>
              <a:ext uri="{FF2B5EF4-FFF2-40B4-BE49-F238E27FC236}">
                <a16:creationId xmlns:a16="http://schemas.microsoft.com/office/drawing/2014/main" id="{156902A2-971F-BEB5-D80F-B396A60F0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538288"/>
            <a:ext cx="6200775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/>
      <p:bldP spid="1116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0" name="Text Box 4">
            <a:extLst>
              <a:ext uri="{FF2B5EF4-FFF2-40B4-BE49-F238E27FC236}">
                <a16:creationId xmlns:a16="http://schemas.microsoft.com/office/drawing/2014/main" id="{89B83673-A91A-8D98-25A1-042605064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238"/>
            <a:ext cx="8856538" cy="521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Blip>
                <a:blip r:embed="rId2"/>
              </a:buBlip>
            </a:pPr>
            <a:r>
              <a:rPr lang="zh-CN" altLang="en-US" b="1" u="sng" dirty="0">
                <a:solidFill>
                  <a:srgbClr val="FF0000"/>
                </a:solidFill>
                <a:ea typeface="楷体_GB2312" pitchFamily="49" charset="-122"/>
              </a:rPr>
              <a:t> 平行极化</a:t>
            </a:r>
            <a:r>
              <a:rPr lang="zh-CN" altLang="en-US" b="1" u="sng" dirty="0">
                <a:solidFill>
                  <a:srgbClr val="FFBDDE"/>
                </a:solidFill>
                <a:ea typeface="楷体_GB2312" pitchFamily="49" charset="-122"/>
              </a:rPr>
              <a:t>的均匀平面波</a:t>
            </a:r>
            <a:r>
              <a:rPr lang="zh-CN" altLang="en-US" b="1" dirty="0">
                <a:solidFill>
                  <a:srgbClr val="FFFFFF"/>
                </a:solidFill>
                <a:ea typeface="楷体_GB2312" pitchFamily="49" charset="-122"/>
              </a:rPr>
              <a:t>斜入射到</a:t>
            </a:r>
            <a:r>
              <a:rPr lang="zh-CN" altLang="en-US" b="1" u="sng" dirty="0">
                <a:solidFill>
                  <a:srgbClr val="FFBDDE"/>
                </a:solidFill>
                <a:ea typeface="楷体_GB2312" pitchFamily="49" charset="-122"/>
              </a:rPr>
              <a:t>波导</a:t>
            </a:r>
            <a:r>
              <a:rPr lang="zh-CN" altLang="en-US" b="1" u="sng" dirty="0">
                <a:solidFill>
                  <a:srgbClr val="FF0000"/>
                </a:solidFill>
                <a:ea typeface="楷体_GB2312" pitchFamily="49" charset="-122"/>
              </a:rPr>
              <a:t>下壁</a:t>
            </a:r>
            <a:r>
              <a:rPr lang="zh-CN" altLang="en-US" b="1" dirty="0">
                <a:solidFill>
                  <a:srgbClr val="FFFFFF"/>
                </a:solidFill>
              </a:rPr>
              <a:t>：</a:t>
            </a:r>
            <a:r>
              <a:rPr lang="en-US" altLang="zh-CN" b="1" dirty="0">
                <a:solidFill>
                  <a:srgbClr val="FFFFFF"/>
                </a:solidFill>
              </a:rPr>
              <a:t>TM</a:t>
            </a:r>
            <a:r>
              <a:rPr lang="zh-CN" altLang="en-US" b="1" dirty="0">
                <a:solidFill>
                  <a:srgbClr val="FFFFFF"/>
                </a:solidFill>
              </a:rPr>
              <a:t>模</a:t>
            </a:r>
            <a:r>
              <a:rPr lang="zh-CN" altLang="en-US" b="1" dirty="0">
                <a:solidFill>
                  <a:schemeClr val="bg1"/>
                </a:solidFill>
                <a:ea typeface="楷体_GB2312" pitchFamily="49" charset="-122"/>
              </a:rPr>
              <a:t>（导行波）</a:t>
            </a:r>
            <a:endParaRPr lang="zh-CN" altLang="en-US" b="1" dirty="0">
              <a:solidFill>
                <a:srgbClr val="FFFFFF"/>
              </a:solidFill>
            </a:endParaRPr>
          </a:p>
        </p:txBody>
      </p:sp>
      <p:sp>
        <p:nvSpPr>
          <p:cNvPr id="111619" name="Text Box 3">
            <a:extLst>
              <a:ext uri="{FF2B5EF4-FFF2-40B4-BE49-F238E27FC236}">
                <a16:creationId xmlns:a16="http://schemas.microsoft.com/office/drawing/2014/main" id="{B67FD22D-DEBA-E9DD-53B6-8FB0A01BE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026025"/>
            <a:ext cx="4392612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lang="zh-CN" alt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分界面：</a:t>
            </a:r>
            <a:r>
              <a:rPr lang="en-US" altLang="zh-CN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xoz</a:t>
            </a:r>
            <a:r>
              <a:rPr lang="zh-CN" alt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平面</a:t>
            </a:r>
          </a:p>
          <a:p>
            <a:pPr algn="just"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lang="zh-CN" alt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入射面：</a:t>
            </a:r>
            <a:r>
              <a:rPr lang="en-US" altLang="zh-CN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yoz</a:t>
            </a:r>
            <a:r>
              <a:rPr lang="zh-CN" alt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平面</a:t>
            </a:r>
          </a:p>
          <a:p>
            <a:pPr algn="just" eaLnBrk="1" hangingPunct="1">
              <a:lnSpc>
                <a:spcPct val="130000"/>
              </a:lnSpc>
              <a:buFontTx/>
              <a:buBlip>
                <a:blip r:embed="rId3"/>
              </a:buBlip>
            </a:pPr>
            <a:r>
              <a:rPr lang="zh-CN" alt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电场：</a:t>
            </a:r>
            <a:r>
              <a:rPr lang="en-US" altLang="zh-CN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zh-CN" alt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方向</a:t>
            </a:r>
          </a:p>
        </p:txBody>
      </p:sp>
      <p:pic>
        <p:nvPicPr>
          <p:cNvPr id="131076" name="Picture 5">
            <a:extLst>
              <a:ext uri="{FF2B5EF4-FFF2-40B4-BE49-F238E27FC236}">
                <a16:creationId xmlns:a16="http://schemas.microsoft.com/office/drawing/2014/main" id="{8C325FE0-CAC7-2117-1EAE-85C279B85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3650"/>
            <a:ext cx="9217025" cy="3677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/>
      <p:bldP spid="1116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29" name="Group 49">
            <a:extLst>
              <a:ext uri="{FF2B5EF4-FFF2-40B4-BE49-F238E27FC236}">
                <a16:creationId xmlns:a16="http://schemas.microsoft.com/office/drawing/2014/main" id="{66953FFC-96B9-44B3-9A0E-DF111E5F0C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80562264"/>
              </p:ext>
            </p:extLst>
          </p:nvPr>
        </p:nvGraphicFramePr>
        <p:xfrm>
          <a:off x="0" y="476250"/>
          <a:ext cx="9143999" cy="6347143"/>
        </p:xfrm>
        <a:graphic>
          <a:graphicData uri="http://schemas.openxmlformats.org/drawingml/2006/table">
            <a:tbl>
              <a:tblPr/>
              <a:tblGrid>
                <a:gridCol w="73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6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960">
                  <a:extLst>
                    <a:ext uri="{9D8B030D-6E8A-4147-A177-3AD203B41FA5}">
                      <a16:colId xmlns:a16="http://schemas.microsoft.com/office/drawing/2014/main" val="199104482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079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导波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系统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1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导行波</a:t>
                      </a:r>
                      <a:endParaRPr kumimoji="0" lang="en-US" altLang="zh-CN" sz="2000" b="1" i="1" u="sng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（有界）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↔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1" u="sng" strike="noStrike" cap="none" normalizeH="0" baseline="0" dirty="0">
                          <a:ln>
                            <a:noFill/>
                          </a:ln>
                          <a:solidFill>
                            <a:srgbClr val="E781E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自由空间波</a:t>
                      </a:r>
                      <a:endParaRPr kumimoji="0" lang="en-US" altLang="zh-CN" sz="2000" b="1" i="1" u="sng" strike="noStrike" cap="none" normalizeH="0" baseline="0" dirty="0">
                        <a:ln>
                          <a:noFill/>
                        </a:ln>
                        <a:solidFill>
                          <a:srgbClr val="E781E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E781E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（无界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E781E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/</a:t>
                      </a: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E781E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半无界）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TEM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模传输线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7C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多导体传输线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（例如：平行双线、同轴线、带状线及微带线）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TEM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模式的导波：非色散波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19B2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均匀无耗长线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工作状态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：行波，纯驻波，行驻波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均匀平面波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均匀平面波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在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19B2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无界空间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中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的传播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（行波）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5.1&amp;5.2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均匀平面波对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19B2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理想导体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分界面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的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垂直入射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（纯驻波）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6.1.2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均匀平面波对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19B2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理想介质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分界面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的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垂直入射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（行驻波）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6.1.1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6.1.3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475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TE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模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/TM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模传输线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7C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金属柱面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FF7C8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波导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（例如：矩形波导、圆波导、椭圆波导）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TE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模式的导波：色散波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快波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非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均匀平面波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7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垂直极化的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均匀平面波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对理想导体表面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的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斜入射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7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（全反射）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6.4.1</a:t>
                      </a:r>
                      <a:r>
                        <a:rPr kumimoji="0" lang="zh-CN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（光学领域中称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</a:t>
                      </a:r>
                      <a:r>
                        <a:rPr kumimoji="0" lang="zh-CN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偏振光）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29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TM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模式的导波：色散波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快波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平行极化的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均匀平面波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对理想导体表面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的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斜入射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7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（全反射）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6.4.2</a:t>
                      </a:r>
                      <a:r>
                        <a:rPr kumimoji="0" lang="zh-CN" altLang="en-US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rPr>
                        <a:t>（光学领域中称</a:t>
                      </a:r>
                      <a:r>
                        <a:rPr kumimoji="0" lang="en-US" altLang="zh-CN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rPr>
                        <a:t>P</a:t>
                      </a:r>
                      <a:r>
                        <a:rPr kumimoji="0" lang="zh-CN" altLang="en-US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rPr>
                        <a:t>偏振光）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2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EH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模传输线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例如：光纤、介质波导、介质镜像线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EH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模式（混合模式）的导波：色散波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慢波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不可类比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均匀平面波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对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E781E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理想介质</a:t>
                      </a:r>
                      <a:r>
                        <a:rPr kumimoji="0" lang="zh-CN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分界平面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的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斜入射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（全反射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→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表面波传输）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6.3.3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e93b486-6324-4cae-aa9c-16e56e9ea167"/>
  <p:tag name="COMMONDATA" val="eyJoZGlkIjoiOTk5ZGI1MDEzODM3NTRlMzM1MDZjZWE4NTNjMWYxMDkifQ==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19202</TotalTime>
  <Words>1289</Words>
  <Application>Microsoft Office PowerPoint</Application>
  <PresentationFormat>全屏显示(4:3)</PresentationFormat>
  <Paragraphs>181</Paragraphs>
  <Slides>12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-apple-system</vt:lpstr>
      <vt:lpstr>inherit</vt:lpstr>
      <vt:lpstr>楷体_GB2312</vt:lpstr>
      <vt:lpstr>隶书</vt:lpstr>
      <vt:lpstr>宋体</vt:lpstr>
      <vt:lpstr>Arial</vt:lpstr>
      <vt:lpstr>Symbol</vt:lpstr>
      <vt:lpstr>Times New Roman</vt:lpstr>
      <vt:lpstr>Wingdings</vt:lpstr>
      <vt:lpstr>1_默认设计模板</vt:lpstr>
      <vt:lpstr>2_默认设计模板</vt:lpstr>
      <vt:lpstr>Equation</vt:lpstr>
      <vt:lpstr>公式</vt:lpstr>
      <vt:lpstr>6.4   均匀平面波对理想导体表面的斜入射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DJZX</cp:lastModifiedBy>
  <cp:revision>608</cp:revision>
  <dcterms:created xsi:type="dcterms:W3CDTF">2004-02-10T07:06:32Z</dcterms:created>
  <dcterms:modified xsi:type="dcterms:W3CDTF">2025-11-21T06:59:26Z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E4F2FEE6D5A746C98DA0C43DFF6D38AF</vt:lpwstr>
  </property>
  <property fmtid="{D5CDD505-2E9C-101B-9397-08002B2CF9AE}" pid="3" name="KSOProductBuildVer">
    <vt:lpwstr>2052-11.1.0.13703</vt:lpwstr>
  </property>
</Properties>
</file>