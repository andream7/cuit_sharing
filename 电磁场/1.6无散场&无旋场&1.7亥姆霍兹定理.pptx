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2"/>
  </p:notesMasterIdLst>
  <p:handoutMasterIdLst>
    <p:handoutMasterId r:id="rId13"/>
  </p:handoutMasterIdLst>
  <p:sldIdLst>
    <p:sldId id="571" r:id="rId2"/>
    <p:sldId id="573" r:id="rId3"/>
    <p:sldId id="572" r:id="rId4"/>
    <p:sldId id="574" r:id="rId5"/>
    <p:sldId id="618" r:id="rId6"/>
    <p:sldId id="617" r:id="rId7"/>
    <p:sldId id="579" r:id="rId8"/>
    <p:sldId id="578" r:id="rId9"/>
    <p:sldId id="619" r:id="rId10"/>
    <p:sldId id="603" r:id="rId11"/>
  </p:sldIdLst>
  <p:sldSz cx="9144000" cy="6858000" type="screen4x3"/>
  <p:notesSz cx="6858000" cy="9144000"/>
  <p:custDataLst>
    <p:tags r:id="rId14"/>
  </p:custDataLst>
  <p:defaultTextStyle>
    <a:defPPr>
      <a:defRPr lang="zh-CN"/>
    </a:defPPr>
    <a:lvl1pPr marL="0" lvl="0" indent="0" algn="l" defTabSz="914400" rtl="0" eaLnBrk="1" fontAlgn="base" latinLnBrk="0" hangingPunct="1">
      <a:lnSpc>
        <a:spcPct val="100000"/>
      </a:lnSpc>
      <a:spcBef>
        <a:spcPct val="20000"/>
      </a:spcBef>
      <a:spcAft>
        <a:spcPct val="0"/>
      </a:spcAft>
      <a:buNone/>
      <a:defRPr sz="2400" b="1" i="0" u="none" kern="1200" baseline="0">
        <a:solidFill>
          <a:schemeClr val="tx1"/>
        </a:solidFill>
        <a:latin typeface="Arial" panose="020B0604020202020204" pitchFamily="34" charset="0"/>
        <a:ea typeface="楷体_GB2312" pitchFamily="49" charset="-122"/>
        <a:cs typeface="+mn-cs"/>
      </a:defRPr>
    </a:lvl1pPr>
    <a:lvl2pPr marL="457200" lvl="1" indent="0" algn="l" defTabSz="914400" rtl="0" eaLnBrk="1" fontAlgn="base" latinLnBrk="0" hangingPunct="1">
      <a:lnSpc>
        <a:spcPct val="100000"/>
      </a:lnSpc>
      <a:spcBef>
        <a:spcPct val="20000"/>
      </a:spcBef>
      <a:spcAft>
        <a:spcPct val="0"/>
      </a:spcAft>
      <a:buNone/>
      <a:defRPr sz="2400" b="1" i="0" u="none" kern="1200" baseline="0">
        <a:solidFill>
          <a:schemeClr val="tx1"/>
        </a:solidFill>
        <a:latin typeface="Arial" panose="020B0604020202020204" pitchFamily="34" charset="0"/>
        <a:ea typeface="楷体_GB2312" pitchFamily="49" charset="-122"/>
        <a:cs typeface="+mn-cs"/>
      </a:defRPr>
    </a:lvl2pPr>
    <a:lvl3pPr marL="914400" lvl="2" indent="0" algn="l" defTabSz="914400" rtl="0" eaLnBrk="1" fontAlgn="base" latinLnBrk="0" hangingPunct="1">
      <a:lnSpc>
        <a:spcPct val="100000"/>
      </a:lnSpc>
      <a:spcBef>
        <a:spcPct val="20000"/>
      </a:spcBef>
      <a:spcAft>
        <a:spcPct val="0"/>
      </a:spcAft>
      <a:buNone/>
      <a:defRPr sz="2400" b="1" i="0" u="none" kern="1200" baseline="0">
        <a:solidFill>
          <a:schemeClr val="tx1"/>
        </a:solidFill>
        <a:latin typeface="Arial" panose="020B0604020202020204" pitchFamily="34" charset="0"/>
        <a:ea typeface="楷体_GB2312" pitchFamily="49" charset="-122"/>
        <a:cs typeface="+mn-cs"/>
      </a:defRPr>
    </a:lvl3pPr>
    <a:lvl4pPr marL="1371600" lvl="3" indent="0" algn="l" defTabSz="914400" rtl="0" eaLnBrk="1" fontAlgn="base" latinLnBrk="0" hangingPunct="1">
      <a:lnSpc>
        <a:spcPct val="100000"/>
      </a:lnSpc>
      <a:spcBef>
        <a:spcPct val="20000"/>
      </a:spcBef>
      <a:spcAft>
        <a:spcPct val="0"/>
      </a:spcAft>
      <a:buNone/>
      <a:defRPr sz="2400" b="1" i="0" u="none" kern="1200" baseline="0">
        <a:solidFill>
          <a:schemeClr val="tx1"/>
        </a:solidFill>
        <a:latin typeface="Arial" panose="020B0604020202020204" pitchFamily="34" charset="0"/>
        <a:ea typeface="楷体_GB2312" pitchFamily="49" charset="-122"/>
        <a:cs typeface="+mn-cs"/>
      </a:defRPr>
    </a:lvl4pPr>
    <a:lvl5pPr marL="1828800" lvl="4" indent="0" algn="l" defTabSz="914400" rtl="0" eaLnBrk="1" fontAlgn="base" latinLnBrk="0" hangingPunct="1">
      <a:lnSpc>
        <a:spcPct val="100000"/>
      </a:lnSpc>
      <a:spcBef>
        <a:spcPct val="20000"/>
      </a:spcBef>
      <a:spcAft>
        <a:spcPct val="0"/>
      </a:spcAft>
      <a:buNone/>
      <a:defRPr sz="2400" b="1" i="0" u="none" kern="1200" baseline="0">
        <a:solidFill>
          <a:schemeClr val="tx1"/>
        </a:solidFill>
        <a:latin typeface="Arial" panose="020B0604020202020204" pitchFamily="34" charset="0"/>
        <a:ea typeface="楷体_GB2312" pitchFamily="49" charset="-122"/>
        <a:cs typeface="+mn-cs"/>
      </a:defRPr>
    </a:lvl5pPr>
    <a:lvl6pPr marL="2286000" lvl="5" indent="0" algn="l" defTabSz="914400" rtl="0" eaLnBrk="1" fontAlgn="base" latinLnBrk="0" hangingPunct="1">
      <a:lnSpc>
        <a:spcPct val="100000"/>
      </a:lnSpc>
      <a:spcBef>
        <a:spcPct val="20000"/>
      </a:spcBef>
      <a:spcAft>
        <a:spcPct val="0"/>
      </a:spcAft>
      <a:buNone/>
      <a:defRPr sz="2400" b="1" i="0" u="none" kern="1200" baseline="0">
        <a:solidFill>
          <a:schemeClr val="tx1"/>
        </a:solidFill>
        <a:latin typeface="Arial" panose="020B0604020202020204" pitchFamily="34" charset="0"/>
        <a:ea typeface="楷体_GB2312" pitchFamily="49" charset="-122"/>
        <a:cs typeface="+mn-cs"/>
      </a:defRPr>
    </a:lvl6pPr>
    <a:lvl7pPr marL="2743200" lvl="6" indent="0" algn="l" defTabSz="914400" rtl="0" eaLnBrk="1" fontAlgn="base" latinLnBrk="0" hangingPunct="1">
      <a:lnSpc>
        <a:spcPct val="100000"/>
      </a:lnSpc>
      <a:spcBef>
        <a:spcPct val="20000"/>
      </a:spcBef>
      <a:spcAft>
        <a:spcPct val="0"/>
      </a:spcAft>
      <a:buNone/>
      <a:defRPr sz="2400" b="1" i="0" u="none" kern="1200" baseline="0">
        <a:solidFill>
          <a:schemeClr val="tx1"/>
        </a:solidFill>
        <a:latin typeface="Arial" panose="020B0604020202020204" pitchFamily="34" charset="0"/>
        <a:ea typeface="楷体_GB2312" pitchFamily="49" charset="-122"/>
        <a:cs typeface="+mn-cs"/>
      </a:defRPr>
    </a:lvl7pPr>
    <a:lvl8pPr marL="3200400" lvl="7" indent="0" algn="l" defTabSz="914400" rtl="0" eaLnBrk="1" fontAlgn="base" latinLnBrk="0" hangingPunct="1">
      <a:lnSpc>
        <a:spcPct val="100000"/>
      </a:lnSpc>
      <a:spcBef>
        <a:spcPct val="20000"/>
      </a:spcBef>
      <a:spcAft>
        <a:spcPct val="0"/>
      </a:spcAft>
      <a:buNone/>
      <a:defRPr sz="2400" b="1" i="0" u="none" kern="1200" baseline="0">
        <a:solidFill>
          <a:schemeClr val="tx1"/>
        </a:solidFill>
        <a:latin typeface="Arial" panose="020B0604020202020204" pitchFamily="34" charset="0"/>
        <a:ea typeface="楷体_GB2312" pitchFamily="49" charset="-122"/>
        <a:cs typeface="+mn-cs"/>
      </a:defRPr>
    </a:lvl8pPr>
    <a:lvl9pPr marL="3657600" lvl="8" indent="0" algn="l" defTabSz="914400" rtl="0" eaLnBrk="1" fontAlgn="base" latinLnBrk="0" hangingPunct="1">
      <a:lnSpc>
        <a:spcPct val="100000"/>
      </a:lnSpc>
      <a:spcBef>
        <a:spcPct val="20000"/>
      </a:spcBef>
      <a:spcAft>
        <a:spcPct val="0"/>
      </a:spcAft>
      <a:buNone/>
      <a:defRPr sz="2400" b="1" i="0" u="none" kern="1200" baseline="0">
        <a:solidFill>
          <a:schemeClr val="tx1"/>
        </a:solidFill>
        <a:latin typeface="Arial" panose="020B0604020202020204" pitchFamily="34" charset="0"/>
        <a:ea typeface="楷体_GB2312" pitchFamily="49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94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chemeClr val="tx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81C0"/>
    <a:srgbClr val="FF9900"/>
    <a:srgbClr val="FF0000"/>
    <a:srgbClr val="CC3399"/>
    <a:srgbClr val="3333FF"/>
    <a:srgbClr val="0000CC"/>
    <a:srgbClr val="89C4FF"/>
    <a:srgbClr val="EA162F"/>
    <a:srgbClr val="DBF10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835"/>
    <p:restoredTop sz="81839" autoAdjust="0"/>
  </p:normalViewPr>
  <p:slideViewPr>
    <p:cSldViewPr showGuides="1">
      <p:cViewPr varScale="1">
        <p:scale>
          <a:sx n="66" d="100"/>
          <a:sy n="66" d="100"/>
        </p:scale>
        <p:origin x="1196" y="104"/>
      </p:cViewPr>
      <p:guideLst>
        <p:guide orient="horz" pos="2160"/>
        <p:guide pos="2894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 showFormatting="0"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handoutMaster" Target="handoutMasters/handout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gs" Target="tags/tag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0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l" eaLnBrk="1" hangingPunct="1">
              <a:spcBef>
                <a:spcPct val="0"/>
              </a:spcBef>
              <a:defRPr sz="1200" b="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第一课</a:t>
            </a:r>
          </a:p>
        </p:txBody>
      </p:sp>
      <p:sp>
        <p:nvSpPr>
          <p:cNvPr id="15360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spcBef>
                <a:spcPct val="0"/>
              </a:spcBef>
              <a:defRPr sz="1200" b="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2387F90C-EEAD-4CC9-B85E-7D3C9C0A8C22}" type="datetime1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2025/8/12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5360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algn="l" eaLnBrk="1" hangingPunct="1">
              <a:spcBef>
                <a:spcPct val="0"/>
              </a:spcBef>
              <a:defRPr sz="1200" b="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第一课</a:t>
            </a:r>
          </a:p>
        </p:txBody>
      </p:sp>
      <p:sp>
        <p:nvSpPr>
          <p:cNvPr id="15360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/>
          <a:p>
            <a:pPr lvl="0" algn="r" eaLnBrk="1" fontAlgn="base" hangingPunct="1">
              <a:spcBef>
                <a:spcPct val="0"/>
              </a:spcBef>
              <a:buNone/>
            </a:pPr>
            <a:fld id="{9A0DB2DC-4C9A-4742-B13C-FB6460FD3503}" type="slidenum">
              <a:rPr lang="en-US" altLang="zh-CN" sz="1200" b="0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en-US" altLang="zh-CN" sz="1200" b="0" strike="noStrike" noProof="1"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65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l" eaLnBrk="1" hangingPunct="1">
              <a:spcBef>
                <a:spcPct val="0"/>
              </a:spcBef>
              <a:defRPr sz="1200" b="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第一课</a:t>
            </a:r>
          </a:p>
        </p:txBody>
      </p:sp>
      <p:sp>
        <p:nvSpPr>
          <p:cNvPr id="15565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spcBef>
                <a:spcPct val="0"/>
              </a:spcBef>
              <a:defRPr sz="1200" b="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E43813E-55CE-4019-8926-09544A796D2A}" type="datetime1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2025/8/12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076" name="Rectangle 4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15565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单击此处编辑母版文本样式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第二级</a:t>
            </a: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第三级</a:t>
            </a:r>
          </a:p>
          <a:p>
            <a:pPr marL="1371600" marR="0" lvl="3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第四级</a:t>
            </a:r>
          </a:p>
          <a:p>
            <a:pPr marL="1828800" marR="0" lvl="4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第五级</a:t>
            </a:r>
          </a:p>
        </p:txBody>
      </p:sp>
      <p:sp>
        <p:nvSpPr>
          <p:cNvPr id="15565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algn="l" eaLnBrk="1" hangingPunct="1">
              <a:spcBef>
                <a:spcPct val="0"/>
              </a:spcBef>
              <a:defRPr sz="1200" b="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第一课</a:t>
            </a:r>
          </a:p>
        </p:txBody>
      </p:sp>
      <p:sp>
        <p:nvSpPr>
          <p:cNvPr id="15565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/>
          <a:p>
            <a:pPr lvl="0" algn="r" eaLnBrk="1" fontAlgn="base" hangingPunct="1">
              <a:spcBef>
                <a:spcPct val="0"/>
              </a:spcBef>
              <a:buNone/>
            </a:pPr>
            <a:fld id="{9A0DB2DC-4C9A-4742-B13C-FB6460FD3503}" type="slidenum">
              <a:rPr lang="en-US" altLang="zh-CN" sz="1200" b="0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en-US" altLang="zh-CN" sz="1200" b="0" strike="noStrike" noProof="1">
              <a:ea typeface="宋体" panose="02010600030101010101" pitchFamily="2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57" name="Rectangle 2"/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t" anchorCtr="0"/>
          <a:lstStyle/>
          <a:p>
            <a:pPr lvl="0">
              <a:spcBef>
                <a:spcPct val="0"/>
              </a:spcBef>
            </a:pPr>
            <a:r>
              <a:rPr lang="en-US" altLang="zh-CN" sz="1200" b="0" dirty="0"/>
              <a:t>第一课</a:t>
            </a:r>
          </a:p>
        </p:txBody>
      </p:sp>
      <p:sp>
        <p:nvSpPr>
          <p:cNvPr id="121858" name="Rectangle 3"/>
          <p:cNvSpPr txBox="1">
            <a:spLocks noGrp="1"/>
          </p:cNvSpPr>
          <p:nvPr>
            <p:ph type="dt" sz="half"/>
          </p:nvPr>
        </p:nvSpPr>
        <p:spPr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t" anchorCtr="0"/>
          <a:lstStyle/>
          <a:p>
            <a:pPr lvl="0" algn="r">
              <a:spcBef>
                <a:spcPct val="0"/>
              </a:spcBef>
            </a:pPr>
            <a:fld id="{BB962C8B-B14F-4D97-AF65-F5344CB8AC3E}" type="datetime1">
              <a:rPr lang="zh-CN" altLang="en-US" sz="1200" b="0" dirty="0">
                <a:ea typeface="宋体" panose="02010600030101010101" pitchFamily="2" charset="-122"/>
              </a:rPr>
              <a:t>2025/8/12</a:t>
            </a:fld>
            <a:endParaRPr lang="zh-CN" altLang="en-US" sz="1200" b="0" dirty="0">
              <a:ea typeface="宋体" panose="02010600030101010101" pitchFamily="2" charset="-122"/>
            </a:endParaRPr>
          </a:p>
        </p:txBody>
      </p:sp>
      <p:sp>
        <p:nvSpPr>
          <p:cNvPr id="121859" name="Rectangle 6"/>
          <p:cNvSpPr txBox="1">
            <a:spLocks noGrp="1"/>
          </p:cNvSpPr>
          <p:nvPr>
            <p:ph type="ftr" sz="quarter"/>
          </p:nvPr>
        </p:nvSpPr>
        <p:spPr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b" anchorCtr="0"/>
          <a:lstStyle/>
          <a:p>
            <a:pPr lvl="0">
              <a:spcBef>
                <a:spcPct val="0"/>
              </a:spcBef>
            </a:pPr>
            <a:r>
              <a:rPr lang="en-US" altLang="zh-CN" sz="1200" b="0" dirty="0"/>
              <a:t>第一课</a:t>
            </a:r>
          </a:p>
        </p:txBody>
      </p:sp>
      <p:sp>
        <p:nvSpPr>
          <p:cNvPr id="121860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b" anchorCtr="0"/>
          <a:lstStyle/>
          <a:p>
            <a:pPr lvl="0" algn="r">
              <a:spcBef>
                <a:spcPct val="0"/>
              </a:spcBef>
            </a:pPr>
            <a:fld id="{9A0DB2DC-4C9A-4742-B13C-FB6460FD3503}" type="slidenum">
              <a:rPr lang="en-US" altLang="zh-CN" dirty="0"/>
              <a:t>1</a:t>
            </a:fld>
            <a:endParaRPr lang="en-US" altLang="zh-CN" dirty="0"/>
          </a:p>
        </p:txBody>
      </p:sp>
      <p:sp>
        <p:nvSpPr>
          <p:cNvPr id="121861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21862" name="Rectangle 3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 anchorCtr="0"/>
          <a:lstStyle/>
          <a:p>
            <a:pPr lvl="0" eaLnBrk="1" hangingPunct="1"/>
            <a:endParaRPr lang="zh-CN" alt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5" name="Rectangle 2"/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t" anchorCtr="0"/>
          <a:lstStyle/>
          <a:p>
            <a:pPr lvl="0">
              <a:spcBef>
                <a:spcPct val="0"/>
              </a:spcBef>
            </a:pPr>
            <a:r>
              <a:rPr lang="en-US" altLang="zh-CN" sz="1200" b="0" dirty="0"/>
              <a:t>第一课</a:t>
            </a:r>
          </a:p>
        </p:txBody>
      </p:sp>
      <p:sp>
        <p:nvSpPr>
          <p:cNvPr id="123906" name="Rectangle 3"/>
          <p:cNvSpPr txBox="1">
            <a:spLocks noGrp="1"/>
          </p:cNvSpPr>
          <p:nvPr>
            <p:ph type="dt" sz="half"/>
          </p:nvPr>
        </p:nvSpPr>
        <p:spPr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t" anchorCtr="0"/>
          <a:lstStyle/>
          <a:p>
            <a:pPr lvl="0" algn="r">
              <a:spcBef>
                <a:spcPct val="0"/>
              </a:spcBef>
            </a:pPr>
            <a:fld id="{BB962C8B-B14F-4D97-AF65-F5344CB8AC3E}" type="datetime1">
              <a:rPr lang="zh-CN" altLang="en-US" sz="1200" b="0" dirty="0">
                <a:ea typeface="宋体" panose="02010600030101010101" pitchFamily="2" charset="-122"/>
              </a:rPr>
              <a:t>2025/8/12</a:t>
            </a:fld>
            <a:endParaRPr lang="zh-CN" altLang="en-US" sz="1200" b="0" dirty="0">
              <a:ea typeface="宋体" panose="02010600030101010101" pitchFamily="2" charset="-122"/>
            </a:endParaRPr>
          </a:p>
        </p:txBody>
      </p:sp>
      <p:sp>
        <p:nvSpPr>
          <p:cNvPr id="123907" name="Rectangle 6"/>
          <p:cNvSpPr txBox="1">
            <a:spLocks noGrp="1"/>
          </p:cNvSpPr>
          <p:nvPr>
            <p:ph type="ftr" sz="quarter"/>
          </p:nvPr>
        </p:nvSpPr>
        <p:spPr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b" anchorCtr="0"/>
          <a:lstStyle/>
          <a:p>
            <a:pPr lvl="0">
              <a:spcBef>
                <a:spcPct val="0"/>
              </a:spcBef>
            </a:pPr>
            <a:r>
              <a:rPr lang="en-US" altLang="zh-CN" sz="1200" b="0" dirty="0"/>
              <a:t>第一课</a:t>
            </a:r>
          </a:p>
        </p:txBody>
      </p:sp>
      <p:sp>
        <p:nvSpPr>
          <p:cNvPr id="123908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b" anchorCtr="0"/>
          <a:lstStyle/>
          <a:p>
            <a:pPr lvl="0" algn="r">
              <a:spcBef>
                <a:spcPct val="0"/>
              </a:spcBef>
            </a:pPr>
            <a:fld id="{9A0DB2DC-4C9A-4742-B13C-FB6460FD3503}" type="slidenum">
              <a:rPr lang="en-US" altLang="zh-CN" dirty="0"/>
              <a:t>2</a:t>
            </a:fld>
            <a:endParaRPr lang="en-US" altLang="zh-CN" dirty="0"/>
          </a:p>
        </p:txBody>
      </p:sp>
      <p:sp>
        <p:nvSpPr>
          <p:cNvPr id="123909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23910" name="Rectangle 3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 anchorCtr="0"/>
          <a:lstStyle/>
          <a:p>
            <a:pPr lvl="0" eaLnBrk="1" hangingPunct="1"/>
            <a:endParaRPr lang="zh-CN" altLang="en-US" b="1" dirty="0">
              <a:solidFill>
                <a:srgbClr val="000066"/>
              </a:solidFill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3" name="Rectangle 2"/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t" anchorCtr="0"/>
          <a:lstStyle/>
          <a:p>
            <a:pPr lvl="0">
              <a:spcBef>
                <a:spcPct val="0"/>
              </a:spcBef>
            </a:pPr>
            <a:r>
              <a:rPr lang="en-US" altLang="zh-CN" sz="1200" b="0" dirty="0"/>
              <a:t>第一课</a:t>
            </a:r>
          </a:p>
        </p:txBody>
      </p:sp>
      <p:sp>
        <p:nvSpPr>
          <p:cNvPr id="125954" name="Rectangle 3"/>
          <p:cNvSpPr txBox="1">
            <a:spLocks noGrp="1"/>
          </p:cNvSpPr>
          <p:nvPr>
            <p:ph type="dt" sz="half"/>
          </p:nvPr>
        </p:nvSpPr>
        <p:spPr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t" anchorCtr="0"/>
          <a:lstStyle/>
          <a:p>
            <a:pPr lvl="0" algn="r">
              <a:spcBef>
                <a:spcPct val="0"/>
              </a:spcBef>
            </a:pPr>
            <a:fld id="{BB962C8B-B14F-4D97-AF65-F5344CB8AC3E}" type="datetime1">
              <a:rPr lang="zh-CN" altLang="en-US" sz="1200" b="0" dirty="0">
                <a:ea typeface="宋体" panose="02010600030101010101" pitchFamily="2" charset="-122"/>
              </a:rPr>
              <a:t>2025/8/12</a:t>
            </a:fld>
            <a:endParaRPr lang="zh-CN" altLang="en-US" sz="1200" b="0" dirty="0">
              <a:ea typeface="宋体" panose="02010600030101010101" pitchFamily="2" charset="-122"/>
            </a:endParaRPr>
          </a:p>
        </p:txBody>
      </p:sp>
      <p:sp>
        <p:nvSpPr>
          <p:cNvPr id="125955" name="Rectangle 6"/>
          <p:cNvSpPr txBox="1">
            <a:spLocks noGrp="1"/>
          </p:cNvSpPr>
          <p:nvPr>
            <p:ph type="ftr" sz="quarter"/>
          </p:nvPr>
        </p:nvSpPr>
        <p:spPr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b" anchorCtr="0"/>
          <a:lstStyle/>
          <a:p>
            <a:pPr lvl="0">
              <a:spcBef>
                <a:spcPct val="0"/>
              </a:spcBef>
            </a:pPr>
            <a:r>
              <a:rPr lang="en-US" altLang="zh-CN" sz="1200" b="0" dirty="0"/>
              <a:t>第一课</a:t>
            </a:r>
          </a:p>
        </p:txBody>
      </p:sp>
      <p:sp>
        <p:nvSpPr>
          <p:cNvPr id="125956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b" anchorCtr="0"/>
          <a:lstStyle/>
          <a:p>
            <a:pPr lvl="0" algn="r">
              <a:spcBef>
                <a:spcPct val="0"/>
              </a:spcBef>
            </a:pPr>
            <a:fld id="{9A0DB2DC-4C9A-4742-B13C-FB6460FD3503}" type="slidenum">
              <a:rPr lang="en-US" altLang="zh-CN" dirty="0"/>
              <a:t>3</a:t>
            </a:fld>
            <a:endParaRPr lang="en-US" altLang="zh-CN" dirty="0"/>
          </a:p>
        </p:txBody>
      </p:sp>
      <p:sp>
        <p:nvSpPr>
          <p:cNvPr id="125957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25958" name="Rectangle 3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 anchorCtr="0"/>
          <a:lstStyle/>
          <a:p>
            <a:pPr lvl="0" eaLnBrk="1" hangingPunct="1"/>
            <a:endParaRPr lang="zh-CN" altLang="en-US" b="1" dirty="0">
              <a:solidFill>
                <a:srgbClr val="000066"/>
              </a:solidFill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1" name="Rectangle 2"/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t" anchorCtr="0"/>
          <a:lstStyle/>
          <a:p>
            <a:pPr lvl="0">
              <a:spcBef>
                <a:spcPct val="0"/>
              </a:spcBef>
            </a:pPr>
            <a:r>
              <a:rPr lang="en-US" altLang="zh-CN" sz="1200" b="0" dirty="0"/>
              <a:t>第一课</a:t>
            </a:r>
          </a:p>
        </p:txBody>
      </p:sp>
      <p:sp>
        <p:nvSpPr>
          <p:cNvPr id="128002" name="Rectangle 3"/>
          <p:cNvSpPr txBox="1">
            <a:spLocks noGrp="1"/>
          </p:cNvSpPr>
          <p:nvPr>
            <p:ph type="dt" sz="half"/>
          </p:nvPr>
        </p:nvSpPr>
        <p:spPr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t" anchorCtr="0"/>
          <a:lstStyle/>
          <a:p>
            <a:pPr lvl="0" algn="r">
              <a:spcBef>
                <a:spcPct val="0"/>
              </a:spcBef>
            </a:pPr>
            <a:fld id="{BB962C8B-B14F-4D97-AF65-F5344CB8AC3E}" type="datetime1">
              <a:rPr lang="zh-CN" altLang="en-US" sz="1200" b="0" dirty="0">
                <a:ea typeface="宋体" panose="02010600030101010101" pitchFamily="2" charset="-122"/>
              </a:rPr>
              <a:t>2025/8/12</a:t>
            </a:fld>
            <a:endParaRPr lang="zh-CN" altLang="en-US" sz="1200" b="0" dirty="0">
              <a:ea typeface="宋体" panose="02010600030101010101" pitchFamily="2" charset="-122"/>
            </a:endParaRPr>
          </a:p>
        </p:txBody>
      </p:sp>
      <p:sp>
        <p:nvSpPr>
          <p:cNvPr id="128003" name="Rectangle 6"/>
          <p:cNvSpPr txBox="1">
            <a:spLocks noGrp="1"/>
          </p:cNvSpPr>
          <p:nvPr>
            <p:ph type="ftr" sz="quarter"/>
          </p:nvPr>
        </p:nvSpPr>
        <p:spPr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b" anchorCtr="0"/>
          <a:lstStyle/>
          <a:p>
            <a:pPr lvl="0">
              <a:spcBef>
                <a:spcPct val="0"/>
              </a:spcBef>
            </a:pPr>
            <a:r>
              <a:rPr lang="en-US" altLang="zh-CN" sz="1200" b="0" dirty="0"/>
              <a:t>第一课</a:t>
            </a:r>
          </a:p>
        </p:txBody>
      </p:sp>
      <p:sp>
        <p:nvSpPr>
          <p:cNvPr id="128004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b" anchorCtr="0"/>
          <a:lstStyle/>
          <a:p>
            <a:pPr lvl="0" algn="r">
              <a:spcBef>
                <a:spcPct val="0"/>
              </a:spcBef>
            </a:pPr>
            <a:fld id="{9A0DB2DC-4C9A-4742-B13C-FB6460FD3503}" type="slidenum">
              <a:rPr lang="en-US" altLang="zh-CN" dirty="0"/>
              <a:t>4</a:t>
            </a:fld>
            <a:endParaRPr lang="en-US" altLang="zh-CN" dirty="0"/>
          </a:p>
        </p:txBody>
      </p:sp>
      <p:sp>
        <p:nvSpPr>
          <p:cNvPr id="128005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28006" name="Rectangle 3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 anchorCtr="0"/>
          <a:lstStyle/>
          <a:p>
            <a:pPr lvl="0" eaLnBrk="1" hangingPunct="1"/>
            <a:endParaRPr lang="zh-CN" altLang="en-US" dirty="0"/>
          </a:p>
          <a:p>
            <a:pPr lvl="0" eaLnBrk="1" hangingPunct="1"/>
            <a:endParaRPr lang="en-US" altLang="zh-CN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1" name="Rectangle 2"/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t" anchorCtr="0"/>
          <a:lstStyle/>
          <a:p>
            <a:pPr lvl="0">
              <a:spcBef>
                <a:spcPct val="0"/>
              </a:spcBef>
            </a:pPr>
            <a:r>
              <a:rPr lang="en-US" altLang="zh-CN" sz="1200" b="0" dirty="0"/>
              <a:t>第一课</a:t>
            </a:r>
          </a:p>
        </p:txBody>
      </p:sp>
      <p:sp>
        <p:nvSpPr>
          <p:cNvPr id="128002" name="Rectangle 3"/>
          <p:cNvSpPr txBox="1">
            <a:spLocks noGrp="1"/>
          </p:cNvSpPr>
          <p:nvPr>
            <p:ph type="dt" sz="half"/>
          </p:nvPr>
        </p:nvSpPr>
        <p:spPr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t" anchorCtr="0"/>
          <a:lstStyle/>
          <a:p>
            <a:pPr lvl="0" algn="r">
              <a:spcBef>
                <a:spcPct val="0"/>
              </a:spcBef>
            </a:pPr>
            <a:fld id="{BB962C8B-B14F-4D97-AF65-F5344CB8AC3E}" type="datetime1">
              <a:rPr lang="zh-CN" altLang="en-US" sz="1200" b="0" dirty="0">
                <a:ea typeface="宋体" panose="02010600030101010101" pitchFamily="2" charset="-122"/>
              </a:rPr>
              <a:t>2025/8/12</a:t>
            </a:fld>
            <a:endParaRPr lang="zh-CN" altLang="en-US" sz="1200" b="0" dirty="0">
              <a:ea typeface="宋体" panose="02010600030101010101" pitchFamily="2" charset="-122"/>
            </a:endParaRPr>
          </a:p>
        </p:txBody>
      </p:sp>
      <p:sp>
        <p:nvSpPr>
          <p:cNvPr id="128003" name="Rectangle 6"/>
          <p:cNvSpPr txBox="1">
            <a:spLocks noGrp="1"/>
          </p:cNvSpPr>
          <p:nvPr>
            <p:ph type="ftr" sz="quarter"/>
          </p:nvPr>
        </p:nvSpPr>
        <p:spPr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b" anchorCtr="0"/>
          <a:lstStyle/>
          <a:p>
            <a:pPr lvl="0">
              <a:spcBef>
                <a:spcPct val="0"/>
              </a:spcBef>
            </a:pPr>
            <a:r>
              <a:rPr lang="en-US" altLang="zh-CN" sz="1200" b="0" dirty="0"/>
              <a:t>第一课</a:t>
            </a:r>
          </a:p>
        </p:txBody>
      </p:sp>
      <p:sp>
        <p:nvSpPr>
          <p:cNvPr id="128004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b" anchorCtr="0"/>
          <a:lstStyle/>
          <a:p>
            <a:pPr lvl="0" algn="r">
              <a:spcBef>
                <a:spcPct val="0"/>
              </a:spcBef>
            </a:pPr>
            <a:fld id="{9A0DB2DC-4C9A-4742-B13C-FB6460FD3503}" type="slidenum">
              <a:rPr lang="en-US" altLang="zh-CN" dirty="0"/>
              <a:t>5</a:t>
            </a:fld>
            <a:endParaRPr lang="en-US" altLang="zh-CN" dirty="0"/>
          </a:p>
        </p:txBody>
      </p:sp>
      <p:sp>
        <p:nvSpPr>
          <p:cNvPr id="128005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28006" name="Rectangle 3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 anchorCtr="0"/>
          <a:lstStyle/>
          <a:p>
            <a:pPr lvl="0" eaLnBrk="1" hangingPunct="1"/>
            <a:endParaRPr lang="zh-CN" altLang="en-US" dirty="0"/>
          </a:p>
          <a:p>
            <a:pPr lvl="0" eaLnBrk="1" hangingPunct="1"/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39773161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49" name="Rectangle 2"/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t" anchorCtr="0"/>
          <a:lstStyle/>
          <a:p>
            <a:pPr lvl="0">
              <a:spcBef>
                <a:spcPct val="0"/>
              </a:spcBef>
            </a:pPr>
            <a:r>
              <a:rPr lang="en-US" altLang="zh-CN" sz="1200" b="0" dirty="0"/>
              <a:t>第一课</a:t>
            </a:r>
          </a:p>
        </p:txBody>
      </p:sp>
      <p:sp>
        <p:nvSpPr>
          <p:cNvPr id="130050" name="Rectangle 3"/>
          <p:cNvSpPr txBox="1">
            <a:spLocks noGrp="1"/>
          </p:cNvSpPr>
          <p:nvPr>
            <p:ph type="dt" sz="half"/>
          </p:nvPr>
        </p:nvSpPr>
        <p:spPr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t" anchorCtr="0"/>
          <a:lstStyle/>
          <a:p>
            <a:pPr lvl="0" algn="r">
              <a:spcBef>
                <a:spcPct val="0"/>
              </a:spcBef>
            </a:pPr>
            <a:fld id="{BB962C8B-B14F-4D97-AF65-F5344CB8AC3E}" type="datetime1">
              <a:rPr lang="zh-CN" altLang="en-US" sz="1200" b="0" dirty="0">
                <a:ea typeface="宋体" panose="02010600030101010101" pitchFamily="2" charset="-122"/>
              </a:rPr>
              <a:t>2025/8/12</a:t>
            </a:fld>
            <a:endParaRPr lang="zh-CN" altLang="en-US" sz="1200" b="0" dirty="0">
              <a:ea typeface="宋体" panose="02010600030101010101" pitchFamily="2" charset="-122"/>
            </a:endParaRPr>
          </a:p>
        </p:txBody>
      </p:sp>
      <p:sp>
        <p:nvSpPr>
          <p:cNvPr id="130051" name="Rectangle 6"/>
          <p:cNvSpPr txBox="1">
            <a:spLocks noGrp="1"/>
          </p:cNvSpPr>
          <p:nvPr>
            <p:ph type="ftr" sz="quarter"/>
          </p:nvPr>
        </p:nvSpPr>
        <p:spPr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b" anchorCtr="0"/>
          <a:lstStyle/>
          <a:p>
            <a:pPr lvl="0">
              <a:spcBef>
                <a:spcPct val="0"/>
              </a:spcBef>
            </a:pPr>
            <a:r>
              <a:rPr lang="en-US" altLang="zh-CN" sz="1200" b="0" dirty="0"/>
              <a:t>第一课</a:t>
            </a:r>
          </a:p>
        </p:txBody>
      </p:sp>
      <p:sp>
        <p:nvSpPr>
          <p:cNvPr id="130052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b" anchorCtr="0"/>
          <a:lstStyle/>
          <a:p>
            <a:pPr lvl="0" algn="r">
              <a:spcBef>
                <a:spcPct val="0"/>
              </a:spcBef>
            </a:pPr>
            <a:fld id="{9A0DB2DC-4C9A-4742-B13C-FB6460FD3503}" type="slidenum">
              <a:rPr lang="en-US" altLang="zh-CN" dirty="0"/>
              <a:t>6</a:t>
            </a:fld>
            <a:endParaRPr lang="en-US" altLang="zh-CN" dirty="0"/>
          </a:p>
        </p:txBody>
      </p:sp>
      <p:sp>
        <p:nvSpPr>
          <p:cNvPr id="130053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30054" name="Rectangle 3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 anchorCtr="0"/>
          <a:lstStyle/>
          <a:p>
            <a:pPr lvl="0" eaLnBrk="1" hangingPunct="1"/>
            <a:endParaRPr lang="zh-CN" altLang="en-US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145" name="Rectangle 2"/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t" anchorCtr="0"/>
          <a:lstStyle/>
          <a:p>
            <a:pPr lvl="0">
              <a:spcBef>
                <a:spcPct val="0"/>
              </a:spcBef>
            </a:pPr>
            <a:r>
              <a:rPr lang="en-US" altLang="zh-CN" sz="1200" b="0" dirty="0"/>
              <a:t>第一课</a:t>
            </a:r>
          </a:p>
        </p:txBody>
      </p:sp>
      <p:sp>
        <p:nvSpPr>
          <p:cNvPr id="134146" name="Rectangle 3"/>
          <p:cNvSpPr txBox="1">
            <a:spLocks noGrp="1"/>
          </p:cNvSpPr>
          <p:nvPr>
            <p:ph type="dt" sz="half"/>
          </p:nvPr>
        </p:nvSpPr>
        <p:spPr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t" anchorCtr="0"/>
          <a:lstStyle/>
          <a:p>
            <a:pPr lvl="0" algn="r">
              <a:spcBef>
                <a:spcPct val="0"/>
              </a:spcBef>
            </a:pPr>
            <a:fld id="{BB962C8B-B14F-4D97-AF65-F5344CB8AC3E}" type="datetime1">
              <a:rPr lang="zh-CN" altLang="en-US" sz="1200" b="0" dirty="0">
                <a:ea typeface="宋体" panose="02010600030101010101" pitchFamily="2" charset="-122"/>
              </a:rPr>
              <a:t>2025/8/12</a:t>
            </a:fld>
            <a:endParaRPr lang="zh-CN" altLang="en-US" sz="1200" b="0" dirty="0">
              <a:ea typeface="宋体" panose="02010600030101010101" pitchFamily="2" charset="-122"/>
            </a:endParaRPr>
          </a:p>
        </p:txBody>
      </p:sp>
      <p:sp>
        <p:nvSpPr>
          <p:cNvPr id="134147" name="Rectangle 6"/>
          <p:cNvSpPr txBox="1">
            <a:spLocks noGrp="1"/>
          </p:cNvSpPr>
          <p:nvPr>
            <p:ph type="ftr" sz="quarter"/>
          </p:nvPr>
        </p:nvSpPr>
        <p:spPr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b" anchorCtr="0"/>
          <a:lstStyle/>
          <a:p>
            <a:pPr lvl="0">
              <a:spcBef>
                <a:spcPct val="0"/>
              </a:spcBef>
            </a:pPr>
            <a:r>
              <a:rPr lang="en-US" altLang="zh-CN" sz="1200" b="0" dirty="0"/>
              <a:t>第一课</a:t>
            </a:r>
          </a:p>
        </p:txBody>
      </p:sp>
      <p:sp>
        <p:nvSpPr>
          <p:cNvPr id="134148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b" anchorCtr="0"/>
          <a:lstStyle/>
          <a:p>
            <a:pPr lvl="0" algn="r">
              <a:spcBef>
                <a:spcPct val="0"/>
              </a:spcBef>
            </a:pPr>
            <a:fld id="{9A0DB2DC-4C9A-4742-B13C-FB6460FD3503}" type="slidenum">
              <a:rPr lang="en-US" altLang="zh-CN" dirty="0"/>
              <a:t>7</a:t>
            </a:fld>
            <a:endParaRPr lang="en-US" altLang="zh-CN" dirty="0"/>
          </a:p>
        </p:txBody>
      </p:sp>
      <p:sp>
        <p:nvSpPr>
          <p:cNvPr id="134149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34150" name="Rectangle 3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 anchorCtr="0"/>
          <a:lstStyle/>
          <a:p>
            <a:pPr lvl="0" eaLnBrk="1" hangingPunct="1"/>
            <a:endParaRPr lang="zh-CN" altLang="en-US" b="1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097" name="Rectangle 2"/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t" anchorCtr="0"/>
          <a:lstStyle/>
          <a:p>
            <a:pPr lvl="0">
              <a:spcBef>
                <a:spcPct val="0"/>
              </a:spcBef>
            </a:pPr>
            <a:r>
              <a:rPr lang="en-US" altLang="zh-CN" sz="1200" b="0" dirty="0"/>
              <a:t>第一课</a:t>
            </a:r>
          </a:p>
        </p:txBody>
      </p:sp>
      <p:sp>
        <p:nvSpPr>
          <p:cNvPr id="132098" name="Rectangle 3"/>
          <p:cNvSpPr txBox="1">
            <a:spLocks noGrp="1"/>
          </p:cNvSpPr>
          <p:nvPr>
            <p:ph type="dt" sz="half"/>
          </p:nvPr>
        </p:nvSpPr>
        <p:spPr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t" anchorCtr="0"/>
          <a:lstStyle/>
          <a:p>
            <a:pPr lvl="0" algn="r">
              <a:spcBef>
                <a:spcPct val="0"/>
              </a:spcBef>
            </a:pPr>
            <a:fld id="{BB962C8B-B14F-4D97-AF65-F5344CB8AC3E}" type="datetime1">
              <a:rPr lang="zh-CN" altLang="en-US" sz="1200" b="0" dirty="0">
                <a:ea typeface="宋体" panose="02010600030101010101" pitchFamily="2" charset="-122"/>
              </a:rPr>
              <a:t>2025/8/12</a:t>
            </a:fld>
            <a:endParaRPr lang="zh-CN" altLang="en-US" sz="1200" b="0" dirty="0">
              <a:ea typeface="宋体" panose="02010600030101010101" pitchFamily="2" charset="-122"/>
            </a:endParaRPr>
          </a:p>
        </p:txBody>
      </p:sp>
      <p:sp>
        <p:nvSpPr>
          <p:cNvPr id="132099" name="Rectangle 6"/>
          <p:cNvSpPr txBox="1">
            <a:spLocks noGrp="1"/>
          </p:cNvSpPr>
          <p:nvPr>
            <p:ph type="ftr" sz="quarter"/>
          </p:nvPr>
        </p:nvSpPr>
        <p:spPr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b" anchorCtr="0"/>
          <a:lstStyle/>
          <a:p>
            <a:pPr lvl="0">
              <a:spcBef>
                <a:spcPct val="0"/>
              </a:spcBef>
            </a:pPr>
            <a:r>
              <a:rPr lang="en-US" altLang="zh-CN" sz="1200" b="0" dirty="0"/>
              <a:t>第一课</a:t>
            </a:r>
          </a:p>
        </p:txBody>
      </p:sp>
      <p:sp>
        <p:nvSpPr>
          <p:cNvPr id="132100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b" anchorCtr="0"/>
          <a:lstStyle/>
          <a:p>
            <a:pPr lvl="0" algn="r">
              <a:spcBef>
                <a:spcPct val="0"/>
              </a:spcBef>
            </a:pPr>
            <a:fld id="{9A0DB2DC-4C9A-4742-B13C-FB6460FD3503}" type="slidenum">
              <a:rPr lang="en-US" altLang="zh-CN" dirty="0"/>
              <a:t>8</a:t>
            </a:fld>
            <a:endParaRPr lang="en-US" altLang="zh-CN" dirty="0"/>
          </a:p>
        </p:txBody>
      </p:sp>
      <p:sp>
        <p:nvSpPr>
          <p:cNvPr id="132101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32102" name="Rectangle 3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 anchorCtr="0"/>
          <a:lstStyle/>
          <a:p>
            <a:pPr lvl="0" eaLnBrk="1" hangingPunct="1"/>
            <a:endParaRPr lang="zh-CN" altLang="en-US" b="1" dirty="0">
              <a:solidFill>
                <a:srgbClr val="000066"/>
              </a:solidFill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097" name="Rectangle 2"/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t" anchorCtr="0"/>
          <a:lstStyle/>
          <a:p>
            <a:pPr lvl="0">
              <a:spcBef>
                <a:spcPct val="0"/>
              </a:spcBef>
            </a:pPr>
            <a:r>
              <a:rPr lang="en-US" altLang="zh-CN" sz="1200" b="0" dirty="0"/>
              <a:t>第一课</a:t>
            </a:r>
          </a:p>
        </p:txBody>
      </p:sp>
      <p:sp>
        <p:nvSpPr>
          <p:cNvPr id="132098" name="Rectangle 3"/>
          <p:cNvSpPr txBox="1">
            <a:spLocks noGrp="1"/>
          </p:cNvSpPr>
          <p:nvPr>
            <p:ph type="dt" sz="half"/>
          </p:nvPr>
        </p:nvSpPr>
        <p:spPr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t" anchorCtr="0"/>
          <a:lstStyle/>
          <a:p>
            <a:pPr lvl="0" algn="r">
              <a:spcBef>
                <a:spcPct val="0"/>
              </a:spcBef>
            </a:pPr>
            <a:fld id="{BB962C8B-B14F-4D97-AF65-F5344CB8AC3E}" type="datetime1">
              <a:rPr lang="zh-CN" altLang="en-US" sz="1200" b="0" dirty="0">
                <a:ea typeface="宋体" panose="02010600030101010101" pitchFamily="2" charset="-122"/>
              </a:rPr>
              <a:t>2025/8/12</a:t>
            </a:fld>
            <a:endParaRPr lang="zh-CN" altLang="en-US" sz="1200" b="0" dirty="0">
              <a:ea typeface="宋体" panose="02010600030101010101" pitchFamily="2" charset="-122"/>
            </a:endParaRPr>
          </a:p>
        </p:txBody>
      </p:sp>
      <p:sp>
        <p:nvSpPr>
          <p:cNvPr id="132099" name="Rectangle 6"/>
          <p:cNvSpPr txBox="1">
            <a:spLocks noGrp="1"/>
          </p:cNvSpPr>
          <p:nvPr>
            <p:ph type="ftr" sz="quarter"/>
          </p:nvPr>
        </p:nvSpPr>
        <p:spPr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b" anchorCtr="0"/>
          <a:lstStyle/>
          <a:p>
            <a:pPr lvl="0">
              <a:spcBef>
                <a:spcPct val="0"/>
              </a:spcBef>
            </a:pPr>
            <a:r>
              <a:rPr lang="en-US" altLang="zh-CN" sz="1200" b="0" dirty="0"/>
              <a:t>第一课</a:t>
            </a:r>
          </a:p>
        </p:txBody>
      </p:sp>
      <p:sp>
        <p:nvSpPr>
          <p:cNvPr id="132100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b" anchorCtr="0"/>
          <a:lstStyle/>
          <a:p>
            <a:pPr lvl="0" algn="r">
              <a:spcBef>
                <a:spcPct val="0"/>
              </a:spcBef>
            </a:pPr>
            <a:fld id="{9A0DB2DC-4C9A-4742-B13C-FB6460FD3503}" type="slidenum">
              <a:rPr lang="en-US" altLang="zh-CN" dirty="0"/>
              <a:t>9</a:t>
            </a:fld>
            <a:endParaRPr lang="en-US" altLang="zh-CN" dirty="0"/>
          </a:p>
        </p:txBody>
      </p:sp>
      <p:sp>
        <p:nvSpPr>
          <p:cNvPr id="132101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32102" name="Rectangle 3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 anchorCtr="0"/>
          <a:lstStyle/>
          <a:p>
            <a:pPr lvl="0" eaLnBrk="1" hangingPunct="1"/>
            <a:endParaRPr lang="zh-CN" altLang="en-US" b="1" dirty="0">
              <a:solidFill>
                <a:srgbClr val="0000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323230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fontAlgn="base"/>
            <a:r>
              <a:rPr lang="zh-CN" altLang="en-US" strike="noStrike" noProof="1"/>
              <a:t>单击此处编辑母版副标题样式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67150" cy="4351338"/>
          </a:xfrm>
          <a:prstGeom prst="rect">
            <a:avLst/>
          </a:prstGeo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825625"/>
            <a:ext cx="3867150" cy="4351338"/>
          </a:xfrm>
          <a:prstGeom prst="rect">
            <a:avLst/>
          </a:prstGeo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  <a:prstGeom prst="rect">
            <a:avLst/>
          </a:prstGeom>
        </p:spPr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  <a:prstGeom prst="rect">
            <a:avLst/>
          </a:prstGeo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  <a:prstGeom prst="rect">
            <a:avLst/>
          </a:prstGeo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3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FFFFFF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eaVert"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  <a:prstGeom prst="rect">
            <a:avLst/>
          </a:prstGeom>
        </p:spPr>
        <p:txBody>
          <a:bodyPr vert="eaVert"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762625" cy="5811838"/>
          </a:xfrm>
          <a:prstGeom prst="rect">
            <a:avLst/>
          </a:prstGeom>
        </p:spPr>
        <p:txBody>
          <a:bodyPr vert="eaVert"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628650" y="365125"/>
            <a:ext cx="7886700" cy="5811838"/>
          </a:xfrm>
          <a:prstGeom prst="rect">
            <a:avLst/>
          </a:prstGeo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28650" y="1825625"/>
            <a:ext cx="3867150" cy="4351338"/>
          </a:xfrm>
          <a:prstGeom prst="rect">
            <a:avLst/>
          </a:prstGeo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825625"/>
            <a:ext cx="3867150" cy="4351338"/>
          </a:xfrm>
          <a:prstGeom prst="rect">
            <a:avLst/>
          </a:prstGeo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标题，文本与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28650" y="1825625"/>
            <a:ext cx="3867150" cy="4351338"/>
          </a:xfrm>
          <a:prstGeom prst="rect">
            <a:avLst/>
          </a:prstGeo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4648200" y="1825625"/>
            <a:ext cx="3867150" cy="2098675"/>
          </a:xfrm>
          <a:prstGeom prst="rect">
            <a:avLst/>
          </a:prstGeo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4648200" y="4076700"/>
            <a:ext cx="3867150" cy="2100263"/>
          </a:xfrm>
          <a:prstGeom prst="rect">
            <a:avLst/>
          </a:prstGeo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标题，一项大型内容和两项小型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67150" cy="4351338"/>
          </a:xfrm>
          <a:prstGeom prst="rect">
            <a:avLst/>
          </a:prstGeo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4648200" y="1825625"/>
            <a:ext cx="3867150" cy="2098675"/>
          </a:xfrm>
          <a:prstGeom prst="rect">
            <a:avLst/>
          </a:prstGeo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4648200" y="4076700"/>
            <a:ext cx="3867150" cy="2100263"/>
          </a:xfrm>
          <a:prstGeom prst="rect">
            <a:avLst/>
          </a:prstGeo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hyperlink" Target="&#38543;&#26426;&#28857;&#21517;&#21161;&#25163;.exe" TargetMode="Externa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rotWithShape="0">
          <a:blip r:embed="rId17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171" name="Rectangle 3"/>
          <p:cNvSpPr>
            <a:spLocks noChangeArrowheads="1"/>
          </p:cNvSpPr>
          <p:nvPr/>
        </p:nvSpPr>
        <p:spPr bwMode="auto">
          <a:xfrm>
            <a:off x="0" y="404813"/>
            <a:ext cx="9144000" cy="6192838"/>
          </a:xfrm>
          <a:prstGeom prst="rect">
            <a:avLst/>
          </a:prstGeom>
          <a:gradFill rotWithShape="0">
            <a:gsLst>
              <a:gs pos="0">
                <a:srgbClr val="0000E8"/>
              </a:gs>
              <a:gs pos="100000">
                <a:srgbClr val="0000E8">
                  <a:gamma/>
                  <a:shade val="70196"/>
                  <a:invGamma/>
                </a:srgbClr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marL="342900" indent="-342900"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342900" marR="0" lvl="0" indent="-34290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28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19173" name="Rectangle 5"/>
          <p:cNvSpPr>
            <a:spLocks noChangeArrowheads="1"/>
          </p:cNvSpPr>
          <p:nvPr/>
        </p:nvSpPr>
        <p:spPr bwMode="auto">
          <a:xfrm>
            <a:off x="2987675" y="44450"/>
            <a:ext cx="3744913" cy="3508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隶书" panose="02010509060101010101" pitchFamily="49" charset="-122"/>
                <a:ea typeface="隶书" panose="02010509060101010101" pitchFamily="49" charset="-122"/>
                <a:cs typeface="+mn-cs"/>
              </a:rPr>
              <a:t>第</a:t>
            </a:r>
            <a:r>
              <a:rPr kumimoji="0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隶书" panose="02010509060101010101" pitchFamily="49" charset="-122"/>
                <a:ea typeface="隶书" panose="02010509060101010101" pitchFamily="49" charset="-122"/>
                <a:cs typeface="+mn-cs"/>
              </a:rPr>
              <a:t>1</a:t>
            </a:r>
            <a:r>
              <a: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隶书" panose="02010509060101010101" pitchFamily="49" charset="-122"/>
                <a:ea typeface="隶书" panose="02010509060101010101" pitchFamily="49" charset="-122"/>
                <a:cs typeface="+mn-cs"/>
              </a:rPr>
              <a:t>章</a:t>
            </a:r>
            <a:r>
              <a: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隶书" panose="02010509060101010101" pitchFamily="49" charset="-122"/>
                <a:ea typeface="隶书" panose="02010509060101010101" pitchFamily="49" charset="-122"/>
                <a:cs typeface="+mn-cs"/>
              </a:rPr>
              <a:t> </a:t>
            </a:r>
            <a:r>
              <a: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FFCC99"/>
                </a:solidFill>
                <a:effectDag name="">
                  <a:cont type="tree" name="">
                    <a:effect ref="fillLine"/>
                    <a:outerShdw dist="38100" dir="13500000" algn="br">
                      <a:srgbClr val="FFDDBB"/>
                    </a:outerShdw>
                  </a:cont>
                  <a:cont type="tree" name="">
                    <a:effect ref="fillLine"/>
                    <a:outerShdw dist="38100" dir="2700000" algn="tl">
                      <a:srgbClr val="997A5B"/>
                    </a:outerShdw>
                  </a:cont>
                  <a:effect ref="fillLine"/>
                </a:effectDag>
                <a:uLnTx/>
                <a:uFillTx/>
                <a:latin typeface="隶书" panose="02010509060101010101" pitchFamily="49" charset="-122"/>
                <a:ea typeface="隶书" panose="02010509060101010101" pitchFamily="49" charset="-122"/>
                <a:cs typeface="+mn-cs"/>
              </a:rPr>
              <a:t>矢量分析</a:t>
            </a:r>
          </a:p>
        </p:txBody>
      </p:sp>
      <p:sp>
        <p:nvSpPr>
          <p:cNvPr id="1028" name="Rectangle 10" descr="深色横线"/>
          <p:cNvSpPr>
            <a:spLocks noChangeArrowheads="1"/>
          </p:cNvSpPr>
          <p:nvPr/>
        </p:nvSpPr>
        <p:spPr bwMode="auto">
          <a:xfrm>
            <a:off x="0" y="347663"/>
            <a:ext cx="9144000" cy="71438"/>
          </a:xfrm>
          <a:prstGeom prst="rect">
            <a:avLst/>
          </a:prstGeom>
          <a:pattFill prst="dkHorz">
            <a:fgClr>
              <a:srgbClr val="CC3300"/>
            </a:fgClr>
            <a:bgClr>
              <a:srgbClr val="9A9A9A"/>
            </a:bgClr>
          </a:patt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>
              <a:spcBef>
                <a:spcPct val="2000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algn="ctr">
              <a:spcBef>
                <a:spcPct val="2000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algn="ctr">
              <a:spcBef>
                <a:spcPct val="2000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algn="ctr">
              <a:spcBef>
                <a:spcPct val="2000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algn="ctr">
              <a:spcBef>
                <a:spcPct val="2000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楷体_GB2312" pitchFamily="49" charset="-122"/>
              <a:cs typeface="+mn-cs"/>
            </a:endParaRPr>
          </a:p>
        </p:txBody>
      </p:sp>
      <p:sp>
        <p:nvSpPr>
          <p:cNvPr id="1029" name="Rectangle 18"/>
          <p:cNvSpPr>
            <a:spLocks noChangeArrowheads="1"/>
          </p:cNvSpPr>
          <p:nvPr/>
        </p:nvSpPr>
        <p:spPr bwMode="auto">
          <a:xfrm>
            <a:off x="107950" y="44450"/>
            <a:ext cx="2089150" cy="3603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tIns="10800"/>
          <a:lstStyle>
            <a:lvl1pPr algn="ctr">
              <a:spcBef>
                <a:spcPct val="2000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algn="ctr">
              <a:spcBef>
                <a:spcPct val="2000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algn="ctr">
              <a:spcBef>
                <a:spcPct val="2000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algn="ctr">
              <a:spcBef>
                <a:spcPct val="2000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algn="ctr">
              <a:spcBef>
                <a:spcPct val="2000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573CFC"/>
                </a:solidFill>
                <a:effectLst/>
                <a:uLnTx/>
                <a:uFillTx/>
                <a:latin typeface="Arial" panose="020B0604020202020204" pitchFamily="34" charset="0"/>
                <a:ea typeface="华文行楷" panose="02010800040101010101" pitchFamily="2" charset="-122"/>
                <a:cs typeface="+mn-cs"/>
              </a:rPr>
              <a:t>电磁场与电磁波</a:t>
            </a:r>
          </a:p>
        </p:txBody>
      </p:sp>
      <p:sp>
        <p:nvSpPr>
          <p:cNvPr id="1030" name="Rectangle 28" descr="栎木"/>
          <p:cNvSpPr>
            <a:spLocks noChangeArrowheads="1"/>
          </p:cNvSpPr>
          <p:nvPr/>
        </p:nvSpPr>
        <p:spPr bwMode="auto">
          <a:xfrm>
            <a:off x="0" y="6562725"/>
            <a:ext cx="9144000" cy="333375"/>
          </a:xfrm>
          <a:prstGeom prst="rect">
            <a:avLst/>
          </a:prstGeom>
          <a:blipFill dpi="0" rotWithShape="0">
            <a:blip r:embed="rId17"/>
            <a:srcRect/>
            <a:tile tx="0" ty="0" sx="100000" sy="100000" flip="none" algn="tl"/>
          </a:blip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bg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>
              <a:spcBef>
                <a:spcPct val="2000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algn="ctr">
              <a:spcBef>
                <a:spcPct val="2000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algn="ctr">
              <a:spcBef>
                <a:spcPct val="2000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algn="ctr">
              <a:spcBef>
                <a:spcPct val="2000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algn="ctr">
              <a:spcBef>
                <a:spcPct val="2000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楷体_GB2312" pitchFamily="49" charset="-122"/>
              <a:cs typeface="+mn-cs"/>
            </a:endParaRPr>
          </a:p>
        </p:txBody>
      </p:sp>
      <p:sp>
        <p:nvSpPr>
          <p:cNvPr id="1031" name="Rectangle 30" descr="深色横线"/>
          <p:cNvSpPr>
            <a:spLocks noChangeArrowheads="1"/>
          </p:cNvSpPr>
          <p:nvPr/>
        </p:nvSpPr>
        <p:spPr bwMode="auto">
          <a:xfrm>
            <a:off x="0" y="6526213"/>
            <a:ext cx="9144000" cy="71438"/>
          </a:xfrm>
          <a:prstGeom prst="rect">
            <a:avLst/>
          </a:prstGeom>
          <a:pattFill prst="dkHorz">
            <a:fgClr>
              <a:srgbClr val="CC3300"/>
            </a:fgClr>
            <a:bgClr>
              <a:srgbClr val="9A9A9A"/>
            </a:bgClr>
          </a:patt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>
              <a:spcBef>
                <a:spcPct val="2000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algn="ctr">
              <a:spcBef>
                <a:spcPct val="2000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algn="ctr">
              <a:spcBef>
                <a:spcPct val="2000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algn="ctr">
              <a:spcBef>
                <a:spcPct val="2000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algn="ctr">
              <a:spcBef>
                <a:spcPct val="2000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楷体_GB2312" pitchFamily="49" charset="-122"/>
              <a:cs typeface="+mn-cs"/>
            </a:endParaRPr>
          </a:p>
        </p:txBody>
      </p:sp>
      <p:sp>
        <p:nvSpPr>
          <p:cNvPr id="519204" name="Text Box 36"/>
          <p:cNvSpPr txBox="1">
            <a:spLocks noChangeArrowheads="1"/>
          </p:cNvSpPr>
          <p:nvPr/>
        </p:nvSpPr>
        <p:spPr bwMode="auto">
          <a:xfrm>
            <a:off x="8694738" y="38100"/>
            <a:ext cx="414338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342900" indent="-342900"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342900" marR="0" lvl="0" indent="-34290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+mn-cs"/>
                <a:hlinkClick r:id="rId18" action="ppaction://hlinkfile"/>
              </a:rPr>
              <a:t>点</a:t>
            </a: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 panose="020B0604020202020204" pitchFamily="34" charset="0"/>
              <a:ea typeface="黑体" panose="02010609060101010101" pitchFamily="49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</p:sldLayoutIdLst>
  <p:hf sldNum="0"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2000" kern="1200">
          <a:solidFill>
            <a:schemeClr val="accent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000">
          <a:solidFill>
            <a:schemeClr val="accent1"/>
          </a:solidFill>
          <a:latin typeface="Arial" panose="020B0604020202020204" pitchFamily="34" charset="0"/>
          <a:ea typeface="宋体" panose="02010600030101010101" pitchFamily="2" charset="-122"/>
          <a:cs typeface="Arial" panose="020B0604020202020204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000">
          <a:solidFill>
            <a:schemeClr val="accent1"/>
          </a:solidFill>
          <a:latin typeface="Arial" panose="020B0604020202020204" pitchFamily="34" charset="0"/>
          <a:ea typeface="宋体" panose="02010600030101010101" pitchFamily="2" charset="-122"/>
          <a:cs typeface="Arial" panose="020B0604020202020204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000">
          <a:solidFill>
            <a:schemeClr val="accent1"/>
          </a:solidFill>
          <a:latin typeface="Arial" panose="020B0604020202020204" pitchFamily="34" charset="0"/>
          <a:ea typeface="宋体" panose="02010600030101010101" pitchFamily="2" charset="-122"/>
          <a:cs typeface="Arial" panose="020B0604020202020204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000">
          <a:solidFill>
            <a:schemeClr val="accent1"/>
          </a:solidFill>
          <a:latin typeface="Arial" panose="020B0604020202020204" pitchFamily="34" charset="0"/>
          <a:ea typeface="宋体" panose="02010600030101010101" pitchFamily="2" charset="-122"/>
          <a:cs typeface="Arial" panose="020B0604020202020204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2000">
          <a:solidFill>
            <a:schemeClr val="accent1"/>
          </a:solidFill>
          <a:latin typeface="Arial" panose="020B0604020202020204" pitchFamily="34" charset="0"/>
          <a:ea typeface="宋体" panose="02010600030101010101" pitchFamily="2" charset="-122"/>
          <a:cs typeface="Arial" panose="020B0604020202020204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2000">
          <a:solidFill>
            <a:schemeClr val="accent1"/>
          </a:solidFill>
          <a:latin typeface="Arial" panose="020B0604020202020204" pitchFamily="34" charset="0"/>
          <a:ea typeface="宋体" panose="02010600030101010101" pitchFamily="2" charset="-122"/>
          <a:cs typeface="Arial" panose="020B0604020202020204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2000">
          <a:solidFill>
            <a:schemeClr val="accent1"/>
          </a:solidFill>
          <a:latin typeface="Arial" panose="020B0604020202020204" pitchFamily="34" charset="0"/>
          <a:ea typeface="宋体" panose="02010600030101010101" pitchFamily="2" charset="-122"/>
          <a:cs typeface="Arial" panose="020B0604020202020204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2000">
          <a:solidFill>
            <a:schemeClr val="accent1"/>
          </a:solidFill>
          <a:latin typeface="Arial" panose="020B0604020202020204" pitchFamily="34" charset="0"/>
          <a:ea typeface="宋体" panose="02010600030101010101" pitchFamily="2" charset="-122"/>
          <a:cs typeface="Arial" panose="020B0604020202020204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defRPr sz="2800" kern="1200">
          <a:solidFill>
            <a:schemeClr val="tx1"/>
          </a:solidFill>
          <a:effectLst>
            <a:outerShdw blurRad="38100" dist="38100" dir="2700000" algn="tl">
              <a:srgbClr val="FFFFFF"/>
            </a:outerShdw>
          </a:effectLst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emf"/><Relationship Id="rId13" Type="http://schemas.openxmlformats.org/officeDocument/2006/relationships/slide" Target="slide2.xml"/><Relationship Id="rId18" Type="http://schemas.openxmlformats.org/officeDocument/2006/relationships/image" Target="../media/image9.png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3.bin"/><Relationship Id="rId12" Type="http://schemas.openxmlformats.org/officeDocument/2006/relationships/image" Target="../media/image6.emf"/><Relationship Id="rId17" Type="http://schemas.openxmlformats.org/officeDocument/2006/relationships/image" Target="../media/image8.emf"/><Relationship Id="rId2" Type="http://schemas.openxmlformats.org/officeDocument/2006/relationships/notesSlide" Target="../notesSlides/notesSlide2.xml"/><Relationship Id="rId16" Type="http://schemas.openxmlformats.org/officeDocument/2006/relationships/oleObject" Target="../embeddings/oleObject7.bin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.emf"/><Relationship Id="rId11" Type="http://schemas.openxmlformats.org/officeDocument/2006/relationships/oleObject" Target="../embeddings/oleObject5.bin"/><Relationship Id="rId5" Type="http://schemas.openxmlformats.org/officeDocument/2006/relationships/oleObject" Target="../embeddings/oleObject2.bin"/><Relationship Id="rId15" Type="http://schemas.openxmlformats.org/officeDocument/2006/relationships/image" Target="../media/image7.emf"/><Relationship Id="rId10" Type="http://schemas.openxmlformats.org/officeDocument/2006/relationships/image" Target="../media/image5.wmf"/><Relationship Id="rId19" Type="http://schemas.openxmlformats.org/officeDocument/2006/relationships/image" Target="../media/image10.png"/><Relationship Id="rId4" Type="http://schemas.openxmlformats.org/officeDocument/2006/relationships/image" Target="../media/image2.emf"/><Relationship Id="rId9" Type="http://schemas.openxmlformats.org/officeDocument/2006/relationships/oleObject" Target="../embeddings/oleObject4.bin"/><Relationship Id="rId14" Type="http://schemas.openxmlformats.org/officeDocument/2006/relationships/oleObject" Target="../embeddings/oleObject6.bin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emf"/><Relationship Id="rId13" Type="http://schemas.openxmlformats.org/officeDocument/2006/relationships/oleObject" Target="../embeddings/oleObject13.bin"/><Relationship Id="rId18" Type="http://schemas.openxmlformats.org/officeDocument/2006/relationships/image" Target="../media/image10.png"/><Relationship Id="rId3" Type="http://schemas.openxmlformats.org/officeDocument/2006/relationships/oleObject" Target="../embeddings/oleObject8.bin"/><Relationship Id="rId7" Type="http://schemas.openxmlformats.org/officeDocument/2006/relationships/oleObject" Target="../embeddings/oleObject10.bin"/><Relationship Id="rId12" Type="http://schemas.openxmlformats.org/officeDocument/2006/relationships/image" Target="../media/image15.emf"/><Relationship Id="rId17" Type="http://schemas.openxmlformats.org/officeDocument/2006/relationships/image" Target="../media/image16.emf"/><Relationship Id="rId2" Type="http://schemas.openxmlformats.org/officeDocument/2006/relationships/notesSlide" Target="../notesSlides/notesSlide3.xml"/><Relationship Id="rId16" Type="http://schemas.openxmlformats.org/officeDocument/2006/relationships/oleObject" Target="../embeddings/oleObject14.bin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2.emf"/><Relationship Id="rId11" Type="http://schemas.openxmlformats.org/officeDocument/2006/relationships/oleObject" Target="../embeddings/oleObject12.bin"/><Relationship Id="rId5" Type="http://schemas.openxmlformats.org/officeDocument/2006/relationships/oleObject" Target="../embeddings/oleObject9.bin"/><Relationship Id="rId15" Type="http://schemas.openxmlformats.org/officeDocument/2006/relationships/slide" Target="slide2.xml"/><Relationship Id="rId10" Type="http://schemas.openxmlformats.org/officeDocument/2006/relationships/image" Target="../media/image14.emf"/><Relationship Id="rId19" Type="http://schemas.openxmlformats.org/officeDocument/2006/relationships/image" Target="../media/image17.png"/><Relationship Id="rId4" Type="http://schemas.openxmlformats.org/officeDocument/2006/relationships/image" Target="../media/image11.emf"/><Relationship Id="rId9" Type="http://schemas.openxmlformats.org/officeDocument/2006/relationships/oleObject" Target="../embeddings/oleObject11.bin"/><Relationship Id="rId14" Type="http://schemas.openxmlformats.org/officeDocument/2006/relationships/image" Target="../media/image5.wmf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emf"/><Relationship Id="rId13" Type="http://schemas.openxmlformats.org/officeDocument/2006/relationships/slide" Target="slide2.xml"/><Relationship Id="rId18" Type="http://schemas.openxmlformats.org/officeDocument/2006/relationships/image" Target="../media/image25.png"/><Relationship Id="rId3" Type="http://schemas.openxmlformats.org/officeDocument/2006/relationships/oleObject" Target="../embeddings/oleObject15.bin"/><Relationship Id="rId21" Type="http://schemas.openxmlformats.org/officeDocument/2006/relationships/image" Target="../media/image28.png"/><Relationship Id="rId7" Type="http://schemas.openxmlformats.org/officeDocument/2006/relationships/oleObject" Target="../embeddings/oleObject17.bin"/><Relationship Id="rId12" Type="http://schemas.openxmlformats.org/officeDocument/2006/relationships/image" Target="../media/image22.emf"/><Relationship Id="rId17" Type="http://schemas.openxmlformats.org/officeDocument/2006/relationships/image" Target="../media/image24.emf"/><Relationship Id="rId2" Type="http://schemas.openxmlformats.org/officeDocument/2006/relationships/notesSlide" Target="../notesSlides/notesSlide4.xml"/><Relationship Id="rId16" Type="http://schemas.openxmlformats.org/officeDocument/2006/relationships/oleObject" Target="../embeddings/oleObject21.bin"/><Relationship Id="rId20" Type="http://schemas.openxmlformats.org/officeDocument/2006/relationships/image" Target="../media/image27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9.emf"/><Relationship Id="rId11" Type="http://schemas.openxmlformats.org/officeDocument/2006/relationships/oleObject" Target="../embeddings/oleObject19.bin"/><Relationship Id="rId5" Type="http://schemas.openxmlformats.org/officeDocument/2006/relationships/oleObject" Target="../embeddings/oleObject16.bin"/><Relationship Id="rId15" Type="http://schemas.openxmlformats.org/officeDocument/2006/relationships/image" Target="../media/image23.emf"/><Relationship Id="rId10" Type="http://schemas.openxmlformats.org/officeDocument/2006/relationships/image" Target="../media/image21.emf"/><Relationship Id="rId19" Type="http://schemas.openxmlformats.org/officeDocument/2006/relationships/image" Target="../media/image26.png"/><Relationship Id="rId4" Type="http://schemas.openxmlformats.org/officeDocument/2006/relationships/image" Target="../media/image18.emf"/><Relationship Id="rId9" Type="http://schemas.openxmlformats.org/officeDocument/2006/relationships/oleObject" Target="../embeddings/oleObject18.bin"/><Relationship Id="rId14" Type="http://schemas.openxmlformats.org/officeDocument/2006/relationships/oleObject" Target="../embeddings/oleObject20.bin"/><Relationship Id="rId22" Type="http://schemas.openxmlformats.org/officeDocument/2006/relationships/image" Target="../media/image2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2.bin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5" Type="http://schemas.openxmlformats.org/officeDocument/2006/relationships/slide" Target="slide2.xml"/><Relationship Id="rId4" Type="http://schemas.openxmlformats.org/officeDocument/2006/relationships/image" Target="../media/image30.emf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emf"/><Relationship Id="rId3" Type="http://schemas.openxmlformats.org/officeDocument/2006/relationships/oleObject" Target="../embeddings/oleObject23.bin"/><Relationship Id="rId7" Type="http://schemas.openxmlformats.org/officeDocument/2006/relationships/oleObject" Target="../embeddings/oleObject25.bin"/><Relationship Id="rId12" Type="http://schemas.openxmlformats.org/officeDocument/2006/relationships/image" Target="../media/image3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.emf"/><Relationship Id="rId11" Type="http://schemas.openxmlformats.org/officeDocument/2006/relationships/slide" Target="slide2.xml"/><Relationship Id="rId5" Type="http://schemas.openxmlformats.org/officeDocument/2006/relationships/oleObject" Target="../embeddings/oleObject24.bin"/><Relationship Id="rId10" Type="http://schemas.openxmlformats.org/officeDocument/2006/relationships/image" Target="../media/image34.emf"/><Relationship Id="rId4" Type="http://schemas.openxmlformats.org/officeDocument/2006/relationships/image" Target="../media/image31.emf"/><Relationship Id="rId9" Type="http://schemas.openxmlformats.org/officeDocument/2006/relationships/oleObject" Target="../embeddings/oleObject26.bin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3" Type="http://schemas.openxmlformats.org/officeDocument/2006/relationships/oleObject" Target="../embeddings/oleObject27.bin"/><Relationship Id="rId7" Type="http://schemas.openxmlformats.org/officeDocument/2006/relationships/slide" Target="slide2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37.emf"/><Relationship Id="rId5" Type="http://schemas.openxmlformats.org/officeDocument/2006/relationships/oleObject" Target="../embeddings/oleObject28.bin"/><Relationship Id="rId4" Type="http://schemas.openxmlformats.org/officeDocument/2006/relationships/image" Target="../media/image36.emf"/><Relationship Id="rId9" Type="http://schemas.openxmlformats.org/officeDocument/2006/relationships/image" Target="../media/image39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png"/><Relationship Id="rId3" Type="http://schemas.openxmlformats.org/officeDocument/2006/relationships/oleObject" Target="../embeddings/oleObject29.bin"/><Relationship Id="rId7" Type="http://schemas.openxmlformats.org/officeDocument/2006/relationships/oleObject" Target="../embeddings/oleObject31.bin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41.emf"/><Relationship Id="rId5" Type="http://schemas.openxmlformats.org/officeDocument/2006/relationships/oleObject" Target="../embeddings/oleObject30.bin"/><Relationship Id="rId10" Type="http://schemas.openxmlformats.org/officeDocument/2006/relationships/image" Target="../media/image38.png"/><Relationship Id="rId4" Type="http://schemas.openxmlformats.org/officeDocument/2006/relationships/image" Target="../media/image40.emf"/><Relationship Id="rId9" Type="http://schemas.openxmlformats.org/officeDocument/2006/relationships/slide" Target="slide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emf"/><Relationship Id="rId3" Type="http://schemas.openxmlformats.org/officeDocument/2006/relationships/oleObject" Target="../embeddings/oleObject32.bin"/><Relationship Id="rId7" Type="http://schemas.openxmlformats.org/officeDocument/2006/relationships/oleObject" Target="../embeddings/oleObject34.bin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40.emf"/><Relationship Id="rId11" Type="http://schemas.openxmlformats.org/officeDocument/2006/relationships/slide" Target="slide2.xml"/><Relationship Id="rId5" Type="http://schemas.openxmlformats.org/officeDocument/2006/relationships/oleObject" Target="../embeddings/oleObject33.bin"/><Relationship Id="rId10" Type="http://schemas.openxmlformats.org/officeDocument/2006/relationships/image" Target="../media/image42.png"/><Relationship Id="rId4" Type="http://schemas.openxmlformats.org/officeDocument/2006/relationships/image" Target="../media/image43.emf"/><Relationship Id="rId9" Type="http://schemas.openxmlformats.org/officeDocument/2006/relationships/oleObject" Target="../embeddings/oleObject35.bin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643" name="Text Box 3"/>
          <p:cNvSpPr txBox="1"/>
          <p:nvPr/>
        </p:nvSpPr>
        <p:spPr>
          <a:xfrm>
            <a:off x="457200" y="1196975"/>
            <a:ext cx="3754438" cy="457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>
              <a:spcBef>
                <a:spcPct val="0"/>
              </a:spcBef>
            </a:pPr>
            <a:r>
              <a:rPr lang="en-US" altLang="zh-CN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1.  </a:t>
            </a:r>
            <a:r>
              <a:rPr lang="zh-CN" altLang="en-US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矢量场的</a:t>
            </a:r>
            <a:r>
              <a:rPr lang="zh-CN" altLang="en-US" dirty="0">
                <a:solidFill>
                  <a:schemeClr val="bg1"/>
                </a:solidFill>
                <a:highlight>
                  <a:srgbClr val="FF81C0"/>
                </a:highlight>
                <a:latin typeface="Times New Roman" panose="02020603050405020304" pitchFamily="18" charset="0"/>
                <a:ea typeface="宋体" panose="02010600030101010101" pitchFamily="2" charset="-122"/>
              </a:rPr>
              <a:t>源</a:t>
            </a:r>
            <a:r>
              <a:rPr lang="zh-CN" altLang="en-US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（两类）</a:t>
            </a:r>
          </a:p>
        </p:txBody>
      </p:sp>
      <p:sp>
        <p:nvSpPr>
          <p:cNvPr id="496644" name="Text Box 4"/>
          <p:cNvSpPr txBox="1"/>
          <p:nvPr/>
        </p:nvSpPr>
        <p:spPr>
          <a:xfrm>
            <a:off x="468313" y="1827213"/>
            <a:ext cx="8675687" cy="199072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>
              <a:lnSpc>
                <a:spcPct val="130000"/>
              </a:lnSpc>
              <a:spcBef>
                <a:spcPct val="0"/>
              </a:spcBef>
            </a:pPr>
            <a:r>
              <a:rPr lang="zh-CN" altLang="en-US" dirty="0">
                <a:solidFill>
                  <a:srgbClr val="FFB7B7"/>
                </a:solidFill>
                <a:highlight>
                  <a:srgbClr val="FF81C0"/>
                </a:highlight>
                <a:latin typeface="宋体" panose="02010600030101010101" pitchFamily="2" charset="-122"/>
                <a:ea typeface="宋体" panose="02010600030101010101" pitchFamily="2" charset="-122"/>
              </a:rPr>
              <a:t>纯</a:t>
            </a:r>
            <a:r>
              <a:rPr lang="zh-CN" altLang="en-US" dirty="0">
                <a:solidFill>
                  <a:srgbClr val="FFB7B7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散度源</a:t>
            </a:r>
            <a:r>
              <a:rPr lang="en-US" altLang="zh-CN" dirty="0">
                <a:solidFill>
                  <a:srgbClr val="FFB7B7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=</a:t>
            </a:r>
            <a:r>
              <a:rPr lang="zh-CN" altLang="en-US" dirty="0">
                <a:solidFill>
                  <a:srgbClr val="FFB7B7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有散无旋源</a:t>
            </a:r>
            <a:endParaRPr lang="en-US" altLang="zh-CN" dirty="0">
              <a:solidFill>
                <a:srgbClr val="FFB7B7"/>
              </a:solidFill>
              <a:latin typeface="幼圆" panose="02010509060101010101" pitchFamily="49" charset="-122"/>
              <a:ea typeface="幼圆" panose="02010509060101010101" pitchFamily="49" charset="-122"/>
            </a:endParaRPr>
          </a:p>
          <a:p>
            <a:pPr>
              <a:lnSpc>
                <a:spcPct val="130000"/>
              </a:lnSpc>
              <a:spcBef>
                <a:spcPct val="0"/>
              </a:spcBef>
            </a:pPr>
            <a:r>
              <a:rPr lang="zh-CN" altLang="en-US" dirty="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是标量源，产生的矢量场在包围源的封闭面上的通量等于（或正比于）该封闭面内所包围的</a:t>
            </a:r>
            <a:r>
              <a:rPr lang="zh-CN" altLang="en-US" dirty="0">
                <a:solidFill>
                  <a:srgbClr val="FF9900"/>
                </a:solidFill>
                <a:latin typeface="楷体_GB2312" pitchFamily="49" charset="-122"/>
                <a:ea typeface="楷体_GB2312" pitchFamily="49" charset="-122"/>
              </a:rPr>
              <a:t>通量源</a:t>
            </a:r>
            <a:r>
              <a:rPr lang="zh-CN" altLang="en-US" dirty="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的总和，这种通量源在一给定点的（体）密度等于（或正比于）矢量场在该点的散度；</a:t>
            </a:r>
            <a:r>
              <a:rPr lang="zh-CN" altLang="en-US" dirty="0">
                <a:solidFill>
                  <a:schemeClr val="bg1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 </a:t>
            </a:r>
          </a:p>
        </p:txBody>
      </p:sp>
      <p:sp>
        <p:nvSpPr>
          <p:cNvPr id="496645" name="Text Box 5"/>
          <p:cNvSpPr txBox="1"/>
          <p:nvPr/>
        </p:nvSpPr>
        <p:spPr>
          <a:xfrm>
            <a:off x="482600" y="3959225"/>
            <a:ext cx="8661400" cy="2445991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>
              <a:lnSpc>
                <a:spcPct val="130000"/>
              </a:lnSpc>
              <a:spcBef>
                <a:spcPct val="0"/>
              </a:spcBef>
            </a:pPr>
            <a:r>
              <a:rPr lang="zh-CN" altLang="en-US" dirty="0">
                <a:solidFill>
                  <a:srgbClr val="FFB7B7"/>
                </a:solidFill>
                <a:highlight>
                  <a:srgbClr val="FF81C0"/>
                </a:highlight>
                <a:latin typeface="Times New Roman" panose="02020603050405020304" pitchFamily="18" charset="0"/>
                <a:ea typeface="宋体" panose="02010600030101010101" pitchFamily="2" charset="-122"/>
              </a:rPr>
              <a:t>纯</a:t>
            </a:r>
            <a:r>
              <a:rPr lang="zh-CN" altLang="en-US" dirty="0">
                <a:solidFill>
                  <a:srgbClr val="FFB7B7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旋度源</a:t>
            </a:r>
            <a:r>
              <a:rPr lang="en-US" altLang="zh-CN" dirty="0">
                <a:solidFill>
                  <a:srgbClr val="FFB7B7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=</a:t>
            </a:r>
            <a:r>
              <a:rPr lang="zh-CN" altLang="en-US" dirty="0">
                <a:solidFill>
                  <a:srgbClr val="FFB7B7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有旋无散源</a:t>
            </a:r>
            <a:endParaRPr lang="en-US" altLang="zh-CN" dirty="0">
              <a:solidFill>
                <a:srgbClr val="FFB7B7"/>
              </a:solidFill>
              <a:latin typeface="Times New Roman" panose="02020603050405020304" pitchFamily="18" charset="0"/>
              <a:ea typeface="幼圆" panose="02010509060101010101" pitchFamily="49" charset="-122"/>
            </a:endParaRPr>
          </a:p>
          <a:p>
            <a:pPr>
              <a:lnSpc>
                <a:spcPct val="130000"/>
              </a:lnSpc>
              <a:spcBef>
                <a:spcPct val="0"/>
              </a:spcBef>
            </a:pPr>
            <a:r>
              <a:rPr lang="zh-CN" altLang="en-US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是矢量源，产生的矢量场在包围源的封闭曲线内的环量等 于（或正比于）沿此曲面边界的闭合回路</a:t>
            </a:r>
            <a:r>
              <a:rPr lang="zh-CN" altLang="en-US" dirty="0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rPr>
              <a:t>所包围</a:t>
            </a:r>
            <a:r>
              <a:rPr lang="zh-CN" altLang="en-US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的</a:t>
            </a:r>
            <a:r>
              <a:rPr lang="zh-CN" altLang="en-US" dirty="0">
                <a:solidFill>
                  <a:srgbClr val="FF9900"/>
                </a:solidFill>
                <a:latin typeface="Times New Roman" panose="02020603050405020304" pitchFamily="18" charset="0"/>
                <a:ea typeface="楷体_GB2312" pitchFamily="49" charset="-122"/>
              </a:rPr>
              <a:t>涡旋源</a:t>
            </a:r>
            <a:r>
              <a:rPr lang="zh-CN" altLang="en-US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的总和，这种涡旋源在一给定点上的（面）密度等于（或正比于）矢量场在该点的旋度。</a:t>
            </a:r>
          </a:p>
        </p:txBody>
      </p:sp>
      <p:sp>
        <p:nvSpPr>
          <p:cNvPr id="496646" name="Rectangle 6"/>
          <p:cNvSpPr>
            <a:spLocks noGrp="1"/>
          </p:cNvSpPr>
          <p:nvPr>
            <p:ph type="title"/>
          </p:nvPr>
        </p:nvSpPr>
        <p:spPr>
          <a:xfrm>
            <a:off x="395288" y="549275"/>
            <a:ext cx="8229600" cy="417513"/>
          </a:xfrm>
          <a:noFill/>
          <a:ln>
            <a:noFill/>
          </a:ln>
        </p:spPr>
        <p:txBody>
          <a:bodyPr anchor="t" anchorCtr="0"/>
          <a:lstStyle/>
          <a:p>
            <a:pPr algn="ctr" eaLnBrk="1" hangingPunct="1">
              <a:buNone/>
            </a:pPr>
            <a:r>
              <a:rPr lang="en-US" altLang="zh-CN" sz="2800" b="1" dirty="0">
                <a:solidFill>
                  <a:schemeClr val="bg1"/>
                </a:solidFill>
                <a:latin typeface="Times New Roman" panose="02020603050405020304" pitchFamily="18" charset="0"/>
                <a:ea typeface="幼圆" panose="02010509060101010101" pitchFamily="49" charset="-122"/>
              </a:rPr>
              <a:t>1.6  </a:t>
            </a:r>
            <a:r>
              <a:rPr lang="zh-CN" altLang="en-US" sz="2800" b="1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ea typeface="幼圆" panose="02010509060101010101" pitchFamily="49" charset="-122"/>
              </a:rPr>
              <a:t>（有散）</a:t>
            </a:r>
            <a:r>
              <a:rPr lang="zh-CN" altLang="en-US" sz="2800" b="1" dirty="0">
                <a:solidFill>
                  <a:schemeClr val="bg1"/>
                </a:solidFill>
                <a:latin typeface="Times New Roman" panose="02020603050405020304" pitchFamily="18" charset="0"/>
                <a:ea typeface="幼圆" panose="02010509060101010101" pitchFamily="49" charset="-122"/>
              </a:rPr>
              <a:t>无旋场与</a:t>
            </a:r>
            <a:r>
              <a:rPr lang="zh-CN" altLang="en-US" sz="2800" b="1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ea typeface="幼圆" panose="02010509060101010101" pitchFamily="49" charset="-122"/>
              </a:rPr>
              <a:t>（有旋）</a:t>
            </a:r>
            <a:r>
              <a:rPr lang="zh-CN" altLang="en-US" sz="2800" b="1" dirty="0">
                <a:solidFill>
                  <a:schemeClr val="bg1"/>
                </a:solidFill>
                <a:latin typeface="Times New Roman" panose="02020603050405020304" pitchFamily="18" charset="0"/>
                <a:ea typeface="幼圆" panose="02010509060101010101" pitchFamily="49" charset="-122"/>
              </a:rPr>
              <a:t>无散场</a:t>
            </a:r>
            <a:endParaRPr lang="en-US" altLang="zh-CN" sz="2800" b="1" dirty="0">
              <a:solidFill>
                <a:schemeClr val="bg1"/>
              </a:solidFill>
              <a:latin typeface="Times New Roman" panose="02020603050405020304" pitchFamily="18" charset="0"/>
              <a:ea typeface="幼圆" panose="02010509060101010101" pitchFamily="49" charset="-122"/>
            </a:endParaRPr>
          </a:p>
        </p:txBody>
      </p:sp>
      <p:sp>
        <p:nvSpPr>
          <p:cNvPr id="120837" name="AutoShape 7">
            <a:hlinkClick r:id="rId3" action="ppaction://hlinksldjump"/>
          </p:cNvPr>
          <p:cNvSpPr/>
          <p:nvPr/>
        </p:nvSpPr>
        <p:spPr>
          <a:xfrm>
            <a:off x="7537450" y="6597650"/>
            <a:ext cx="360363" cy="252413"/>
          </a:xfrm>
          <a:prstGeom prst="actionButtonBeginning">
            <a:avLst/>
          </a:prstGeom>
          <a:solidFill>
            <a:srgbClr val="3366FF"/>
          </a:solidFill>
          <a:ln w="9525" cap="flat" cmpd="sng">
            <a:solidFill>
              <a:schemeClr val="bg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pPr algn="ctr"/>
            <a:endParaRPr lang="zh-CN" altLang="en-US" b="0" dirty="0">
              <a:latin typeface="Arial" panose="020B0604020202020204" pitchFamily="34" charset="0"/>
              <a:ea typeface="楷体_GB2312" pitchFamily="49" charset="-122"/>
            </a:endParaRPr>
          </a:p>
        </p:txBody>
      </p:sp>
      <p:sp>
        <p:nvSpPr>
          <p:cNvPr id="120838" name="AutoShape 8">
            <a:hlinkClick r:id="" action="ppaction://hlinkshowjump?jump=previousslide"/>
          </p:cNvPr>
          <p:cNvSpPr/>
          <p:nvPr/>
        </p:nvSpPr>
        <p:spPr>
          <a:xfrm>
            <a:off x="7954963" y="6597650"/>
            <a:ext cx="360362" cy="258763"/>
          </a:xfrm>
          <a:prstGeom prst="actionButtonBackPrevious">
            <a:avLst/>
          </a:prstGeom>
          <a:solidFill>
            <a:srgbClr val="3366FF"/>
          </a:solidFill>
          <a:ln w="9525" cap="flat" cmpd="sng">
            <a:solidFill>
              <a:schemeClr val="bg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pPr algn="ctr"/>
            <a:endParaRPr lang="zh-CN" altLang="en-US" b="0" dirty="0">
              <a:latin typeface="Arial" panose="020B0604020202020204" pitchFamily="34" charset="0"/>
              <a:ea typeface="楷体_GB2312" pitchFamily="49" charset="-122"/>
            </a:endParaRPr>
          </a:p>
        </p:txBody>
      </p:sp>
      <p:sp>
        <p:nvSpPr>
          <p:cNvPr id="120839" name="AutoShape 9">
            <a:hlinkClick r:id="" action="ppaction://hlinkshowjump?jump=nextslide"/>
          </p:cNvPr>
          <p:cNvSpPr/>
          <p:nvPr/>
        </p:nvSpPr>
        <p:spPr>
          <a:xfrm>
            <a:off x="8372475" y="6597650"/>
            <a:ext cx="360363" cy="252413"/>
          </a:xfrm>
          <a:prstGeom prst="actionButtonForwardNext">
            <a:avLst/>
          </a:prstGeom>
          <a:solidFill>
            <a:srgbClr val="3366FF"/>
          </a:solidFill>
          <a:ln w="9525" cap="flat" cmpd="sng">
            <a:solidFill>
              <a:schemeClr val="bg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pPr algn="ctr"/>
            <a:endParaRPr lang="zh-CN" altLang="en-US" b="0" dirty="0">
              <a:latin typeface="Arial" panose="020B0604020202020204" pitchFamily="34" charset="0"/>
              <a:ea typeface="楷体_GB2312" pitchFamily="49" charset="-122"/>
            </a:endParaRPr>
          </a:p>
        </p:txBody>
      </p:sp>
      <p:sp>
        <p:nvSpPr>
          <p:cNvPr id="120840" name="AutoShape 10">
            <a:hlinkClick r:id="" action="ppaction://hlinkshowjump?jump=lastslide"/>
          </p:cNvPr>
          <p:cNvSpPr/>
          <p:nvPr/>
        </p:nvSpPr>
        <p:spPr>
          <a:xfrm>
            <a:off x="8763000" y="6597650"/>
            <a:ext cx="360363" cy="252413"/>
          </a:xfrm>
          <a:prstGeom prst="actionButtonEnd">
            <a:avLst/>
          </a:prstGeom>
          <a:solidFill>
            <a:srgbClr val="3366FF"/>
          </a:solidFill>
          <a:ln w="9525" cap="flat" cmpd="sng">
            <a:solidFill>
              <a:schemeClr val="bg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pPr algn="ctr"/>
            <a:endParaRPr lang="zh-CN" altLang="en-US" b="0" dirty="0">
              <a:latin typeface="Arial" panose="020B0604020202020204" pitchFamily="34" charset="0"/>
              <a:ea typeface="楷体_GB2312" pitchFamily="49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690" name="Text Box 2"/>
          <p:cNvSpPr txBox="1"/>
          <p:nvPr/>
        </p:nvSpPr>
        <p:spPr>
          <a:xfrm>
            <a:off x="107950" y="1209675"/>
            <a:ext cx="4319588" cy="457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>
              <a:spcBef>
                <a:spcPct val="0"/>
              </a:spcBef>
            </a:pPr>
            <a:r>
              <a:rPr lang="zh-CN" altLang="en-US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（</a:t>
            </a:r>
            <a:r>
              <a:rPr lang="en-US" altLang="zh-CN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lang="zh-CN" altLang="en-US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）有旋无散场（管量场）  </a:t>
            </a:r>
          </a:p>
        </p:txBody>
      </p:sp>
      <p:sp>
        <p:nvSpPr>
          <p:cNvPr id="498691" name="Text Box 3"/>
          <p:cNvSpPr txBox="1"/>
          <p:nvPr/>
        </p:nvSpPr>
        <p:spPr>
          <a:xfrm>
            <a:off x="676275" y="1800225"/>
            <a:ext cx="5121275" cy="457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>
              <a:spcBef>
                <a:spcPct val="0"/>
              </a:spcBef>
            </a:pPr>
            <a:r>
              <a:rPr lang="zh-CN" altLang="en-US" u="sng" dirty="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仅有旋度源而无散度源</a:t>
            </a:r>
            <a:r>
              <a:rPr lang="zh-CN" altLang="en-US" dirty="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的矢量场</a:t>
            </a:r>
            <a:r>
              <a:rPr lang="zh-CN" altLang="en-US" sz="2000" dirty="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。</a:t>
            </a:r>
          </a:p>
        </p:txBody>
      </p:sp>
      <p:grpSp>
        <p:nvGrpSpPr>
          <p:cNvPr id="498715" name="Group 27"/>
          <p:cNvGrpSpPr/>
          <p:nvPr/>
        </p:nvGrpSpPr>
        <p:grpSpPr>
          <a:xfrm>
            <a:off x="684213" y="2333625"/>
            <a:ext cx="2709862" cy="728663"/>
            <a:chOff x="521" y="1098"/>
            <a:chExt cx="1707" cy="459"/>
          </a:xfrm>
        </p:grpSpPr>
        <p:sp>
          <p:nvSpPr>
            <p:cNvPr id="122884" name="Text Box 4"/>
            <p:cNvSpPr txBox="1"/>
            <p:nvPr/>
          </p:nvSpPr>
          <p:spPr>
            <a:xfrm>
              <a:off x="521" y="1116"/>
              <a:ext cx="998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zh-CN" altLang="en-US" dirty="0">
                  <a:solidFill>
                    <a:srgbClr val="FFB7B7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性质</a:t>
              </a:r>
              <a:r>
                <a:rPr lang="zh-CN" altLang="en-US" dirty="0">
                  <a:solidFill>
                    <a:schemeClr val="bg1"/>
                  </a:solidFill>
                  <a:latin typeface="楷体_GB2312" pitchFamily="49" charset="-122"/>
                  <a:ea typeface="楷体_GB2312" pitchFamily="49" charset="-122"/>
                </a:rPr>
                <a:t>：</a:t>
              </a:r>
            </a:p>
          </p:txBody>
        </p:sp>
        <p:graphicFrame>
          <p:nvGraphicFramePr>
            <p:cNvPr id="122885" name="Object 5"/>
            <p:cNvGraphicFramePr>
              <a:graphicFrameLocks noChangeAspect="1"/>
            </p:cNvGraphicFramePr>
            <p:nvPr/>
          </p:nvGraphicFramePr>
          <p:xfrm>
            <a:off x="1129" y="1098"/>
            <a:ext cx="1099" cy="45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3" imgW="622300" imgH="236855" progId="Equation.3">
                    <p:embed/>
                  </p:oleObj>
                </mc:Choice>
                <mc:Fallback>
                  <p:oleObj r:id="rId3" imgW="622300" imgH="236855" progId="Equation.3">
                    <p:embed/>
                    <p:pic>
                      <p:nvPicPr>
                        <p:cNvPr id="0" name="图片 3288"/>
                        <p:cNvPicPr/>
                        <p:nvPr/>
                      </p:nvPicPr>
                      <p:blipFill>
                        <a:blip r:embed="rId4">
                          <a:clrChange>
                            <a:clrFrom>
                              <a:srgbClr val="000000"/>
                            </a:clrFrom>
                            <a:clrTo>
                              <a:srgbClr val="FFFFFF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1129" y="1098"/>
                          <a:ext cx="1099" cy="459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498698" name="Text Box 10"/>
          <p:cNvSpPr txBox="1"/>
          <p:nvPr/>
        </p:nvSpPr>
        <p:spPr>
          <a:xfrm>
            <a:off x="0" y="4078915"/>
            <a:ext cx="9212137" cy="46166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pPr>
              <a:spcBef>
                <a:spcPct val="0"/>
              </a:spcBef>
            </a:pPr>
            <a:r>
              <a:rPr lang="zh-CN" altLang="en-US" dirty="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再由</a:t>
            </a:r>
            <a:r>
              <a:rPr lang="zh-CN" altLang="en-US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旋无散</a:t>
            </a:r>
            <a:r>
              <a:rPr lang="zh-CN" altLang="en-US" dirty="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恒等式，无散场可以表示为另一个矢量场的旋度：</a:t>
            </a:r>
          </a:p>
        </p:txBody>
      </p:sp>
      <p:sp>
        <p:nvSpPr>
          <p:cNvPr id="498700" name="Text Box 12"/>
          <p:cNvSpPr txBox="1"/>
          <p:nvPr/>
        </p:nvSpPr>
        <p:spPr>
          <a:xfrm>
            <a:off x="755650" y="5683473"/>
            <a:ext cx="3030538" cy="457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>
              <a:spcBef>
                <a:spcPct val="0"/>
              </a:spcBef>
            </a:pPr>
            <a:r>
              <a:rPr lang="zh-CN" altLang="en-US" dirty="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例如：恒定磁场</a:t>
            </a:r>
          </a:p>
        </p:txBody>
      </p:sp>
      <p:graphicFrame>
        <p:nvGraphicFramePr>
          <p:cNvPr id="498709" name="Object 2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53249395"/>
              </p:ext>
            </p:extLst>
          </p:nvPr>
        </p:nvGraphicFramePr>
        <p:xfrm>
          <a:off x="3136900" y="5661248"/>
          <a:ext cx="3235325" cy="512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5" imgW="1140460" imgH="148590" progId="Equation.3">
                  <p:embed/>
                </p:oleObj>
              </mc:Choice>
              <mc:Fallback>
                <p:oleObj r:id="rId5" imgW="1140460" imgH="148590" progId="Equation.3">
                  <p:embed/>
                  <p:pic>
                    <p:nvPicPr>
                      <p:cNvPr id="0" name="图片 3287"/>
                      <p:cNvPicPr/>
                      <p:nvPr/>
                    </p:nvPicPr>
                    <p:blipFill>
                      <a:blip r:embed="rId6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3136900" y="5661248"/>
                        <a:ext cx="3235325" cy="5127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8699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08615030"/>
              </p:ext>
            </p:extLst>
          </p:nvPr>
        </p:nvGraphicFramePr>
        <p:xfrm>
          <a:off x="4113825" y="4627984"/>
          <a:ext cx="14986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7" imgW="611505" imgH="160020" progId="Equation.3">
                  <p:embed/>
                </p:oleObj>
              </mc:Choice>
              <mc:Fallback>
                <p:oleObj r:id="rId7" imgW="611505" imgH="160020" progId="Equation.3">
                  <p:embed/>
                  <p:pic>
                    <p:nvPicPr>
                      <p:cNvPr id="0" name="图片 3283"/>
                      <p:cNvPicPr/>
                      <p:nvPr/>
                    </p:nvPicPr>
                    <p:blipFill>
                      <a:blip r:embed="rId8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4113825" y="4627984"/>
                        <a:ext cx="1498600" cy="4572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98719" name="Group 31"/>
          <p:cNvGrpSpPr/>
          <p:nvPr/>
        </p:nvGrpSpPr>
        <p:grpSpPr>
          <a:xfrm>
            <a:off x="-315912" y="4380333"/>
            <a:ext cx="3930650" cy="704851"/>
            <a:chOff x="2944" y="2441"/>
            <a:chExt cx="2476" cy="444"/>
          </a:xfrm>
        </p:grpSpPr>
        <p:graphicFrame>
          <p:nvGraphicFramePr>
            <p:cNvPr id="122891" name="Object 24"/>
            <p:cNvGraphicFramePr>
              <a:graphicFrameLocks noChangeAspect="1"/>
            </p:cNvGraphicFramePr>
            <p:nvPr/>
          </p:nvGraphicFramePr>
          <p:xfrm>
            <a:off x="2944" y="2441"/>
            <a:ext cx="69" cy="11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9" imgW="114300" imgH="215900" progId="Equation.3">
                    <p:embed/>
                  </p:oleObj>
                </mc:Choice>
                <mc:Fallback>
                  <p:oleObj r:id="rId9" imgW="114300" imgH="215900" progId="Equation.3">
                    <p:embed/>
                    <p:pic>
                      <p:nvPicPr>
                        <p:cNvPr id="0" name="图片 3282"/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2944" y="2441"/>
                          <a:ext cx="69" cy="119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22894" name="Object 30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596683548"/>
                </p:ext>
              </p:extLst>
            </p:nvPr>
          </p:nvGraphicFramePr>
          <p:xfrm>
            <a:off x="3609" y="2557"/>
            <a:ext cx="1811" cy="32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11" imgW="1118235" imgH="170815" progId="Equation.3">
                    <p:embed/>
                  </p:oleObj>
                </mc:Choice>
                <mc:Fallback>
                  <p:oleObj r:id="rId11" imgW="1118235" imgH="170815" progId="Equation.3">
                    <p:embed/>
                    <p:pic>
                      <p:nvPicPr>
                        <p:cNvPr id="0" name="图片 3285"/>
                        <p:cNvPicPr/>
                        <p:nvPr/>
                      </p:nvPicPr>
                      <p:blipFill>
                        <a:blip r:embed="rId12">
                          <a:clrChange>
                            <a:clrFrom>
                              <a:srgbClr val="000000"/>
                            </a:clrFrom>
                            <a:clrTo>
                              <a:srgbClr val="FFFFFF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3609" y="2557"/>
                          <a:ext cx="1811" cy="328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22895" name="AutoShape 32">
            <a:hlinkClick r:id="rId13" action="ppaction://hlinksldjump"/>
          </p:cNvPr>
          <p:cNvSpPr/>
          <p:nvPr/>
        </p:nvSpPr>
        <p:spPr>
          <a:xfrm>
            <a:off x="7537450" y="6597650"/>
            <a:ext cx="360363" cy="252413"/>
          </a:xfrm>
          <a:prstGeom prst="actionButtonBeginning">
            <a:avLst/>
          </a:prstGeom>
          <a:solidFill>
            <a:srgbClr val="3366FF"/>
          </a:solidFill>
          <a:ln w="9525" cap="flat" cmpd="sng">
            <a:solidFill>
              <a:schemeClr val="bg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pPr algn="ctr"/>
            <a:endParaRPr lang="zh-CN" altLang="en-US" b="0" dirty="0">
              <a:latin typeface="Arial" panose="020B0604020202020204" pitchFamily="34" charset="0"/>
              <a:ea typeface="楷体_GB2312" pitchFamily="49" charset="-122"/>
            </a:endParaRPr>
          </a:p>
        </p:txBody>
      </p:sp>
      <p:sp>
        <p:nvSpPr>
          <p:cNvPr id="122896" name="AutoShape 33">
            <a:hlinkClick r:id="" action="ppaction://hlinkshowjump?jump=previousslide"/>
          </p:cNvPr>
          <p:cNvSpPr/>
          <p:nvPr/>
        </p:nvSpPr>
        <p:spPr>
          <a:xfrm>
            <a:off x="7954963" y="6597650"/>
            <a:ext cx="360362" cy="258763"/>
          </a:xfrm>
          <a:prstGeom prst="actionButtonBackPrevious">
            <a:avLst/>
          </a:prstGeom>
          <a:solidFill>
            <a:srgbClr val="3366FF"/>
          </a:solidFill>
          <a:ln w="9525" cap="flat" cmpd="sng">
            <a:solidFill>
              <a:schemeClr val="bg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pPr algn="ctr"/>
            <a:endParaRPr lang="zh-CN" altLang="en-US" b="0" dirty="0">
              <a:latin typeface="Arial" panose="020B0604020202020204" pitchFamily="34" charset="0"/>
              <a:ea typeface="楷体_GB2312" pitchFamily="49" charset="-122"/>
            </a:endParaRPr>
          </a:p>
        </p:txBody>
      </p:sp>
      <p:sp>
        <p:nvSpPr>
          <p:cNvPr id="122897" name="AutoShape 34">
            <a:hlinkClick r:id="" action="ppaction://hlinkshowjump?jump=nextslide"/>
          </p:cNvPr>
          <p:cNvSpPr/>
          <p:nvPr/>
        </p:nvSpPr>
        <p:spPr>
          <a:xfrm>
            <a:off x="8372475" y="6597650"/>
            <a:ext cx="360363" cy="252413"/>
          </a:xfrm>
          <a:prstGeom prst="actionButtonForwardNext">
            <a:avLst/>
          </a:prstGeom>
          <a:solidFill>
            <a:srgbClr val="3366FF"/>
          </a:solidFill>
          <a:ln w="9525" cap="flat" cmpd="sng">
            <a:solidFill>
              <a:schemeClr val="bg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pPr algn="ctr"/>
            <a:endParaRPr lang="zh-CN" altLang="en-US" b="0" dirty="0">
              <a:latin typeface="Arial" panose="020B0604020202020204" pitchFamily="34" charset="0"/>
              <a:ea typeface="楷体_GB2312" pitchFamily="49" charset="-122"/>
            </a:endParaRPr>
          </a:p>
        </p:txBody>
      </p:sp>
      <p:sp>
        <p:nvSpPr>
          <p:cNvPr id="122898" name="AutoShape 35">
            <a:hlinkClick r:id="" action="ppaction://hlinkshowjump?jump=lastslide"/>
          </p:cNvPr>
          <p:cNvSpPr/>
          <p:nvPr/>
        </p:nvSpPr>
        <p:spPr>
          <a:xfrm>
            <a:off x="8763000" y="6597650"/>
            <a:ext cx="360363" cy="252413"/>
          </a:xfrm>
          <a:prstGeom prst="actionButtonEnd">
            <a:avLst/>
          </a:prstGeom>
          <a:solidFill>
            <a:srgbClr val="3366FF"/>
          </a:solidFill>
          <a:ln w="9525" cap="flat" cmpd="sng">
            <a:solidFill>
              <a:schemeClr val="bg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pPr algn="ctr"/>
            <a:endParaRPr lang="zh-CN" altLang="en-US" b="0" dirty="0">
              <a:latin typeface="Arial" panose="020B0604020202020204" pitchFamily="34" charset="0"/>
              <a:ea typeface="楷体_GB2312" pitchFamily="49" charset="-122"/>
            </a:endParaRPr>
          </a:p>
        </p:txBody>
      </p:sp>
      <p:graphicFrame>
        <p:nvGraphicFramePr>
          <p:cNvPr id="498724" name="Object 36"/>
          <p:cNvGraphicFramePr>
            <a:graphicFrameLocks noGrp="1" noChangeAspect="1"/>
          </p:cNvGraphicFramePr>
          <p:nvPr>
            <p:ph/>
          </p:nvPr>
        </p:nvGraphicFramePr>
        <p:xfrm>
          <a:off x="3943350" y="1125538"/>
          <a:ext cx="3365500" cy="522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4" imgW="1239520" imgH="160020" progId="Equation.3">
                  <p:embed/>
                </p:oleObj>
              </mc:Choice>
              <mc:Fallback>
                <p:oleObj r:id="rId14" imgW="1239520" imgH="160020" progId="Equation.3">
                  <p:embed/>
                  <p:pic>
                    <p:nvPicPr>
                      <p:cNvPr id="0" name="图片 3286"/>
                      <p:cNvPicPr/>
                      <p:nvPr/>
                    </p:nvPicPr>
                    <p:blipFill>
                      <a:blip r:embed="rId15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3943350" y="1125538"/>
                        <a:ext cx="3365500" cy="52228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98726" name="Text Box 38"/>
          <p:cNvSpPr txBox="1"/>
          <p:nvPr/>
        </p:nvSpPr>
        <p:spPr>
          <a:xfrm>
            <a:off x="827112" y="5132040"/>
            <a:ext cx="6553200" cy="457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>
              <a:spcBef>
                <a:spcPct val="0"/>
              </a:spcBef>
            </a:pPr>
            <a:r>
              <a:rPr lang="en-US" altLang="zh-CN" dirty="0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rPr>
              <a:t>   </a:t>
            </a:r>
            <a:r>
              <a:rPr lang="zh-CN" altLang="en-US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称为无散场的</a:t>
            </a:r>
            <a:r>
              <a:rPr lang="zh-CN" altLang="en-US" dirty="0">
                <a:solidFill>
                  <a:srgbClr val="FF9900"/>
                </a:solidFill>
                <a:latin typeface="Times New Roman" panose="02020603050405020304" pitchFamily="18" charset="0"/>
                <a:ea typeface="楷体_GB2312" pitchFamily="49" charset="-122"/>
              </a:rPr>
              <a:t>矢量位函数（简称</a:t>
            </a:r>
            <a:r>
              <a:rPr lang="zh-CN" altLang="en-US" dirty="0">
                <a:solidFill>
                  <a:srgbClr val="FF9900"/>
                </a:solidFill>
                <a:latin typeface="Arial" panose="020B0604020202020204" pitchFamily="34" charset="0"/>
                <a:ea typeface="楷体_GB2312" pitchFamily="49" charset="-122"/>
              </a:rPr>
              <a:t>矢</a:t>
            </a:r>
            <a:r>
              <a:rPr lang="zh-CN" altLang="en-US" dirty="0">
                <a:solidFill>
                  <a:srgbClr val="FF9900"/>
                </a:solidFill>
                <a:latin typeface="Times New Roman" panose="02020603050405020304" pitchFamily="18" charset="0"/>
                <a:ea typeface="楷体_GB2312" pitchFamily="49" charset="-122"/>
              </a:rPr>
              <a:t>量位）</a:t>
            </a:r>
            <a:r>
              <a:rPr lang="zh-CN" altLang="en-US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。</a:t>
            </a:r>
          </a:p>
        </p:txBody>
      </p:sp>
      <p:graphicFrame>
        <p:nvGraphicFramePr>
          <p:cNvPr id="498727" name="Object 3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5839996"/>
              </p:ext>
            </p:extLst>
          </p:nvPr>
        </p:nvGraphicFramePr>
        <p:xfrm>
          <a:off x="794395" y="5025473"/>
          <a:ext cx="373062" cy="496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6" imgW="93345" imgH="137795" progId="Equation.3">
                  <p:embed/>
                </p:oleObj>
              </mc:Choice>
              <mc:Fallback>
                <p:oleObj r:id="rId16" imgW="93345" imgH="137795" progId="Equation.3">
                  <p:embed/>
                  <p:pic>
                    <p:nvPicPr>
                      <p:cNvPr id="0" name="图片 3284"/>
                      <p:cNvPicPr/>
                      <p:nvPr/>
                    </p:nvPicPr>
                    <p:blipFill>
                      <a:blip r:embed="rId17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794395" y="5025473"/>
                        <a:ext cx="373062" cy="49688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98728" name="Text Box 40"/>
          <p:cNvSpPr txBox="1"/>
          <p:nvPr/>
        </p:nvSpPr>
        <p:spPr>
          <a:xfrm>
            <a:off x="323849" y="692150"/>
            <a:ext cx="7056463" cy="46166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pPr>
              <a:spcBef>
                <a:spcPct val="0"/>
              </a:spcBef>
            </a:pPr>
            <a:r>
              <a:rPr lang="en-US" altLang="zh-CN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2.  </a:t>
            </a:r>
            <a:r>
              <a:rPr lang="zh-CN" altLang="en-US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矢量</a:t>
            </a:r>
            <a:r>
              <a:rPr lang="zh-CN" altLang="en-US" dirty="0">
                <a:solidFill>
                  <a:srgbClr val="FFC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场</a:t>
            </a:r>
            <a:r>
              <a:rPr lang="zh-CN" altLang="en-US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（按两类源的排列组合，共产生四类场）</a:t>
            </a:r>
          </a:p>
        </p:txBody>
      </p:sp>
      <p:grpSp>
        <p:nvGrpSpPr>
          <p:cNvPr id="20" name="Group 25">
            <a:extLst>
              <a:ext uri="{FF2B5EF4-FFF2-40B4-BE49-F238E27FC236}">
                <a16:creationId xmlns:a16="http://schemas.microsoft.com/office/drawing/2014/main" id="{29EED52A-2A20-6E32-1909-DA28DF460317}"/>
              </a:ext>
            </a:extLst>
          </p:cNvPr>
          <p:cNvGrpSpPr/>
          <p:nvPr/>
        </p:nvGrpSpPr>
        <p:grpSpPr>
          <a:xfrm>
            <a:off x="5749927" y="1840257"/>
            <a:ext cx="2449512" cy="1800225"/>
            <a:chOff x="340" y="1842"/>
            <a:chExt cx="1543" cy="1134"/>
          </a:xfrm>
        </p:grpSpPr>
        <p:sp>
          <p:nvSpPr>
            <p:cNvPr id="21" name="Rectangle 26">
              <a:extLst>
                <a:ext uri="{FF2B5EF4-FFF2-40B4-BE49-F238E27FC236}">
                  <a16:creationId xmlns:a16="http://schemas.microsoft.com/office/drawing/2014/main" id="{667ADFED-092B-2EFF-0102-6A21A396B5E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40" y="1842"/>
              <a:ext cx="1543" cy="1134"/>
            </a:xfrm>
            <a:prstGeom prst="rect">
              <a:avLst/>
            </a:prstGeom>
            <a:solidFill>
              <a:srgbClr val="CCFFFF"/>
            </a:solidFill>
            <a:ln w="9525" cap="flat" cmpd="sng">
              <a:solidFill>
                <a:srgbClr val="9933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marL="342900" indent="-342900" algn="ctr"/>
              <a:endParaRPr lang="zh-CN" altLang="zh-CN" b="0" dirty="0">
                <a:latin typeface="Arial" panose="020B0604020202020204" pitchFamily="34" charset="0"/>
                <a:ea typeface="楷体_GB2312" pitchFamily="49" charset="-122"/>
              </a:endParaRPr>
            </a:p>
          </p:txBody>
        </p:sp>
        <p:grpSp>
          <p:nvGrpSpPr>
            <p:cNvPr id="22" name="Group 27">
              <a:extLst>
                <a:ext uri="{FF2B5EF4-FFF2-40B4-BE49-F238E27FC236}">
                  <a16:creationId xmlns:a16="http://schemas.microsoft.com/office/drawing/2014/main" id="{82C95CA7-422A-D5E6-B637-A67446FD0AA6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634" y="1939"/>
              <a:ext cx="952" cy="952"/>
              <a:chOff x="657" y="1933"/>
              <a:chExt cx="861" cy="861"/>
            </a:xfrm>
          </p:grpSpPr>
          <p:sp>
            <p:nvSpPr>
              <p:cNvPr id="30" name="Oval 28">
                <a:extLst>
                  <a:ext uri="{FF2B5EF4-FFF2-40B4-BE49-F238E27FC236}">
                    <a16:creationId xmlns:a16="http://schemas.microsoft.com/office/drawing/2014/main" id="{579AB545-D292-D351-E2C7-35A52B589820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657" y="1933"/>
                <a:ext cx="861" cy="861"/>
              </a:xfrm>
              <a:prstGeom prst="ellipse">
                <a:avLst/>
              </a:prstGeom>
              <a:noFill/>
              <a:ln w="25400" cap="flat" cmpd="sng">
                <a:solidFill>
                  <a:srgbClr val="0000FF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lstStyle/>
              <a:p>
                <a:pPr algn="ctr"/>
                <a:endParaRPr lang="zh-CN" altLang="en-US" b="0" dirty="0">
                  <a:latin typeface="Arial" panose="020B0604020202020204" pitchFamily="34" charset="0"/>
                  <a:ea typeface="楷体_GB2312" pitchFamily="49" charset="-122"/>
                </a:endParaRPr>
              </a:p>
            </p:txBody>
          </p:sp>
          <p:sp>
            <p:nvSpPr>
              <p:cNvPr id="31" name="Oval 29">
                <a:extLst>
                  <a:ext uri="{FF2B5EF4-FFF2-40B4-BE49-F238E27FC236}">
                    <a16:creationId xmlns:a16="http://schemas.microsoft.com/office/drawing/2014/main" id="{A63F6748-A13E-74A5-D983-A461B109265B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749" y="2024"/>
                <a:ext cx="680" cy="680"/>
              </a:xfrm>
              <a:prstGeom prst="ellipse">
                <a:avLst/>
              </a:prstGeom>
              <a:noFill/>
              <a:ln w="25400" cap="flat" cmpd="sng">
                <a:solidFill>
                  <a:srgbClr val="0000FF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lstStyle/>
              <a:p>
                <a:pPr algn="ctr"/>
                <a:endParaRPr lang="zh-CN" altLang="en-US" b="0" dirty="0">
                  <a:latin typeface="Arial" panose="020B0604020202020204" pitchFamily="34" charset="0"/>
                  <a:ea typeface="楷体_GB2312" pitchFamily="49" charset="-122"/>
                </a:endParaRPr>
              </a:p>
            </p:txBody>
          </p:sp>
          <p:sp>
            <p:nvSpPr>
              <p:cNvPr id="32" name="Oval 30">
                <a:extLst>
                  <a:ext uri="{FF2B5EF4-FFF2-40B4-BE49-F238E27FC236}">
                    <a16:creationId xmlns:a16="http://schemas.microsoft.com/office/drawing/2014/main" id="{E32C7EE4-58E8-AF62-D1D4-455CC86E9643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839" y="2115"/>
                <a:ext cx="499" cy="499"/>
              </a:xfrm>
              <a:prstGeom prst="ellipse">
                <a:avLst/>
              </a:prstGeom>
              <a:noFill/>
              <a:ln w="25400" cap="flat" cmpd="sng">
                <a:solidFill>
                  <a:srgbClr val="0000FF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lstStyle/>
              <a:p>
                <a:pPr algn="ctr"/>
                <a:endParaRPr lang="zh-CN" altLang="en-US" b="0" dirty="0">
                  <a:latin typeface="Arial" panose="020B0604020202020204" pitchFamily="34" charset="0"/>
                  <a:ea typeface="楷体_GB2312" pitchFamily="49" charset="-122"/>
                </a:endParaRPr>
              </a:p>
            </p:txBody>
          </p:sp>
          <p:sp>
            <p:nvSpPr>
              <p:cNvPr id="33" name="Oval 31">
                <a:extLst>
                  <a:ext uri="{FF2B5EF4-FFF2-40B4-BE49-F238E27FC236}">
                    <a16:creationId xmlns:a16="http://schemas.microsoft.com/office/drawing/2014/main" id="{B8F0DF88-803D-AAFA-39AE-4C4CBE3146E5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930" y="2206"/>
                <a:ext cx="317" cy="317"/>
              </a:xfrm>
              <a:prstGeom prst="ellipse">
                <a:avLst/>
              </a:prstGeom>
              <a:noFill/>
              <a:ln w="25400" cap="flat" cmpd="sng">
                <a:solidFill>
                  <a:srgbClr val="0000FF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lstStyle/>
              <a:p>
                <a:pPr algn="ctr"/>
                <a:endParaRPr lang="zh-CN" altLang="en-US" b="0" dirty="0">
                  <a:latin typeface="Arial" panose="020B0604020202020204" pitchFamily="34" charset="0"/>
                  <a:ea typeface="楷体_GB2312" pitchFamily="49" charset="-122"/>
                </a:endParaRPr>
              </a:p>
            </p:txBody>
          </p:sp>
          <p:sp>
            <p:nvSpPr>
              <p:cNvPr id="34" name="Oval 32">
                <a:extLst>
                  <a:ext uri="{FF2B5EF4-FFF2-40B4-BE49-F238E27FC236}">
                    <a16:creationId xmlns:a16="http://schemas.microsoft.com/office/drawing/2014/main" id="{D7A495C1-DF21-701E-F814-E7C3CE067439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020" y="2296"/>
                <a:ext cx="136" cy="136"/>
              </a:xfrm>
              <a:prstGeom prst="ellipse">
                <a:avLst/>
              </a:prstGeom>
              <a:noFill/>
              <a:ln w="25400" cap="flat" cmpd="sng">
                <a:solidFill>
                  <a:srgbClr val="0000FF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lstStyle/>
              <a:p>
                <a:pPr algn="ctr"/>
                <a:endParaRPr lang="zh-CN" altLang="en-US" b="0" dirty="0">
                  <a:latin typeface="Arial" panose="020B0604020202020204" pitchFamily="34" charset="0"/>
                  <a:ea typeface="楷体_GB2312" pitchFamily="49" charset="-122"/>
                </a:endParaRPr>
              </a:p>
            </p:txBody>
          </p:sp>
        </p:grpSp>
        <p:sp>
          <p:nvSpPr>
            <p:cNvPr id="23" name="Oval 33">
              <a:extLst>
                <a:ext uri="{FF2B5EF4-FFF2-40B4-BE49-F238E27FC236}">
                  <a16:creationId xmlns:a16="http://schemas.microsoft.com/office/drawing/2014/main" id="{1179D60E-F97E-33AD-7048-9A5F498B68E1}"/>
                </a:ext>
              </a:extLst>
            </p:cNvPr>
            <p:cNvSpPr/>
            <p:nvPr/>
          </p:nvSpPr>
          <p:spPr>
            <a:xfrm>
              <a:off x="1065" y="2371"/>
              <a:ext cx="91" cy="91"/>
            </a:xfrm>
            <a:prstGeom prst="ellipse">
              <a:avLst/>
            </a:prstGeom>
            <a:solidFill>
              <a:srgbClr val="FF6600"/>
            </a:solidFill>
            <a:ln w="9525" cap="flat" cmpd="sng">
              <a:solidFill>
                <a:srgbClr val="FF66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algn="ctr"/>
              <a:endParaRPr lang="zh-CN" altLang="en-US" b="0" dirty="0">
                <a:latin typeface="Arial" panose="020B0604020202020204" pitchFamily="34" charset="0"/>
                <a:ea typeface="楷体_GB2312" pitchFamily="49" charset="-122"/>
              </a:endParaRPr>
            </a:p>
          </p:txBody>
        </p:sp>
        <p:grpSp>
          <p:nvGrpSpPr>
            <p:cNvPr id="24" name="Group 34">
              <a:extLst>
                <a:ext uri="{FF2B5EF4-FFF2-40B4-BE49-F238E27FC236}">
                  <a16:creationId xmlns:a16="http://schemas.microsoft.com/office/drawing/2014/main" id="{65B3091F-0211-C48E-284E-44216361A7B5}"/>
                </a:ext>
              </a:extLst>
            </p:cNvPr>
            <p:cNvGrpSpPr/>
            <p:nvPr/>
          </p:nvGrpSpPr>
          <p:grpSpPr>
            <a:xfrm>
              <a:off x="1180" y="2355"/>
              <a:ext cx="401" cy="136"/>
              <a:chOff x="1180" y="2326"/>
              <a:chExt cx="401" cy="136"/>
            </a:xfrm>
          </p:grpSpPr>
          <p:sp>
            <p:nvSpPr>
              <p:cNvPr id="25" name="Line 35">
                <a:extLst>
                  <a:ext uri="{FF2B5EF4-FFF2-40B4-BE49-F238E27FC236}">
                    <a16:creationId xmlns:a16="http://schemas.microsoft.com/office/drawing/2014/main" id="{E641422B-DF7E-0E64-D0F2-7D238B16DD67}"/>
                  </a:ext>
                </a:extLst>
              </p:cNvPr>
              <p:cNvSpPr/>
              <p:nvPr/>
            </p:nvSpPr>
            <p:spPr>
              <a:xfrm>
                <a:off x="1581" y="2326"/>
                <a:ext cx="0" cy="136"/>
              </a:xfrm>
              <a:prstGeom prst="line">
                <a:avLst/>
              </a:prstGeom>
              <a:ln w="25400" cap="flat" cmpd="sng">
                <a:solidFill>
                  <a:srgbClr val="0000FF"/>
                </a:solidFill>
                <a:prstDash val="solid"/>
                <a:round/>
                <a:headEnd type="none" w="med" len="med"/>
                <a:tailEnd type="triangle" w="med" len="lg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6" name="Line 36">
                <a:extLst>
                  <a:ext uri="{FF2B5EF4-FFF2-40B4-BE49-F238E27FC236}">
                    <a16:creationId xmlns:a16="http://schemas.microsoft.com/office/drawing/2014/main" id="{BFF6BCB1-9466-A829-E014-B6C205F985ED}"/>
                  </a:ext>
                </a:extLst>
              </p:cNvPr>
              <p:cNvSpPr/>
              <p:nvPr/>
            </p:nvSpPr>
            <p:spPr>
              <a:xfrm>
                <a:off x="1482" y="2326"/>
                <a:ext cx="0" cy="136"/>
              </a:xfrm>
              <a:prstGeom prst="line">
                <a:avLst/>
              </a:prstGeom>
              <a:ln w="25400" cap="flat" cmpd="sng">
                <a:solidFill>
                  <a:srgbClr val="0000FF"/>
                </a:solidFill>
                <a:prstDash val="solid"/>
                <a:round/>
                <a:headEnd type="none" w="med" len="med"/>
                <a:tailEnd type="triangle" w="med" len="lg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7" name="Line 37">
                <a:extLst>
                  <a:ext uri="{FF2B5EF4-FFF2-40B4-BE49-F238E27FC236}">
                    <a16:creationId xmlns:a16="http://schemas.microsoft.com/office/drawing/2014/main" id="{57EC32C4-25E3-8E9D-173D-88505CB9C395}"/>
                  </a:ext>
                </a:extLst>
              </p:cNvPr>
              <p:cNvSpPr/>
              <p:nvPr/>
            </p:nvSpPr>
            <p:spPr>
              <a:xfrm>
                <a:off x="1383" y="2326"/>
                <a:ext cx="0" cy="136"/>
              </a:xfrm>
              <a:prstGeom prst="line">
                <a:avLst/>
              </a:prstGeom>
              <a:ln w="25400" cap="flat" cmpd="sng">
                <a:solidFill>
                  <a:srgbClr val="0000FF"/>
                </a:solidFill>
                <a:prstDash val="solid"/>
                <a:round/>
                <a:headEnd type="none" w="med" len="med"/>
                <a:tailEnd type="triangle" w="med" len="lg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8" name="Line 38">
                <a:extLst>
                  <a:ext uri="{FF2B5EF4-FFF2-40B4-BE49-F238E27FC236}">
                    <a16:creationId xmlns:a16="http://schemas.microsoft.com/office/drawing/2014/main" id="{0ADB950B-0DE2-0783-98EB-583A8596830B}"/>
                  </a:ext>
                </a:extLst>
              </p:cNvPr>
              <p:cNvSpPr/>
              <p:nvPr/>
            </p:nvSpPr>
            <p:spPr>
              <a:xfrm>
                <a:off x="1279" y="2326"/>
                <a:ext cx="0" cy="136"/>
              </a:xfrm>
              <a:prstGeom prst="line">
                <a:avLst/>
              </a:prstGeom>
              <a:ln w="25400" cap="flat" cmpd="sng">
                <a:solidFill>
                  <a:srgbClr val="0000FF"/>
                </a:solidFill>
                <a:prstDash val="solid"/>
                <a:round/>
                <a:headEnd type="none" w="med" len="med"/>
                <a:tailEnd type="triangle" w="med" len="lg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9" name="Line 39">
                <a:extLst>
                  <a:ext uri="{FF2B5EF4-FFF2-40B4-BE49-F238E27FC236}">
                    <a16:creationId xmlns:a16="http://schemas.microsoft.com/office/drawing/2014/main" id="{09F45074-47A7-B32A-A795-4CD7FB8119CD}"/>
                  </a:ext>
                </a:extLst>
              </p:cNvPr>
              <p:cNvSpPr/>
              <p:nvPr/>
            </p:nvSpPr>
            <p:spPr>
              <a:xfrm>
                <a:off x="1180" y="2348"/>
                <a:ext cx="0" cy="106"/>
              </a:xfrm>
              <a:prstGeom prst="line">
                <a:avLst/>
              </a:prstGeom>
              <a:ln w="25400" cap="flat" cmpd="sng">
                <a:solidFill>
                  <a:srgbClr val="0000FF"/>
                </a:solidFill>
                <a:prstDash val="solid"/>
                <a:round/>
                <a:headEnd type="none" w="med" len="med"/>
                <a:tailEnd type="triangle" w="med" len="lg"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sp>
        <p:nvSpPr>
          <p:cNvPr id="35" name="Text Box 10">
            <a:extLst>
              <a:ext uri="{FF2B5EF4-FFF2-40B4-BE49-F238E27FC236}">
                <a16:creationId xmlns:a16="http://schemas.microsoft.com/office/drawing/2014/main" id="{CCFF8606-E7F5-9CCA-EDAB-EFA6B2363E28}"/>
              </a:ext>
            </a:extLst>
          </p:cNvPr>
          <p:cNvSpPr txBox="1"/>
          <p:nvPr/>
        </p:nvSpPr>
        <p:spPr>
          <a:xfrm>
            <a:off x="143731" y="3116634"/>
            <a:ext cx="8856537" cy="46166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pPr>
              <a:spcBef>
                <a:spcPct val="0"/>
              </a:spcBef>
            </a:pPr>
            <a:r>
              <a:rPr lang="zh-CN" altLang="en-US" dirty="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（由高斯定理</a:t>
            </a:r>
            <a:r>
              <a:rPr lang="zh-CN" altLang="en-US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           </a:t>
            </a:r>
            <a:r>
              <a:rPr lang="zh-CN" altLang="en-US" dirty="0">
                <a:solidFill>
                  <a:schemeClr val="bg1"/>
                </a:solidFill>
                <a:latin typeface="楷体_GB2312" pitchFamily="49" charset="-122"/>
              </a:rPr>
              <a:t>                   可得）</a:t>
            </a:r>
            <a:endParaRPr lang="zh-CN" altLang="en-US" dirty="0">
              <a:solidFill>
                <a:schemeClr val="bg1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pic>
        <p:nvPicPr>
          <p:cNvPr id="37" name="图片 36">
            <a:extLst>
              <a:ext uri="{FF2B5EF4-FFF2-40B4-BE49-F238E27FC236}">
                <a16:creationId xmlns:a16="http://schemas.microsoft.com/office/drawing/2014/main" id="{5AACE801-9306-E93F-44AC-6519E3AC3860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2122646" y="3003693"/>
            <a:ext cx="2542857" cy="771429"/>
          </a:xfrm>
          <a:prstGeom prst="rect">
            <a:avLst/>
          </a:prstGeom>
        </p:spPr>
      </p:pic>
      <p:pic>
        <p:nvPicPr>
          <p:cNvPr id="39" name="图片 38">
            <a:extLst>
              <a:ext uri="{FF2B5EF4-FFF2-40B4-BE49-F238E27FC236}">
                <a16:creationId xmlns:a16="http://schemas.microsoft.com/office/drawing/2014/main" id="{C004E41A-2F9D-59F3-E861-17760EC512F3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3620165" y="4607651"/>
            <a:ext cx="428571" cy="400000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C25CEBCB-0637-4CD3-DA66-055B6669E652}"/>
              </a:ext>
            </a:extLst>
          </p:cNvPr>
          <p:cNvSpPr txBox="1"/>
          <p:nvPr/>
        </p:nvSpPr>
        <p:spPr>
          <a:xfrm>
            <a:off x="323849" y="6072185"/>
            <a:ext cx="8439151" cy="5254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ct val="0"/>
              </a:spcBef>
            </a:pPr>
            <a:r>
              <a:rPr lang="zh-CN" altLang="en-US" dirty="0">
                <a:solidFill>
                  <a:srgbClr val="FF9900"/>
                </a:solidFill>
                <a:latin typeface="Times New Roman" panose="02020603050405020304" pitchFamily="18" charset="0"/>
                <a:ea typeface="楷体_GB2312" pitchFamily="49" charset="-122"/>
              </a:rPr>
              <a:t>（留待“</a:t>
            </a:r>
            <a:r>
              <a:rPr lang="en-US" altLang="zh-CN" dirty="0">
                <a:solidFill>
                  <a:srgbClr val="FF9900"/>
                </a:solidFill>
                <a:latin typeface="Times New Roman" panose="02020603050405020304" pitchFamily="18" charset="0"/>
                <a:ea typeface="楷体_GB2312" pitchFamily="49" charset="-122"/>
              </a:rPr>
              <a:t>3.3.2 </a:t>
            </a:r>
            <a:r>
              <a:rPr lang="zh-CN" altLang="en-US" dirty="0">
                <a:solidFill>
                  <a:srgbClr val="FF9900"/>
                </a:solidFill>
                <a:latin typeface="Times New Roman" panose="02020603050405020304" pitchFamily="18" charset="0"/>
                <a:ea typeface="楷体_GB2312" pitchFamily="49" charset="-122"/>
              </a:rPr>
              <a:t>恒定磁场的矢量磁位和标量磁位”讲解）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667" name="Text Box 3"/>
          <p:cNvSpPr txBox="1"/>
          <p:nvPr/>
        </p:nvSpPr>
        <p:spPr>
          <a:xfrm>
            <a:off x="323528" y="560388"/>
            <a:ext cx="4032250" cy="457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>
              <a:spcBef>
                <a:spcPct val="0"/>
              </a:spcBef>
            </a:pPr>
            <a:r>
              <a:rPr lang="zh-CN" altLang="en-US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（</a:t>
            </a:r>
            <a:r>
              <a:rPr lang="en-US" altLang="zh-CN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2</a:t>
            </a:r>
            <a:r>
              <a:rPr lang="zh-CN" altLang="en-US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）有散无旋场（保守场）</a:t>
            </a:r>
          </a:p>
        </p:txBody>
      </p:sp>
      <p:grpSp>
        <p:nvGrpSpPr>
          <p:cNvPr id="497701" name="Group 37"/>
          <p:cNvGrpSpPr/>
          <p:nvPr/>
        </p:nvGrpSpPr>
        <p:grpSpPr>
          <a:xfrm>
            <a:off x="646273" y="1844824"/>
            <a:ext cx="8246207" cy="1216027"/>
            <a:chOff x="681" y="1756"/>
            <a:chExt cx="4945" cy="766"/>
          </a:xfrm>
        </p:grpSpPr>
        <p:graphicFrame>
          <p:nvGraphicFramePr>
            <p:cNvPr id="124931" name="Object 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253084622"/>
                </p:ext>
              </p:extLst>
            </p:nvPr>
          </p:nvGraphicFramePr>
          <p:xfrm>
            <a:off x="1249" y="1756"/>
            <a:ext cx="1158" cy="44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3" imgW="633730" imgH="236855" progId="Equation.3">
                    <p:embed/>
                  </p:oleObj>
                </mc:Choice>
                <mc:Fallback>
                  <p:oleObj r:id="rId3" imgW="633730" imgH="236855" progId="Equation.3">
                    <p:embed/>
                    <p:pic>
                      <p:nvPicPr>
                        <p:cNvPr id="0" name="图片 3290"/>
                        <p:cNvPicPr/>
                        <p:nvPr/>
                      </p:nvPicPr>
                      <p:blipFill>
                        <a:blip r:embed="rId4">
                          <a:clrChange>
                            <a:clrFrom>
                              <a:srgbClr val="000000"/>
                            </a:clrFrom>
                            <a:clrTo>
                              <a:srgbClr val="FFFFFF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1249" y="1756"/>
                          <a:ext cx="1158" cy="441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24932" name="Text Box 6"/>
            <p:cNvSpPr txBox="1"/>
            <p:nvPr/>
          </p:nvSpPr>
          <p:spPr>
            <a:xfrm>
              <a:off x="681" y="1766"/>
              <a:ext cx="4945" cy="756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zh-CN" altLang="en-US" dirty="0">
                  <a:solidFill>
                    <a:srgbClr val="FFB7B7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性质</a:t>
              </a:r>
              <a:r>
                <a:rPr lang="zh-CN" altLang="en-US" dirty="0">
                  <a:solidFill>
                    <a:srgbClr val="FFB7B7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：</a:t>
              </a:r>
              <a:r>
                <a:rPr lang="zh-CN" altLang="en-US" dirty="0">
                  <a:solidFill>
                    <a:schemeClr val="bg1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                       （环流为</a:t>
              </a:r>
              <a:r>
                <a:rPr lang="en-US" altLang="zh-CN" dirty="0">
                  <a:solidFill>
                    <a:schemeClr val="bg1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0</a:t>
              </a:r>
              <a:r>
                <a:rPr lang="en-US" altLang="zh-CN" dirty="0">
                  <a:solidFill>
                    <a:schemeClr val="bg1"/>
                  </a:solidFill>
                  <a:cs typeface="Arial" panose="020B0604020202020204" pitchFamily="34" charset="0"/>
                </a:rPr>
                <a:t>→</a:t>
              </a:r>
              <a:r>
                <a:rPr lang="zh-CN" altLang="en-US" dirty="0">
                  <a:solidFill>
                    <a:schemeClr val="bg1"/>
                  </a:solidFill>
                  <a:cs typeface="Arial" panose="020B0604020202020204" pitchFamily="34" charset="0"/>
                </a:rPr>
                <a:t>旋度为</a:t>
              </a:r>
              <a:r>
                <a:rPr lang="en-US" altLang="zh-CN" dirty="0">
                  <a:solidFill>
                    <a:schemeClr val="bg1"/>
                  </a:solidFill>
                  <a:cs typeface="Arial" panose="020B0604020202020204" pitchFamily="34" charset="0"/>
                </a:rPr>
                <a:t>0</a:t>
              </a:r>
              <a:r>
                <a:rPr lang="zh-CN" altLang="en-US" dirty="0">
                  <a:solidFill>
                    <a:schemeClr val="bg1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）</a:t>
              </a:r>
              <a:r>
                <a:rPr lang="zh-CN" altLang="en-US" dirty="0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rPr>
                <a:t>，线积分与路径</a:t>
              </a:r>
              <a:endParaRPr lang="en-US" altLang="zh-CN" dirty="0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endParaRPr>
            </a:p>
            <a:p>
              <a:pPr>
                <a:spcBef>
                  <a:spcPct val="0"/>
                </a:spcBef>
              </a:pPr>
              <a:endParaRPr lang="en-US" altLang="zh-CN" dirty="0">
                <a:solidFill>
                  <a:schemeClr val="bg1"/>
                </a:solidFill>
              </a:endParaRPr>
            </a:p>
            <a:p>
              <a:pPr>
                <a:spcBef>
                  <a:spcPct val="0"/>
                </a:spcBef>
              </a:pPr>
              <a:r>
                <a:rPr lang="zh-CN" altLang="en-US" dirty="0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rPr>
                <a:t>无关，是</a:t>
              </a:r>
              <a:r>
                <a:rPr lang="zh-CN" altLang="en-US" dirty="0">
                  <a:solidFill>
                    <a:srgbClr val="FF9900"/>
                  </a:solidFill>
                  <a:latin typeface="Arial" panose="020B0604020202020204" pitchFamily="34" charset="0"/>
                  <a:ea typeface="楷体_GB2312" pitchFamily="49" charset="-122"/>
                </a:rPr>
                <a:t>保守场（势量场）</a:t>
              </a:r>
              <a:r>
                <a:rPr lang="zh-CN" altLang="en-US" b="0" dirty="0">
                  <a:latin typeface="Arial" panose="020B0604020202020204" pitchFamily="34" charset="0"/>
                  <a:ea typeface="楷体_GB2312" pitchFamily="49" charset="-122"/>
                </a:rPr>
                <a:t> </a:t>
              </a:r>
              <a:r>
                <a:rPr lang="zh-CN" altLang="en-US" dirty="0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rPr>
                <a:t>。</a:t>
              </a:r>
            </a:p>
          </p:txBody>
        </p:sp>
      </p:grpSp>
      <p:sp>
        <p:nvSpPr>
          <p:cNvPr id="497676" name="Text Box 12"/>
          <p:cNvSpPr txBox="1"/>
          <p:nvPr/>
        </p:nvSpPr>
        <p:spPr>
          <a:xfrm>
            <a:off x="611188" y="4110766"/>
            <a:ext cx="8072437" cy="46166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pPr>
              <a:spcBef>
                <a:spcPct val="0"/>
              </a:spcBef>
            </a:pPr>
            <a:r>
              <a:rPr lang="zh-CN" altLang="en-US" dirty="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再由</a:t>
            </a:r>
            <a:r>
              <a:rPr lang="zh-CN" altLang="en-US" dirty="0">
                <a:solidFill>
                  <a:srgbClr val="EA162F"/>
                </a:solidFill>
                <a:latin typeface="楷体_GB2312" pitchFamily="49" charset="-122"/>
                <a:ea typeface="楷体_GB2312" pitchFamily="49" charset="-122"/>
              </a:rPr>
              <a:t>梯无旋</a:t>
            </a:r>
            <a:r>
              <a:rPr lang="zh-CN" altLang="en-US" dirty="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恒等式，</a:t>
            </a:r>
            <a:r>
              <a:rPr lang="zh-CN" altLang="en-US" dirty="0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rPr>
              <a:t>无旋场</a:t>
            </a:r>
            <a:r>
              <a:rPr lang="zh-CN" altLang="en-US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可以用标量场的梯度表示为：</a:t>
            </a:r>
          </a:p>
        </p:txBody>
      </p:sp>
      <p:sp>
        <p:nvSpPr>
          <p:cNvPr id="497678" name="Text Box 14"/>
          <p:cNvSpPr txBox="1"/>
          <p:nvPr/>
        </p:nvSpPr>
        <p:spPr>
          <a:xfrm>
            <a:off x="755650" y="5635278"/>
            <a:ext cx="2879725" cy="457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>
              <a:spcBef>
                <a:spcPct val="0"/>
              </a:spcBef>
            </a:pPr>
            <a:r>
              <a:rPr lang="zh-CN" altLang="en-US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例如：静电场</a:t>
            </a:r>
          </a:p>
        </p:txBody>
      </p:sp>
      <p:graphicFrame>
        <p:nvGraphicFramePr>
          <p:cNvPr id="497683" name="Object 19"/>
          <p:cNvGraphicFramePr>
            <a:graphicFrameLocks noGrp="1" noChangeAspect="1"/>
          </p:cNvGraphicFramePr>
          <p:nvPr>
            <p:ph/>
            <p:extLst>
              <p:ext uri="{D42A27DB-BD31-4B8C-83A1-F6EECF244321}">
                <p14:modId xmlns:p14="http://schemas.microsoft.com/office/powerpoint/2010/main" val="1933463121"/>
              </p:ext>
            </p:extLst>
          </p:nvPr>
        </p:nvGraphicFramePr>
        <p:xfrm>
          <a:off x="2686039" y="5588213"/>
          <a:ext cx="3097213" cy="541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5" imgW="1162050" imgH="170815" progId="Equation.3">
                  <p:embed/>
                </p:oleObj>
              </mc:Choice>
              <mc:Fallback>
                <p:oleObj r:id="rId5" imgW="1162050" imgH="170815" progId="Equation.3">
                  <p:embed/>
                  <p:pic>
                    <p:nvPicPr>
                      <p:cNvPr id="0" name="图片 3292"/>
                      <p:cNvPicPr/>
                      <p:nvPr/>
                    </p:nvPicPr>
                    <p:blipFill>
                      <a:blip r:embed="rId6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2686039" y="5588213"/>
                        <a:ext cx="3097213" cy="5413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7688" name="Object 24"/>
          <p:cNvGraphicFramePr>
            <a:graphicFrameLocks noChangeAspect="1"/>
          </p:cNvGraphicFramePr>
          <p:nvPr/>
        </p:nvGraphicFramePr>
        <p:xfrm>
          <a:off x="5499100" y="6021388"/>
          <a:ext cx="227013" cy="428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7" imgW="60325" imgH="148590" progId="Equation.3">
                  <p:embed/>
                </p:oleObj>
              </mc:Choice>
              <mc:Fallback>
                <p:oleObj r:id="rId7" imgW="60325" imgH="148590" progId="Equation.3">
                  <p:embed/>
                  <p:pic>
                    <p:nvPicPr>
                      <p:cNvPr id="0" name="图片 3294"/>
                      <p:cNvPicPr/>
                      <p:nvPr/>
                    </p:nvPicPr>
                    <p:blipFill>
                      <a:blip r:embed="rId8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5499100" y="6021388"/>
                        <a:ext cx="227013" cy="4286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7677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53253251"/>
              </p:ext>
            </p:extLst>
          </p:nvPr>
        </p:nvGraphicFramePr>
        <p:xfrm>
          <a:off x="4247804" y="4620419"/>
          <a:ext cx="1360488" cy="503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9" imgW="467995" imgH="148590" progId="Equation.3">
                  <p:embed/>
                </p:oleObj>
              </mc:Choice>
              <mc:Fallback>
                <p:oleObj r:id="rId9" imgW="467995" imgH="148590" progId="Equation.3">
                  <p:embed/>
                  <p:pic>
                    <p:nvPicPr>
                      <p:cNvPr id="0" name="图片 3289"/>
                      <p:cNvPicPr/>
                      <p:nvPr/>
                    </p:nvPicPr>
                    <p:blipFill>
                      <a:blip r:embed="rId10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4247804" y="4620419"/>
                        <a:ext cx="1360488" cy="5032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24939" name="Group 31"/>
          <p:cNvGrpSpPr/>
          <p:nvPr/>
        </p:nvGrpSpPr>
        <p:grpSpPr>
          <a:xfrm>
            <a:off x="832227" y="4064643"/>
            <a:ext cx="3016350" cy="1093007"/>
            <a:chOff x="1222" y="2578"/>
            <a:chExt cx="1905" cy="738"/>
          </a:xfrm>
        </p:grpSpPr>
        <p:graphicFrame>
          <p:nvGraphicFramePr>
            <p:cNvPr id="124940" name="Object 28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541141432"/>
                </p:ext>
              </p:extLst>
            </p:nvPr>
          </p:nvGraphicFramePr>
          <p:xfrm>
            <a:off x="1222" y="2957"/>
            <a:ext cx="1905" cy="35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11" imgW="1151255" imgH="170815" progId="Equation.DSMT4">
                    <p:embed/>
                  </p:oleObj>
                </mc:Choice>
                <mc:Fallback>
                  <p:oleObj r:id="rId11" imgW="1151255" imgH="170815" progId="Equation.DSMT4">
                    <p:embed/>
                    <p:pic>
                      <p:nvPicPr>
                        <p:cNvPr id="0" name="图片 3291"/>
                        <p:cNvPicPr/>
                        <p:nvPr/>
                      </p:nvPicPr>
                      <p:blipFill>
                        <a:blip r:embed="rId12">
                          <a:clrChange>
                            <a:clrFrom>
                              <a:srgbClr val="000000"/>
                            </a:clrFrom>
                            <a:clrTo>
                              <a:srgbClr val="FFFFFF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1222" y="2957"/>
                          <a:ext cx="1905" cy="359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24941" name="Object 29"/>
            <p:cNvGraphicFramePr>
              <a:graphicFrameLocks noChangeAspect="1"/>
            </p:cNvGraphicFramePr>
            <p:nvPr/>
          </p:nvGraphicFramePr>
          <p:xfrm>
            <a:off x="2308" y="2578"/>
            <a:ext cx="72" cy="1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13" imgW="114300" imgH="215900" progId="Equation.3">
                    <p:embed/>
                  </p:oleObj>
                </mc:Choice>
                <mc:Fallback>
                  <p:oleObj r:id="rId13" imgW="114300" imgH="215900" progId="Equation.3">
                    <p:embed/>
                    <p:pic>
                      <p:nvPicPr>
                        <p:cNvPr id="0" name="图片 3293"/>
                        <p:cNvPicPr/>
                        <p:nvPr/>
                      </p:nvPicPr>
                      <p:blipFill>
                        <a:blip r:embed="rId14"/>
                        <a:stretch>
                          <a:fillRect/>
                        </a:stretch>
                      </p:blipFill>
                      <p:spPr>
                        <a:xfrm>
                          <a:off x="2308" y="2578"/>
                          <a:ext cx="72" cy="136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24944" name="AutoShape 38">
            <a:hlinkClick r:id="rId15" action="ppaction://hlinksldjump"/>
          </p:cNvPr>
          <p:cNvSpPr/>
          <p:nvPr/>
        </p:nvSpPr>
        <p:spPr>
          <a:xfrm>
            <a:off x="7537450" y="6597650"/>
            <a:ext cx="360363" cy="252413"/>
          </a:xfrm>
          <a:prstGeom prst="actionButtonBeginning">
            <a:avLst/>
          </a:prstGeom>
          <a:solidFill>
            <a:srgbClr val="3366FF"/>
          </a:solidFill>
          <a:ln w="9525" cap="flat" cmpd="sng">
            <a:solidFill>
              <a:schemeClr val="bg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pPr algn="ctr"/>
            <a:endParaRPr lang="zh-CN" altLang="en-US" b="0" dirty="0">
              <a:latin typeface="Arial" panose="020B0604020202020204" pitchFamily="34" charset="0"/>
              <a:ea typeface="楷体_GB2312" pitchFamily="49" charset="-122"/>
            </a:endParaRPr>
          </a:p>
        </p:txBody>
      </p:sp>
      <p:sp>
        <p:nvSpPr>
          <p:cNvPr id="124945" name="AutoShape 39">
            <a:hlinkClick r:id="" action="ppaction://hlinkshowjump?jump=previousslide"/>
          </p:cNvPr>
          <p:cNvSpPr/>
          <p:nvPr/>
        </p:nvSpPr>
        <p:spPr>
          <a:xfrm>
            <a:off x="7954963" y="6597650"/>
            <a:ext cx="360362" cy="258763"/>
          </a:xfrm>
          <a:prstGeom prst="actionButtonBackPrevious">
            <a:avLst/>
          </a:prstGeom>
          <a:solidFill>
            <a:srgbClr val="3366FF"/>
          </a:solidFill>
          <a:ln w="9525" cap="flat" cmpd="sng">
            <a:solidFill>
              <a:schemeClr val="bg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pPr algn="ctr"/>
            <a:endParaRPr lang="zh-CN" altLang="en-US" b="0" dirty="0">
              <a:latin typeface="Arial" panose="020B0604020202020204" pitchFamily="34" charset="0"/>
              <a:ea typeface="楷体_GB2312" pitchFamily="49" charset="-122"/>
            </a:endParaRPr>
          </a:p>
        </p:txBody>
      </p:sp>
      <p:sp>
        <p:nvSpPr>
          <p:cNvPr id="124946" name="AutoShape 40">
            <a:hlinkClick r:id="" action="ppaction://hlinkshowjump?jump=nextslide"/>
          </p:cNvPr>
          <p:cNvSpPr/>
          <p:nvPr/>
        </p:nvSpPr>
        <p:spPr>
          <a:xfrm>
            <a:off x="8372475" y="6597650"/>
            <a:ext cx="360363" cy="252413"/>
          </a:xfrm>
          <a:prstGeom prst="actionButtonForwardNext">
            <a:avLst/>
          </a:prstGeom>
          <a:solidFill>
            <a:srgbClr val="3366FF"/>
          </a:solidFill>
          <a:ln w="9525" cap="flat" cmpd="sng">
            <a:solidFill>
              <a:schemeClr val="bg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pPr algn="ctr"/>
            <a:endParaRPr lang="zh-CN" altLang="en-US" b="0" dirty="0">
              <a:latin typeface="Arial" panose="020B0604020202020204" pitchFamily="34" charset="0"/>
              <a:ea typeface="楷体_GB2312" pitchFamily="49" charset="-122"/>
            </a:endParaRPr>
          </a:p>
        </p:txBody>
      </p:sp>
      <p:sp>
        <p:nvSpPr>
          <p:cNvPr id="124947" name="AutoShape 41">
            <a:hlinkClick r:id="" action="ppaction://hlinkshowjump?jump=lastslide"/>
          </p:cNvPr>
          <p:cNvSpPr/>
          <p:nvPr/>
        </p:nvSpPr>
        <p:spPr>
          <a:xfrm>
            <a:off x="8763000" y="6597650"/>
            <a:ext cx="360363" cy="252413"/>
          </a:xfrm>
          <a:prstGeom prst="actionButtonEnd">
            <a:avLst/>
          </a:prstGeom>
          <a:solidFill>
            <a:srgbClr val="3366FF"/>
          </a:solidFill>
          <a:ln w="9525" cap="flat" cmpd="sng">
            <a:solidFill>
              <a:schemeClr val="bg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pPr algn="ctr"/>
            <a:endParaRPr lang="zh-CN" altLang="en-US" b="0" dirty="0">
              <a:latin typeface="Arial" panose="020B0604020202020204" pitchFamily="34" charset="0"/>
              <a:ea typeface="楷体_GB2312" pitchFamily="49" charset="-122"/>
            </a:endParaRPr>
          </a:p>
        </p:txBody>
      </p:sp>
      <p:graphicFrame>
        <p:nvGraphicFramePr>
          <p:cNvPr id="497706" name="Object 4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73061745"/>
              </p:ext>
            </p:extLst>
          </p:nvPr>
        </p:nvGraphicFramePr>
        <p:xfrm>
          <a:off x="4198938" y="577850"/>
          <a:ext cx="3789362" cy="493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6" imgW="1272540" imgH="160020" progId="Equation.3">
                  <p:embed/>
                </p:oleObj>
              </mc:Choice>
              <mc:Fallback>
                <p:oleObj r:id="rId16" imgW="1272540" imgH="160020" progId="Equation.3">
                  <p:embed/>
                  <p:pic>
                    <p:nvPicPr>
                      <p:cNvPr id="0" name="图片 3296"/>
                      <p:cNvPicPr/>
                      <p:nvPr/>
                    </p:nvPicPr>
                    <p:blipFill>
                      <a:blip r:embed="rId17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4198938" y="577850"/>
                        <a:ext cx="3789362" cy="4937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97708" name="Text Box 44"/>
          <p:cNvSpPr txBox="1"/>
          <p:nvPr/>
        </p:nvSpPr>
        <p:spPr>
          <a:xfrm>
            <a:off x="755650" y="5157788"/>
            <a:ext cx="6553200" cy="457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>
              <a:spcBef>
                <a:spcPct val="0"/>
              </a:spcBef>
            </a:pPr>
            <a:r>
              <a:rPr lang="en-US" altLang="zh-CN" dirty="0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rPr>
              <a:t>u</a:t>
            </a:r>
            <a:r>
              <a:rPr lang="zh-CN" altLang="en-US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称为无旋场的</a:t>
            </a:r>
            <a:r>
              <a:rPr lang="zh-CN" altLang="en-US" dirty="0">
                <a:solidFill>
                  <a:srgbClr val="FF9900"/>
                </a:solidFill>
                <a:latin typeface="Times New Roman" panose="02020603050405020304" pitchFamily="18" charset="0"/>
                <a:ea typeface="楷体_GB2312" pitchFamily="49" charset="-122"/>
              </a:rPr>
              <a:t>标量位函数（简称标量位）</a:t>
            </a:r>
            <a:r>
              <a:rPr lang="zh-CN" altLang="en-US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。</a:t>
            </a:r>
          </a:p>
        </p:txBody>
      </p:sp>
      <p:sp>
        <p:nvSpPr>
          <p:cNvPr id="497709" name="Text Box 45"/>
          <p:cNvSpPr txBox="1"/>
          <p:nvPr/>
        </p:nvSpPr>
        <p:spPr>
          <a:xfrm>
            <a:off x="611188" y="1127126"/>
            <a:ext cx="5121275" cy="457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>
              <a:spcBef>
                <a:spcPct val="0"/>
              </a:spcBef>
            </a:pPr>
            <a:r>
              <a:rPr lang="zh-CN" altLang="en-US" u="sng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仅有散度源</a:t>
            </a:r>
            <a:r>
              <a:rPr lang="zh-CN" altLang="en-US" u="sng" dirty="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而无旋度源</a:t>
            </a:r>
            <a:r>
              <a:rPr lang="zh-CN" altLang="en-US" dirty="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的矢量场</a:t>
            </a:r>
            <a:r>
              <a:rPr lang="zh-CN" altLang="en-US" sz="2000" dirty="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。</a:t>
            </a:r>
          </a:p>
        </p:txBody>
      </p:sp>
      <p:grpSp>
        <p:nvGrpSpPr>
          <p:cNvPr id="2" name="Group 7">
            <a:extLst>
              <a:ext uri="{FF2B5EF4-FFF2-40B4-BE49-F238E27FC236}">
                <a16:creationId xmlns:a16="http://schemas.microsoft.com/office/drawing/2014/main" id="{969CF135-E3F2-E001-C1AE-72DD65A813F7}"/>
              </a:ext>
            </a:extLst>
          </p:cNvPr>
          <p:cNvGrpSpPr/>
          <p:nvPr/>
        </p:nvGrpSpPr>
        <p:grpSpPr>
          <a:xfrm>
            <a:off x="6691943" y="4814002"/>
            <a:ext cx="2449512" cy="1655763"/>
            <a:chOff x="3107" y="799"/>
            <a:chExt cx="1543" cy="1043"/>
          </a:xfrm>
        </p:grpSpPr>
        <p:sp>
          <p:nvSpPr>
            <p:cNvPr id="3" name="Rectangle 8">
              <a:extLst>
                <a:ext uri="{FF2B5EF4-FFF2-40B4-BE49-F238E27FC236}">
                  <a16:creationId xmlns:a16="http://schemas.microsoft.com/office/drawing/2014/main" id="{2C378AC3-8C04-2EF3-17C9-BDB7B53BDC0D}"/>
                </a:ext>
              </a:extLst>
            </p:cNvPr>
            <p:cNvSpPr/>
            <p:nvPr/>
          </p:nvSpPr>
          <p:spPr>
            <a:xfrm>
              <a:off x="3107" y="799"/>
              <a:ext cx="1543" cy="1043"/>
            </a:xfrm>
            <a:prstGeom prst="rect">
              <a:avLst/>
            </a:prstGeom>
            <a:solidFill>
              <a:srgbClr val="CCFFFF"/>
            </a:solidFill>
            <a:ln w="9525" cap="flat" cmpd="sng">
              <a:solidFill>
                <a:srgbClr val="9933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marL="342900" indent="-342900" algn="ctr"/>
              <a:endParaRPr lang="zh-CN" altLang="zh-CN" b="0" dirty="0">
                <a:latin typeface="Arial" panose="020B0604020202020204" pitchFamily="34" charset="0"/>
                <a:ea typeface="楷体_GB2312" pitchFamily="49" charset="-122"/>
              </a:endParaRPr>
            </a:p>
          </p:txBody>
        </p:sp>
        <p:grpSp>
          <p:nvGrpSpPr>
            <p:cNvPr id="4" name="Group 9">
              <a:extLst>
                <a:ext uri="{FF2B5EF4-FFF2-40B4-BE49-F238E27FC236}">
                  <a16:creationId xmlns:a16="http://schemas.microsoft.com/office/drawing/2014/main" id="{2EF1BCBD-B45F-479B-34BA-DDC25AD7C67E}"/>
                </a:ext>
              </a:extLst>
            </p:cNvPr>
            <p:cNvGrpSpPr/>
            <p:nvPr/>
          </p:nvGrpSpPr>
          <p:grpSpPr>
            <a:xfrm>
              <a:off x="3403" y="889"/>
              <a:ext cx="875" cy="885"/>
              <a:chOff x="3403" y="1253"/>
              <a:chExt cx="875" cy="885"/>
            </a:xfrm>
          </p:grpSpPr>
          <p:grpSp>
            <p:nvGrpSpPr>
              <p:cNvPr id="5" name="Group 10">
                <a:extLst>
                  <a:ext uri="{FF2B5EF4-FFF2-40B4-BE49-F238E27FC236}">
                    <a16:creationId xmlns:a16="http://schemas.microsoft.com/office/drawing/2014/main" id="{303D3138-24F9-CC88-470E-9F8FF870B35F}"/>
                  </a:ext>
                </a:extLst>
              </p:cNvPr>
              <p:cNvGrpSpPr/>
              <p:nvPr/>
            </p:nvGrpSpPr>
            <p:grpSpPr>
              <a:xfrm>
                <a:off x="3837" y="1253"/>
                <a:ext cx="441" cy="448"/>
                <a:chOff x="3837" y="1253"/>
                <a:chExt cx="441" cy="448"/>
              </a:xfrm>
            </p:grpSpPr>
            <p:sp>
              <p:nvSpPr>
                <p:cNvPr id="16" name="Line 11">
                  <a:extLst>
                    <a:ext uri="{FF2B5EF4-FFF2-40B4-BE49-F238E27FC236}">
                      <a16:creationId xmlns:a16="http://schemas.microsoft.com/office/drawing/2014/main" id="{BDE47D5E-2C38-15CF-F0C6-B1DA8C22C245}"/>
                    </a:ext>
                  </a:extLst>
                </p:cNvPr>
                <p:cNvSpPr/>
                <p:nvPr/>
              </p:nvSpPr>
              <p:spPr>
                <a:xfrm flipV="1">
                  <a:off x="3841" y="1253"/>
                  <a:ext cx="0" cy="408"/>
                </a:xfrm>
                <a:prstGeom prst="line">
                  <a:avLst/>
                </a:prstGeom>
                <a:ln w="28575" cap="flat" cmpd="sng">
                  <a:solidFill>
                    <a:srgbClr val="0000FF"/>
                  </a:solidFill>
                  <a:prstDash val="solid"/>
                  <a:round/>
                  <a:headEnd type="none" w="med" len="med"/>
                  <a:tailEnd type="stealth" w="med" len="lg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7" name="Line 12">
                  <a:extLst>
                    <a:ext uri="{FF2B5EF4-FFF2-40B4-BE49-F238E27FC236}">
                      <a16:creationId xmlns:a16="http://schemas.microsoft.com/office/drawing/2014/main" id="{C1FEF54C-79A1-ADA0-DE47-2D4E9AD190D4}"/>
                    </a:ext>
                  </a:extLst>
                </p:cNvPr>
                <p:cNvSpPr/>
                <p:nvPr/>
              </p:nvSpPr>
              <p:spPr>
                <a:xfrm rot="1800000" flipV="1">
                  <a:off x="3953" y="1293"/>
                  <a:ext cx="0" cy="408"/>
                </a:xfrm>
                <a:prstGeom prst="line">
                  <a:avLst/>
                </a:prstGeom>
                <a:ln w="28575" cap="flat" cmpd="sng">
                  <a:solidFill>
                    <a:srgbClr val="0000FF"/>
                  </a:solidFill>
                  <a:prstDash val="solid"/>
                  <a:round/>
                  <a:headEnd type="none" w="med" len="med"/>
                  <a:tailEnd type="stealth" w="med" len="lg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8" name="Line 13">
                  <a:extLst>
                    <a:ext uri="{FF2B5EF4-FFF2-40B4-BE49-F238E27FC236}">
                      <a16:creationId xmlns:a16="http://schemas.microsoft.com/office/drawing/2014/main" id="{0D9F44AE-0DD6-0D61-6D1A-6DDBA0A5AA82}"/>
                    </a:ext>
                  </a:extLst>
                </p:cNvPr>
                <p:cNvSpPr/>
                <p:nvPr/>
              </p:nvSpPr>
              <p:spPr>
                <a:xfrm rot="3600000" flipV="1">
                  <a:off x="4041" y="1373"/>
                  <a:ext cx="0" cy="408"/>
                </a:xfrm>
                <a:prstGeom prst="line">
                  <a:avLst/>
                </a:prstGeom>
                <a:ln w="28575" cap="flat" cmpd="sng">
                  <a:solidFill>
                    <a:srgbClr val="0000FF"/>
                  </a:solidFill>
                  <a:prstDash val="solid"/>
                  <a:round/>
                  <a:headEnd type="none" w="med" len="med"/>
                  <a:tailEnd type="stealth" w="med" len="lg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9" name="Line 14">
                  <a:extLst>
                    <a:ext uri="{FF2B5EF4-FFF2-40B4-BE49-F238E27FC236}">
                      <a16:creationId xmlns:a16="http://schemas.microsoft.com/office/drawing/2014/main" id="{A1EEBD7E-2422-81AA-3034-936BBBA7A85A}"/>
                    </a:ext>
                  </a:extLst>
                </p:cNvPr>
                <p:cNvSpPr/>
                <p:nvPr/>
              </p:nvSpPr>
              <p:spPr>
                <a:xfrm rot="5400000" flipV="1">
                  <a:off x="4074" y="1494"/>
                  <a:ext cx="0" cy="408"/>
                </a:xfrm>
                <a:prstGeom prst="line">
                  <a:avLst/>
                </a:prstGeom>
                <a:ln w="28575" cap="flat" cmpd="sng">
                  <a:solidFill>
                    <a:srgbClr val="0000FF"/>
                  </a:solidFill>
                  <a:prstDash val="solid"/>
                  <a:round/>
                  <a:headEnd type="none" w="med" len="med"/>
                  <a:tailEnd type="stealth" w="med" len="lg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6" name="Line 15">
                <a:extLst>
                  <a:ext uri="{FF2B5EF4-FFF2-40B4-BE49-F238E27FC236}">
                    <a16:creationId xmlns:a16="http://schemas.microsoft.com/office/drawing/2014/main" id="{F735FE55-B9FF-BB2E-7AA7-B765197AA4A0}"/>
                  </a:ext>
                </a:extLst>
              </p:cNvPr>
              <p:cNvSpPr/>
              <p:nvPr/>
            </p:nvSpPr>
            <p:spPr>
              <a:xfrm>
                <a:off x="3845" y="1730"/>
                <a:ext cx="0" cy="408"/>
              </a:xfrm>
              <a:prstGeom prst="line">
                <a:avLst/>
              </a:prstGeom>
              <a:ln w="28575" cap="flat" cmpd="sng">
                <a:solidFill>
                  <a:srgbClr val="0000FF"/>
                </a:solidFill>
                <a:prstDash val="solid"/>
                <a:round/>
                <a:headEnd type="none" w="med" len="med"/>
                <a:tailEnd type="stealth" w="med" len="lg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" name="Line 16">
                <a:extLst>
                  <a:ext uri="{FF2B5EF4-FFF2-40B4-BE49-F238E27FC236}">
                    <a16:creationId xmlns:a16="http://schemas.microsoft.com/office/drawing/2014/main" id="{41F6F188-6432-F730-A696-8F86143C139E}"/>
                  </a:ext>
                </a:extLst>
              </p:cNvPr>
              <p:cNvSpPr/>
              <p:nvPr/>
            </p:nvSpPr>
            <p:spPr>
              <a:xfrm rot="-1800000">
                <a:off x="3957" y="1690"/>
                <a:ext cx="0" cy="408"/>
              </a:xfrm>
              <a:prstGeom prst="line">
                <a:avLst/>
              </a:prstGeom>
              <a:ln w="28575" cap="flat" cmpd="sng">
                <a:solidFill>
                  <a:srgbClr val="0000FF"/>
                </a:solidFill>
                <a:prstDash val="solid"/>
                <a:round/>
                <a:headEnd type="none" w="med" len="med"/>
                <a:tailEnd type="stealth" w="med" len="lg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" name="Line 17">
                <a:extLst>
                  <a:ext uri="{FF2B5EF4-FFF2-40B4-BE49-F238E27FC236}">
                    <a16:creationId xmlns:a16="http://schemas.microsoft.com/office/drawing/2014/main" id="{FE3436EA-25A9-CCE5-3D8C-218468852011}"/>
                  </a:ext>
                </a:extLst>
              </p:cNvPr>
              <p:cNvSpPr/>
              <p:nvPr/>
            </p:nvSpPr>
            <p:spPr>
              <a:xfrm rot="-3600000">
                <a:off x="4045" y="1610"/>
                <a:ext cx="0" cy="408"/>
              </a:xfrm>
              <a:prstGeom prst="line">
                <a:avLst/>
              </a:prstGeom>
              <a:ln w="28575" cap="flat" cmpd="sng">
                <a:solidFill>
                  <a:srgbClr val="0000FF"/>
                </a:solidFill>
                <a:prstDash val="solid"/>
                <a:round/>
                <a:headEnd type="none" w="med" len="med"/>
                <a:tailEnd type="stealth" w="med" len="lg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grpSp>
            <p:nvGrpSpPr>
              <p:cNvPr id="9" name="Group 18">
                <a:extLst>
                  <a:ext uri="{FF2B5EF4-FFF2-40B4-BE49-F238E27FC236}">
                    <a16:creationId xmlns:a16="http://schemas.microsoft.com/office/drawing/2014/main" id="{2A412D33-5F66-F91B-C927-7B7A9EA4A8BF}"/>
                  </a:ext>
                </a:extLst>
              </p:cNvPr>
              <p:cNvGrpSpPr/>
              <p:nvPr/>
            </p:nvGrpSpPr>
            <p:grpSpPr>
              <a:xfrm flipH="1">
                <a:off x="3403" y="1298"/>
                <a:ext cx="441" cy="805"/>
                <a:chOff x="3973" y="1429"/>
                <a:chExt cx="441" cy="805"/>
              </a:xfrm>
            </p:grpSpPr>
            <p:sp>
              <p:nvSpPr>
                <p:cNvPr id="11" name="Line 19">
                  <a:extLst>
                    <a:ext uri="{FF2B5EF4-FFF2-40B4-BE49-F238E27FC236}">
                      <a16:creationId xmlns:a16="http://schemas.microsoft.com/office/drawing/2014/main" id="{EE973087-4E4B-DC4F-AECE-1A04BBB94473}"/>
                    </a:ext>
                  </a:extLst>
                </p:cNvPr>
                <p:cNvSpPr/>
                <p:nvPr/>
              </p:nvSpPr>
              <p:spPr>
                <a:xfrm rot="1800000" flipV="1">
                  <a:off x="4089" y="1429"/>
                  <a:ext cx="0" cy="408"/>
                </a:xfrm>
                <a:prstGeom prst="line">
                  <a:avLst/>
                </a:prstGeom>
                <a:ln w="28575" cap="flat" cmpd="sng">
                  <a:solidFill>
                    <a:srgbClr val="0000FF"/>
                  </a:solidFill>
                  <a:prstDash val="solid"/>
                  <a:round/>
                  <a:headEnd type="none" w="med" len="med"/>
                  <a:tailEnd type="stealth" w="med" len="lg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2" name="Line 20">
                  <a:extLst>
                    <a:ext uri="{FF2B5EF4-FFF2-40B4-BE49-F238E27FC236}">
                      <a16:creationId xmlns:a16="http://schemas.microsoft.com/office/drawing/2014/main" id="{F6B29FDA-7897-C6BF-7610-93ACCB3D9700}"/>
                    </a:ext>
                  </a:extLst>
                </p:cNvPr>
                <p:cNvSpPr/>
                <p:nvPr/>
              </p:nvSpPr>
              <p:spPr>
                <a:xfrm rot="3600000" flipV="1">
                  <a:off x="4177" y="1509"/>
                  <a:ext cx="0" cy="408"/>
                </a:xfrm>
                <a:prstGeom prst="line">
                  <a:avLst/>
                </a:prstGeom>
                <a:ln w="28575" cap="flat" cmpd="sng">
                  <a:solidFill>
                    <a:srgbClr val="0000FF"/>
                  </a:solidFill>
                  <a:prstDash val="solid"/>
                  <a:round/>
                  <a:headEnd type="none" w="med" len="med"/>
                  <a:tailEnd type="stealth" w="med" len="lg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3" name="Line 21">
                  <a:extLst>
                    <a:ext uri="{FF2B5EF4-FFF2-40B4-BE49-F238E27FC236}">
                      <a16:creationId xmlns:a16="http://schemas.microsoft.com/office/drawing/2014/main" id="{5062DD4A-4556-D8E1-BBFA-F812402E6525}"/>
                    </a:ext>
                  </a:extLst>
                </p:cNvPr>
                <p:cNvSpPr/>
                <p:nvPr/>
              </p:nvSpPr>
              <p:spPr>
                <a:xfrm rot="5400000" flipV="1">
                  <a:off x="4210" y="1630"/>
                  <a:ext cx="0" cy="408"/>
                </a:xfrm>
                <a:prstGeom prst="line">
                  <a:avLst/>
                </a:prstGeom>
                <a:ln w="28575" cap="flat" cmpd="sng">
                  <a:solidFill>
                    <a:srgbClr val="0000FF"/>
                  </a:solidFill>
                  <a:prstDash val="solid"/>
                  <a:round/>
                  <a:headEnd type="none" w="med" len="med"/>
                  <a:tailEnd type="stealth" w="med" len="lg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4" name="Line 22">
                  <a:extLst>
                    <a:ext uri="{FF2B5EF4-FFF2-40B4-BE49-F238E27FC236}">
                      <a16:creationId xmlns:a16="http://schemas.microsoft.com/office/drawing/2014/main" id="{D4DE8A82-1D4E-2C29-71BB-8E45E37DB8C2}"/>
                    </a:ext>
                  </a:extLst>
                </p:cNvPr>
                <p:cNvSpPr/>
                <p:nvPr/>
              </p:nvSpPr>
              <p:spPr>
                <a:xfrm rot="-1800000">
                  <a:off x="4093" y="1826"/>
                  <a:ext cx="0" cy="408"/>
                </a:xfrm>
                <a:prstGeom prst="line">
                  <a:avLst/>
                </a:prstGeom>
                <a:ln w="28575" cap="flat" cmpd="sng">
                  <a:solidFill>
                    <a:srgbClr val="0000FF"/>
                  </a:solidFill>
                  <a:prstDash val="solid"/>
                  <a:round/>
                  <a:headEnd type="none" w="med" len="med"/>
                  <a:tailEnd type="stealth" w="med" len="lg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5" name="Line 23">
                  <a:extLst>
                    <a:ext uri="{FF2B5EF4-FFF2-40B4-BE49-F238E27FC236}">
                      <a16:creationId xmlns:a16="http://schemas.microsoft.com/office/drawing/2014/main" id="{2DF2C3CE-24AD-0918-2FC2-3135F3C87B2D}"/>
                    </a:ext>
                  </a:extLst>
                </p:cNvPr>
                <p:cNvSpPr/>
                <p:nvPr/>
              </p:nvSpPr>
              <p:spPr>
                <a:xfrm rot="-3600000">
                  <a:off x="4181" y="1746"/>
                  <a:ext cx="0" cy="408"/>
                </a:xfrm>
                <a:prstGeom prst="line">
                  <a:avLst/>
                </a:prstGeom>
                <a:ln w="28575" cap="flat" cmpd="sng">
                  <a:solidFill>
                    <a:srgbClr val="0000FF"/>
                  </a:solidFill>
                  <a:prstDash val="solid"/>
                  <a:round/>
                  <a:headEnd type="none" w="med" len="med"/>
                  <a:tailEnd type="stealth" w="med" len="lg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10" name="Oval 24">
                <a:extLst>
                  <a:ext uri="{FF2B5EF4-FFF2-40B4-BE49-F238E27FC236}">
                    <a16:creationId xmlns:a16="http://schemas.microsoft.com/office/drawing/2014/main" id="{AD06C171-C020-4850-1109-A5EB0531428A}"/>
                  </a:ext>
                </a:extLst>
              </p:cNvPr>
              <p:cNvSpPr/>
              <p:nvPr/>
            </p:nvSpPr>
            <p:spPr>
              <a:xfrm>
                <a:off x="3795" y="1661"/>
                <a:ext cx="91" cy="91"/>
              </a:xfrm>
              <a:prstGeom prst="ellipse">
                <a:avLst/>
              </a:prstGeom>
              <a:solidFill>
                <a:srgbClr val="FF6600"/>
              </a:solidFill>
              <a:ln w="9525" cap="flat" cmpd="sng">
                <a:solidFill>
                  <a:srgbClr val="FF66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lstStyle/>
              <a:p>
                <a:pPr algn="ctr"/>
                <a:endParaRPr lang="zh-CN" altLang="en-US" b="0" dirty="0">
                  <a:latin typeface="Arial" panose="020B0604020202020204" pitchFamily="34" charset="0"/>
                  <a:ea typeface="楷体_GB2312" pitchFamily="49" charset="-122"/>
                </a:endParaRPr>
              </a:p>
            </p:txBody>
          </p:sp>
        </p:grpSp>
      </p:grpSp>
      <p:pic>
        <p:nvPicPr>
          <p:cNvPr id="21" name="图片 20">
            <a:extLst>
              <a:ext uri="{FF2B5EF4-FFF2-40B4-BE49-F238E27FC236}">
                <a16:creationId xmlns:a16="http://schemas.microsoft.com/office/drawing/2014/main" id="{194E1F15-CF27-5ED3-0511-34BBB52F83A6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3848577" y="4648044"/>
            <a:ext cx="428571" cy="400000"/>
          </a:xfrm>
          <a:prstGeom prst="rect">
            <a:avLst/>
          </a:prstGeom>
        </p:spPr>
      </p:pic>
      <p:sp>
        <p:nvSpPr>
          <p:cNvPr id="23" name="Text Box 10">
            <a:extLst>
              <a:ext uri="{FF2B5EF4-FFF2-40B4-BE49-F238E27FC236}">
                <a16:creationId xmlns:a16="http://schemas.microsoft.com/office/drawing/2014/main" id="{98AA17BC-9B23-1AFB-4198-FEA5DF6D2AA0}"/>
              </a:ext>
            </a:extLst>
          </p:cNvPr>
          <p:cNvSpPr txBox="1"/>
          <p:nvPr/>
        </p:nvSpPr>
        <p:spPr>
          <a:xfrm>
            <a:off x="387028" y="3362829"/>
            <a:ext cx="8856537" cy="46166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pPr>
              <a:spcBef>
                <a:spcPct val="0"/>
              </a:spcBef>
            </a:pPr>
            <a:r>
              <a:rPr lang="zh-CN" altLang="en-US" dirty="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（由斯托克斯定理           </a:t>
            </a:r>
            <a:r>
              <a:rPr lang="zh-CN" altLang="en-US" dirty="0">
                <a:solidFill>
                  <a:schemeClr val="bg1"/>
                </a:solidFill>
                <a:latin typeface="楷体_GB2312" pitchFamily="49" charset="-122"/>
              </a:rPr>
              <a:t>                    可得）</a:t>
            </a:r>
            <a:endParaRPr lang="zh-CN" altLang="en-US" dirty="0">
              <a:solidFill>
                <a:schemeClr val="bg1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pic>
        <p:nvPicPr>
          <p:cNvPr id="25" name="图片 24">
            <a:extLst>
              <a:ext uri="{FF2B5EF4-FFF2-40B4-BE49-F238E27FC236}">
                <a16:creationId xmlns:a16="http://schemas.microsoft.com/office/drawing/2014/main" id="{6C14EF33-9F1F-F646-1C43-0A472FCE5B20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2907045" y="3162786"/>
            <a:ext cx="2761905" cy="914286"/>
          </a:xfrm>
          <a:prstGeom prst="rect">
            <a:avLst/>
          </a:prstGeom>
        </p:spPr>
      </p:pic>
      <p:sp>
        <p:nvSpPr>
          <p:cNvPr id="20" name="Text Box 8">
            <a:extLst>
              <a:ext uri="{FF2B5EF4-FFF2-40B4-BE49-F238E27FC236}">
                <a16:creationId xmlns:a16="http://schemas.microsoft.com/office/drawing/2014/main" id="{3484B7BF-0AA6-9DB3-DDA2-78C1AA3FFBD1}"/>
              </a:ext>
            </a:extLst>
          </p:cNvPr>
          <p:cNvSpPr txBox="1"/>
          <p:nvPr/>
        </p:nvSpPr>
        <p:spPr>
          <a:xfrm>
            <a:off x="1483966" y="6008451"/>
            <a:ext cx="5527675" cy="52546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pPr>
              <a:lnSpc>
                <a:spcPct val="130000"/>
              </a:lnSpc>
              <a:spcBef>
                <a:spcPct val="0"/>
              </a:spcBef>
            </a:pPr>
            <a:r>
              <a:rPr lang="zh-CN" altLang="en-US" dirty="0">
                <a:solidFill>
                  <a:srgbClr val="FF9900"/>
                </a:solidFill>
                <a:latin typeface="Times New Roman" panose="02020603050405020304" pitchFamily="18" charset="0"/>
                <a:ea typeface="楷体_GB2312" pitchFamily="49" charset="-122"/>
              </a:rPr>
              <a:t>（留待“</a:t>
            </a:r>
            <a:r>
              <a:rPr lang="en-US" altLang="zh-CN" dirty="0">
                <a:solidFill>
                  <a:srgbClr val="FF9900"/>
                </a:solidFill>
                <a:latin typeface="Times New Roman" panose="02020603050405020304" pitchFamily="18" charset="0"/>
                <a:ea typeface="楷体_GB2312" pitchFamily="49" charset="-122"/>
              </a:rPr>
              <a:t>3.1.2 </a:t>
            </a:r>
            <a:r>
              <a:rPr lang="zh-CN" altLang="en-US" dirty="0">
                <a:solidFill>
                  <a:srgbClr val="FF9900"/>
                </a:solidFill>
                <a:latin typeface="Times New Roman" panose="02020603050405020304" pitchFamily="18" charset="0"/>
                <a:ea typeface="楷体_GB2312" pitchFamily="49" charset="-122"/>
              </a:rPr>
              <a:t>电位函数”讲解）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714" name="Text Box 2"/>
          <p:cNvSpPr txBox="1"/>
          <p:nvPr/>
        </p:nvSpPr>
        <p:spPr>
          <a:xfrm>
            <a:off x="468313" y="476672"/>
            <a:ext cx="5567362" cy="457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>
              <a:spcBef>
                <a:spcPct val="0"/>
              </a:spcBef>
            </a:pPr>
            <a:r>
              <a:rPr lang="zh-CN" altLang="en-US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（</a:t>
            </a:r>
            <a:r>
              <a:rPr lang="en-US" altLang="zh-CN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3</a:t>
            </a:r>
            <a:r>
              <a:rPr lang="zh-CN" altLang="en-US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）</a:t>
            </a:r>
            <a:r>
              <a:rPr lang="zh-CN" altLang="en-US" dirty="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无旋无散场</a:t>
            </a:r>
          </a:p>
        </p:txBody>
      </p:sp>
      <p:sp>
        <p:nvSpPr>
          <p:cNvPr id="499715" name="Text Box 3"/>
          <p:cNvSpPr txBox="1"/>
          <p:nvPr/>
        </p:nvSpPr>
        <p:spPr>
          <a:xfrm>
            <a:off x="2700338" y="476672"/>
            <a:ext cx="4384675" cy="457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>
              <a:spcBef>
                <a:spcPct val="0"/>
              </a:spcBef>
            </a:pP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（源在所讨论的区域之外）</a:t>
            </a:r>
          </a:p>
        </p:txBody>
      </p:sp>
      <p:graphicFrame>
        <p:nvGraphicFramePr>
          <p:cNvPr id="499716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64584310"/>
              </p:ext>
            </p:extLst>
          </p:nvPr>
        </p:nvGraphicFramePr>
        <p:xfrm>
          <a:off x="973138" y="2832073"/>
          <a:ext cx="1511300" cy="473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490220" imgH="148590" progId="Equation.DSMT4">
                  <p:embed/>
                </p:oleObj>
              </mc:Choice>
              <mc:Fallback>
                <p:oleObj r:id="rId3" imgW="490220" imgH="148590" progId="Equation.DSMT4">
                  <p:embed/>
                  <p:pic>
                    <p:nvPicPr>
                      <p:cNvPr id="0" name="图片 3295"/>
                      <p:cNvPicPr/>
                      <p:nvPr/>
                    </p:nvPicPr>
                    <p:blipFill>
                      <a:blip r:embed="rId4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973138" y="2832073"/>
                        <a:ext cx="1511300" cy="4730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99741" name="Group 29"/>
          <p:cNvGrpSpPr/>
          <p:nvPr/>
        </p:nvGrpSpPr>
        <p:grpSpPr>
          <a:xfrm>
            <a:off x="2557463" y="3624235"/>
            <a:ext cx="3022600" cy="431800"/>
            <a:chOff x="1519" y="1570"/>
            <a:chExt cx="1904" cy="272"/>
          </a:xfrm>
        </p:grpSpPr>
        <p:graphicFrame>
          <p:nvGraphicFramePr>
            <p:cNvPr id="126990" name="Object 6"/>
            <p:cNvGraphicFramePr>
              <a:graphicFrameLocks noChangeAspect="1"/>
            </p:cNvGraphicFramePr>
            <p:nvPr/>
          </p:nvGraphicFramePr>
          <p:xfrm>
            <a:off x="1927" y="1570"/>
            <a:ext cx="1496" cy="2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5" imgW="688340" imgH="137795" progId="Equation.DSMT4">
                    <p:embed/>
                  </p:oleObj>
                </mc:Choice>
                <mc:Fallback>
                  <p:oleObj r:id="rId5" imgW="688340" imgH="137795" progId="Equation.DSMT4">
                    <p:embed/>
                    <p:pic>
                      <p:nvPicPr>
                        <p:cNvPr id="0" name="图片 3301"/>
                        <p:cNvPicPr/>
                        <p:nvPr/>
                      </p:nvPicPr>
                      <p:blipFill>
                        <a:blip r:embed="rId6">
                          <a:clrChange>
                            <a:clrFrom>
                              <a:srgbClr val="000000"/>
                            </a:clrFrom>
                            <a:clrTo>
                              <a:srgbClr val="FFFFFF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1927" y="1570"/>
                          <a:ext cx="1496" cy="27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26991" name="AutoShape 26"/>
            <p:cNvSpPr/>
            <p:nvPr/>
          </p:nvSpPr>
          <p:spPr>
            <a:xfrm rot="-5400000">
              <a:off x="1631" y="1501"/>
              <a:ext cx="136" cy="363"/>
            </a:xfrm>
            <a:prstGeom prst="downArrow">
              <a:avLst>
                <a:gd name="adj1" fmla="val 50000"/>
                <a:gd name="adj2" fmla="val 66715"/>
              </a:avLst>
            </a:prstGeom>
            <a:solidFill>
              <a:srgbClr val="FFCC99"/>
            </a:solidFill>
            <a:ln w="25400" cap="flat" cmpd="sng">
              <a:solidFill>
                <a:srgbClr val="FF66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algn="ctr"/>
              <a:endParaRPr lang="zh-CN" altLang="en-US" b="0" dirty="0">
                <a:latin typeface="Arial" panose="020B0604020202020204" pitchFamily="34" charset="0"/>
                <a:ea typeface="楷体_GB2312" pitchFamily="49" charset="-122"/>
              </a:endParaRPr>
            </a:p>
          </p:txBody>
        </p:sp>
      </p:grpSp>
      <p:grpSp>
        <p:nvGrpSpPr>
          <p:cNvPr id="499740" name="Group 28"/>
          <p:cNvGrpSpPr/>
          <p:nvPr/>
        </p:nvGrpSpPr>
        <p:grpSpPr>
          <a:xfrm>
            <a:off x="2484438" y="2760635"/>
            <a:ext cx="2159000" cy="523875"/>
            <a:chOff x="1565" y="1117"/>
            <a:chExt cx="1360" cy="330"/>
          </a:xfrm>
        </p:grpSpPr>
        <p:graphicFrame>
          <p:nvGraphicFramePr>
            <p:cNvPr id="126993" name="Object 5"/>
            <p:cNvGraphicFramePr>
              <a:graphicFrameLocks noChangeAspect="1"/>
            </p:cNvGraphicFramePr>
            <p:nvPr/>
          </p:nvGraphicFramePr>
          <p:xfrm>
            <a:off x="1917" y="1117"/>
            <a:ext cx="1008" cy="33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7" imgW="467995" imgH="148590" progId="Equation.DSMT4">
                    <p:embed/>
                  </p:oleObj>
                </mc:Choice>
                <mc:Fallback>
                  <p:oleObj r:id="rId7" imgW="467995" imgH="148590" progId="Equation.DSMT4">
                    <p:embed/>
                    <p:pic>
                      <p:nvPicPr>
                        <p:cNvPr id="0" name="图片 3302"/>
                        <p:cNvPicPr/>
                        <p:nvPr/>
                      </p:nvPicPr>
                      <p:blipFill>
                        <a:blip r:embed="rId8">
                          <a:clrChange>
                            <a:clrFrom>
                              <a:srgbClr val="000000"/>
                            </a:clrFrom>
                            <a:clrTo>
                              <a:srgbClr val="FFFFFF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1917" y="1117"/>
                          <a:ext cx="1008" cy="33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26994" name="AutoShape 27"/>
            <p:cNvSpPr/>
            <p:nvPr/>
          </p:nvSpPr>
          <p:spPr>
            <a:xfrm rot="-5400000">
              <a:off x="1677" y="1138"/>
              <a:ext cx="136" cy="363"/>
            </a:xfrm>
            <a:prstGeom prst="downArrow">
              <a:avLst>
                <a:gd name="adj1" fmla="val 50000"/>
                <a:gd name="adj2" fmla="val 66715"/>
              </a:avLst>
            </a:prstGeom>
            <a:solidFill>
              <a:srgbClr val="FFCC99"/>
            </a:solidFill>
            <a:ln w="25400" cap="flat" cmpd="sng">
              <a:solidFill>
                <a:srgbClr val="FF66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algn="ctr"/>
              <a:endParaRPr lang="zh-CN" altLang="en-US" b="0" dirty="0">
                <a:latin typeface="Arial" panose="020B0604020202020204" pitchFamily="34" charset="0"/>
                <a:ea typeface="楷体_GB2312" pitchFamily="49" charset="-122"/>
              </a:endParaRPr>
            </a:p>
          </p:txBody>
        </p:sp>
      </p:grpSp>
      <p:grpSp>
        <p:nvGrpSpPr>
          <p:cNvPr id="499744" name="Group 32"/>
          <p:cNvGrpSpPr/>
          <p:nvPr/>
        </p:nvGrpSpPr>
        <p:grpSpPr>
          <a:xfrm>
            <a:off x="3422650" y="4056035"/>
            <a:ext cx="1201738" cy="973138"/>
            <a:chOff x="2064" y="1842"/>
            <a:chExt cx="757" cy="613"/>
          </a:xfrm>
        </p:grpSpPr>
        <p:sp>
          <p:nvSpPr>
            <p:cNvPr id="126996" name="AutoShape 25"/>
            <p:cNvSpPr/>
            <p:nvPr/>
          </p:nvSpPr>
          <p:spPr>
            <a:xfrm>
              <a:off x="2336" y="1842"/>
              <a:ext cx="136" cy="363"/>
            </a:xfrm>
            <a:prstGeom prst="downArrow">
              <a:avLst>
                <a:gd name="adj1" fmla="val 50000"/>
                <a:gd name="adj2" fmla="val 66715"/>
              </a:avLst>
            </a:prstGeom>
            <a:solidFill>
              <a:srgbClr val="FFCC99"/>
            </a:solidFill>
            <a:ln w="25400" cap="flat" cmpd="sng">
              <a:solidFill>
                <a:srgbClr val="FF66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algn="ctr"/>
              <a:endParaRPr lang="zh-CN" altLang="en-US" b="0" dirty="0">
                <a:latin typeface="Arial" panose="020B0604020202020204" pitchFamily="34" charset="0"/>
                <a:ea typeface="楷体_GB2312" pitchFamily="49" charset="-122"/>
              </a:endParaRPr>
            </a:p>
          </p:txBody>
        </p:sp>
        <p:graphicFrame>
          <p:nvGraphicFramePr>
            <p:cNvPr id="126997" name="Object 30"/>
            <p:cNvGraphicFramePr>
              <a:graphicFrameLocks noChangeAspect="1"/>
            </p:cNvGraphicFramePr>
            <p:nvPr/>
          </p:nvGraphicFramePr>
          <p:xfrm>
            <a:off x="2064" y="2160"/>
            <a:ext cx="757" cy="29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9" imgW="413385" imgH="137795" progId="Equation.DSMT4">
                    <p:embed/>
                  </p:oleObj>
                </mc:Choice>
                <mc:Fallback>
                  <p:oleObj r:id="rId9" imgW="413385" imgH="137795" progId="Equation.DSMT4">
                    <p:embed/>
                    <p:pic>
                      <p:nvPicPr>
                        <p:cNvPr id="0" name="图片 3300"/>
                        <p:cNvPicPr/>
                        <p:nvPr/>
                      </p:nvPicPr>
                      <p:blipFill>
                        <a:blip r:embed="rId10">
                          <a:clrChange>
                            <a:clrFrom>
                              <a:srgbClr val="000000"/>
                            </a:clrFrom>
                            <a:clrTo>
                              <a:srgbClr val="FFFFFF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2064" y="2160"/>
                          <a:ext cx="757" cy="295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499745" name="Object 3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96791516"/>
              </p:ext>
            </p:extLst>
          </p:nvPr>
        </p:nvGraphicFramePr>
        <p:xfrm>
          <a:off x="947738" y="3600423"/>
          <a:ext cx="1417637" cy="473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1" imgW="457200" imgH="148590" progId="Equation.DSMT4">
                  <p:embed/>
                </p:oleObj>
              </mc:Choice>
              <mc:Fallback>
                <p:oleObj r:id="rId11" imgW="457200" imgH="148590" progId="Equation.DSMT4">
                  <p:embed/>
                  <p:pic>
                    <p:nvPicPr>
                      <p:cNvPr id="0" name="图片 3299"/>
                      <p:cNvPicPr/>
                      <p:nvPr/>
                    </p:nvPicPr>
                    <p:blipFill>
                      <a:blip r:embed="rId12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947738" y="3600423"/>
                        <a:ext cx="1417637" cy="4730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6999" name="AutoShape 34">
            <a:hlinkClick r:id="rId13" action="ppaction://hlinksldjump"/>
          </p:cNvPr>
          <p:cNvSpPr/>
          <p:nvPr/>
        </p:nvSpPr>
        <p:spPr>
          <a:xfrm>
            <a:off x="7537450" y="6597650"/>
            <a:ext cx="360363" cy="252413"/>
          </a:xfrm>
          <a:prstGeom prst="actionButtonBeginning">
            <a:avLst/>
          </a:prstGeom>
          <a:solidFill>
            <a:srgbClr val="3366FF"/>
          </a:solidFill>
          <a:ln w="9525" cap="flat" cmpd="sng">
            <a:solidFill>
              <a:schemeClr val="bg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pPr algn="ctr"/>
            <a:endParaRPr lang="zh-CN" altLang="en-US" b="0" dirty="0">
              <a:latin typeface="Arial" panose="020B0604020202020204" pitchFamily="34" charset="0"/>
              <a:ea typeface="楷体_GB2312" pitchFamily="49" charset="-122"/>
            </a:endParaRPr>
          </a:p>
        </p:txBody>
      </p:sp>
      <p:sp>
        <p:nvSpPr>
          <p:cNvPr id="127000" name="AutoShape 35">
            <a:hlinkClick r:id="" action="ppaction://hlinkshowjump?jump=previousslide"/>
          </p:cNvPr>
          <p:cNvSpPr/>
          <p:nvPr/>
        </p:nvSpPr>
        <p:spPr>
          <a:xfrm>
            <a:off x="7954963" y="6597650"/>
            <a:ext cx="360362" cy="258763"/>
          </a:xfrm>
          <a:prstGeom prst="actionButtonBackPrevious">
            <a:avLst/>
          </a:prstGeom>
          <a:solidFill>
            <a:srgbClr val="3366FF"/>
          </a:solidFill>
          <a:ln w="9525" cap="flat" cmpd="sng">
            <a:solidFill>
              <a:schemeClr val="bg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pPr algn="ctr"/>
            <a:endParaRPr lang="zh-CN" altLang="en-US" b="0" dirty="0">
              <a:latin typeface="Arial" panose="020B0604020202020204" pitchFamily="34" charset="0"/>
              <a:ea typeface="楷体_GB2312" pitchFamily="49" charset="-122"/>
            </a:endParaRPr>
          </a:p>
        </p:txBody>
      </p:sp>
      <p:sp>
        <p:nvSpPr>
          <p:cNvPr id="127001" name="AutoShape 36">
            <a:hlinkClick r:id="" action="ppaction://hlinkshowjump?jump=nextslide"/>
          </p:cNvPr>
          <p:cNvSpPr/>
          <p:nvPr/>
        </p:nvSpPr>
        <p:spPr>
          <a:xfrm>
            <a:off x="8372475" y="6597650"/>
            <a:ext cx="360363" cy="252413"/>
          </a:xfrm>
          <a:prstGeom prst="actionButtonForwardNext">
            <a:avLst/>
          </a:prstGeom>
          <a:solidFill>
            <a:srgbClr val="3366FF"/>
          </a:solidFill>
          <a:ln w="9525" cap="flat" cmpd="sng">
            <a:solidFill>
              <a:schemeClr val="bg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pPr algn="ctr"/>
            <a:endParaRPr lang="zh-CN" altLang="en-US" b="0" dirty="0">
              <a:latin typeface="Arial" panose="020B0604020202020204" pitchFamily="34" charset="0"/>
              <a:ea typeface="楷体_GB2312" pitchFamily="49" charset="-122"/>
            </a:endParaRPr>
          </a:p>
        </p:txBody>
      </p:sp>
      <p:sp>
        <p:nvSpPr>
          <p:cNvPr id="127002" name="AutoShape 37">
            <a:hlinkClick r:id="" action="ppaction://hlinkshowjump?jump=lastslide"/>
          </p:cNvPr>
          <p:cNvSpPr/>
          <p:nvPr/>
        </p:nvSpPr>
        <p:spPr>
          <a:xfrm>
            <a:off x="8763000" y="6597650"/>
            <a:ext cx="360363" cy="252413"/>
          </a:xfrm>
          <a:prstGeom prst="actionButtonEnd">
            <a:avLst/>
          </a:prstGeom>
          <a:solidFill>
            <a:srgbClr val="3366FF"/>
          </a:solidFill>
          <a:ln w="9525" cap="flat" cmpd="sng">
            <a:solidFill>
              <a:schemeClr val="bg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pPr algn="ctr"/>
            <a:endParaRPr lang="zh-CN" altLang="en-US" b="0" dirty="0">
              <a:latin typeface="Arial" panose="020B0604020202020204" pitchFamily="34" charset="0"/>
              <a:ea typeface="楷体_GB2312" pitchFamily="49" charset="-122"/>
            </a:endParaRPr>
          </a:p>
        </p:txBody>
      </p:sp>
      <p:graphicFrame>
        <p:nvGraphicFramePr>
          <p:cNvPr id="499752" name="Object 40"/>
          <p:cNvGraphicFramePr>
            <a:graphicFrameLocks noGrp="1" noChangeAspect="1"/>
          </p:cNvGraphicFramePr>
          <p:nvPr>
            <p:ph/>
            <p:extLst>
              <p:ext uri="{D42A27DB-BD31-4B8C-83A1-F6EECF244321}">
                <p14:modId xmlns:p14="http://schemas.microsoft.com/office/powerpoint/2010/main" val="3301025492"/>
              </p:ext>
            </p:extLst>
          </p:nvPr>
        </p:nvGraphicFramePr>
        <p:xfrm>
          <a:off x="4643438" y="4425923"/>
          <a:ext cx="3240087" cy="8397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4" imgW="1448435" imgH="347345" progId="Equation.3">
                  <p:embed/>
                </p:oleObj>
              </mc:Choice>
              <mc:Fallback>
                <p:oleObj r:id="rId14" imgW="1448435" imgH="347345" progId="Equation.3">
                  <p:embed/>
                  <p:pic>
                    <p:nvPicPr>
                      <p:cNvPr id="0" name="图片 3298"/>
                      <p:cNvPicPr/>
                      <p:nvPr/>
                    </p:nvPicPr>
                    <p:blipFill>
                      <a:blip r:embed="rId15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4643438" y="4425923"/>
                        <a:ext cx="3240087" cy="83978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14718" name="Group 30"/>
          <p:cNvGrpSpPr/>
          <p:nvPr/>
        </p:nvGrpSpPr>
        <p:grpSpPr>
          <a:xfrm>
            <a:off x="611188" y="4567210"/>
            <a:ext cx="3455987" cy="498475"/>
            <a:chOff x="2562" y="1434"/>
            <a:chExt cx="2177" cy="314"/>
          </a:xfrm>
        </p:grpSpPr>
        <p:graphicFrame>
          <p:nvGraphicFramePr>
            <p:cNvPr id="127005" name="Object 31"/>
            <p:cNvGraphicFramePr>
              <a:graphicFrameLocks noChangeAspect="1"/>
            </p:cNvGraphicFramePr>
            <p:nvPr/>
          </p:nvGraphicFramePr>
          <p:xfrm>
            <a:off x="2562" y="1434"/>
            <a:ext cx="324" cy="31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16" imgW="154305" imgH="154305" progId="Equation.3">
                    <p:embed/>
                  </p:oleObj>
                </mc:Choice>
                <mc:Fallback>
                  <p:oleObj r:id="rId16" imgW="154305" imgH="154305" progId="Equation.3">
                    <p:embed/>
                    <p:pic>
                      <p:nvPicPr>
                        <p:cNvPr id="0" name="图片 3303"/>
                        <p:cNvPicPr/>
                        <p:nvPr/>
                      </p:nvPicPr>
                      <p:blipFill>
                        <a:blip r:embed="rId17">
                          <a:clrChange>
                            <a:clrFrom>
                              <a:srgbClr val="000000"/>
                            </a:clrFrom>
                            <a:clrTo>
                              <a:srgbClr val="FFFFFF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2562" y="1434"/>
                          <a:ext cx="324" cy="314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27006" name="Rectangle 32"/>
            <p:cNvSpPr/>
            <p:nvPr/>
          </p:nvSpPr>
          <p:spPr>
            <a:xfrm>
              <a:off x="2698" y="1434"/>
              <a:ext cx="2041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ctr" anchorCtr="0">
              <a:spAutoFit/>
            </a:bodyPr>
            <a:lstStyle/>
            <a:p>
              <a:pPr indent="278130" fontAlgn="ctr">
                <a:spcBef>
                  <a:spcPct val="0"/>
                </a:spcBef>
              </a:pPr>
              <a:r>
                <a:rPr lang="en-US" altLang="zh-CN" dirty="0">
                  <a:solidFill>
                    <a:srgbClr val="FF99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:</a:t>
              </a:r>
              <a:r>
                <a:rPr lang="zh-CN" altLang="en-US" dirty="0">
                  <a:solidFill>
                    <a:srgbClr val="FF99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拉普拉斯算符</a:t>
              </a:r>
              <a:endParaRPr lang="zh-CN" altLang="en-US" dirty="0">
                <a:solidFill>
                  <a:srgbClr val="FF9900"/>
                </a:solidFill>
                <a:latin typeface="Arial" panose="020B0604020202020204" pitchFamily="34" charset="0"/>
                <a:ea typeface="Times New Roman" panose="02020603050405020304" pitchFamily="18" charset="0"/>
              </a:endParaRPr>
            </a:p>
          </p:txBody>
        </p:sp>
      </p:grpSp>
      <p:sp>
        <p:nvSpPr>
          <p:cNvPr id="24" name="Text Box 8">
            <a:extLst>
              <a:ext uri="{FF2B5EF4-FFF2-40B4-BE49-F238E27FC236}">
                <a16:creationId xmlns:a16="http://schemas.microsoft.com/office/drawing/2014/main" id="{59609E47-2D6D-26AB-C0F1-8CE49A855969}"/>
              </a:ext>
            </a:extLst>
          </p:cNvPr>
          <p:cNvSpPr txBox="1"/>
          <p:nvPr/>
        </p:nvSpPr>
        <p:spPr>
          <a:xfrm>
            <a:off x="513266" y="5999879"/>
            <a:ext cx="5527675" cy="52546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pPr>
              <a:lnSpc>
                <a:spcPct val="130000"/>
              </a:lnSpc>
              <a:spcBef>
                <a:spcPct val="0"/>
              </a:spcBef>
            </a:pPr>
            <a:r>
              <a:rPr lang="zh-CN" altLang="en-US" dirty="0">
                <a:solidFill>
                  <a:srgbClr val="FF9900"/>
                </a:solidFill>
                <a:latin typeface="Times New Roman" panose="02020603050405020304" pitchFamily="18" charset="0"/>
                <a:ea typeface="楷体_GB2312" pitchFamily="49" charset="-122"/>
              </a:rPr>
              <a:t>（留待“</a:t>
            </a:r>
            <a:r>
              <a:rPr lang="en-US" altLang="zh-CN" dirty="0">
                <a:solidFill>
                  <a:srgbClr val="FF9900"/>
                </a:solidFill>
                <a:latin typeface="Times New Roman" panose="02020603050405020304" pitchFamily="18" charset="0"/>
                <a:ea typeface="楷体_GB2312" pitchFamily="49" charset="-122"/>
              </a:rPr>
              <a:t>3.1.2 </a:t>
            </a:r>
            <a:r>
              <a:rPr lang="zh-CN" altLang="en-US" dirty="0">
                <a:solidFill>
                  <a:srgbClr val="FF9900"/>
                </a:solidFill>
                <a:latin typeface="Times New Roman" panose="02020603050405020304" pitchFamily="18" charset="0"/>
                <a:ea typeface="楷体_GB2312" pitchFamily="49" charset="-122"/>
              </a:rPr>
              <a:t>电位的微分方程”讲解）</a:t>
            </a:r>
          </a:p>
        </p:txBody>
      </p:sp>
      <p:pic>
        <p:nvPicPr>
          <p:cNvPr id="26" name="图片 25">
            <a:extLst>
              <a:ext uri="{FF2B5EF4-FFF2-40B4-BE49-F238E27FC236}">
                <a16:creationId xmlns:a16="http://schemas.microsoft.com/office/drawing/2014/main" id="{F1DADA8C-B91F-C7DC-5121-25F5B8C3E825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440137" y="5225250"/>
            <a:ext cx="8348742" cy="786529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8DCB634A-4E69-E814-8A7C-C2F5EAB8799B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3795751" y="988170"/>
            <a:ext cx="5295900" cy="1571625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FB27F284-D912-3BC9-E05E-339EDA2ABAC9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7949113" y="2621358"/>
            <a:ext cx="1132738" cy="839788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50CB9F97-7E6D-A8C9-4917-B1DF3F026014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273311" y="964496"/>
            <a:ext cx="2417490" cy="1639770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821E4112-8208-AD60-65F2-5EC52B063C54}"/>
              </a:ext>
            </a:extLst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52349" y="1397630"/>
            <a:ext cx="1220961" cy="77384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722" name="Text Box 10"/>
          <p:cNvSpPr txBox="1"/>
          <p:nvPr/>
        </p:nvSpPr>
        <p:spPr>
          <a:xfrm>
            <a:off x="468313" y="548680"/>
            <a:ext cx="5707063" cy="457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>
              <a:spcBef>
                <a:spcPct val="0"/>
              </a:spcBef>
            </a:pPr>
            <a:r>
              <a:rPr lang="zh-CN" altLang="en-US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（</a:t>
            </a:r>
            <a:r>
              <a:rPr lang="en-US" altLang="zh-CN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4</a:t>
            </a:r>
            <a:r>
              <a:rPr lang="zh-CN" altLang="en-US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）有散有旋场</a:t>
            </a:r>
          </a:p>
        </p:txBody>
      </p:sp>
      <p:sp>
        <p:nvSpPr>
          <p:cNvPr id="499723" name="Text Box 11"/>
          <p:cNvSpPr txBox="1"/>
          <p:nvPr/>
        </p:nvSpPr>
        <p:spPr>
          <a:xfrm>
            <a:off x="-14059" y="2598003"/>
            <a:ext cx="9030009" cy="830997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pPr>
              <a:spcBef>
                <a:spcPct val="0"/>
              </a:spcBef>
            </a:pPr>
            <a:r>
              <a:rPr lang="zh-CN" altLang="en-US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有散有旋场可分解为两部分：</a:t>
            </a:r>
            <a:r>
              <a:rPr lang="zh-CN" altLang="en-US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ea typeface="楷体_GB2312" pitchFamily="49" charset="-122"/>
              </a:rPr>
              <a:t>（有散）</a:t>
            </a:r>
            <a:r>
              <a:rPr lang="zh-CN" altLang="en-US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无旋场部分和</a:t>
            </a:r>
            <a:r>
              <a:rPr lang="zh-CN" altLang="en-US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ea typeface="楷体_GB2312" pitchFamily="49" charset="-122"/>
              </a:rPr>
              <a:t>（有旋）</a:t>
            </a:r>
            <a:r>
              <a:rPr lang="zh-CN" altLang="en-US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无散场部分。</a:t>
            </a:r>
          </a:p>
        </p:txBody>
      </p:sp>
      <p:graphicFrame>
        <p:nvGraphicFramePr>
          <p:cNvPr id="499724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78845416"/>
              </p:ext>
            </p:extLst>
          </p:nvPr>
        </p:nvGraphicFramePr>
        <p:xfrm>
          <a:off x="1643052" y="3871317"/>
          <a:ext cx="5001443" cy="503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2186940" imgH="181610" progId="Equation.DSMT4">
                  <p:embed/>
                </p:oleObj>
              </mc:Choice>
              <mc:Fallback>
                <p:oleObj r:id="rId3" imgW="2186940" imgH="181610" progId="Equation.DSMT4">
                  <p:embed/>
                  <p:pic>
                    <p:nvPicPr>
                      <p:cNvPr id="499724" name="Object 12"/>
                      <p:cNvPicPr/>
                      <p:nvPr/>
                    </p:nvPicPr>
                    <p:blipFill>
                      <a:blip r:embed="rId4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643052" y="3871317"/>
                        <a:ext cx="5001443" cy="5032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99735" name="Group 23"/>
          <p:cNvGrpSpPr/>
          <p:nvPr/>
        </p:nvGrpSpPr>
        <p:grpSpPr>
          <a:xfrm>
            <a:off x="1358889" y="4298355"/>
            <a:ext cx="2549053" cy="811212"/>
            <a:chOff x="503" y="3521"/>
            <a:chExt cx="1635" cy="511"/>
          </a:xfrm>
        </p:grpSpPr>
        <p:sp>
          <p:nvSpPr>
            <p:cNvPr id="126984" name="Text Box 14"/>
            <p:cNvSpPr txBox="1"/>
            <p:nvPr/>
          </p:nvSpPr>
          <p:spPr>
            <a:xfrm>
              <a:off x="503" y="3780"/>
              <a:ext cx="1635" cy="252"/>
            </a:xfrm>
            <a:prstGeom prst="rect">
              <a:avLst/>
            </a:prstGeom>
            <a:noFill/>
            <a:ln w="9525" cap="flat" cmpd="sng">
              <a:solidFill>
                <a:srgbClr val="FF0000"/>
              </a:solidFill>
              <a:prstDash val="dash"/>
              <a:miter/>
              <a:headEnd type="none" w="med" len="med"/>
              <a:tailEnd type="none" w="med" len="med"/>
            </a:ln>
          </p:spPr>
          <p:txBody>
            <a:bodyPr wrap="square" anchor="t" anchorCtr="0">
              <a:spAutoFit/>
            </a:bodyPr>
            <a:lstStyle/>
            <a:p>
              <a:pPr algn="ctr">
                <a:spcBef>
                  <a:spcPct val="0"/>
                </a:spcBef>
              </a:pPr>
              <a:r>
                <a:rPr lang="zh-CN" altLang="en-US" sz="2000" dirty="0">
                  <a:solidFill>
                    <a:schemeClr val="bg1">
                      <a:lumMod val="50000"/>
                    </a:schemeClr>
                  </a:solidFill>
                  <a:latin typeface="Times New Roman" panose="02020603050405020304" pitchFamily="18" charset="0"/>
                  <a:ea typeface="楷体_GB2312" pitchFamily="49" charset="-122"/>
                </a:rPr>
                <a:t>（有散）</a:t>
              </a:r>
              <a:r>
                <a:rPr lang="zh-CN" altLang="en-US" sz="2000" dirty="0">
                  <a:solidFill>
                    <a:schemeClr val="bg1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无旋场部分</a:t>
              </a:r>
            </a:p>
          </p:txBody>
        </p:sp>
        <p:sp>
          <p:nvSpPr>
            <p:cNvPr id="126985" name="Line 20"/>
            <p:cNvSpPr/>
            <p:nvPr/>
          </p:nvSpPr>
          <p:spPr>
            <a:xfrm flipH="1" flipV="1">
              <a:off x="1429" y="3521"/>
              <a:ext cx="317" cy="227"/>
            </a:xfrm>
            <a:prstGeom prst="line">
              <a:avLst/>
            </a:prstGeom>
            <a:ln w="9525" cap="flat" cmpd="sng">
              <a:solidFill>
                <a:srgbClr val="FF0000"/>
              </a:solidFill>
              <a:prstDash val="dash"/>
              <a:round/>
              <a:headEnd type="none" w="med" len="med"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499736" name="Group 24"/>
          <p:cNvGrpSpPr/>
          <p:nvPr/>
        </p:nvGrpSpPr>
        <p:grpSpPr>
          <a:xfrm>
            <a:off x="3836978" y="4323755"/>
            <a:ext cx="3255302" cy="833437"/>
            <a:chOff x="2200" y="3475"/>
            <a:chExt cx="2088" cy="525"/>
          </a:xfrm>
        </p:grpSpPr>
        <p:sp>
          <p:nvSpPr>
            <p:cNvPr id="126987" name="Text Box 16"/>
            <p:cNvSpPr txBox="1"/>
            <p:nvPr/>
          </p:nvSpPr>
          <p:spPr>
            <a:xfrm>
              <a:off x="2653" y="3748"/>
              <a:ext cx="1635" cy="252"/>
            </a:xfrm>
            <a:prstGeom prst="rect">
              <a:avLst/>
            </a:prstGeom>
            <a:noFill/>
            <a:ln w="9525" cap="flat" cmpd="sng">
              <a:solidFill>
                <a:srgbClr val="FF0000"/>
              </a:solidFill>
              <a:prstDash val="dash"/>
              <a:miter/>
              <a:headEnd type="none" w="med" len="med"/>
              <a:tailEnd type="none" w="med" len="med"/>
            </a:ln>
          </p:spPr>
          <p:txBody>
            <a:bodyPr wrap="square" anchor="t" anchorCtr="0">
              <a:spAutoFit/>
            </a:bodyPr>
            <a:lstStyle/>
            <a:p>
              <a:pPr algn="ctr">
                <a:spcBef>
                  <a:spcPct val="0"/>
                </a:spcBef>
              </a:pPr>
              <a:r>
                <a:rPr lang="zh-CN" altLang="en-US" sz="2000" dirty="0">
                  <a:solidFill>
                    <a:schemeClr val="bg1">
                      <a:lumMod val="50000"/>
                    </a:schemeClr>
                  </a:solidFill>
                  <a:latin typeface="Times New Roman" panose="02020603050405020304" pitchFamily="18" charset="0"/>
                  <a:ea typeface="楷体_GB2312" pitchFamily="49" charset="-122"/>
                </a:rPr>
                <a:t>（有旋）</a:t>
              </a:r>
              <a:r>
                <a:rPr lang="zh-CN" altLang="en-US" sz="2000" dirty="0">
                  <a:solidFill>
                    <a:schemeClr val="bg1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无散场部分</a:t>
              </a:r>
            </a:p>
          </p:txBody>
        </p:sp>
        <p:sp>
          <p:nvSpPr>
            <p:cNvPr id="126988" name="Line 21"/>
            <p:cNvSpPr/>
            <p:nvPr/>
          </p:nvSpPr>
          <p:spPr>
            <a:xfrm flipH="1" flipV="1">
              <a:off x="2200" y="3475"/>
              <a:ext cx="453" cy="273"/>
            </a:xfrm>
            <a:prstGeom prst="line">
              <a:avLst/>
            </a:prstGeom>
            <a:ln w="9525" cap="flat" cmpd="sng">
              <a:solidFill>
                <a:srgbClr val="FF0000"/>
              </a:solidFill>
              <a:prstDash val="dash"/>
              <a:round/>
              <a:headEnd type="none" w="med" len="med"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26999" name="AutoShape 34">
            <a:hlinkClick r:id="rId5" action="ppaction://hlinksldjump"/>
          </p:cNvPr>
          <p:cNvSpPr/>
          <p:nvPr/>
        </p:nvSpPr>
        <p:spPr>
          <a:xfrm>
            <a:off x="7537450" y="6597650"/>
            <a:ext cx="360363" cy="252413"/>
          </a:xfrm>
          <a:prstGeom prst="actionButtonBeginning">
            <a:avLst/>
          </a:prstGeom>
          <a:solidFill>
            <a:srgbClr val="3366FF"/>
          </a:solidFill>
          <a:ln w="9525" cap="flat" cmpd="sng">
            <a:solidFill>
              <a:schemeClr val="bg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pPr algn="ctr"/>
            <a:endParaRPr lang="zh-CN" altLang="en-US" b="0" dirty="0">
              <a:latin typeface="Arial" panose="020B0604020202020204" pitchFamily="34" charset="0"/>
              <a:ea typeface="楷体_GB2312" pitchFamily="49" charset="-122"/>
            </a:endParaRPr>
          </a:p>
        </p:txBody>
      </p:sp>
      <p:sp>
        <p:nvSpPr>
          <p:cNvPr id="127000" name="AutoShape 35">
            <a:hlinkClick r:id="" action="ppaction://hlinkshowjump?jump=previousslide"/>
          </p:cNvPr>
          <p:cNvSpPr/>
          <p:nvPr/>
        </p:nvSpPr>
        <p:spPr>
          <a:xfrm>
            <a:off x="7954963" y="6597650"/>
            <a:ext cx="360362" cy="258763"/>
          </a:xfrm>
          <a:prstGeom prst="actionButtonBackPrevious">
            <a:avLst/>
          </a:prstGeom>
          <a:solidFill>
            <a:srgbClr val="3366FF"/>
          </a:solidFill>
          <a:ln w="9525" cap="flat" cmpd="sng">
            <a:solidFill>
              <a:schemeClr val="bg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pPr algn="ctr"/>
            <a:endParaRPr lang="zh-CN" altLang="en-US" b="0" dirty="0">
              <a:latin typeface="Arial" panose="020B0604020202020204" pitchFamily="34" charset="0"/>
              <a:ea typeface="楷体_GB2312" pitchFamily="49" charset="-122"/>
            </a:endParaRPr>
          </a:p>
        </p:txBody>
      </p:sp>
      <p:sp>
        <p:nvSpPr>
          <p:cNvPr id="127001" name="AutoShape 36">
            <a:hlinkClick r:id="" action="ppaction://hlinkshowjump?jump=nextslide"/>
          </p:cNvPr>
          <p:cNvSpPr/>
          <p:nvPr/>
        </p:nvSpPr>
        <p:spPr>
          <a:xfrm>
            <a:off x="8372475" y="6597650"/>
            <a:ext cx="360363" cy="252413"/>
          </a:xfrm>
          <a:prstGeom prst="actionButtonForwardNext">
            <a:avLst/>
          </a:prstGeom>
          <a:solidFill>
            <a:srgbClr val="3366FF"/>
          </a:solidFill>
          <a:ln w="9525" cap="flat" cmpd="sng">
            <a:solidFill>
              <a:schemeClr val="bg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pPr algn="ctr"/>
            <a:endParaRPr lang="zh-CN" altLang="en-US" b="0" dirty="0">
              <a:latin typeface="Arial" panose="020B0604020202020204" pitchFamily="34" charset="0"/>
              <a:ea typeface="楷体_GB2312" pitchFamily="49" charset="-122"/>
            </a:endParaRPr>
          </a:p>
        </p:txBody>
      </p:sp>
      <p:sp>
        <p:nvSpPr>
          <p:cNvPr id="127002" name="AutoShape 37">
            <a:hlinkClick r:id="" action="ppaction://hlinkshowjump?jump=lastslide"/>
          </p:cNvPr>
          <p:cNvSpPr/>
          <p:nvPr/>
        </p:nvSpPr>
        <p:spPr>
          <a:xfrm>
            <a:off x="8763000" y="6597650"/>
            <a:ext cx="360363" cy="252413"/>
          </a:xfrm>
          <a:prstGeom prst="actionButtonEnd">
            <a:avLst/>
          </a:prstGeom>
          <a:solidFill>
            <a:srgbClr val="3366FF"/>
          </a:solidFill>
          <a:ln w="9525" cap="flat" cmpd="sng">
            <a:solidFill>
              <a:schemeClr val="bg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pPr algn="ctr"/>
            <a:endParaRPr lang="zh-CN" altLang="en-US" b="0" dirty="0">
              <a:latin typeface="Arial" panose="020B0604020202020204" pitchFamily="34" charset="0"/>
              <a:ea typeface="楷体_GB2312" pitchFamily="49" charset="-122"/>
            </a:endParaRPr>
          </a:p>
        </p:txBody>
      </p:sp>
      <p:grpSp>
        <p:nvGrpSpPr>
          <p:cNvPr id="3" name="Group 40">
            <a:extLst>
              <a:ext uri="{FF2B5EF4-FFF2-40B4-BE49-F238E27FC236}">
                <a16:creationId xmlns:a16="http://schemas.microsoft.com/office/drawing/2014/main" id="{3AD89CF5-9CAF-4AB5-A392-FD8E00021DD1}"/>
              </a:ext>
            </a:extLst>
          </p:cNvPr>
          <p:cNvGrpSpPr/>
          <p:nvPr/>
        </p:nvGrpSpPr>
        <p:grpSpPr>
          <a:xfrm>
            <a:off x="3276188" y="641529"/>
            <a:ext cx="2449513" cy="1727200"/>
            <a:chOff x="3106" y="2342"/>
            <a:chExt cx="1543" cy="1088"/>
          </a:xfrm>
        </p:grpSpPr>
        <p:sp>
          <p:nvSpPr>
            <p:cNvPr id="4" name="Rectangle 41">
              <a:extLst>
                <a:ext uri="{FF2B5EF4-FFF2-40B4-BE49-F238E27FC236}">
                  <a16:creationId xmlns:a16="http://schemas.microsoft.com/office/drawing/2014/main" id="{152D674B-32D3-1F11-3A6C-51D1F6357B3A}"/>
                </a:ext>
              </a:extLst>
            </p:cNvPr>
            <p:cNvSpPr/>
            <p:nvPr/>
          </p:nvSpPr>
          <p:spPr>
            <a:xfrm>
              <a:off x="3106" y="2342"/>
              <a:ext cx="1543" cy="1088"/>
            </a:xfrm>
            <a:prstGeom prst="rect">
              <a:avLst/>
            </a:prstGeom>
            <a:solidFill>
              <a:srgbClr val="CCFFFF"/>
            </a:solidFill>
            <a:ln w="9525" cap="flat" cmpd="sng">
              <a:solidFill>
                <a:srgbClr val="9933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marL="342900" indent="-342900" algn="ctr"/>
              <a:endParaRPr lang="zh-CN" altLang="zh-CN" b="0" dirty="0">
                <a:latin typeface="Arial" panose="020B0604020202020204" pitchFamily="34" charset="0"/>
                <a:ea typeface="楷体_GB2312" pitchFamily="49" charset="-122"/>
              </a:endParaRPr>
            </a:p>
          </p:txBody>
        </p:sp>
        <p:grpSp>
          <p:nvGrpSpPr>
            <p:cNvPr id="5" name="Group 42">
              <a:extLst>
                <a:ext uri="{FF2B5EF4-FFF2-40B4-BE49-F238E27FC236}">
                  <a16:creationId xmlns:a16="http://schemas.microsoft.com/office/drawing/2014/main" id="{52F8537B-972C-ECB7-32EF-98337405A817}"/>
                </a:ext>
              </a:extLst>
            </p:cNvPr>
            <p:cNvGrpSpPr/>
            <p:nvPr/>
          </p:nvGrpSpPr>
          <p:grpSpPr>
            <a:xfrm>
              <a:off x="3453" y="2478"/>
              <a:ext cx="760" cy="862"/>
              <a:chOff x="3120" y="2341"/>
              <a:chExt cx="760" cy="862"/>
            </a:xfrm>
          </p:grpSpPr>
          <p:grpSp>
            <p:nvGrpSpPr>
              <p:cNvPr id="6" name="Group 43">
                <a:extLst>
                  <a:ext uri="{FF2B5EF4-FFF2-40B4-BE49-F238E27FC236}">
                    <a16:creationId xmlns:a16="http://schemas.microsoft.com/office/drawing/2014/main" id="{5D237EAD-B15D-ED07-C448-08AE1D139B3E}"/>
                  </a:ext>
                </a:extLst>
              </p:cNvPr>
              <p:cNvGrpSpPr/>
              <p:nvPr/>
            </p:nvGrpSpPr>
            <p:grpSpPr>
              <a:xfrm>
                <a:off x="3168" y="2341"/>
                <a:ext cx="696" cy="440"/>
                <a:chOff x="3168" y="2341"/>
                <a:chExt cx="696" cy="440"/>
              </a:xfrm>
            </p:grpSpPr>
            <p:sp>
              <p:nvSpPr>
                <p:cNvPr id="18" name="Freeform 44">
                  <a:extLst>
                    <a:ext uri="{FF2B5EF4-FFF2-40B4-BE49-F238E27FC236}">
                      <a16:creationId xmlns:a16="http://schemas.microsoft.com/office/drawing/2014/main" id="{47C3B263-9D26-EA9E-6E32-6834D6FF4642}"/>
                    </a:ext>
                  </a:extLst>
                </p:cNvPr>
                <p:cNvSpPr/>
                <p:nvPr/>
              </p:nvSpPr>
              <p:spPr>
                <a:xfrm>
                  <a:off x="3168" y="2387"/>
                  <a:ext cx="357" cy="349"/>
                </a:xfrm>
                <a:custGeom>
                  <a:avLst/>
                  <a:gdLst/>
                  <a:ahLst/>
                  <a:cxnLst>
                    <a:cxn ang="0">
                      <a:pos x="336" y="349"/>
                    </a:cxn>
                    <a:cxn ang="0">
                      <a:pos x="352" y="277"/>
                    </a:cxn>
                    <a:cxn ang="0">
                      <a:pos x="344" y="221"/>
                    </a:cxn>
                    <a:cxn ang="0">
                      <a:pos x="272" y="136"/>
                    </a:cxn>
                    <a:cxn ang="0">
                      <a:pos x="136" y="45"/>
                    </a:cxn>
                    <a:cxn ang="0">
                      <a:pos x="0" y="0"/>
                    </a:cxn>
                  </a:cxnLst>
                  <a:rect l="0" t="0" r="0" b="0"/>
                  <a:pathLst>
                    <a:path w="357" h="349">
                      <a:moveTo>
                        <a:pt x="336" y="349"/>
                      </a:moveTo>
                      <a:cubicBezTo>
                        <a:pt x="339" y="337"/>
                        <a:pt x="351" y="298"/>
                        <a:pt x="352" y="277"/>
                      </a:cubicBezTo>
                      <a:cubicBezTo>
                        <a:pt x="353" y="256"/>
                        <a:pt x="357" y="245"/>
                        <a:pt x="344" y="221"/>
                      </a:cubicBezTo>
                      <a:cubicBezTo>
                        <a:pt x="331" y="197"/>
                        <a:pt x="307" y="165"/>
                        <a:pt x="272" y="136"/>
                      </a:cubicBezTo>
                      <a:cubicBezTo>
                        <a:pt x="237" y="107"/>
                        <a:pt x="181" y="68"/>
                        <a:pt x="136" y="45"/>
                      </a:cubicBezTo>
                      <a:cubicBezTo>
                        <a:pt x="91" y="22"/>
                        <a:pt x="23" y="7"/>
                        <a:pt x="0" y="0"/>
                      </a:cubicBezTo>
                    </a:path>
                  </a:pathLst>
                </a:custGeom>
                <a:noFill/>
                <a:ln w="25400" cap="flat" cmpd="sng">
                  <a:solidFill>
                    <a:srgbClr val="0000FF"/>
                  </a:solidFill>
                  <a:prstDash val="solid"/>
                  <a:round/>
                  <a:headEnd type="none" w="med" len="med"/>
                  <a:tailEnd type="stealth" w="med" len="lg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9" name="Freeform 45">
                  <a:extLst>
                    <a:ext uri="{FF2B5EF4-FFF2-40B4-BE49-F238E27FC236}">
                      <a16:creationId xmlns:a16="http://schemas.microsoft.com/office/drawing/2014/main" id="{B8770663-9111-743E-150E-6B29EB12952E}"/>
                    </a:ext>
                  </a:extLst>
                </p:cNvPr>
                <p:cNvSpPr/>
                <p:nvPr/>
              </p:nvSpPr>
              <p:spPr>
                <a:xfrm rot="1800000">
                  <a:off x="3280" y="2341"/>
                  <a:ext cx="357" cy="349"/>
                </a:xfrm>
                <a:custGeom>
                  <a:avLst/>
                  <a:gdLst/>
                  <a:ahLst/>
                  <a:cxnLst>
                    <a:cxn ang="0">
                      <a:pos x="336" y="349"/>
                    </a:cxn>
                    <a:cxn ang="0">
                      <a:pos x="352" y="277"/>
                    </a:cxn>
                    <a:cxn ang="0">
                      <a:pos x="344" y="221"/>
                    </a:cxn>
                    <a:cxn ang="0">
                      <a:pos x="272" y="136"/>
                    </a:cxn>
                    <a:cxn ang="0">
                      <a:pos x="136" y="45"/>
                    </a:cxn>
                    <a:cxn ang="0">
                      <a:pos x="0" y="0"/>
                    </a:cxn>
                  </a:cxnLst>
                  <a:rect l="0" t="0" r="0" b="0"/>
                  <a:pathLst>
                    <a:path w="357" h="349">
                      <a:moveTo>
                        <a:pt x="336" y="349"/>
                      </a:moveTo>
                      <a:cubicBezTo>
                        <a:pt x="339" y="337"/>
                        <a:pt x="351" y="298"/>
                        <a:pt x="352" y="277"/>
                      </a:cubicBezTo>
                      <a:cubicBezTo>
                        <a:pt x="353" y="256"/>
                        <a:pt x="357" y="245"/>
                        <a:pt x="344" y="221"/>
                      </a:cubicBezTo>
                      <a:cubicBezTo>
                        <a:pt x="331" y="197"/>
                        <a:pt x="307" y="165"/>
                        <a:pt x="272" y="136"/>
                      </a:cubicBezTo>
                      <a:cubicBezTo>
                        <a:pt x="237" y="107"/>
                        <a:pt x="181" y="68"/>
                        <a:pt x="136" y="45"/>
                      </a:cubicBezTo>
                      <a:cubicBezTo>
                        <a:pt x="91" y="22"/>
                        <a:pt x="23" y="7"/>
                        <a:pt x="0" y="0"/>
                      </a:cubicBezTo>
                    </a:path>
                  </a:pathLst>
                </a:custGeom>
                <a:noFill/>
                <a:ln w="25400" cap="flat" cmpd="sng">
                  <a:solidFill>
                    <a:srgbClr val="0000FF"/>
                  </a:solidFill>
                  <a:prstDash val="solid"/>
                  <a:round/>
                  <a:headEnd type="none" w="med" len="med"/>
                  <a:tailEnd type="stealth" w="med" len="lg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0" name="Freeform 46">
                  <a:extLst>
                    <a:ext uri="{FF2B5EF4-FFF2-40B4-BE49-F238E27FC236}">
                      <a16:creationId xmlns:a16="http://schemas.microsoft.com/office/drawing/2014/main" id="{8B87E495-FC8D-E399-1A8C-B44F1B0AC44F}"/>
                    </a:ext>
                  </a:extLst>
                </p:cNvPr>
                <p:cNvSpPr/>
                <p:nvPr/>
              </p:nvSpPr>
              <p:spPr>
                <a:xfrm rot="3600000">
                  <a:off x="3399" y="2358"/>
                  <a:ext cx="357" cy="349"/>
                </a:xfrm>
                <a:custGeom>
                  <a:avLst/>
                  <a:gdLst/>
                  <a:ahLst/>
                  <a:cxnLst>
                    <a:cxn ang="0">
                      <a:pos x="336" y="349"/>
                    </a:cxn>
                    <a:cxn ang="0">
                      <a:pos x="352" y="277"/>
                    </a:cxn>
                    <a:cxn ang="0">
                      <a:pos x="344" y="221"/>
                    </a:cxn>
                    <a:cxn ang="0">
                      <a:pos x="272" y="136"/>
                    </a:cxn>
                    <a:cxn ang="0">
                      <a:pos x="136" y="45"/>
                    </a:cxn>
                    <a:cxn ang="0">
                      <a:pos x="0" y="0"/>
                    </a:cxn>
                  </a:cxnLst>
                  <a:rect l="0" t="0" r="0" b="0"/>
                  <a:pathLst>
                    <a:path w="357" h="349">
                      <a:moveTo>
                        <a:pt x="336" y="349"/>
                      </a:moveTo>
                      <a:cubicBezTo>
                        <a:pt x="339" y="337"/>
                        <a:pt x="351" y="298"/>
                        <a:pt x="352" y="277"/>
                      </a:cubicBezTo>
                      <a:cubicBezTo>
                        <a:pt x="353" y="256"/>
                        <a:pt x="357" y="245"/>
                        <a:pt x="344" y="221"/>
                      </a:cubicBezTo>
                      <a:cubicBezTo>
                        <a:pt x="331" y="197"/>
                        <a:pt x="307" y="165"/>
                        <a:pt x="272" y="136"/>
                      </a:cubicBezTo>
                      <a:cubicBezTo>
                        <a:pt x="237" y="107"/>
                        <a:pt x="181" y="68"/>
                        <a:pt x="136" y="45"/>
                      </a:cubicBezTo>
                      <a:cubicBezTo>
                        <a:pt x="91" y="22"/>
                        <a:pt x="23" y="7"/>
                        <a:pt x="0" y="0"/>
                      </a:cubicBezTo>
                    </a:path>
                  </a:pathLst>
                </a:custGeom>
                <a:noFill/>
                <a:ln w="25400" cap="flat" cmpd="sng">
                  <a:solidFill>
                    <a:srgbClr val="0000FF"/>
                  </a:solidFill>
                  <a:prstDash val="solid"/>
                  <a:round/>
                  <a:headEnd type="none" w="med" len="med"/>
                  <a:tailEnd type="stealth" w="med" len="lg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1" name="Freeform 47">
                  <a:extLst>
                    <a:ext uri="{FF2B5EF4-FFF2-40B4-BE49-F238E27FC236}">
                      <a16:creationId xmlns:a16="http://schemas.microsoft.com/office/drawing/2014/main" id="{CC9D5EFF-1ED8-96D5-B5DE-7ABFD947C077}"/>
                    </a:ext>
                  </a:extLst>
                </p:cNvPr>
                <p:cNvSpPr/>
                <p:nvPr/>
              </p:nvSpPr>
              <p:spPr>
                <a:xfrm rot="5400000">
                  <a:off x="3510" y="2427"/>
                  <a:ext cx="357" cy="349"/>
                </a:xfrm>
                <a:custGeom>
                  <a:avLst/>
                  <a:gdLst/>
                  <a:ahLst/>
                  <a:cxnLst>
                    <a:cxn ang="0">
                      <a:pos x="336" y="349"/>
                    </a:cxn>
                    <a:cxn ang="0">
                      <a:pos x="352" y="277"/>
                    </a:cxn>
                    <a:cxn ang="0">
                      <a:pos x="344" y="221"/>
                    </a:cxn>
                    <a:cxn ang="0">
                      <a:pos x="272" y="136"/>
                    </a:cxn>
                    <a:cxn ang="0">
                      <a:pos x="136" y="45"/>
                    </a:cxn>
                    <a:cxn ang="0">
                      <a:pos x="0" y="0"/>
                    </a:cxn>
                  </a:cxnLst>
                  <a:rect l="0" t="0" r="0" b="0"/>
                  <a:pathLst>
                    <a:path w="357" h="349">
                      <a:moveTo>
                        <a:pt x="336" y="349"/>
                      </a:moveTo>
                      <a:cubicBezTo>
                        <a:pt x="339" y="337"/>
                        <a:pt x="351" y="298"/>
                        <a:pt x="352" y="277"/>
                      </a:cubicBezTo>
                      <a:cubicBezTo>
                        <a:pt x="353" y="256"/>
                        <a:pt x="357" y="245"/>
                        <a:pt x="344" y="221"/>
                      </a:cubicBezTo>
                      <a:cubicBezTo>
                        <a:pt x="331" y="197"/>
                        <a:pt x="307" y="165"/>
                        <a:pt x="272" y="136"/>
                      </a:cubicBezTo>
                      <a:cubicBezTo>
                        <a:pt x="237" y="107"/>
                        <a:pt x="181" y="68"/>
                        <a:pt x="136" y="45"/>
                      </a:cubicBezTo>
                      <a:cubicBezTo>
                        <a:pt x="91" y="22"/>
                        <a:pt x="23" y="7"/>
                        <a:pt x="0" y="0"/>
                      </a:cubicBezTo>
                    </a:path>
                  </a:pathLst>
                </a:custGeom>
                <a:noFill/>
                <a:ln w="25400" cap="flat" cmpd="sng">
                  <a:solidFill>
                    <a:srgbClr val="0000FF"/>
                  </a:solidFill>
                  <a:prstDash val="solid"/>
                  <a:round/>
                  <a:headEnd type="none" w="med" len="med"/>
                  <a:tailEnd type="stealth" w="med" len="lg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7" name="Group 48">
                <a:extLst>
                  <a:ext uri="{FF2B5EF4-FFF2-40B4-BE49-F238E27FC236}">
                    <a16:creationId xmlns:a16="http://schemas.microsoft.com/office/drawing/2014/main" id="{53222E98-59A2-F1FC-AB3C-6D520DF2454E}"/>
                  </a:ext>
                </a:extLst>
              </p:cNvPr>
              <p:cNvGrpSpPr/>
              <p:nvPr/>
            </p:nvGrpSpPr>
            <p:grpSpPr>
              <a:xfrm rot="7200000">
                <a:off x="3312" y="2635"/>
                <a:ext cx="696" cy="440"/>
                <a:chOff x="3168" y="2341"/>
                <a:chExt cx="696" cy="440"/>
              </a:xfrm>
            </p:grpSpPr>
            <p:sp>
              <p:nvSpPr>
                <p:cNvPr id="14" name="Freeform 49">
                  <a:extLst>
                    <a:ext uri="{FF2B5EF4-FFF2-40B4-BE49-F238E27FC236}">
                      <a16:creationId xmlns:a16="http://schemas.microsoft.com/office/drawing/2014/main" id="{3E409C59-5AAB-0F00-AE9E-E6D6880890F2}"/>
                    </a:ext>
                  </a:extLst>
                </p:cNvPr>
                <p:cNvSpPr/>
                <p:nvPr/>
              </p:nvSpPr>
              <p:spPr>
                <a:xfrm>
                  <a:off x="3168" y="2387"/>
                  <a:ext cx="357" cy="349"/>
                </a:xfrm>
                <a:custGeom>
                  <a:avLst/>
                  <a:gdLst/>
                  <a:ahLst/>
                  <a:cxnLst>
                    <a:cxn ang="0">
                      <a:pos x="336" y="349"/>
                    </a:cxn>
                    <a:cxn ang="0">
                      <a:pos x="352" y="277"/>
                    </a:cxn>
                    <a:cxn ang="0">
                      <a:pos x="344" y="221"/>
                    </a:cxn>
                    <a:cxn ang="0">
                      <a:pos x="272" y="136"/>
                    </a:cxn>
                    <a:cxn ang="0">
                      <a:pos x="136" y="45"/>
                    </a:cxn>
                    <a:cxn ang="0">
                      <a:pos x="0" y="0"/>
                    </a:cxn>
                  </a:cxnLst>
                  <a:rect l="0" t="0" r="0" b="0"/>
                  <a:pathLst>
                    <a:path w="357" h="349">
                      <a:moveTo>
                        <a:pt x="336" y="349"/>
                      </a:moveTo>
                      <a:cubicBezTo>
                        <a:pt x="339" y="337"/>
                        <a:pt x="351" y="298"/>
                        <a:pt x="352" y="277"/>
                      </a:cubicBezTo>
                      <a:cubicBezTo>
                        <a:pt x="353" y="256"/>
                        <a:pt x="357" y="245"/>
                        <a:pt x="344" y="221"/>
                      </a:cubicBezTo>
                      <a:cubicBezTo>
                        <a:pt x="331" y="197"/>
                        <a:pt x="307" y="165"/>
                        <a:pt x="272" y="136"/>
                      </a:cubicBezTo>
                      <a:cubicBezTo>
                        <a:pt x="237" y="107"/>
                        <a:pt x="181" y="68"/>
                        <a:pt x="136" y="45"/>
                      </a:cubicBezTo>
                      <a:cubicBezTo>
                        <a:pt x="91" y="22"/>
                        <a:pt x="23" y="7"/>
                        <a:pt x="0" y="0"/>
                      </a:cubicBezTo>
                    </a:path>
                  </a:pathLst>
                </a:custGeom>
                <a:noFill/>
                <a:ln w="25400" cap="flat" cmpd="sng">
                  <a:solidFill>
                    <a:srgbClr val="0000FF"/>
                  </a:solidFill>
                  <a:prstDash val="solid"/>
                  <a:round/>
                  <a:headEnd type="none" w="med" len="med"/>
                  <a:tailEnd type="stealth" w="med" len="lg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5" name="Freeform 50">
                  <a:extLst>
                    <a:ext uri="{FF2B5EF4-FFF2-40B4-BE49-F238E27FC236}">
                      <a16:creationId xmlns:a16="http://schemas.microsoft.com/office/drawing/2014/main" id="{388208A6-E20C-17A1-0BA0-11E931A067B4}"/>
                    </a:ext>
                  </a:extLst>
                </p:cNvPr>
                <p:cNvSpPr/>
                <p:nvPr/>
              </p:nvSpPr>
              <p:spPr>
                <a:xfrm rot="1800000">
                  <a:off x="3280" y="2341"/>
                  <a:ext cx="357" cy="349"/>
                </a:xfrm>
                <a:custGeom>
                  <a:avLst/>
                  <a:gdLst/>
                  <a:ahLst/>
                  <a:cxnLst>
                    <a:cxn ang="0">
                      <a:pos x="336" y="349"/>
                    </a:cxn>
                    <a:cxn ang="0">
                      <a:pos x="352" y="277"/>
                    </a:cxn>
                    <a:cxn ang="0">
                      <a:pos x="344" y="221"/>
                    </a:cxn>
                    <a:cxn ang="0">
                      <a:pos x="272" y="136"/>
                    </a:cxn>
                    <a:cxn ang="0">
                      <a:pos x="136" y="45"/>
                    </a:cxn>
                    <a:cxn ang="0">
                      <a:pos x="0" y="0"/>
                    </a:cxn>
                  </a:cxnLst>
                  <a:rect l="0" t="0" r="0" b="0"/>
                  <a:pathLst>
                    <a:path w="357" h="349">
                      <a:moveTo>
                        <a:pt x="336" y="349"/>
                      </a:moveTo>
                      <a:cubicBezTo>
                        <a:pt x="339" y="337"/>
                        <a:pt x="351" y="298"/>
                        <a:pt x="352" y="277"/>
                      </a:cubicBezTo>
                      <a:cubicBezTo>
                        <a:pt x="353" y="256"/>
                        <a:pt x="357" y="245"/>
                        <a:pt x="344" y="221"/>
                      </a:cubicBezTo>
                      <a:cubicBezTo>
                        <a:pt x="331" y="197"/>
                        <a:pt x="307" y="165"/>
                        <a:pt x="272" y="136"/>
                      </a:cubicBezTo>
                      <a:cubicBezTo>
                        <a:pt x="237" y="107"/>
                        <a:pt x="181" y="68"/>
                        <a:pt x="136" y="45"/>
                      </a:cubicBezTo>
                      <a:cubicBezTo>
                        <a:pt x="91" y="22"/>
                        <a:pt x="23" y="7"/>
                        <a:pt x="0" y="0"/>
                      </a:cubicBezTo>
                    </a:path>
                  </a:pathLst>
                </a:custGeom>
                <a:noFill/>
                <a:ln w="25400" cap="flat" cmpd="sng">
                  <a:solidFill>
                    <a:srgbClr val="0000FF"/>
                  </a:solidFill>
                  <a:prstDash val="solid"/>
                  <a:round/>
                  <a:headEnd type="none" w="med" len="med"/>
                  <a:tailEnd type="stealth" w="med" len="lg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6" name="Freeform 51">
                  <a:extLst>
                    <a:ext uri="{FF2B5EF4-FFF2-40B4-BE49-F238E27FC236}">
                      <a16:creationId xmlns:a16="http://schemas.microsoft.com/office/drawing/2014/main" id="{E0ECE409-420D-3DE6-967D-048DF0644221}"/>
                    </a:ext>
                  </a:extLst>
                </p:cNvPr>
                <p:cNvSpPr/>
                <p:nvPr/>
              </p:nvSpPr>
              <p:spPr>
                <a:xfrm rot="3600000">
                  <a:off x="3399" y="2358"/>
                  <a:ext cx="357" cy="349"/>
                </a:xfrm>
                <a:custGeom>
                  <a:avLst/>
                  <a:gdLst/>
                  <a:ahLst/>
                  <a:cxnLst>
                    <a:cxn ang="0">
                      <a:pos x="336" y="349"/>
                    </a:cxn>
                    <a:cxn ang="0">
                      <a:pos x="352" y="277"/>
                    </a:cxn>
                    <a:cxn ang="0">
                      <a:pos x="344" y="221"/>
                    </a:cxn>
                    <a:cxn ang="0">
                      <a:pos x="272" y="136"/>
                    </a:cxn>
                    <a:cxn ang="0">
                      <a:pos x="136" y="45"/>
                    </a:cxn>
                    <a:cxn ang="0">
                      <a:pos x="0" y="0"/>
                    </a:cxn>
                  </a:cxnLst>
                  <a:rect l="0" t="0" r="0" b="0"/>
                  <a:pathLst>
                    <a:path w="357" h="349">
                      <a:moveTo>
                        <a:pt x="336" y="349"/>
                      </a:moveTo>
                      <a:cubicBezTo>
                        <a:pt x="339" y="337"/>
                        <a:pt x="351" y="298"/>
                        <a:pt x="352" y="277"/>
                      </a:cubicBezTo>
                      <a:cubicBezTo>
                        <a:pt x="353" y="256"/>
                        <a:pt x="357" y="245"/>
                        <a:pt x="344" y="221"/>
                      </a:cubicBezTo>
                      <a:cubicBezTo>
                        <a:pt x="331" y="197"/>
                        <a:pt x="307" y="165"/>
                        <a:pt x="272" y="136"/>
                      </a:cubicBezTo>
                      <a:cubicBezTo>
                        <a:pt x="237" y="107"/>
                        <a:pt x="181" y="68"/>
                        <a:pt x="136" y="45"/>
                      </a:cubicBezTo>
                      <a:cubicBezTo>
                        <a:pt x="91" y="22"/>
                        <a:pt x="23" y="7"/>
                        <a:pt x="0" y="0"/>
                      </a:cubicBezTo>
                    </a:path>
                  </a:pathLst>
                </a:custGeom>
                <a:noFill/>
                <a:ln w="25400" cap="flat" cmpd="sng">
                  <a:solidFill>
                    <a:srgbClr val="0000FF"/>
                  </a:solidFill>
                  <a:prstDash val="solid"/>
                  <a:round/>
                  <a:headEnd type="none" w="med" len="med"/>
                  <a:tailEnd type="stealth" w="med" len="lg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7" name="Freeform 52">
                  <a:extLst>
                    <a:ext uri="{FF2B5EF4-FFF2-40B4-BE49-F238E27FC236}">
                      <a16:creationId xmlns:a16="http://schemas.microsoft.com/office/drawing/2014/main" id="{64C4B9E5-DA80-12EC-E6D2-921AA14EC023}"/>
                    </a:ext>
                  </a:extLst>
                </p:cNvPr>
                <p:cNvSpPr/>
                <p:nvPr/>
              </p:nvSpPr>
              <p:spPr>
                <a:xfrm rot="5400000">
                  <a:off x="3510" y="2427"/>
                  <a:ext cx="357" cy="349"/>
                </a:xfrm>
                <a:custGeom>
                  <a:avLst/>
                  <a:gdLst/>
                  <a:ahLst/>
                  <a:cxnLst>
                    <a:cxn ang="0">
                      <a:pos x="336" y="349"/>
                    </a:cxn>
                    <a:cxn ang="0">
                      <a:pos x="352" y="277"/>
                    </a:cxn>
                    <a:cxn ang="0">
                      <a:pos x="344" y="221"/>
                    </a:cxn>
                    <a:cxn ang="0">
                      <a:pos x="272" y="136"/>
                    </a:cxn>
                    <a:cxn ang="0">
                      <a:pos x="136" y="45"/>
                    </a:cxn>
                    <a:cxn ang="0">
                      <a:pos x="0" y="0"/>
                    </a:cxn>
                  </a:cxnLst>
                  <a:rect l="0" t="0" r="0" b="0"/>
                  <a:pathLst>
                    <a:path w="357" h="349">
                      <a:moveTo>
                        <a:pt x="336" y="349"/>
                      </a:moveTo>
                      <a:cubicBezTo>
                        <a:pt x="339" y="337"/>
                        <a:pt x="351" y="298"/>
                        <a:pt x="352" y="277"/>
                      </a:cubicBezTo>
                      <a:cubicBezTo>
                        <a:pt x="353" y="256"/>
                        <a:pt x="357" y="245"/>
                        <a:pt x="344" y="221"/>
                      </a:cubicBezTo>
                      <a:cubicBezTo>
                        <a:pt x="331" y="197"/>
                        <a:pt x="307" y="165"/>
                        <a:pt x="272" y="136"/>
                      </a:cubicBezTo>
                      <a:cubicBezTo>
                        <a:pt x="237" y="107"/>
                        <a:pt x="181" y="68"/>
                        <a:pt x="136" y="45"/>
                      </a:cubicBezTo>
                      <a:cubicBezTo>
                        <a:pt x="91" y="22"/>
                        <a:pt x="23" y="7"/>
                        <a:pt x="0" y="0"/>
                      </a:cubicBezTo>
                    </a:path>
                  </a:pathLst>
                </a:custGeom>
                <a:noFill/>
                <a:ln w="25400" cap="flat" cmpd="sng">
                  <a:solidFill>
                    <a:srgbClr val="0000FF"/>
                  </a:solidFill>
                  <a:prstDash val="solid"/>
                  <a:round/>
                  <a:headEnd type="none" w="med" len="med"/>
                  <a:tailEnd type="stealth" w="med" len="lg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8" name="Group 53">
                <a:extLst>
                  <a:ext uri="{FF2B5EF4-FFF2-40B4-BE49-F238E27FC236}">
                    <a16:creationId xmlns:a16="http://schemas.microsoft.com/office/drawing/2014/main" id="{2293B9E9-2DA5-4594-A13B-E8477477AA77}"/>
                  </a:ext>
                </a:extLst>
              </p:cNvPr>
              <p:cNvGrpSpPr/>
              <p:nvPr/>
            </p:nvGrpSpPr>
            <p:grpSpPr>
              <a:xfrm rot="-7200000">
                <a:off x="2992" y="2606"/>
                <a:ext cx="696" cy="440"/>
                <a:chOff x="3168" y="2341"/>
                <a:chExt cx="696" cy="440"/>
              </a:xfrm>
            </p:grpSpPr>
            <p:sp>
              <p:nvSpPr>
                <p:cNvPr id="10" name="Freeform 54">
                  <a:extLst>
                    <a:ext uri="{FF2B5EF4-FFF2-40B4-BE49-F238E27FC236}">
                      <a16:creationId xmlns:a16="http://schemas.microsoft.com/office/drawing/2014/main" id="{779E7C93-3450-7368-1DAD-1915989312FC}"/>
                    </a:ext>
                  </a:extLst>
                </p:cNvPr>
                <p:cNvSpPr/>
                <p:nvPr/>
              </p:nvSpPr>
              <p:spPr>
                <a:xfrm>
                  <a:off x="3168" y="2387"/>
                  <a:ext cx="357" cy="349"/>
                </a:xfrm>
                <a:custGeom>
                  <a:avLst/>
                  <a:gdLst/>
                  <a:ahLst/>
                  <a:cxnLst>
                    <a:cxn ang="0">
                      <a:pos x="336" y="349"/>
                    </a:cxn>
                    <a:cxn ang="0">
                      <a:pos x="352" y="277"/>
                    </a:cxn>
                    <a:cxn ang="0">
                      <a:pos x="344" y="221"/>
                    </a:cxn>
                    <a:cxn ang="0">
                      <a:pos x="272" y="136"/>
                    </a:cxn>
                    <a:cxn ang="0">
                      <a:pos x="136" y="45"/>
                    </a:cxn>
                    <a:cxn ang="0">
                      <a:pos x="0" y="0"/>
                    </a:cxn>
                  </a:cxnLst>
                  <a:rect l="0" t="0" r="0" b="0"/>
                  <a:pathLst>
                    <a:path w="357" h="349">
                      <a:moveTo>
                        <a:pt x="336" y="349"/>
                      </a:moveTo>
                      <a:cubicBezTo>
                        <a:pt x="339" y="337"/>
                        <a:pt x="351" y="298"/>
                        <a:pt x="352" y="277"/>
                      </a:cubicBezTo>
                      <a:cubicBezTo>
                        <a:pt x="353" y="256"/>
                        <a:pt x="357" y="245"/>
                        <a:pt x="344" y="221"/>
                      </a:cubicBezTo>
                      <a:cubicBezTo>
                        <a:pt x="331" y="197"/>
                        <a:pt x="307" y="165"/>
                        <a:pt x="272" y="136"/>
                      </a:cubicBezTo>
                      <a:cubicBezTo>
                        <a:pt x="237" y="107"/>
                        <a:pt x="181" y="68"/>
                        <a:pt x="136" y="45"/>
                      </a:cubicBezTo>
                      <a:cubicBezTo>
                        <a:pt x="91" y="22"/>
                        <a:pt x="23" y="7"/>
                        <a:pt x="0" y="0"/>
                      </a:cubicBezTo>
                    </a:path>
                  </a:pathLst>
                </a:custGeom>
                <a:noFill/>
                <a:ln w="25400" cap="flat" cmpd="sng">
                  <a:solidFill>
                    <a:srgbClr val="0000FF"/>
                  </a:solidFill>
                  <a:prstDash val="solid"/>
                  <a:round/>
                  <a:headEnd type="none" w="med" len="med"/>
                  <a:tailEnd type="stealth" w="med" len="lg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1" name="Freeform 55">
                  <a:extLst>
                    <a:ext uri="{FF2B5EF4-FFF2-40B4-BE49-F238E27FC236}">
                      <a16:creationId xmlns:a16="http://schemas.microsoft.com/office/drawing/2014/main" id="{5E830F6B-3261-E5A8-5606-6F9C95724E81}"/>
                    </a:ext>
                  </a:extLst>
                </p:cNvPr>
                <p:cNvSpPr/>
                <p:nvPr/>
              </p:nvSpPr>
              <p:spPr>
                <a:xfrm rot="1800000">
                  <a:off x="3280" y="2341"/>
                  <a:ext cx="357" cy="349"/>
                </a:xfrm>
                <a:custGeom>
                  <a:avLst/>
                  <a:gdLst/>
                  <a:ahLst/>
                  <a:cxnLst>
                    <a:cxn ang="0">
                      <a:pos x="336" y="349"/>
                    </a:cxn>
                    <a:cxn ang="0">
                      <a:pos x="352" y="277"/>
                    </a:cxn>
                    <a:cxn ang="0">
                      <a:pos x="344" y="221"/>
                    </a:cxn>
                    <a:cxn ang="0">
                      <a:pos x="272" y="136"/>
                    </a:cxn>
                    <a:cxn ang="0">
                      <a:pos x="136" y="45"/>
                    </a:cxn>
                    <a:cxn ang="0">
                      <a:pos x="0" y="0"/>
                    </a:cxn>
                  </a:cxnLst>
                  <a:rect l="0" t="0" r="0" b="0"/>
                  <a:pathLst>
                    <a:path w="357" h="349">
                      <a:moveTo>
                        <a:pt x="336" y="349"/>
                      </a:moveTo>
                      <a:cubicBezTo>
                        <a:pt x="339" y="337"/>
                        <a:pt x="351" y="298"/>
                        <a:pt x="352" y="277"/>
                      </a:cubicBezTo>
                      <a:cubicBezTo>
                        <a:pt x="353" y="256"/>
                        <a:pt x="357" y="245"/>
                        <a:pt x="344" y="221"/>
                      </a:cubicBezTo>
                      <a:cubicBezTo>
                        <a:pt x="331" y="197"/>
                        <a:pt x="307" y="165"/>
                        <a:pt x="272" y="136"/>
                      </a:cubicBezTo>
                      <a:cubicBezTo>
                        <a:pt x="237" y="107"/>
                        <a:pt x="181" y="68"/>
                        <a:pt x="136" y="45"/>
                      </a:cubicBezTo>
                      <a:cubicBezTo>
                        <a:pt x="91" y="22"/>
                        <a:pt x="23" y="7"/>
                        <a:pt x="0" y="0"/>
                      </a:cubicBezTo>
                    </a:path>
                  </a:pathLst>
                </a:custGeom>
                <a:noFill/>
                <a:ln w="25400" cap="flat" cmpd="sng">
                  <a:solidFill>
                    <a:srgbClr val="0000FF"/>
                  </a:solidFill>
                  <a:prstDash val="solid"/>
                  <a:round/>
                  <a:headEnd type="none" w="med" len="med"/>
                  <a:tailEnd type="stealth" w="med" len="lg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2" name="Freeform 56">
                  <a:extLst>
                    <a:ext uri="{FF2B5EF4-FFF2-40B4-BE49-F238E27FC236}">
                      <a16:creationId xmlns:a16="http://schemas.microsoft.com/office/drawing/2014/main" id="{024886CE-8D7A-A849-0AEE-18F94CD73B5E}"/>
                    </a:ext>
                  </a:extLst>
                </p:cNvPr>
                <p:cNvSpPr/>
                <p:nvPr/>
              </p:nvSpPr>
              <p:spPr>
                <a:xfrm rot="3600000">
                  <a:off x="3399" y="2358"/>
                  <a:ext cx="357" cy="349"/>
                </a:xfrm>
                <a:custGeom>
                  <a:avLst/>
                  <a:gdLst/>
                  <a:ahLst/>
                  <a:cxnLst>
                    <a:cxn ang="0">
                      <a:pos x="336" y="349"/>
                    </a:cxn>
                    <a:cxn ang="0">
                      <a:pos x="352" y="277"/>
                    </a:cxn>
                    <a:cxn ang="0">
                      <a:pos x="344" y="221"/>
                    </a:cxn>
                    <a:cxn ang="0">
                      <a:pos x="272" y="136"/>
                    </a:cxn>
                    <a:cxn ang="0">
                      <a:pos x="136" y="45"/>
                    </a:cxn>
                    <a:cxn ang="0">
                      <a:pos x="0" y="0"/>
                    </a:cxn>
                  </a:cxnLst>
                  <a:rect l="0" t="0" r="0" b="0"/>
                  <a:pathLst>
                    <a:path w="357" h="349">
                      <a:moveTo>
                        <a:pt x="336" y="349"/>
                      </a:moveTo>
                      <a:cubicBezTo>
                        <a:pt x="339" y="337"/>
                        <a:pt x="351" y="298"/>
                        <a:pt x="352" y="277"/>
                      </a:cubicBezTo>
                      <a:cubicBezTo>
                        <a:pt x="353" y="256"/>
                        <a:pt x="357" y="245"/>
                        <a:pt x="344" y="221"/>
                      </a:cubicBezTo>
                      <a:cubicBezTo>
                        <a:pt x="331" y="197"/>
                        <a:pt x="307" y="165"/>
                        <a:pt x="272" y="136"/>
                      </a:cubicBezTo>
                      <a:cubicBezTo>
                        <a:pt x="237" y="107"/>
                        <a:pt x="181" y="68"/>
                        <a:pt x="136" y="45"/>
                      </a:cubicBezTo>
                      <a:cubicBezTo>
                        <a:pt x="91" y="22"/>
                        <a:pt x="23" y="7"/>
                        <a:pt x="0" y="0"/>
                      </a:cubicBezTo>
                    </a:path>
                  </a:pathLst>
                </a:custGeom>
                <a:noFill/>
                <a:ln w="25400" cap="flat" cmpd="sng">
                  <a:solidFill>
                    <a:srgbClr val="0000FF"/>
                  </a:solidFill>
                  <a:prstDash val="solid"/>
                  <a:round/>
                  <a:headEnd type="none" w="med" len="med"/>
                  <a:tailEnd type="stealth" w="med" len="lg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3" name="Freeform 57">
                  <a:extLst>
                    <a:ext uri="{FF2B5EF4-FFF2-40B4-BE49-F238E27FC236}">
                      <a16:creationId xmlns:a16="http://schemas.microsoft.com/office/drawing/2014/main" id="{F63FCF43-8BDA-6532-BCB0-D7C4CA349476}"/>
                    </a:ext>
                  </a:extLst>
                </p:cNvPr>
                <p:cNvSpPr/>
                <p:nvPr/>
              </p:nvSpPr>
              <p:spPr>
                <a:xfrm rot="5400000">
                  <a:off x="3510" y="2427"/>
                  <a:ext cx="357" cy="349"/>
                </a:xfrm>
                <a:custGeom>
                  <a:avLst/>
                  <a:gdLst/>
                  <a:ahLst/>
                  <a:cxnLst>
                    <a:cxn ang="0">
                      <a:pos x="336" y="349"/>
                    </a:cxn>
                    <a:cxn ang="0">
                      <a:pos x="352" y="277"/>
                    </a:cxn>
                    <a:cxn ang="0">
                      <a:pos x="344" y="221"/>
                    </a:cxn>
                    <a:cxn ang="0">
                      <a:pos x="272" y="136"/>
                    </a:cxn>
                    <a:cxn ang="0">
                      <a:pos x="136" y="45"/>
                    </a:cxn>
                    <a:cxn ang="0">
                      <a:pos x="0" y="0"/>
                    </a:cxn>
                  </a:cxnLst>
                  <a:rect l="0" t="0" r="0" b="0"/>
                  <a:pathLst>
                    <a:path w="357" h="349">
                      <a:moveTo>
                        <a:pt x="336" y="349"/>
                      </a:moveTo>
                      <a:cubicBezTo>
                        <a:pt x="339" y="337"/>
                        <a:pt x="351" y="298"/>
                        <a:pt x="352" y="277"/>
                      </a:cubicBezTo>
                      <a:cubicBezTo>
                        <a:pt x="353" y="256"/>
                        <a:pt x="357" y="245"/>
                        <a:pt x="344" y="221"/>
                      </a:cubicBezTo>
                      <a:cubicBezTo>
                        <a:pt x="331" y="197"/>
                        <a:pt x="307" y="165"/>
                        <a:pt x="272" y="136"/>
                      </a:cubicBezTo>
                      <a:cubicBezTo>
                        <a:pt x="237" y="107"/>
                        <a:pt x="181" y="68"/>
                        <a:pt x="136" y="45"/>
                      </a:cubicBezTo>
                      <a:cubicBezTo>
                        <a:pt x="91" y="22"/>
                        <a:pt x="23" y="7"/>
                        <a:pt x="0" y="0"/>
                      </a:cubicBezTo>
                    </a:path>
                  </a:pathLst>
                </a:custGeom>
                <a:noFill/>
                <a:ln w="25400" cap="flat" cmpd="sng">
                  <a:solidFill>
                    <a:srgbClr val="0000FF"/>
                  </a:solidFill>
                  <a:prstDash val="solid"/>
                  <a:round/>
                  <a:headEnd type="none" w="med" len="med"/>
                  <a:tailEnd type="stealth" w="med" len="lg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9" name="Oval 58">
                <a:extLst>
                  <a:ext uri="{FF2B5EF4-FFF2-40B4-BE49-F238E27FC236}">
                    <a16:creationId xmlns:a16="http://schemas.microsoft.com/office/drawing/2014/main" id="{38A31AF0-589E-9AC1-AC9B-9316CD9D470A}"/>
                  </a:ext>
                </a:extLst>
              </p:cNvPr>
              <p:cNvSpPr/>
              <p:nvPr/>
            </p:nvSpPr>
            <p:spPr>
              <a:xfrm>
                <a:off x="3454" y="2704"/>
                <a:ext cx="91" cy="91"/>
              </a:xfrm>
              <a:prstGeom prst="ellipse">
                <a:avLst/>
              </a:prstGeom>
              <a:solidFill>
                <a:srgbClr val="FF6600"/>
              </a:solidFill>
              <a:ln w="9525" cap="flat" cmpd="sng">
                <a:solidFill>
                  <a:srgbClr val="FF66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lstStyle/>
              <a:p>
                <a:pPr algn="ctr"/>
                <a:endParaRPr lang="zh-CN" altLang="en-US" b="0" dirty="0">
                  <a:latin typeface="Arial" panose="020B0604020202020204" pitchFamily="34" charset="0"/>
                  <a:ea typeface="楷体_GB2312" pitchFamily="49" charset="-122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6209418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4034" name="Rectangle 2"/>
          <p:cNvSpPr/>
          <p:nvPr/>
        </p:nvSpPr>
        <p:spPr>
          <a:xfrm>
            <a:off x="252413" y="620713"/>
            <a:ext cx="3527425" cy="503237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/>
          <a:p>
            <a:pPr marL="342900" indent="-342900"/>
            <a:r>
              <a:rPr lang="en-US" altLang="zh-CN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3.  </a:t>
            </a:r>
            <a:r>
              <a:rPr lang="zh-CN" altLang="en-US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矢量场示例</a:t>
            </a:r>
            <a:r>
              <a:rPr lang="zh-CN" altLang="en-US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</a:p>
        </p:txBody>
      </p:sp>
      <p:graphicFrame>
        <p:nvGraphicFramePr>
          <p:cNvPr id="684035" name="Object 3"/>
          <p:cNvGraphicFramePr>
            <a:graphicFrameLocks noChangeAspect="1"/>
          </p:cNvGraphicFramePr>
          <p:nvPr/>
        </p:nvGraphicFramePr>
        <p:xfrm>
          <a:off x="1042988" y="2960688"/>
          <a:ext cx="2425700" cy="468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996950" imgH="160020" progId="Equation.DSMT4">
                  <p:embed/>
                </p:oleObj>
              </mc:Choice>
              <mc:Fallback>
                <p:oleObj r:id="rId3" imgW="996950" imgH="160020" progId="Equation.DSMT4">
                  <p:embed/>
                  <p:pic>
                    <p:nvPicPr>
                      <p:cNvPr id="0" name="图片 3305"/>
                      <p:cNvPicPr/>
                      <p:nvPr/>
                    </p:nvPicPr>
                    <p:blipFill>
                      <a:blip r:embed="rId4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042988" y="2960688"/>
                        <a:ext cx="2425700" cy="46831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84036" name="Object 4"/>
          <p:cNvGraphicFramePr>
            <a:graphicFrameLocks noChangeAspect="1"/>
          </p:cNvGraphicFramePr>
          <p:nvPr/>
        </p:nvGraphicFramePr>
        <p:xfrm>
          <a:off x="4859338" y="2889250"/>
          <a:ext cx="2590800" cy="454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5" imgW="974725" imgH="137795" progId="Equation.DSMT4">
                  <p:embed/>
                </p:oleObj>
              </mc:Choice>
              <mc:Fallback>
                <p:oleObj r:id="rId5" imgW="974725" imgH="137795" progId="Equation.DSMT4">
                  <p:embed/>
                  <p:pic>
                    <p:nvPicPr>
                      <p:cNvPr id="0" name="图片 3304"/>
                      <p:cNvPicPr/>
                      <p:nvPr/>
                    </p:nvPicPr>
                    <p:blipFill>
                      <a:blip r:embed="rId6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4859338" y="2889250"/>
                        <a:ext cx="2590800" cy="4540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84037" name="Object 5"/>
          <p:cNvGraphicFramePr>
            <a:graphicFrameLocks noChangeAspect="1"/>
          </p:cNvGraphicFramePr>
          <p:nvPr/>
        </p:nvGraphicFramePr>
        <p:xfrm>
          <a:off x="1187450" y="5734050"/>
          <a:ext cx="2432050" cy="468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7" imgW="996950" imgH="160020" progId="Equation.DSMT4">
                  <p:embed/>
                </p:oleObj>
              </mc:Choice>
              <mc:Fallback>
                <p:oleObj r:id="rId7" imgW="996950" imgH="160020" progId="Equation.DSMT4">
                  <p:embed/>
                  <p:pic>
                    <p:nvPicPr>
                      <p:cNvPr id="0" name="图片 3307"/>
                      <p:cNvPicPr/>
                      <p:nvPr/>
                    </p:nvPicPr>
                    <p:blipFill>
                      <a:blip r:embed="rId8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187450" y="5734050"/>
                        <a:ext cx="2432050" cy="4683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84038" name="Object 6"/>
          <p:cNvGraphicFramePr>
            <a:graphicFrameLocks noChangeAspect="1"/>
          </p:cNvGraphicFramePr>
          <p:nvPr/>
        </p:nvGraphicFramePr>
        <p:xfrm>
          <a:off x="5076825" y="5734050"/>
          <a:ext cx="2432050" cy="468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9" imgW="996950" imgH="160020" progId="Equation.DSMT4">
                  <p:embed/>
                </p:oleObj>
              </mc:Choice>
              <mc:Fallback>
                <p:oleObj r:id="rId9" imgW="996950" imgH="160020" progId="Equation.DSMT4">
                  <p:embed/>
                  <p:pic>
                    <p:nvPicPr>
                      <p:cNvPr id="0" name="图片 3306"/>
                      <p:cNvPicPr/>
                      <p:nvPr/>
                    </p:nvPicPr>
                    <p:blipFill>
                      <a:blip r:embed="rId10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5076825" y="5734050"/>
                        <a:ext cx="2432050" cy="4683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684039" name="Group 7"/>
          <p:cNvGrpSpPr/>
          <p:nvPr/>
        </p:nvGrpSpPr>
        <p:grpSpPr>
          <a:xfrm>
            <a:off x="4859338" y="1196975"/>
            <a:ext cx="2449512" cy="1655763"/>
            <a:chOff x="3107" y="799"/>
            <a:chExt cx="1543" cy="1043"/>
          </a:xfrm>
        </p:grpSpPr>
        <p:sp>
          <p:nvSpPr>
            <p:cNvPr id="129031" name="Rectangle 8"/>
            <p:cNvSpPr/>
            <p:nvPr/>
          </p:nvSpPr>
          <p:spPr>
            <a:xfrm>
              <a:off x="3107" y="799"/>
              <a:ext cx="1543" cy="1043"/>
            </a:xfrm>
            <a:prstGeom prst="rect">
              <a:avLst/>
            </a:prstGeom>
            <a:solidFill>
              <a:srgbClr val="CCFFFF"/>
            </a:solidFill>
            <a:ln w="9525" cap="flat" cmpd="sng">
              <a:solidFill>
                <a:srgbClr val="9933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marL="342900" indent="-342900" algn="ctr"/>
              <a:endParaRPr lang="zh-CN" altLang="zh-CN" b="0" dirty="0">
                <a:latin typeface="Arial" panose="020B0604020202020204" pitchFamily="34" charset="0"/>
                <a:ea typeface="楷体_GB2312" pitchFamily="49" charset="-122"/>
              </a:endParaRPr>
            </a:p>
          </p:txBody>
        </p:sp>
        <p:grpSp>
          <p:nvGrpSpPr>
            <p:cNvPr id="129032" name="Group 9"/>
            <p:cNvGrpSpPr/>
            <p:nvPr/>
          </p:nvGrpSpPr>
          <p:grpSpPr>
            <a:xfrm>
              <a:off x="3403" y="889"/>
              <a:ext cx="875" cy="885"/>
              <a:chOff x="3403" y="1253"/>
              <a:chExt cx="875" cy="885"/>
            </a:xfrm>
          </p:grpSpPr>
          <p:grpSp>
            <p:nvGrpSpPr>
              <p:cNvPr id="129033" name="Group 10"/>
              <p:cNvGrpSpPr/>
              <p:nvPr/>
            </p:nvGrpSpPr>
            <p:grpSpPr>
              <a:xfrm>
                <a:off x="3837" y="1253"/>
                <a:ext cx="441" cy="448"/>
                <a:chOff x="3837" y="1253"/>
                <a:chExt cx="441" cy="448"/>
              </a:xfrm>
            </p:grpSpPr>
            <p:sp>
              <p:nvSpPr>
                <p:cNvPr id="129034" name="Line 11"/>
                <p:cNvSpPr/>
                <p:nvPr/>
              </p:nvSpPr>
              <p:spPr>
                <a:xfrm flipV="1">
                  <a:off x="3841" y="1253"/>
                  <a:ext cx="0" cy="408"/>
                </a:xfrm>
                <a:prstGeom prst="line">
                  <a:avLst/>
                </a:prstGeom>
                <a:ln w="28575" cap="flat" cmpd="sng">
                  <a:solidFill>
                    <a:srgbClr val="0000FF"/>
                  </a:solidFill>
                  <a:prstDash val="solid"/>
                  <a:round/>
                  <a:headEnd type="none" w="med" len="med"/>
                  <a:tailEnd type="stealth" w="med" len="lg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29035" name="Line 12"/>
                <p:cNvSpPr/>
                <p:nvPr/>
              </p:nvSpPr>
              <p:spPr>
                <a:xfrm rot="1800000" flipV="1">
                  <a:off x="3953" y="1293"/>
                  <a:ext cx="0" cy="408"/>
                </a:xfrm>
                <a:prstGeom prst="line">
                  <a:avLst/>
                </a:prstGeom>
                <a:ln w="28575" cap="flat" cmpd="sng">
                  <a:solidFill>
                    <a:srgbClr val="0000FF"/>
                  </a:solidFill>
                  <a:prstDash val="solid"/>
                  <a:round/>
                  <a:headEnd type="none" w="med" len="med"/>
                  <a:tailEnd type="stealth" w="med" len="lg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29036" name="Line 13"/>
                <p:cNvSpPr/>
                <p:nvPr/>
              </p:nvSpPr>
              <p:spPr>
                <a:xfrm rot="3600000" flipV="1">
                  <a:off x="4041" y="1373"/>
                  <a:ext cx="0" cy="408"/>
                </a:xfrm>
                <a:prstGeom prst="line">
                  <a:avLst/>
                </a:prstGeom>
                <a:ln w="28575" cap="flat" cmpd="sng">
                  <a:solidFill>
                    <a:srgbClr val="0000FF"/>
                  </a:solidFill>
                  <a:prstDash val="solid"/>
                  <a:round/>
                  <a:headEnd type="none" w="med" len="med"/>
                  <a:tailEnd type="stealth" w="med" len="lg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29037" name="Line 14"/>
                <p:cNvSpPr/>
                <p:nvPr/>
              </p:nvSpPr>
              <p:spPr>
                <a:xfrm rot="5400000" flipV="1">
                  <a:off x="4074" y="1494"/>
                  <a:ext cx="0" cy="408"/>
                </a:xfrm>
                <a:prstGeom prst="line">
                  <a:avLst/>
                </a:prstGeom>
                <a:ln w="28575" cap="flat" cmpd="sng">
                  <a:solidFill>
                    <a:srgbClr val="0000FF"/>
                  </a:solidFill>
                  <a:prstDash val="solid"/>
                  <a:round/>
                  <a:headEnd type="none" w="med" len="med"/>
                  <a:tailEnd type="stealth" w="med" len="lg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129038" name="Line 15"/>
              <p:cNvSpPr/>
              <p:nvPr/>
            </p:nvSpPr>
            <p:spPr>
              <a:xfrm>
                <a:off x="3845" y="1730"/>
                <a:ext cx="0" cy="408"/>
              </a:xfrm>
              <a:prstGeom prst="line">
                <a:avLst/>
              </a:prstGeom>
              <a:ln w="28575" cap="flat" cmpd="sng">
                <a:solidFill>
                  <a:srgbClr val="0000FF"/>
                </a:solidFill>
                <a:prstDash val="solid"/>
                <a:round/>
                <a:headEnd type="none" w="med" len="med"/>
                <a:tailEnd type="stealth" w="med" len="lg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9039" name="Line 16"/>
              <p:cNvSpPr/>
              <p:nvPr/>
            </p:nvSpPr>
            <p:spPr>
              <a:xfrm rot="-1800000">
                <a:off x="3957" y="1690"/>
                <a:ext cx="0" cy="408"/>
              </a:xfrm>
              <a:prstGeom prst="line">
                <a:avLst/>
              </a:prstGeom>
              <a:ln w="28575" cap="flat" cmpd="sng">
                <a:solidFill>
                  <a:srgbClr val="0000FF"/>
                </a:solidFill>
                <a:prstDash val="solid"/>
                <a:round/>
                <a:headEnd type="none" w="med" len="med"/>
                <a:tailEnd type="stealth" w="med" len="lg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9040" name="Line 17"/>
              <p:cNvSpPr/>
              <p:nvPr/>
            </p:nvSpPr>
            <p:spPr>
              <a:xfrm rot="-3600000">
                <a:off x="4045" y="1610"/>
                <a:ext cx="0" cy="408"/>
              </a:xfrm>
              <a:prstGeom prst="line">
                <a:avLst/>
              </a:prstGeom>
              <a:ln w="28575" cap="flat" cmpd="sng">
                <a:solidFill>
                  <a:srgbClr val="0000FF"/>
                </a:solidFill>
                <a:prstDash val="solid"/>
                <a:round/>
                <a:headEnd type="none" w="med" len="med"/>
                <a:tailEnd type="stealth" w="med" len="lg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grpSp>
            <p:nvGrpSpPr>
              <p:cNvPr id="129041" name="Group 18"/>
              <p:cNvGrpSpPr/>
              <p:nvPr/>
            </p:nvGrpSpPr>
            <p:grpSpPr>
              <a:xfrm flipH="1">
                <a:off x="3403" y="1298"/>
                <a:ext cx="441" cy="805"/>
                <a:chOff x="3973" y="1429"/>
                <a:chExt cx="441" cy="805"/>
              </a:xfrm>
            </p:grpSpPr>
            <p:sp>
              <p:nvSpPr>
                <p:cNvPr id="129042" name="Line 19"/>
                <p:cNvSpPr/>
                <p:nvPr/>
              </p:nvSpPr>
              <p:spPr>
                <a:xfrm rot="1800000" flipV="1">
                  <a:off x="4089" y="1429"/>
                  <a:ext cx="0" cy="408"/>
                </a:xfrm>
                <a:prstGeom prst="line">
                  <a:avLst/>
                </a:prstGeom>
                <a:ln w="28575" cap="flat" cmpd="sng">
                  <a:solidFill>
                    <a:srgbClr val="0000FF"/>
                  </a:solidFill>
                  <a:prstDash val="solid"/>
                  <a:round/>
                  <a:headEnd type="none" w="med" len="med"/>
                  <a:tailEnd type="stealth" w="med" len="lg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29043" name="Line 20"/>
                <p:cNvSpPr/>
                <p:nvPr/>
              </p:nvSpPr>
              <p:spPr>
                <a:xfrm rot="3600000" flipV="1">
                  <a:off x="4177" y="1509"/>
                  <a:ext cx="0" cy="408"/>
                </a:xfrm>
                <a:prstGeom prst="line">
                  <a:avLst/>
                </a:prstGeom>
                <a:ln w="28575" cap="flat" cmpd="sng">
                  <a:solidFill>
                    <a:srgbClr val="0000FF"/>
                  </a:solidFill>
                  <a:prstDash val="solid"/>
                  <a:round/>
                  <a:headEnd type="none" w="med" len="med"/>
                  <a:tailEnd type="stealth" w="med" len="lg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29044" name="Line 21"/>
                <p:cNvSpPr/>
                <p:nvPr/>
              </p:nvSpPr>
              <p:spPr>
                <a:xfrm rot="5400000" flipV="1">
                  <a:off x="4210" y="1630"/>
                  <a:ext cx="0" cy="408"/>
                </a:xfrm>
                <a:prstGeom prst="line">
                  <a:avLst/>
                </a:prstGeom>
                <a:ln w="28575" cap="flat" cmpd="sng">
                  <a:solidFill>
                    <a:srgbClr val="0000FF"/>
                  </a:solidFill>
                  <a:prstDash val="solid"/>
                  <a:round/>
                  <a:headEnd type="none" w="med" len="med"/>
                  <a:tailEnd type="stealth" w="med" len="lg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29045" name="Line 22"/>
                <p:cNvSpPr/>
                <p:nvPr/>
              </p:nvSpPr>
              <p:spPr>
                <a:xfrm rot="-1800000">
                  <a:off x="4093" y="1826"/>
                  <a:ext cx="0" cy="408"/>
                </a:xfrm>
                <a:prstGeom prst="line">
                  <a:avLst/>
                </a:prstGeom>
                <a:ln w="28575" cap="flat" cmpd="sng">
                  <a:solidFill>
                    <a:srgbClr val="0000FF"/>
                  </a:solidFill>
                  <a:prstDash val="solid"/>
                  <a:round/>
                  <a:headEnd type="none" w="med" len="med"/>
                  <a:tailEnd type="stealth" w="med" len="lg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29046" name="Line 23"/>
                <p:cNvSpPr/>
                <p:nvPr/>
              </p:nvSpPr>
              <p:spPr>
                <a:xfrm rot="-3600000">
                  <a:off x="4181" y="1746"/>
                  <a:ext cx="0" cy="408"/>
                </a:xfrm>
                <a:prstGeom prst="line">
                  <a:avLst/>
                </a:prstGeom>
                <a:ln w="28575" cap="flat" cmpd="sng">
                  <a:solidFill>
                    <a:srgbClr val="0000FF"/>
                  </a:solidFill>
                  <a:prstDash val="solid"/>
                  <a:round/>
                  <a:headEnd type="none" w="med" len="med"/>
                  <a:tailEnd type="stealth" w="med" len="lg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129047" name="Oval 24"/>
              <p:cNvSpPr/>
              <p:nvPr/>
            </p:nvSpPr>
            <p:spPr>
              <a:xfrm>
                <a:off x="3795" y="1661"/>
                <a:ext cx="91" cy="91"/>
              </a:xfrm>
              <a:prstGeom prst="ellipse">
                <a:avLst/>
              </a:prstGeom>
              <a:solidFill>
                <a:srgbClr val="FF6600"/>
              </a:solidFill>
              <a:ln w="9525" cap="flat" cmpd="sng">
                <a:solidFill>
                  <a:srgbClr val="FF66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lstStyle/>
              <a:p>
                <a:pPr algn="ctr"/>
                <a:endParaRPr lang="zh-CN" altLang="en-US" b="0" dirty="0">
                  <a:latin typeface="Arial" panose="020B0604020202020204" pitchFamily="34" charset="0"/>
                  <a:ea typeface="楷体_GB2312" pitchFamily="49" charset="-122"/>
                </a:endParaRPr>
              </a:p>
            </p:txBody>
          </p:sp>
        </p:grpSp>
      </p:grpSp>
      <p:grpSp>
        <p:nvGrpSpPr>
          <p:cNvPr id="684057" name="Group 25"/>
          <p:cNvGrpSpPr/>
          <p:nvPr/>
        </p:nvGrpSpPr>
        <p:grpSpPr>
          <a:xfrm>
            <a:off x="1042988" y="3860800"/>
            <a:ext cx="2449512" cy="1800225"/>
            <a:chOff x="340" y="1842"/>
            <a:chExt cx="1543" cy="1134"/>
          </a:xfrm>
        </p:grpSpPr>
        <p:sp>
          <p:nvSpPr>
            <p:cNvPr id="129049" name="Rectangle 26"/>
            <p:cNvSpPr>
              <a:spLocks noChangeAspect="1"/>
            </p:cNvSpPr>
            <p:nvPr/>
          </p:nvSpPr>
          <p:spPr>
            <a:xfrm>
              <a:off x="340" y="1842"/>
              <a:ext cx="1543" cy="1134"/>
            </a:xfrm>
            <a:prstGeom prst="rect">
              <a:avLst/>
            </a:prstGeom>
            <a:solidFill>
              <a:srgbClr val="CCFFFF"/>
            </a:solidFill>
            <a:ln w="9525" cap="flat" cmpd="sng">
              <a:solidFill>
                <a:srgbClr val="9933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marL="342900" indent="-342900" algn="ctr"/>
              <a:endParaRPr lang="zh-CN" altLang="zh-CN" b="0" dirty="0">
                <a:latin typeface="Arial" panose="020B0604020202020204" pitchFamily="34" charset="0"/>
                <a:ea typeface="楷体_GB2312" pitchFamily="49" charset="-122"/>
              </a:endParaRPr>
            </a:p>
          </p:txBody>
        </p:sp>
        <p:grpSp>
          <p:nvGrpSpPr>
            <p:cNvPr id="129050" name="Group 27"/>
            <p:cNvGrpSpPr>
              <a:grpSpLocks noChangeAspect="1"/>
            </p:cNvGrpSpPr>
            <p:nvPr/>
          </p:nvGrpSpPr>
          <p:grpSpPr>
            <a:xfrm>
              <a:off x="634" y="1939"/>
              <a:ext cx="952" cy="952"/>
              <a:chOff x="657" y="1933"/>
              <a:chExt cx="861" cy="861"/>
            </a:xfrm>
          </p:grpSpPr>
          <p:sp>
            <p:nvSpPr>
              <p:cNvPr id="129051" name="Oval 28"/>
              <p:cNvSpPr>
                <a:spLocks noChangeAspect="1"/>
              </p:cNvSpPr>
              <p:nvPr/>
            </p:nvSpPr>
            <p:spPr>
              <a:xfrm>
                <a:off x="657" y="1933"/>
                <a:ext cx="861" cy="861"/>
              </a:xfrm>
              <a:prstGeom prst="ellipse">
                <a:avLst/>
              </a:prstGeom>
              <a:noFill/>
              <a:ln w="25400" cap="flat" cmpd="sng">
                <a:solidFill>
                  <a:srgbClr val="0000FF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lstStyle/>
              <a:p>
                <a:pPr algn="ctr"/>
                <a:endParaRPr lang="zh-CN" altLang="en-US" b="0" dirty="0">
                  <a:latin typeface="Arial" panose="020B0604020202020204" pitchFamily="34" charset="0"/>
                  <a:ea typeface="楷体_GB2312" pitchFamily="49" charset="-122"/>
                </a:endParaRPr>
              </a:p>
            </p:txBody>
          </p:sp>
          <p:sp>
            <p:nvSpPr>
              <p:cNvPr id="129052" name="Oval 29"/>
              <p:cNvSpPr>
                <a:spLocks noChangeAspect="1"/>
              </p:cNvSpPr>
              <p:nvPr/>
            </p:nvSpPr>
            <p:spPr>
              <a:xfrm>
                <a:off x="749" y="2024"/>
                <a:ext cx="680" cy="680"/>
              </a:xfrm>
              <a:prstGeom prst="ellipse">
                <a:avLst/>
              </a:prstGeom>
              <a:noFill/>
              <a:ln w="25400" cap="flat" cmpd="sng">
                <a:solidFill>
                  <a:srgbClr val="0000FF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lstStyle/>
              <a:p>
                <a:pPr algn="ctr"/>
                <a:endParaRPr lang="zh-CN" altLang="en-US" b="0" dirty="0">
                  <a:latin typeface="Arial" panose="020B0604020202020204" pitchFamily="34" charset="0"/>
                  <a:ea typeface="楷体_GB2312" pitchFamily="49" charset="-122"/>
                </a:endParaRPr>
              </a:p>
            </p:txBody>
          </p:sp>
          <p:sp>
            <p:nvSpPr>
              <p:cNvPr id="129053" name="Oval 30"/>
              <p:cNvSpPr>
                <a:spLocks noChangeAspect="1"/>
              </p:cNvSpPr>
              <p:nvPr/>
            </p:nvSpPr>
            <p:spPr>
              <a:xfrm>
                <a:off x="839" y="2115"/>
                <a:ext cx="499" cy="499"/>
              </a:xfrm>
              <a:prstGeom prst="ellipse">
                <a:avLst/>
              </a:prstGeom>
              <a:noFill/>
              <a:ln w="25400" cap="flat" cmpd="sng">
                <a:solidFill>
                  <a:srgbClr val="0000FF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lstStyle/>
              <a:p>
                <a:pPr algn="ctr"/>
                <a:endParaRPr lang="zh-CN" altLang="en-US" b="0" dirty="0">
                  <a:latin typeface="Arial" panose="020B0604020202020204" pitchFamily="34" charset="0"/>
                  <a:ea typeface="楷体_GB2312" pitchFamily="49" charset="-122"/>
                </a:endParaRPr>
              </a:p>
            </p:txBody>
          </p:sp>
          <p:sp>
            <p:nvSpPr>
              <p:cNvPr id="129054" name="Oval 31"/>
              <p:cNvSpPr>
                <a:spLocks noChangeAspect="1"/>
              </p:cNvSpPr>
              <p:nvPr/>
            </p:nvSpPr>
            <p:spPr>
              <a:xfrm>
                <a:off x="930" y="2206"/>
                <a:ext cx="317" cy="317"/>
              </a:xfrm>
              <a:prstGeom prst="ellipse">
                <a:avLst/>
              </a:prstGeom>
              <a:noFill/>
              <a:ln w="25400" cap="flat" cmpd="sng">
                <a:solidFill>
                  <a:srgbClr val="0000FF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lstStyle/>
              <a:p>
                <a:pPr algn="ctr"/>
                <a:endParaRPr lang="zh-CN" altLang="en-US" b="0" dirty="0">
                  <a:latin typeface="Arial" panose="020B0604020202020204" pitchFamily="34" charset="0"/>
                  <a:ea typeface="楷体_GB2312" pitchFamily="49" charset="-122"/>
                </a:endParaRPr>
              </a:p>
            </p:txBody>
          </p:sp>
          <p:sp>
            <p:nvSpPr>
              <p:cNvPr id="129055" name="Oval 32"/>
              <p:cNvSpPr>
                <a:spLocks noChangeAspect="1"/>
              </p:cNvSpPr>
              <p:nvPr/>
            </p:nvSpPr>
            <p:spPr>
              <a:xfrm>
                <a:off x="1020" y="2296"/>
                <a:ext cx="136" cy="136"/>
              </a:xfrm>
              <a:prstGeom prst="ellipse">
                <a:avLst/>
              </a:prstGeom>
              <a:noFill/>
              <a:ln w="25400" cap="flat" cmpd="sng">
                <a:solidFill>
                  <a:srgbClr val="0000FF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lstStyle/>
              <a:p>
                <a:pPr algn="ctr"/>
                <a:endParaRPr lang="zh-CN" altLang="en-US" b="0" dirty="0">
                  <a:latin typeface="Arial" panose="020B0604020202020204" pitchFamily="34" charset="0"/>
                  <a:ea typeface="楷体_GB2312" pitchFamily="49" charset="-122"/>
                </a:endParaRPr>
              </a:p>
            </p:txBody>
          </p:sp>
        </p:grpSp>
        <p:sp>
          <p:nvSpPr>
            <p:cNvPr id="129056" name="Oval 33"/>
            <p:cNvSpPr/>
            <p:nvPr/>
          </p:nvSpPr>
          <p:spPr>
            <a:xfrm>
              <a:off x="1065" y="2371"/>
              <a:ext cx="91" cy="91"/>
            </a:xfrm>
            <a:prstGeom prst="ellipse">
              <a:avLst/>
            </a:prstGeom>
            <a:solidFill>
              <a:srgbClr val="FF6600"/>
            </a:solidFill>
            <a:ln w="9525" cap="flat" cmpd="sng">
              <a:solidFill>
                <a:srgbClr val="FF66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algn="ctr"/>
              <a:endParaRPr lang="zh-CN" altLang="en-US" b="0" dirty="0">
                <a:latin typeface="Arial" panose="020B0604020202020204" pitchFamily="34" charset="0"/>
                <a:ea typeface="楷体_GB2312" pitchFamily="49" charset="-122"/>
              </a:endParaRPr>
            </a:p>
          </p:txBody>
        </p:sp>
        <p:grpSp>
          <p:nvGrpSpPr>
            <p:cNvPr id="129057" name="Group 34"/>
            <p:cNvGrpSpPr/>
            <p:nvPr/>
          </p:nvGrpSpPr>
          <p:grpSpPr>
            <a:xfrm>
              <a:off x="1180" y="2355"/>
              <a:ext cx="401" cy="136"/>
              <a:chOff x="1180" y="2326"/>
              <a:chExt cx="401" cy="136"/>
            </a:xfrm>
          </p:grpSpPr>
          <p:sp>
            <p:nvSpPr>
              <p:cNvPr id="129058" name="Line 35"/>
              <p:cNvSpPr/>
              <p:nvPr/>
            </p:nvSpPr>
            <p:spPr>
              <a:xfrm>
                <a:off x="1581" y="2326"/>
                <a:ext cx="0" cy="136"/>
              </a:xfrm>
              <a:prstGeom prst="line">
                <a:avLst/>
              </a:prstGeom>
              <a:ln w="25400" cap="flat" cmpd="sng">
                <a:solidFill>
                  <a:srgbClr val="0000FF"/>
                </a:solidFill>
                <a:prstDash val="solid"/>
                <a:round/>
                <a:headEnd type="none" w="med" len="med"/>
                <a:tailEnd type="triangle" w="med" len="lg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9059" name="Line 36"/>
              <p:cNvSpPr/>
              <p:nvPr/>
            </p:nvSpPr>
            <p:spPr>
              <a:xfrm>
                <a:off x="1482" y="2326"/>
                <a:ext cx="0" cy="136"/>
              </a:xfrm>
              <a:prstGeom prst="line">
                <a:avLst/>
              </a:prstGeom>
              <a:ln w="25400" cap="flat" cmpd="sng">
                <a:solidFill>
                  <a:srgbClr val="0000FF"/>
                </a:solidFill>
                <a:prstDash val="solid"/>
                <a:round/>
                <a:headEnd type="none" w="med" len="med"/>
                <a:tailEnd type="triangle" w="med" len="lg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9060" name="Line 37"/>
              <p:cNvSpPr/>
              <p:nvPr/>
            </p:nvSpPr>
            <p:spPr>
              <a:xfrm>
                <a:off x="1383" y="2326"/>
                <a:ext cx="0" cy="136"/>
              </a:xfrm>
              <a:prstGeom prst="line">
                <a:avLst/>
              </a:prstGeom>
              <a:ln w="25400" cap="flat" cmpd="sng">
                <a:solidFill>
                  <a:srgbClr val="0000FF"/>
                </a:solidFill>
                <a:prstDash val="solid"/>
                <a:round/>
                <a:headEnd type="none" w="med" len="med"/>
                <a:tailEnd type="triangle" w="med" len="lg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9061" name="Line 38"/>
              <p:cNvSpPr/>
              <p:nvPr/>
            </p:nvSpPr>
            <p:spPr>
              <a:xfrm>
                <a:off x="1279" y="2326"/>
                <a:ext cx="0" cy="136"/>
              </a:xfrm>
              <a:prstGeom prst="line">
                <a:avLst/>
              </a:prstGeom>
              <a:ln w="25400" cap="flat" cmpd="sng">
                <a:solidFill>
                  <a:srgbClr val="0000FF"/>
                </a:solidFill>
                <a:prstDash val="solid"/>
                <a:round/>
                <a:headEnd type="none" w="med" len="med"/>
                <a:tailEnd type="triangle" w="med" len="lg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9062" name="Line 39"/>
              <p:cNvSpPr/>
              <p:nvPr/>
            </p:nvSpPr>
            <p:spPr>
              <a:xfrm>
                <a:off x="1180" y="2348"/>
                <a:ext cx="0" cy="106"/>
              </a:xfrm>
              <a:prstGeom prst="line">
                <a:avLst/>
              </a:prstGeom>
              <a:ln w="25400" cap="flat" cmpd="sng">
                <a:solidFill>
                  <a:srgbClr val="0000FF"/>
                </a:solidFill>
                <a:prstDash val="solid"/>
                <a:round/>
                <a:headEnd type="none" w="med" len="med"/>
                <a:tailEnd type="triangle" w="med" len="lg"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grpSp>
        <p:nvGrpSpPr>
          <p:cNvPr id="684072" name="Group 40"/>
          <p:cNvGrpSpPr/>
          <p:nvPr/>
        </p:nvGrpSpPr>
        <p:grpSpPr>
          <a:xfrm>
            <a:off x="4930775" y="3862388"/>
            <a:ext cx="2449513" cy="1727200"/>
            <a:chOff x="3106" y="2342"/>
            <a:chExt cx="1543" cy="1088"/>
          </a:xfrm>
        </p:grpSpPr>
        <p:sp>
          <p:nvSpPr>
            <p:cNvPr id="129064" name="Rectangle 41"/>
            <p:cNvSpPr/>
            <p:nvPr/>
          </p:nvSpPr>
          <p:spPr>
            <a:xfrm>
              <a:off x="3106" y="2342"/>
              <a:ext cx="1543" cy="1088"/>
            </a:xfrm>
            <a:prstGeom prst="rect">
              <a:avLst/>
            </a:prstGeom>
            <a:solidFill>
              <a:srgbClr val="CCFFFF"/>
            </a:solidFill>
            <a:ln w="9525" cap="flat" cmpd="sng">
              <a:solidFill>
                <a:srgbClr val="9933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marL="342900" indent="-342900" algn="ctr"/>
              <a:endParaRPr lang="zh-CN" altLang="zh-CN" b="0" dirty="0">
                <a:latin typeface="Arial" panose="020B0604020202020204" pitchFamily="34" charset="0"/>
                <a:ea typeface="楷体_GB2312" pitchFamily="49" charset="-122"/>
              </a:endParaRPr>
            </a:p>
          </p:txBody>
        </p:sp>
        <p:grpSp>
          <p:nvGrpSpPr>
            <p:cNvPr id="129065" name="Group 42"/>
            <p:cNvGrpSpPr/>
            <p:nvPr/>
          </p:nvGrpSpPr>
          <p:grpSpPr>
            <a:xfrm>
              <a:off x="3453" y="2478"/>
              <a:ext cx="760" cy="862"/>
              <a:chOff x="3120" y="2341"/>
              <a:chExt cx="760" cy="862"/>
            </a:xfrm>
          </p:grpSpPr>
          <p:grpSp>
            <p:nvGrpSpPr>
              <p:cNvPr id="129066" name="Group 43"/>
              <p:cNvGrpSpPr/>
              <p:nvPr/>
            </p:nvGrpSpPr>
            <p:grpSpPr>
              <a:xfrm>
                <a:off x="3168" y="2341"/>
                <a:ext cx="696" cy="440"/>
                <a:chOff x="3168" y="2341"/>
                <a:chExt cx="696" cy="440"/>
              </a:xfrm>
            </p:grpSpPr>
            <p:sp>
              <p:nvSpPr>
                <p:cNvPr id="129067" name="Freeform 44"/>
                <p:cNvSpPr/>
                <p:nvPr/>
              </p:nvSpPr>
              <p:spPr>
                <a:xfrm>
                  <a:off x="3168" y="2387"/>
                  <a:ext cx="357" cy="349"/>
                </a:xfrm>
                <a:custGeom>
                  <a:avLst/>
                  <a:gdLst/>
                  <a:ahLst/>
                  <a:cxnLst>
                    <a:cxn ang="0">
                      <a:pos x="336" y="349"/>
                    </a:cxn>
                    <a:cxn ang="0">
                      <a:pos x="352" y="277"/>
                    </a:cxn>
                    <a:cxn ang="0">
                      <a:pos x="344" y="221"/>
                    </a:cxn>
                    <a:cxn ang="0">
                      <a:pos x="272" y="136"/>
                    </a:cxn>
                    <a:cxn ang="0">
                      <a:pos x="136" y="45"/>
                    </a:cxn>
                    <a:cxn ang="0">
                      <a:pos x="0" y="0"/>
                    </a:cxn>
                  </a:cxnLst>
                  <a:rect l="0" t="0" r="0" b="0"/>
                  <a:pathLst>
                    <a:path w="357" h="349">
                      <a:moveTo>
                        <a:pt x="336" y="349"/>
                      </a:moveTo>
                      <a:cubicBezTo>
                        <a:pt x="339" y="337"/>
                        <a:pt x="351" y="298"/>
                        <a:pt x="352" y="277"/>
                      </a:cubicBezTo>
                      <a:cubicBezTo>
                        <a:pt x="353" y="256"/>
                        <a:pt x="357" y="245"/>
                        <a:pt x="344" y="221"/>
                      </a:cubicBezTo>
                      <a:cubicBezTo>
                        <a:pt x="331" y="197"/>
                        <a:pt x="307" y="165"/>
                        <a:pt x="272" y="136"/>
                      </a:cubicBezTo>
                      <a:cubicBezTo>
                        <a:pt x="237" y="107"/>
                        <a:pt x="181" y="68"/>
                        <a:pt x="136" y="45"/>
                      </a:cubicBezTo>
                      <a:cubicBezTo>
                        <a:pt x="91" y="22"/>
                        <a:pt x="23" y="7"/>
                        <a:pt x="0" y="0"/>
                      </a:cubicBezTo>
                    </a:path>
                  </a:pathLst>
                </a:custGeom>
                <a:noFill/>
                <a:ln w="25400" cap="flat" cmpd="sng">
                  <a:solidFill>
                    <a:srgbClr val="0000FF"/>
                  </a:solidFill>
                  <a:prstDash val="solid"/>
                  <a:round/>
                  <a:headEnd type="none" w="med" len="med"/>
                  <a:tailEnd type="stealth" w="med" len="lg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29068" name="Freeform 45"/>
                <p:cNvSpPr/>
                <p:nvPr/>
              </p:nvSpPr>
              <p:spPr>
                <a:xfrm rot="1800000">
                  <a:off x="3280" y="2341"/>
                  <a:ext cx="357" cy="349"/>
                </a:xfrm>
                <a:custGeom>
                  <a:avLst/>
                  <a:gdLst/>
                  <a:ahLst/>
                  <a:cxnLst>
                    <a:cxn ang="0">
                      <a:pos x="336" y="349"/>
                    </a:cxn>
                    <a:cxn ang="0">
                      <a:pos x="352" y="277"/>
                    </a:cxn>
                    <a:cxn ang="0">
                      <a:pos x="344" y="221"/>
                    </a:cxn>
                    <a:cxn ang="0">
                      <a:pos x="272" y="136"/>
                    </a:cxn>
                    <a:cxn ang="0">
                      <a:pos x="136" y="45"/>
                    </a:cxn>
                    <a:cxn ang="0">
                      <a:pos x="0" y="0"/>
                    </a:cxn>
                  </a:cxnLst>
                  <a:rect l="0" t="0" r="0" b="0"/>
                  <a:pathLst>
                    <a:path w="357" h="349">
                      <a:moveTo>
                        <a:pt x="336" y="349"/>
                      </a:moveTo>
                      <a:cubicBezTo>
                        <a:pt x="339" y="337"/>
                        <a:pt x="351" y="298"/>
                        <a:pt x="352" y="277"/>
                      </a:cubicBezTo>
                      <a:cubicBezTo>
                        <a:pt x="353" y="256"/>
                        <a:pt x="357" y="245"/>
                        <a:pt x="344" y="221"/>
                      </a:cubicBezTo>
                      <a:cubicBezTo>
                        <a:pt x="331" y="197"/>
                        <a:pt x="307" y="165"/>
                        <a:pt x="272" y="136"/>
                      </a:cubicBezTo>
                      <a:cubicBezTo>
                        <a:pt x="237" y="107"/>
                        <a:pt x="181" y="68"/>
                        <a:pt x="136" y="45"/>
                      </a:cubicBezTo>
                      <a:cubicBezTo>
                        <a:pt x="91" y="22"/>
                        <a:pt x="23" y="7"/>
                        <a:pt x="0" y="0"/>
                      </a:cubicBezTo>
                    </a:path>
                  </a:pathLst>
                </a:custGeom>
                <a:noFill/>
                <a:ln w="25400" cap="flat" cmpd="sng">
                  <a:solidFill>
                    <a:srgbClr val="0000FF"/>
                  </a:solidFill>
                  <a:prstDash val="solid"/>
                  <a:round/>
                  <a:headEnd type="none" w="med" len="med"/>
                  <a:tailEnd type="stealth" w="med" len="lg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29069" name="Freeform 46"/>
                <p:cNvSpPr/>
                <p:nvPr/>
              </p:nvSpPr>
              <p:spPr>
                <a:xfrm rot="3600000">
                  <a:off x="3399" y="2358"/>
                  <a:ext cx="357" cy="349"/>
                </a:xfrm>
                <a:custGeom>
                  <a:avLst/>
                  <a:gdLst/>
                  <a:ahLst/>
                  <a:cxnLst>
                    <a:cxn ang="0">
                      <a:pos x="336" y="349"/>
                    </a:cxn>
                    <a:cxn ang="0">
                      <a:pos x="352" y="277"/>
                    </a:cxn>
                    <a:cxn ang="0">
                      <a:pos x="344" y="221"/>
                    </a:cxn>
                    <a:cxn ang="0">
                      <a:pos x="272" y="136"/>
                    </a:cxn>
                    <a:cxn ang="0">
                      <a:pos x="136" y="45"/>
                    </a:cxn>
                    <a:cxn ang="0">
                      <a:pos x="0" y="0"/>
                    </a:cxn>
                  </a:cxnLst>
                  <a:rect l="0" t="0" r="0" b="0"/>
                  <a:pathLst>
                    <a:path w="357" h="349">
                      <a:moveTo>
                        <a:pt x="336" y="349"/>
                      </a:moveTo>
                      <a:cubicBezTo>
                        <a:pt x="339" y="337"/>
                        <a:pt x="351" y="298"/>
                        <a:pt x="352" y="277"/>
                      </a:cubicBezTo>
                      <a:cubicBezTo>
                        <a:pt x="353" y="256"/>
                        <a:pt x="357" y="245"/>
                        <a:pt x="344" y="221"/>
                      </a:cubicBezTo>
                      <a:cubicBezTo>
                        <a:pt x="331" y="197"/>
                        <a:pt x="307" y="165"/>
                        <a:pt x="272" y="136"/>
                      </a:cubicBezTo>
                      <a:cubicBezTo>
                        <a:pt x="237" y="107"/>
                        <a:pt x="181" y="68"/>
                        <a:pt x="136" y="45"/>
                      </a:cubicBezTo>
                      <a:cubicBezTo>
                        <a:pt x="91" y="22"/>
                        <a:pt x="23" y="7"/>
                        <a:pt x="0" y="0"/>
                      </a:cubicBezTo>
                    </a:path>
                  </a:pathLst>
                </a:custGeom>
                <a:noFill/>
                <a:ln w="25400" cap="flat" cmpd="sng">
                  <a:solidFill>
                    <a:srgbClr val="0000FF"/>
                  </a:solidFill>
                  <a:prstDash val="solid"/>
                  <a:round/>
                  <a:headEnd type="none" w="med" len="med"/>
                  <a:tailEnd type="stealth" w="med" len="lg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29070" name="Freeform 47"/>
                <p:cNvSpPr/>
                <p:nvPr/>
              </p:nvSpPr>
              <p:spPr>
                <a:xfrm rot="5400000">
                  <a:off x="3510" y="2427"/>
                  <a:ext cx="357" cy="349"/>
                </a:xfrm>
                <a:custGeom>
                  <a:avLst/>
                  <a:gdLst/>
                  <a:ahLst/>
                  <a:cxnLst>
                    <a:cxn ang="0">
                      <a:pos x="336" y="349"/>
                    </a:cxn>
                    <a:cxn ang="0">
                      <a:pos x="352" y="277"/>
                    </a:cxn>
                    <a:cxn ang="0">
                      <a:pos x="344" y="221"/>
                    </a:cxn>
                    <a:cxn ang="0">
                      <a:pos x="272" y="136"/>
                    </a:cxn>
                    <a:cxn ang="0">
                      <a:pos x="136" y="45"/>
                    </a:cxn>
                    <a:cxn ang="0">
                      <a:pos x="0" y="0"/>
                    </a:cxn>
                  </a:cxnLst>
                  <a:rect l="0" t="0" r="0" b="0"/>
                  <a:pathLst>
                    <a:path w="357" h="349">
                      <a:moveTo>
                        <a:pt x="336" y="349"/>
                      </a:moveTo>
                      <a:cubicBezTo>
                        <a:pt x="339" y="337"/>
                        <a:pt x="351" y="298"/>
                        <a:pt x="352" y="277"/>
                      </a:cubicBezTo>
                      <a:cubicBezTo>
                        <a:pt x="353" y="256"/>
                        <a:pt x="357" y="245"/>
                        <a:pt x="344" y="221"/>
                      </a:cubicBezTo>
                      <a:cubicBezTo>
                        <a:pt x="331" y="197"/>
                        <a:pt x="307" y="165"/>
                        <a:pt x="272" y="136"/>
                      </a:cubicBezTo>
                      <a:cubicBezTo>
                        <a:pt x="237" y="107"/>
                        <a:pt x="181" y="68"/>
                        <a:pt x="136" y="45"/>
                      </a:cubicBezTo>
                      <a:cubicBezTo>
                        <a:pt x="91" y="22"/>
                        <a:pt x="23" y="7"/>
                        <a:pt x="0" y="0"/>
                      </a:cubicBezTo>
                    </a:path>
                  </a:pathLst>
                </a:custGeom>
                <a:noFill/>
                <a:ln w="25400" cap="flat" cmpd="sng">
                  <a:solidFill>
                    <a:srgbClr val="0000FF"/>
                  </a:solidFill>
                  <a:prstDash val="solid"/>
                  <a:round/>
                  <a:headEnd type="none" w="med" len="med"/>
                  <a:tailEnd type="stealth" w="med" len="lg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29071" name="Group 48"/>
              <p:cNvGrpSpPr/>
              <p:nvPr/>
            </p:nvGrpSpPr>
            <p:grpSpPr>
              <a:xfrm rot="7200000">
                <a:off x="3312" y="2635"/>
                <a:ext cx="696" cy="440"/>
                <a:chOff x="3168" y="2341"/>
                <a:chExt cx="696" cy="440"/>
              </a:xfrm>
            </p:grpSpPr>
            <p:sp>
              <p:nvSpPr>
                <p:cNvPr id="129072" name="Freeform 49"/>
                <p:cNvSpPr/>
                <p:nvPr/>
              </p:nvSpPr>
              <p:spPr>
                <a:xfrm>
                  <a:off x="3168" y="2387"/>
                  <a:ext cx="357" cy="349"/>
                </a:xfrm>
                <a:custGeom>
                  <a:avLst/>
                  <a:gdLst/>
                  <a:ahLst/>
                  <a:cxnLst>
                    <a:cxn ang="0">
                      <a:pos x="336" y="349"/>
                    </a:cxn>
                    <a:cxn ang="0">
                      <a:pos x="352" y="277"/>
                    </a:cxn>
                    <a:cxn ang="0">
                      <a:pos x="344" y="221"/>
                    </a:cxn>
                    <a:cxn ang="0">
                      <a:pos x="272" y="136"/>
                    </a:cxn>
                    <a:cxn ang="0">
                      <a:pos x="136" y="45"/>
                    </a:cxn>
                    <a:cxn ang="0">
                      <a:pos x="0" y="0"/>
                    </a:cxn>
                  </a:cxnLst>
                  <a:rect l="0" t="0" r="0" b="0"/>
                  <a:pathLst>
                    <a:path w="357" h="349">
                      <a:moveTo>
                        <a:pt x="336" y="349"/>
                      </a:moveTo>
                      <a:cubicBezTo>
                        <a:pt x="339" y="337"/>
                        <a:pt x="351" y="298"/>
                        <a:pt x="352" y="277"/>
                      </a:cubicBezTo>
                      <a:cubicBezTo>
                        <a:pt x="353" y="256"/>
                        <a:pt x="357" y="245"/>
                        <a:pt x="344" y="221"/>
                      </a:cubicBezTo>
                      <a:cubicBezTo>
                        <a:pt x="331" y="197"/>
                        <a:pt x="307" y="165"/>
                        <a:pt x="272" y="136"/>
                      </a:cubicBezTo>
                      <a:cubicBezTo>
                        <a:pt x="237" y="107"/>
                        <a:pt x="181" y="68"/>
                        <a:pt x="136" y="45"/>
                      </a:cubicBezTo>
                      <a:cubicBezTo>
                        <a:pt x="91" y="22"/>
                        <a:pt x="23" y="7"/>
                        <a:pt x="0" y="0"/>
                      </a:cubicBezTo>
                    </a:path>
                  </a:pathLst>
                </a:custGeom>
                <a:noFill/>
                <a:ln w="25400" cap="flat" cmpd="sng">
                  <a:solidFill>
                    <a:srgbClr val="0000FF"/>
                  </a:solidFill>
                  <a:prstDash val="solid"/>
                  <a:round/>
                  <a:headEnd type="none" w="med" len="med"/>
                  <a:tailEnd type="stealth" w="med" len="lg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29073" name="Freeform 50"/>
                <p:cNvSpPr/>
                <p:nvPr/>
              </p:nvSpPr>
              <p:spPr>
                <a:xfrm rot="1800000">
                  <a:off x="3280" y="2341"/>
                  <a:ext cx="357" cy="349"/>
                </a:xfrm>
                <a:custGeom>
                  <a:avLst/>
                  <a:gdLst/>
                  <a:ahLst/>
                  <a:cxnLst>
                    <a:cxn ang="0">
                      <a:pos x="336" y="349"/>
                    </a:cxn>
                    <a:cxn ang="0">
                      <a:pos x="352" y="277"/>
                    </a:cxn>
                    <a:cxn ang="0">
                      <a:pos x="344" y="221"/>
                    </a:cxn>
                    <a:cxn ang="0">
                      <a:pos x="272" y="136"/>
                    </a:cxn>
                    <a:cxn ang="0">
                      <a:pos x="136" y="45"/>
                    </a:cxn>
                    <a:cxn ang="0">
                      <a:pos x="0" y="0"/>
                    </a:cxn>
                  </a:cxnLst>
                  <a:rect l="0" t="0" r="0" b="0"/>
                  <a:pathLst>
                    <a:path w="357" h="349">
                      <a:moveTo>
                        <a:pt x="336" y="349"/>
                      </a:moveTo>
                      <a:cubicBezTo>
                        <a:pt x="339" y="337"/>
                        <a:pt x="351" y="298"/>
                        <a:pt x="352" y="277"/>
                      </a:cubicBezTo>
                      <a:cubicBezTo>
                        <a:pt x="353" y="256"/>
                        <a:pt x="357" y="245"/>
                        <a:pt x="344" y="221"/>
                      </a:cubicBezTo>
                      <a:cubicBezTo>
                        <a:pt x="331" y="197"/>
                        <a:pt x="307" y="165"/>
                        <a:pt x="272" y="136"/>
                      </a:cubicBezTo>
                      <a:cubicBezTo>
                        <a:pt x="237" y="107"/>
                        <a:pt x="181" y="68"/>
                        <a:pt x="136" y="45"/>
                      </a:cubicBezTo>
                      <a:cubicBezTo>
                        <a:pt x="91" y="22"/>
                        <a:pt x="23" y="7"/>
                        <a:pt x="0" y="0"/>
                      </a:cubicBezTo>
                    </a:path>
                  </a:pathLst>
                </a:custGeom>
                <a:noFill/>
                <a:ln w="25400" cap="flat" cmpd="sng">
                  <a:solidFill>
                    <a:srgbClr val="0000FF"/>
                  </a:solidFill>
                  <a:prstDash val="solid"/>
                  <a:round/>
                  <a:headEnd type="none" w="med" len="med"/>
                  <a:tailEnd type="stealth" w="med" len="lg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29074" name="Freeform 51"/>
                <p:cNvSpPr/>
                <p:nvPr/>
              </p:nvSpPr>
              <p:spPr>
                <a:xfrm rot="3600000">
                  <a:off x="3399" y="2358"/>
                  <a:ext cx="357" cy="349"/>
                </a:xfrm>
                <a:custGeom>
                  <a:avLst/>
                  <a:gdLst/>
                  <a:ahLst/>
                  <a:cxnLst>
                    <a:cxn ang="0">
                      <a:pos x="336" y="349"/>
                    </a:cxn>
                    <a:cxn ang="0">
                      <a:pos x="352" y="277"/>
                    </a:cxn>
                    <a:cxn ang="0">
                      <a:pos x="344" y="221"/>
                    </a:cxn>
                    <a:cxn ang="0">
                      <a:pos x="272" y="136"/>
                    </a:cxn>
                    <a:cxn ang="0">
                      <a:pos x="136" y="45"/>
                    </a:cxn>
                    <a:cxn ang="0">
                      <a:pos x="0" y="0"/>
                    </a:cxn>
                  </a:cxnLst>
                  <a:rect l="0" t="0" r="0" b="0"/>
                  <a:pathLst>
                    <a:path w="357" h="349">
                      <a:moveTo>
                        <a:pt x="336" y="349"/>
                      </a:moveTo>
                      <a:cubicBezTo>
                        <a:pt x="339" y="337"/>
                        <a:pt x="351" y="298"/>
                        <a:pt x="352" y="277"/>
                      </a:cubicBezTo>
                      <a:cubicBezTo>
                        <a:pt x="353" y="256"/>
                        <a:pt x="357" y="245"/>
                        <a:pt x="344" y="221"/>
                      </a:cubicBezTo>
                      <a:cubicBezTo>
                        <a:pt x="331" y="197"/>
                        <a:pt x="307" y="165"/>
                        <a:pt x="272" y="136"/>
                      </a:cubicBezTo>
                      <a:cubicBezTo>
                        <a:pt x="237" y="107"/>
                        <a:pt x="181" y="68"/>
                        <a:pt x="136" y="45"/>
                      </a:cubicBezTo>
                      <a:cubicBezTo>
                        <a:pt x="91" y="22"/>
                        <a:pt x="23" y="7"/>
                        <a:pt x="0" y="0"/>
                      </a:cubicBezTo>
                    </a:path>
                  </a:pathLst>
                </a:custGeom>
                <a:noFill/>
                <a:ln w="25400" cap="flat" cmpd="sng">
                  <a:solidFill>
                    <a:srgbClr val="0000FF"/>
                  </a:solidFill>
                  <a:prstDash val="solid"/>
                  <a:round/>
                  <a:headEnd type="none" w="med" len="med"/>
                  <a:tailEnd type="stealth" w="med" len="lg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29075" name="Freeform 52"/>
                <p:cNvSpPr/>
                <p:nvPr/>
              </p:nvSpPr>
              <p:spPr>
                <a:xfrm rot="5400000">
                  <a:off x="3510" y="2427"/>
                  <a:ext cx="357" cy="349"/>
                </a:xfrm>
                <a:custGeom>
                  <a:avLst/>
                  <a:gdLst/>
                  <a:ahLst/>
                  <a:cxnLst>
                    <a:cxn ang="0">
                      <a:pos x="336" y="349"/>
                    </a:cxn>
                    <a:cxn ang="0">
                      <a:pos x="352" y="277"/>
                    </a:cxn>
                    <a:cxn ang="0">
                      <a:pos x="344" y="221"/>
                    </a:cxn>
                    <a:cxn ang="0">
                      <a:pos x="272" y="136"/>
                    </a:cxn>
                    <a:cxn ang="0">
                      <a:pos x="136" y="45"/>
                    </a:cxn>
                    <a:cxn ang="0">
                      <a:pos x="0" y="0"/>
                    </a:cxn>
                  </a:cxnLst>
                  <a:rect l="0" t="0" r="0" b="0"/>
                  <a:pathLst>
                    <a:path w="357" h="349">
                      <a:moveTo>
                        <a:pt x="336" y="349"/>
                      </a:moveTo>
                      <a:cubicBezTo>
                        <a:pt x="339" y="337"/>
                        <a:pt x="351" y="298"/>
                        <a:pt x="352" y="277"/>
                      </a:cubicBezTo>
                      <a:cubicBezTo>
                        <a:pt x="353" y="256"/>
                        <a:pt x="357" y="245"/>
                        <a:pt x="344" y="221"/>
                      </a:cubicBezTo>
                      <a:cubicBezTo>
                        <a:pt x="331" y="197"/>
                        <a:pt x="307" y="165"/>
                        <a:pt x="272" y="136"/>
                      </a:cubicBezTo>
                      <a:cubicBezTo>
                        <a:pt x="237" y="107"/>
                        <a:pt x="181" y="68"/>
                        <a:pt x="136" y="45"/>
                      </a:cubicBezTo>
                      <a:cubicBezTo>
                        <a:pt x="91" y="22"/>
                        <a:pt x="23" y="7"/>
                        <a:pt x="0" y="0"/>
                      </a:cubicBezTo>
                    </a:path>
                  </a:pathLst>
                </a:custGeom>
                <a:noFill/>
                <a:ln w="25400" cap="flat" cmpd="sng">
                  <a:solidFill>
                    <a:srgbClr val="0000FF"/>
                  </a:solidFill>
                  <a:prstDash val="solid"/>
                  <a:round/>
                  <a:headEnd type="none" w="med" len="med"/>
                  <a:tailEnd type="stealth" w="med" len="lg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29076" name="Group 53"/>
              <p:cNvGrpSpPr/>
              <p:nvPr/>
            </p:nvGrpSpPr>
            <p:grpSpPr>
              <a:xfrm rot="-7200000">
                <a:off x="2992" y="2606"/>
                <a:ext cx="696" cy="440"/>
                <a:chOff x="3168" y="2341"/>
                <a:chExt cx="696" cy="440"/>
              </a:xfrm>
            </p:grpSpPr>
            <p:sp>
              <p:nvSpPr>
                <p:cNvPr id="129077" name="Freeform 54"/>
                <p:cNvSpPr/>
                <p:nvPr/>
              </p:nvSpPr>
              <p:spPr>
                <a:xfrm>
                  <a:off x="3168" y="2387"/>
                  <a:ext cx="357" cy="349"/>
                </a:xfrm>
                <a:custGeom>
                  <a:avLst/>
                  <a:gdLst/>
                  <a:ahLst/>
                  <a:cxnLst>
                    <a:cxn ang="0">
                      <a:pos x="336" y="349"/>
                    </a:cxn>
                    <a:cxn ang="0">
                      <a:pos x="352" y="277"/>
                    </a:cxn>
                    <a:cxn ang="0">
                      <a:pos x="344" y="221"/>
                    </a:cxn>
                    <a:cxn ang="0">
                      <a:pos x="272" y="136"/>
                    </a:cxn>
                    <a:cxn ang="0">
                      <a:pos x="136" y="45"/>
                    </a:cxn>
                    <a:cxn ang="0">
                      <a:pos x="0" y="0"/>
                    </a:cxn>
                  </a:cxnLst>
                  <a:rect l="0" t="0" r="0" b="0"/>
                  <a:pathLst>
                    <a:path w="357" h="349">
                      <a:moveTo>
                        <a:pt x="336" y="349"/>
                      </a:moveTo>
                      <a:cubicBezTo>
                        <a:pt x="339" y="337"/>
                        <a:pt x="351" y="298"/>
                        <a:pt x="352" y="277"/>
                      </a:cubicBezTo>
                      <a:cubicBezTo>
                        <a:pt x="353" y="256"/>
                        <a:pt x="357" y="245"/>
                        <a:pt x="344" y="221"/>
                      </a:cubicBezTo>
                      <a:cubicBezTo>
                        <a:pt x="331" y="197"/>
                        <a:pt x="307" y="165"/>
                        <a:pt x="272" y="136"/>
                      </a:cubicBezTo>
                      <a:cubicBezTo>
                        <a:pt x="237" y="107"/>
                        <a:pt x="181" y="68"/>
                        <a:pt x="136" y="45"/>
                      </a:cubicBezTo>
                      <a:cubicBezTo>
                        <a:pt x="91" y="22"/>
                        <a:pt x="23" y="7"/>
                        <a:pt x="0" y="0"/>
                      </a:cubicBezTo>
                    </a:path>
                  </a:pathLst>
                </a:custGeom>
                <a:noFill/>
                <a:ln w="25400" cap="flat" cmpd="sng">
                  <a:solidFill>
                    <a:srgbClr val="0000FF"/>
                  </a:solidFill>
                  <a:prstDash val="solid"/>
                  <a:round/>
                  <a:headEnd type="none" w="med" len="med"/>
                  <a:tailEnd type="stealth" w="med" len="lg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29078" name="Freeform 55"/>
                <p:cNvSpPr/>
                <p:nvPr/>
              </p:nvSpPr>
              <p:spPr>
                <a:xfrm rot="1800000">
                  <a:off x="3280" y="2341"/>
                  <a:ext cx="357" cy="349"/>
                </a:xfrm>
                <a:custGeom>
                  <a:avLst/>
                  <a:gdLst/>
                  <a:ahLst/>
                  <a:cxnLst>
                    <a:cxn ang="0">
                      <a:pos x="336" y="349"/>
                    </a:cxn>
                    <a:cxn ang="0">
                      <a:pos x="352" y="277"/>
                    </a:cxn>
                    <a:cxn ang="0">
                      <a:pos x="344" y="221"/>
                    </a:cxn>
                    <a:cxn ang="0">
                      <a:pos x="272" y="136"/>
                    </a:cxn>
                    <a:cxn ang="0">
                      <a:pos x="136" y="45"/>
                    </a:cxn>
                    <a:cxn ang="0">
                      <a:pos x="0" y="0"/>
                    </a:cxn>
                  </a:cxnLst>
                  <a:rect l="0" t="0" r="0" b="0"/>
                  <a:pathLst>
                    <a:path w="357" h="349">
                      <a:moveTo>
                        <a:pt x="336" y="349"/>
                      </a:moveTo>
                      <a:cubicBezTo>
                        <a:pt x="339" y="337"/>
                        <a:pt x="351" y="298"/>
                        <a:pt x="352" y="277"/>
                      </a:cubicBezTo>
                      <a:cubicBezTo>
                        <a:pt x="353" y="256"/>
                        <a:pt x="357" y="245"/>
                        <a:pt x="344" y="221"/>
                      </a:cubicBezTo>
                      <a:cubicBezTo>
                        <a:pt x="331" y="197"/>
                        <a:pt x="307" y="165"/>
                        <a:pt x="272" y="136"/>
                      </a:cubicBezTo>
                      <a:cubicBezTo>
                        <a:pt x="237" y="107"/>
                        <a:pt x="181" y="68"/>
                        <a:pt x="136" y="45"/>
                      </a:cubicBezTo>
                      <a:cubicBezTo>
                        <a:pt x="91" y="22"/>
                        <a:pt x="23" y="7"/>
                        <a:pt x="0" y="0"/>
                      </a:cubicBezTo>
                    </a:path>
                  </a:pathLst>
                </a:custGeom>
                <a:noFill/>
                <a:ln w="25400" cap="flat" cmpd="sng">
                  <a:solidFill>
                    <a:srgbClr val="0000FF"/>
                  </a:solidFill>
                  <a:prstDash val="solid"/>
                  <a:round/>
                  <a:headEnd type="none" w="med" len="med"/>
                  <a:tailEnd type="stealth" w="med" len="lg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29079" name="Freeform 56"/>
                <p:cNvSpPr/>
                <p:nvPr/>
              </p:nvSpPr>
              <p:spPr>
                <a:xfrm rot="3600000">
                  <a:off x="3399" y="2358"/>
                  <a:ext cx="357" cy="349"/>
                </a:xfrm>
                <a:custGeom>
                  <a:avLst/>
                  <a:gdLst/>
                  <a:ahLst/>
                  <a:cxnLst>
                    <a:cxn ang="0">
                      <a:pos x="336" y="349"/>
                    </a:cxn>
                    <a:cxn ang="0">
                      <a:pos x="352" y="277"/>
                    </a:cxn>
                    <a:cxn ang="0">
                      <a:pos x="344" y="221"/>
                    </a:cxn>
                    <a:cxn ang="0">
                      <a:pos x="272" y="136"/>
                    </a:cxn>
                    <a:cxn ang="0">
                      <a:pos x="136" y="45"/>
                    </a:cxn>
                    <a:cxn ang="0">
                      <a:pos x="0" y="0"/>
                    </a:cxn>
                  </a:cxnLst>
                  <a:rect l="0" t="0" r="0" b="0"/>
                  <a:pathLst>
                    <a:path w="357" h="349">
                      <a:moveTo>
                        <a:pt x="336" y="349"/>
                      </a:moveTo>
                      <a:cubicBezTo>
                        <a:pt x="339" y="337"/>
                        <a:pt x="351" y="298"/>
                        <a:pt x="352" y="277"/>
                      </a:cubicBezTo>
                      <a:cubicBezTo>
                        <a:pt x="353" y="256"/>
                        <a:pt x="357" y="245"/>
                        <a:pt x="344" y="221"/>
                      </a:cubicBezTo>
                      <a:cubicBezTo>
                        <a:pt x="331" y="197"/>
                        <a:pt x="307" y="165"/>
                        <a:pt x="272" y="136"/>
                      </a:cubicBezTo>
                      <a:cubicBezTo>
                        <a:pt x="237" y="107"/>
                        <a:pt x="181" y="68"/>
                        <a:pt x="136" y="45"/>
                      </a:cubicBezTo>
                      <a:cubicBezTo>
                        <a:pt x="91" y="22"/>
                        <a:pt x="23" y="7"/>
                        <a:pt x="0" y="0"/>
                      </a:cubicBezTo>
                    </a:path>
                  </a:pathLst>
                </a:custGeom>
                <a:noFill/>
                <a:ln w="25400" cap="flat" cmpd="sng">
                  <a:solidFill>
                    <a:srgbClr val="0000FF"/>
                  </a:solidFill>
                  <a:prstDash val="solid"/>
                  <a:round/>
                  <a:headEnd type="none" w="med" len="med"/>
                  <a:tailEnd type="stealth" w="med" len="lg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29080" name="Freeform 57"/>
                <p:cNvSpPr/>
                <p:nvPr/>
              </p:nvSpPr>
              <p:spPr>
                <a:xfrm rot="5400000">
                  <a:off x="3510" y="2427"/>
                  <a:ext cx="357" cy="349"/>
                </a:xfrm>
                <a:custGeom>
                  <a:avLst/>
                  <a:gdLst/>
                  <a:ahLst/>
                  <a:cxnLst>
                    <a:cxn ang="0">
                      <a:pos x="336" y="349"/>
                    </a:cxn>
                    <a:cxn ang="0">
                      <a:pos x="352" y="277"/>
                    </a:cxn>
                    <a:cxn ang="0">
                      <a:pos x="344" y="221"/>
                    </a:cxn>
                    <a:cxn ang="0">
                      <a:pos x="272" y="136"/>
                    </a:cxn>
                    <a:cxn ang="0">
                      <a:pos x="136" y="45"/>
                    </a:cxn>
                    <a:cxn ang="0">
                      <a:pos x="0" y="0"/>
                    </a:cxn>
                  </a:cxnLst>
                  <a:rect l="0" t="0" r="0" b="0"/>
                  <a:pathLst>
                    <a:path w="357" h="349">
                      <a:moveTo>
                        <a:pt x="336" y="349"/>
                      </a:moveTo>
                      <a:cubicBezTo>
                        <a:pt x="339" y="337"/>
                        <a:pt x="351" y="298"/>
                        <a:pt x="352" y="277"/>
                      </a:cubicBezTo>
                      <a:cubicBezTo>
                        <a:pt x="353" y="256"/>
                        <a:pt x="357" y="245"/>
                        <a:pt x="344" y="221"/>
                      </a:cubicBezTo>
                      <a:cubicBezTo>
                        <a:pt x="331" y="197"/>
                        <a:pt x="307" y="165"/>
                        <a:pt x="272" y="136"/>
                      </a:cubicBezTo>
                      <a:cubicBezTo>
                        <a:pt x="237" y="107"/>
                        <a:pt x="181" y="68"/>
                        <a:pt x="136" y="45"/>
                      </a:cubicBezTo>
                      <a:cubicBezTo>
                        <a:pt x="91" y="22"/>
                        <a:pt x="23" y="7"/>
                        <a:pt x="0" y="0"/>
                      </a:cubicBezTo>
                    </a:path>
                  </a:pathLst>
                </a:custGeom>
                <a:noFill/>
                <a:ln w="25400" cap="flat" cmpd="sng">
                  <a:solidFill>
                    <a:srgbClr val="0000FF"/>
                  </a:solidFill>
                  <a:prstDash val="solid"/>
                  <a:round/>
                  <a:headEnd type="none" w="med" len="med"/>
                  <a:tailEnd type="stealth" w="med" len="lg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129081" name="Oval 58"/>
              <p:cNvSpPr/>
              <p:nvPr/>
            </p:nvSpPr>
            <p:spPr>
              <a:xfrm>
                <a:off x="3454" y="2704"/>
                <a:ext cx="91" cy="91"/>
              </a:xfrm>
              <a:prstGeom prst="ellipse">
                <a:avLst/>
              </a:prstGeom>
              <a:solidFill>
                <a:srgbClr val="FF6600"/>
              </a:solidFill>
              <a:ln w="9525" cap="flat" cmpd="sng">
                <a:solidFill>
                  <a:srgbClr val="FF66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lstStyle/>
              <a:p>
                <a:pPr algn="ctr"/>
                <a:endParaRPr lang="zh-CN" altLang="en-US" b="0" dirty="0">
                  <a:latin typeface="Arial" panose="020B0604020202020204" pitchFamily="34" charset="0"/>
                  <a:ea typeface="楷体_GB2312" pitchFamily="49" charset="-122"/>
                </a:endParaRPr>
              </a:p>
            </p:txBody>
          </p:sp>
        </p:grpSp>
      </p:grpSp>
      <p:sp>
        <p:nvSpPr>
          <p:cNvPr id="129082" name="AutoShape 59">
            <a:hlinkClick r:id="rId11" action="ppaction://hlinksldjump"/>
          </p:cNvPr>
          <p:cNvSpPr/>
          <p:nvPr/>
        </p:nvSpPr>
        <p:spPr>
          <a:xfrm>
            <a:off x="7537450" y="6597650"/>
            <a:ext cx="360363" cy="252413"/>
          </a:xfrm>
          <a:prstGeom prst="actionButtonBeginning">
            <a:avLst/>
          </a:prstGeom>
          <a:solidFill>
            <a:srgbClr val="3366FF"/>
          </a:solidFill>
          <a:ln w="9525" cap="flat" cmpd="sng">
            <a:solidFill>
              <a:schemeClr val="bg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pPr algn="ctr"/>
            <a:endParaRPr lang="zh-CN" altLang="en-US" b="0" dirty="0">
              <a:latin typeface="Arial" panose="020B0604020202020204" pitchFamily="34" charset="0"/>
              <a:ea typeface="楷体_GB2312" pitchFamily="49" charset="-122"/>
            </a:endParaRPr>
          </a:p>
        </p:txBody>
      </p:sp>
      <p:sp>
        <p:nvSpPr>
          <p:cNvPr id="129083" name="AutoShape 60">
            <a:hlinkClick r:id="" action="ppaction://hlinkshowjump?jump=previousslide"/>
          </p:cNvPr>
          <p:cNvSpPr/>
          <p:nvPr/>
        </p:nvSpPr>
        <p:spPr>
          <a:xfrm>
            <a:off x="7954963" y="6597650"/>
            <a:ext cx="360362" cy="258763"/>
          </a:xfrm>
          <a:prstGeom prst="actionButtonBackPrevious">
            <a:avLst/>
          </a:prstGeom>
          <a:solidFill>
            <a:srgbClr val="3366FF"/>
          </a:solidFill>
          <a:ln w="9525" cap="flat" cmpd="sng">
            <a:solidFill>
              <a:schemeClr val="bg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pPr algn="ctr"/>
            <a:endParaRPr lang="zh-CN" altLang="en-US" b="0" dirty="0">
              <a:latin typeface="Arial" panose="020B0604020202020204" pitchFamily="34" charset="0"/>
              <a:ea typeface="楷体_GB2312" pitchFamily="49" charset="-122"/>
            </a:endParaRPr>
          </a:p>
        </p:txBody>
      </p:sp>
      <p:sp>
        <p:nvSpPr>
          <p:cNvPr id="129084" name="AutoShape 61">
            <a:hlinkClick r:id="" action="ppaction://hlinkshowjump?jump=nextslide"/>
          </p:cNvPr>
          <p:cNvSpPr/>
          <p:nvPr/>
        </p:nvSpPr>
        <p:spPr>
          <a:xfrm>
            <a:off x="8372475" y="6597650"/>
            <a:ext cx="360363" cy="252413"/>
          </a:xfrm>
          <a:prstGeom prst="actionButtonForwardNext">
            <a:avLst/>
          </a:prstGeom>
          <a:solidFill>
            <a:srgbClr val="3366FF"/>
          </a:solidFill>
          <a:ln w="9525" cap="flat" cmpd="sng">
            <a:solidFill>
              <a:schemeClr val="bg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pPr algn="ctr"/>
            <a:endParaRPr lang="zh-CN" altLang="en-US" b="0" dirty="0">
              <a:latin typeface="Arial" panose="020B0604020202020204" pitchFamily="34" charset="0"/>
              <a:ea typeface="楷体_GB2312" pitchFamily="49" charset="-122"/>
            </a:endParaRPr>
          </a:p>
        </p:txBody>
      </p:sp>
      <p:sp>
        <p:nvSpPr>
          <p:cNvPr id="129085" name="AutoShape 62">
            <a:hlinkClick r:id="" action="ppaction://hlinkshowjump?jump=lastslide"/>
          </p:cNvPr>
          <p:cNvSpPr/>
          <p:nvPr/>
        </p:nvSpPr>
        <p:spPr>
          <a:xfrm>
            <a:off x="8763000" y="6597650"/>
            <a:ext cx="360363" cy="252413"/>
          </a:xfrm>
          <a:prstGeom prst="actionButtonEnd">
            <a:avLst/>
          </a:prstGeom>
          <a:solidFill>
            <a:srgbClr val="3366FF"/>
          </a:solidFill>
          <a:ln w="9525" cap="flat" cmpd="sng">
            <a:solidFill>
              <a:schemeClr val="bg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pPr algn="ctr"/>
            <a:endParaRPr lang="zh-CN" altLang="en-US" b="0" dirty="0">
              <a:latin typeface="Arial" panose="020B0604020202020204" pitchFamily="34" charset="0"/>
              <a:ea typeface="楷体_GB2312" pitchFamily="49" charset="-122"/>
            </a:endParaRPr>
          </a:p>
        </p:txBody>
      </p:sp>
      <p:sp>
        <p:nvSpPr>
          <p:cNvPr id="684095" name="Rectangle 63"/>
          <p:cNvSpPr/>
          <p:nvPr/>
        </p:nvSpPr>
        <p:spPr>
          <a:xfrm>
            <a:off x="1403350" y="3430588"/>
            <a:ext cx="1368425" cy="503237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/>
          <a:p>
            <a:pPr marL="342900" indent="-342900"/>
            <a:r>
              <a:rPr lang="zh-CN" altLang="en-US" sz="1800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无散无旋场</a:t>
            </a:r>
          </a:p>
        </p:txBody>
      </p:sp>
      <p:sp>
        <p:nvSpPr>
          <p:cNvPr id="684096" name="Rectangle 64"/>
          <p:cNvSpPr/>
          <p:nvPr/>
        </p:nvSpPr>
        <p:spPr>
          <a:xfrm>
            <a:off x="4284663" y="3321050"/>
            <a:ext cx="3959225" cy="504825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/>
          <a:p>
            <a:pPr marL="342900" indent="-342900"/>
            <a:r>
              <a:rPr lang="zh-CN" altLang="en-US" sz="1800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无旋</a:t>
            </a:r>
            <a:r>
              <a:rPr lang="zh-CN" altLang="en-US" sz="1800" dirty="0">
                <a:solidFill>
                  <a:schemeClr val="bg2"/>
                </a:solidFill>
                <a:latin typeface="Times New Roman" panose="02020603050405020304" pitchFamily="18" charset="0"/>
                <a:ea typeface="楷体_GB2312" pitchFamily="49" charset="-122"/>
              </a:rPr>
              <a:t>（有散）</a:t>
            </a:r>
            <a:r>
              <a:rPr lang="zh-CN" altLang="en-US" sz="1800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场，即</a:t>
            </a:r>
            <a:r>
              <a:rPr lang="zh-CN" altLang="en-US" sz="1800" dirty="0">
                <a:solidFill>
                  <a:srgbClr val="FF9900"/>
                </a:solidFill>
                <a:latin typeface="Times New Roman" panose="02020603050405020304" pitchFamily="18" charset="0"/>
                <a:ea typeface="楷体_GB2312" pitchFamily="49" charset="-122"/>
              </a:rPr>
              <a:t>保守场（势量场）</a:t>
            </a:r>
            <a:endParaRPr lang="zh-CN" altLang="en-US" dirty="0">
              <a:solidFill>
                <a:srgbClr val="FF9900"/>
              </a:solidFill>
              <a:latin typeface="宋体" panose="02010600030101010101" pitchFamily="2" charset="-122"/>
              <a:ea typeface="楷体_GB2312" pitchFamily="49" charset="-122"/>
            </a:endParaRPr>
          </a:p>
        </p:txBody>
      </p:sp>
      <p:sp>
        <p:nvSpPr>
          <p:cNvPr id="684097" name="Rectangle 65"/>
          <p:cNvSpPr/>
          <p:nvPr/>
        </p:nvSpPr>
        <p:spPr>
          <a:xfrm>
            <a:off x="971550" y="6165850"/>
            <a:ext cx="3097213" cy="503238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/>
          <a:p>
            <a:pPr marL="342900" indent="-342900"/>
            <a:r>
              <a:rPr lang="zh-CN" altLang="en-US" sz="1800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无散</a:t>
            </a:r>
            <a:r>
              <a:rPr lang="zh-CN" altLang="en-US" sz="1800" dirty="0">
                <a:solidFill>
                  <a:schemeClr val="bg2"/>
                </a:solidFill>
                <a:latin typeface="Times New Roman" panose="02020603050405020304" pitchFamily="18" charset="0"/>
                <a:ea typeface="楷体_GB2312" pitchFamily="49" charset="-122"/>
              </a:rPr>
              <a:t>（有旋）</a:t>
            </a:r>
            <a:r>
              <a:rPr lang="zh-CN" altLang="en-US" sz="1800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场，即</a:t>
            </a:r>
            <a:r>
              <a:rPr lang="zh-CN" altLang="en-US" sz="1800" dirty="0">
                <a:solidFill>
                  <a:srgbClr val="FF9900"/>
                </a:solidFill>
                <a:latin typeface="Times New Roman" panose="02020603050405020304" pitchFamily="18" charset="0"/>
                <a:ea typeface="楷体_GB2312" pitchFamily="49" charset="-122"/>
              </a:rPr>
              <a:t>管量场</a:t>
            </a:r>
          </a:p>
        </p:txBody>
      </p:sp>
      <p:sp>
        <p:nvSpPr>
          <p:cNvPr id="684098" name="Rectangle 66"/>
          <p:cNvSpPr/>
          <p:nvPr/>
        </p:nvSpPr>
        <p:spPr>
          <a:xfrm>
            <a:off x="5435600" y="6165850"/>
            <a:ext cx="1368425" cy="503238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/>
          <a:p>
            <a:pPr marL="342900" indent="-342900"/>
            <a:r>
              <a:rPr lang="zh-CN" altLang="en-US" sz="1800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有散有旋场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833AC00B-925A-50DC-EEFE-80FB0256FE2E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96963" y="1269884"/>
            <a:ext cx="2457450" cy="166687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834" name="Text Box 2"/>
          <p:cNvSpPr txBox="1"/>
          <p:nvPr/>
        </p:nvSpPr>
        <p:spPr>
          <a:xfrm>
            <a:off x="7537450" y="6153942"/>
            <a:ext cx="1439863" cy="39687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>
              <a:spcBef>
                <a:spcPct val="0"/>
              </a:spcBef>
            </a:pPr>
            <a:r>
              <a:rPr lang="zh-CN" altLang="en-US" sz="20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有界区域</a:t>
            </a:r>
          </a:p>
        </p:txBody>
      </p:sp>
      <p:graphicFrame>
        <p:nvGraphicFramePr>
          <p:cNvPr id="504836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97308903"/>
              </p:ext>
            </p:extLst>
          </p:nvPr>
        </p:nvGraphicFramePr>
        <p:xfrm>
          <a:off x="288411" y="3938082"/>
          <a:ext cx="5938838" cy="1074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1861820" imgH="308610" progId="Equation.3">
                  <p:embed/>
                </p:oleObj>
              </mc:Choice>
              <mc:Fallback>
                <p:oleObj r:id="rId3" imgW="1861820" imgH="308610" progId="Equation.3">
                  <p:embed/>
                  <p:pic>
                    <p:nvPicPr>
                      <p:cNvPr id="0" name="图片 3279"/>
                      <p:cNvPicPr/>
                      <p:nvPr/>
                    </p:nvPicPr>
                    <p:blipFill>
                      <a:blip r:embed="rId4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288411" y="3938082"/>
                        <a:ext cx="5938838" cy="107473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04838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57076033"/>
              </p:ext>
            </p:extLst>
          </p:nvPr>
        </p:nvGraphicFramePr>
        <p:xfrm>
          <a:off x="236592" y="5496329"/>
          <a:ext cx="6042475" cy="1054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5" imgW="1927860" imgH="308610" progId="Equation.3">
                  <p:embed/>
                </p:oleObj>
              </mc:Choice>
              <mc:Fallback>
                <p:oleObj r:id="rId5" imgW="1927860" imgH="308610" progId="Equation.3">
                  <p:embed/>
                  <p:pic>
                    <p:nvPicPr>
                      <p:cNvPr id="0" name="图片 3280"/>
                      <p:cNvPicPr/>
                      <p:nvPr/>
                    </p:nvPicPr>
                    <p:blipFill>
                      <a:blip r:embed="rId6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236592" y="5496329"/>
                        <a:ext cx="6042475" cy="105448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04840" name="Text Box 8"/>
          <p:cNvSpPr txBox="1"/>
          <p:nvPr/>
        </p:nvSpPr>
        <p:spPr>
          <a:xfrm>
            <a:off x="-148239" y="981933"/>
            <a:ext cx="9440478" cy="85337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pPr marL="342900" indent="-342900">
              <a:lnSpc>
                <a:spcPct val="130000"/>
              </a:lnSpc>
              <a:spcBef>
                <a:spcPct val="0"/>
              </a:spcBef>
              <a:buFont typeface="Wingdings" panose="05000000000000000000" pitchFamily="2" charset="2"/>
              <a:buChar char="u"/>
            </a:pPr>
            <a:r>
              <a:rPr lang="zh-CN" altLang="en-US" sz="2000" b="0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在</a:t>
            </a:r>
            <a:r>
              <a:rPr lang="zh-CN" altLang="en-US" sz="2000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有界区域</a:t>
            </a:r>
            <a:r>
              <a:rPr lang="zh-CN" altLang="en-US" sz="2000" dirty="0">
                <a:solidFill>
                  <a:srgbClr val="FF9900"/>
                </a:solidFill>
                <a:latin typeface="Times New Roman" panose="02020603050405020304" pitchFamily="18" charset="0"/>
                <a:ea typeface="楷体_GB2312" pitchFamily="49" charset="-122"/>
              </a:rPr>
              <a:t>（导行波）</a:t>
            </a:r>
            <a:r>
              <a:rPr lang="zh-CN" altLang="en-US" sz="2000" b="0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：矢量场由</a:t>
            </a:r>
            <a:r>
              <a:rPr lang="zh-CN" altLang="en-US" sz="2000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该区域中的</a:t>
            </a:r>
            <a:r>
              <a:rPr lang="zh-CN" altLang="en-US" sz="2000" dirty="0">
                <a:solidFill>
                  <a:srgbClr val="FF81C0"/>
                </a:solidFill>
                <a:latin typeface="Times New Roman" panose="02020603050405020304" pitchFamily="18" charset="0"/>
                <a:ea typeface="楷体_GB2312" pitchFamily="49" charset="-122"/>
              </a:rPr>
              <a:t>散度</a:t>
            </a:r>
            <a:r>
              <a:rPr lang="zh-CN" altLang="en-US" sz="2000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、</a:t>
            </a:r>
            <a:r>
              <a:rPr lang="zh-CN" altLang="en-US" sz="2000" dirty="0">
                <a:solidFill>
                  <a:srgbClr val="FF81C0"/>
                </a:solidFill>
                <a:latin typeface="Times New Roman" panose="02020603050405020304" pitchFamily="18" charset="0"/>
                <a:ea typeface="楷体_GB2312" pitchFamily="49" charset="-122"/>
              </a:rPr>
              <a:t>旋度</a:t>
            </a:r>
            <a:r>
              <a:rPr lang="zh-CN" altLang="en-US" sz="2000" b="0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以及</a:t>
            </a:r>
            <a:r>
              <a:rPr lang="zh-CN" altLang="en-US" sz="2000" u="sng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边界条件</a:t>
            </a:r>
            <a:r>
              <a:rPr lang="zh-CN" altLang="en-US" sz="2000" b="0" u="sng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（区域分界面上</a:t>
            </a:r>
            <a:r>
              <a:rPr lang="zh-CN" altLang="en-US" sz="2000" b="0" i="1" u="sng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矢量场的切向分量和法向分量满足的条件</a:t>
            </a:r>
            <a:r>
              <a:rPr lang="zh-CN" altLang="en-US" sz="2000" b="0" u="sng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）</a:t>
            </a:r>
            <a:r>
              <a:rPr lang="zh-CN" altLang="en-US" sz="2000" u="sng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确定</a:t>
            </a:r>
            <a:r>
              <a:rPr lang="zh-CN" altLang="en-US" sz="2000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。</a:t>
            </a:r>
          </a:p>
        </p:txBody>
      </p:sp>
      <p:sp>
        <p:nvSpPr>
          <p:cNvPr id="133126" name="AutoShape 19">
            <a:hlinkClick r:id="rId7" action="ppaction://hlinksldjump"/>
          </p:cNvPr>
          <p:cNvSpPr/>
          <p:nvPr/>
        </p:nvSpPr>
        <p:spPr>
          <a:xfrm>
            <a:off x="7537450" y="6597650"/>
            <a:ext cx="360363" cy="252413"/>
          </a:xfrm>
          <a:prstGeom prst="actionButtonBeginning">
            <a:avLst/>
          </a:prstGeom>
          <a:solidFill>
            <a:srgbClr val="3366FF"/>
          </a:solidFill>
          <a:ln w="9525" cap="flat" cmpd="sng">
            <a:solidFill>
              <a:schemeClr val="bg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pPr algn="ctr"/>
            <a:endParaRPr lang="zh-CN" altLang="en-US" b="0" dirty="0">
              <a:latin typeface="Arial" panose="020B0604020202020204" pitchFamily="34" charset="0"/>
              <a:ea typeface="楷体_GB2312" pitchFamily="49" charset="-122"/>
            </a:endParaRPr>
          </a:p>
        </p:txBody>
      </p:sp>
      <p:sp>
        <p:nvSpPr>
          <p:cNvPr id="133127" name="AutoShape 20">
            <a:hlinkClick r:id="" action="ppaction://hlinkshowjump?jump=previousslide"/>
          </p:cNvPr>
          <p:cNvSpPr/>
          <p:nvPr/>
        </p:nvSpPr>
        <p:spPr>
          <a:xfrm>
            <a:off x="7954963" y="6597650"/>
            <a:ext cx="360362" cy="258763"/>
          </a:xfrm>
          <a:prstGeom prst="actionButtonBackPrevious">
            <a:avLst/>
          </a:prstGeom>
          <a:solidFill>
            <a:srgbClr val="3366FF"/>
          </a:solidFill>
          <a:ln w="9525" cap="flat" cmpd="sng">
            <a:solidFill>
              <a:schemeClr val="bg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pPr algn="ctr"/>
            <a:endParaRPr lang="zh-CN" altLang="en-US" b="0" dirty="0">
              <a:latin typeface="Arial" panose="020B0604020202020204" pitchFamily="34" charset="0"/>
              <a:ea typeface="楷体_GB2312" pitchFamily="49" charset="-122"/>
            </a:endParaRPr>
          </a:p>
        </p:txBody>
      </p:sp>
      <p:sp>
        <p:nvSpPr>
          <p:cNvPr id="133128" name="AutoShape 21">
            <a:hlinkClick r:id="" action="ppaction://hlinkshowjump?jump=nextslide"/>
          </p:cNvPr>
          <p:cNvSpPr/>
          <p:nvPr/>
        </p:nvSpPr>
        <p:spPr>
          <a:xfrm>
            <a:off x="8372475" y="6597650"/>
            <a:ext cx="360363" cy="252413"/>
          </a:xfrm>
          <a:prstGeom prst="actionButtonForwardNext">
            <a:avLst/>
          </a:prstGeom>
          <a:solidFill>
            <a:srgbClr val="3366FF"/>
          </a:solidFill>
          <a:ln w="9525" cap="flat" cmpd="sng">
            <a:solidFill>
              <a:schemeClr val="bg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pPr algn="ctr"/>
            <a:endParaRPr lang="zh-CN" altLang="en-US" b="0" dirty="0">
              <a:latin typeface="Arial" panose="020B0604020202020204" pitchFamily="34" charset="0"/>
              <a:ea typeface="楷体_GB2312" pitchFamily="49" charset="-122"/>
            </a:endParaRPr>
          </a:p>
        </p:txBody>
      </p:sp>
      <p:sp>
        <p:nvSpPr>
          <p:cNvPr id="133129" name="AutoShape 22">
            <a:hlinkClick r:id="" action="ppaction://hlinkshowjump?jump=lastslide"/>
          </p:cNvPr>
          <p:cNvSpPr/>
          <p:nvPr/>
        </p:nvSpPr>
        <p:spPr>
          <a:xfrm>
            <a:off x="8763000" y="6597650"/>
            <a:ext cx="360363" cy="252413"/>
          </a:xfrm>
          <a:prstGeom prst="actionButtonEnd">
            <a:avLst/>
          </a:prstGeom>
          <a:solidFill>
            <a:srgbClr val="3366FF"/>
          </a:solidFill>
          <a:ln w="9525" cap="flat" cmpd="sng">
            <a:solidFill>
              <a:schemeClr val="bg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pPr algn="ctr"/>
            <a:endParaRPr lang="zh-CN" altLang="en-US" b="0" dirty="0">
              <a:latin typeface="Arial" panose="020B0604020202020204" pitchFamily="34" charset="0"/>
              <a:ea typeface="楷体_GB2312" pitchFamily="49" charset="-122"/>
            </a:endParaRPr>
          </a:p>
        </p:txBody>
      </p:sp>
      <p:sp>
        <p:nvSpPr>
          <p:cNvPr id="2" name="Text Box 8">
            <a:extLst>
              <a:ext uri="{FF2B5EF4-FFF2-40B4-BE49-F238E27FC236}">
                <a16:creationId xmlns:a16="http://schemas.microsoft.com/office/drawing/2014/main" id="{39A26220-7333-B8E8-CCF4-E3DAC2134D76}"/>
              </a:ext>
            </a:extLst>
          </p:cNvPr>
          <p:cNvSpPr txBox="1"/>
          <p:nvPr/>
        </p:nvSpPr>
        <p:spPr>
          <a:xfrm>
            <a:off x="6341102" y="1401111"/>
            <a:ext cx="2867272" cy="38113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pPr>
              <a:lnSpc>
                <a:spcPct val="130000"/>
              </a:lnSpc>
              <a:spcBef>
                <a:spcPct val="0"/>
              </a:spcBef>
            </a:pPr>
            <a:r>
              <a:rPr lang="zh-CN" altLang="en-US" sz="1600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（留待“</a:t>
            </a:r>
            <a:r>
              <a:rPr lang="en-US" altLang="zh-CN" sz="1600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2.7</a:t>
            </a:r>
            <a:r>
              <a:rPr lang="en-US" altLang="zh-CN" sz="1600" b="0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lang="zh-CN" altLang="en-US" sz="1600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边界条件”讲解）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3C818E3F-770F-6665-238B-8965A1984230}"/>
              </a:ext>
            </a:extLst>
          </p:cNvPr>
          <p:cNvSpPr txBox="1"/>
          <p:nvPr/>
        </p:nvSpPr>
        <p:spPr>
          <a:xfrm>
            <a:off x="58284" y="3537972"/>
            <a:ext cx="807263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dirty="0">
                <a:solidFill>
                  <a:schemeClr val="bg1"/>
                </a:solidFill>
              </a:rPr>
              <a:t>其中，标量函数u由F的散度和F在边界S</a:t>
            </a:r>
            <a:r>
              <a:rPr lang="en-US" altLang="zh-CN" sz="2000" dirty="0">
                <a:solidFill>
                  <a:schemeClr val="bg1"/>
                </a:solidFill>
              </a:rPr>
              <a:t>’</a:t>
            </a:r>
            <a:r>
              <a:rPr lang="zh-CN" altLang="en-US" sz="2000" dirty="0">
                <a:solidFill>
                  <a:schemeClr val="bg1"/>
                </a:solidFill>
              </a:rPr>
              <a:t>上的法向分量确定</a:t>
            </a:r>
            <a:r>
              <a:rPr lang="en-US" altLang="zh-CN" sz="2000" dirty="0">
                <a:solidFill>
                  <a:schemeClr val="bg1"/>
                </a:solidFill>
              </a:rPr>
              <a:t>:</a:t>
            </a:r>
            <a:endParaRPr lang="zh-CN" altLang="en-US" sz="2000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F8B7A8BD-C68B-524B-3981-3395F725CFFF}"/>
              </a:ext>
            </a:extLst>
          </p:cNvPr>
          <p:cNvSpPr txBox="1"/>
          <p:nvPr/>
        </p:nvSpPr>
        <p:spPr>
          <a:xfrm>
            <a:off x="784063" y="5096219"/>
            <a:ext cx="642357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dirty="0">
                <a:solidFill>
                  <a:schemeClr val="bg1"/>
                </a:solidFill>
              </a:rPr>
              <a:t>矢量函数A由F的旋度和F在边界S</a:t>
            </a:r>
            <a:r>
              <a:rPr lang="en-US" altLang="zh-CN" sz="2000" dirty="0">
                <a:solidFill>
                  <a:schemeClr val="bg1"/>
                </a:solidFill>
              </a:rPr>
              <a:t>’</a:t>
            </a:r>
            <a:r>
              <a:rPr lang="zh-CN" altLang="en-US" sz="2000" dirty="0">
                <a:solidFill>
                  <a:schemeClr val="bg1"/>
                </a:solidFill>
              </a:rPr>
              <a:t>上的切向分量确定</a:t>
            </a:r>
            <a:r>
              <a:rPr lang="en-US" altLang="zh-CN" sz="2000" dirty="0">
                <a:solidFill>
                  <a:schemeClr val="bg1"/>
                </a:solidFill>
              </a:rPr>
              <a:t>:</a:t>
            </a:r>
            <a:endParaRPr lang="zh-CN" altLang="en-US" sz="2000" dirty="0">
              <a:solidFill>
                <a:schemeClr val="bg1"/>
              </a:solidFill>
            </a:endParaRPr>
          </a:p>
        </p:txBody>
      </p:sp>
      <p:sp>
        <p:nvSpPr>
          <p:cNvPr id="503822" name="Rectangle 14"/>
          <p:cNvSpPr>
            <a:spLocks noGrp="1"/>
          </p:cNvSpPr>
          <p:nvPr>
            <p:ph type="title"/>
          </p:nvPr>
        </p:nvSpPr>
        <p:spPr>
          <a:xfrm>
            <a:off x="265616" y="457209"/>
            <a:ext cx="8399463" cy="419100"/>
          </a:xfrm>
          <a:noFill/>
          <a:ln>
            <a:noFill/>
          </a:ln>
        </p:spPr>
        <p:txBody>
          <a:bodyPr anchor="t" anchorCtr="0"/>
          <a:lstStyle/>
          <a:p>
            <a:pPr algn="ctr" eaLnBrk="1" hangingPunct="1">
              <a:buNone/>
            </a:pPr>
            <a:r>
              <a:rPr lang="en-US" altLang="zh-CN" sz="2800" b="1" dirty="0">
                <a:solidFill>
                  <a:schemeClr val="bg1"/>
                </a:solidFill>
                <a:latin typeface="Times New Roman" panose="02020603050405020304" pitchFamily="18" charset="0"/>
                <a:ea typeface="幼圆" panose="02010509060101010101" pitchFamily="49" charset="-122"/>
              </a:rPr>
              <a:t>1.7  </a:t>
            </a:r>
            <a:r>
              <a:rPr lang="zh-CN" altLang="en-US" sz="2800" b="1" dirty="0">
                <a:solidFill>
                  <a:schemeClr val="bg1"/>
                </a:solidFill>
                <a:latin typeface="Times New Roman" panose="02020603050405020304" pitchFamily="18" charset="0"/>
                <a:ea typeface="幼圆" panose="02010509060101010101" pitchFamily="49" charset="-122"/>
              </a:rPr>
              <a:t>亥姆霍兹定理</a:t>
            </a:r>
            <a:endParaRPr lang="en-US" altLang="zh-CN" sz="2800" b="1" dirty="0">
              <a:solidFill>
                <a:schemeClr val="bg1"/>
              </a:solidFill>
              <a:latin typeface="Times New Roman" panose="02020603050405020304" pitchFamily="18" charset="0"/>
              <a:ea typeface="幼圆" panose="02010509060101010101" pitchFamily="49" charset="-122"/>
            </a:endParaRP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512618E5-2C6F-07D0-C47D-389AA848AE7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88411" y="1983808"/>
            <a:ext cx="5688632" cy="1328183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DCB9CA54-EDE0-045F-2BAF-49347967A4A8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941178" y="3248764"/>
            <a:ext cx="2103921" cy="2892891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03817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80398208"/>
              </p:ext>
            </p:extLst>
          </p:nvPr>
        </p:nvGraphicFramePr>
        <p:xfrm>
          <a:off x="467544" y="4122164"/>
          <a:ext cx="3672408" cy="9453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1112520" imgH="308610" progId="Equation.3">
                  <p:embed/>
                </p:oleObj>
              </mc:Choice>
              <mc:Fallback>
                <p:oleObj r:id="rId3" imgW="1112520" imgH="308610" progId="Equation.3">
                  <p:embed/>
                  <p:pic>
                    <p:nvPicPr>
                      <p:cNvPr id="0" name="图片 3278"/>
                      <p:cNvPicPr/>
                      <p:nvPr/>
                    </p:nvPicPr>
                    <p:blipFill>
                      <a:blip r:embed="rId4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467544" y="4122164"/>
                        <a:ext cx="3672408" cy="94533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03819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07800475"/>
              </p:ext>
            </p:extLst>
          </p:nvPr>
        </p:nvGraphicFramePr>
        <p:xfrm>
          <a:off x="467544" y="5478446"/>
          <a:ext cx="3672408" cy="104904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5" imgW="1156970" imgH="308610" progId="Equation.3">
                  <p:embed/>
                </p:oleObj>
              </mc:Choice>
              <mc:Fallback>
                <p:oleObj r:id="rId5" imgW="1156970" imgH="308610" progId="Equation.3">
                  <p:embed/>
                  <p:pic>
                    <p:nvPicPr>
                      <p:cNvPr id="0" name="图片 3275"/>
                      <p:cNvPicPr/>
                      <p:nvPr/>
                    </p:nvPicPr>
                    <p:blipFill>
                      <a:blip r:embed="rId6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467544" y="5478446"/>
                        <a:ext cx="3672408" cy="104904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03820" name="Text Box 12"/>
          <p:cNvSpPr txBox="1"/>
          <p:nvPr/>
        </p:nvSpPr>
        <p:spPr>
          <a:xfrm>
            <a:off x="-60087" y="434577"/>
            <a:ext cx="9264173" cy="1369221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pPr marL="342900" indent="-342900">
              <a:lnSpc>
                <a:spcPct val="130000"/>
              </a:lnSpc>
              <a:spcBef>
                <a:spcPct val="0"/>
              </a:spcBef>
              <a:buFont typeface="Wingdings" panose="05000000000000000000" pitchFamily="2" charset="2"/>
              <a:buChar char="u"/>
            </a:pPr>
            <a:r>
              <a:rPr lang="zh-CN" altLang="en-US" sz="2200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无界空间区域</a:t>
            </a:r>
            <a:r>
              <a:rPr lang="zh-CN" altLang="en-US" sz="2200" dirty="0">
                <a:solidFill>
                  <a:srgbClr val="FF9900"/>
                </a:solidFill>
                <a:latin typeface="Times New Roman" panose="02020603050405020304" pitchFamily="18" charset="0"/>
                <a:ea typeface="楷体_GB2312" pitchFamily="49" charset="-122"/>
              </a:rPr>
              <a:t>（自由空间波）</a:t>
            </a:r>
            <a:r>
              <a:rPr lang="zh-CN" altLang="en-US" sz="2200" b="0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：</a:t>
            </a:r>
            <a:r>
              <a:rPr lang="zh-CN" altLang="en-US" sz="2200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矢量场可由其</a:t>
            </a:r>
            <a:r>
              <a:rPr lang="zh-CN" altLang="en-US" sz="2200" b="0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散度、旋度</a:t>
            </a:r>
            <a:r>
              <a:rPr lang="zh-CN" altLang="en-US" sz="2200" b="0" strike="sngStrike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以及边界条件</a:t>
            </a:r>
            <a:r>
              <a:rPr lang="zh-CN" altLang="en-US" sz="2200" b="0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确定</a:t>
            </a:r>
            <a:r>
              <a:rPr lang="zh-CN" altLang="en-US" sz="2200" b="0" dirty="0">
                <a:solidFill>
                  <a:srgbClr val="EA162F"/>
                </a:solidFill>
                <a:latin typeface="Arial" panose="020B0604020202020204" pitchFamily="34" charset="0"/>
                <a:ea typeface="楷体_GB2312" pitchFamily="49" charset="-122"/>
              </a:rPr>
              <a:t>（无界空间的边界条件是已知的，因为有限的场源在无限远处产生的场必为</a:t>
            </a:r>
            <a:r>
              <a:rPr lang="en-US" altLang="zh-CN" sz="2200" b="0" dirty="0">
                <a:solidFill>
                  <a:srgbClr val="EA162F"/>
                </a:solidFill>
                <a:latin typeface="Arial" panose="020B0604020202020204" pitchFamily="34" charset="0"/>
                <a:ea typeface="楷体_GB2312" pitchFamily="49" charset="-122"/>
              </a:rPr>
              <a:t>0</a:t>
            </a:r>
            <a:r>
              <a:rPr lang="zh-CN" altLang="en-US" sz="2200" b="0" dirty="0">
                <a:solidFill>
                  <a:srgbClr val="EA162F"/>
                </a:solidFill>
                <a:latin typeface="Arial" panose="020B0604020202020204" pitchFamily="34" charset="0"/>
                <a:ea typeface="楷体_GB2312" pitchFamily="49" charset="-122"/>
              </a:rPr>
              <a:t>，所以</a:t>
            </a:r>
            <a:r>
              <a:rPr lang="zh-CN" altLang="en-US" sz="2200" b="0" u="sng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区域分界面上</a:t>
            </a:r>
            <a:r>
              <a:rPr lang="zh-CN" altLang="en-US" sz="2200" b="0" i="1" u="sng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矢量场的切向分量和法向分量</a:t>
            </a:r>
            <a:r>
              <a:rPr lang="zh-CN" altLang="en-US" sz="2200" b="0" dirty="0">
                <a:solidFill>
                  <a:srgbClr val="EA162F"/>
                </a:solidFill>
                <a:latin typeface="Arial" panose="020B0604020202020204" pitchFamily="34" charset="0"/>
                <a:ea typeface="楷体_GB2312" pitchFamily="49" charset="-122"/>
              </a:rPr>
              <a:t>必为</a:t>
            </a:r>
            <a:r>
              <a:rPr lang="en-US" altLang="zh-CN" sz="2200" b="0" dirty="0">
                <a:solidFill>
                  <a:srgbClr val="EA162F"/>
                </a:solidFill>
                <a:latin typeface="Arial" panose="020B0604020202020204" pitchFamily="34" charset="0"/>
                <a:ea typeface="楷体_GB2312" pitchFamily="49" charset="-122"/>
              </a:rPr>
              <a:t>0</a:t>
            </a:r>
            <a:r>
              <a:rPr lang="zh-CN" altLang="en-US" sz="2200" b="0" dirty="0">
                <a:solidFill>
                  <a:srgbClr val="EA162F"/>
                </a:solidFill>
                <a:latin typeface="Arial" panose="020B0604020202020204" pitchFamily="34" charset="0"/>
                <a:ea typeface="楷体_GB2312" pitchFamily="49" charset="-122"/>
              </a:rPr>
              <a:t>）。</a:t>
            </a:r>
            <a:endParaRPr lang="en-US" altLang="zh-CN" sz="2200" b="0" dirty="0">
              <a:solidFill>
                <a:srgbClr val="EA162F"/>
              </a:solidFill>
              <a:latin typeface="Arial" panose="020B0604020202020204" pitchFamily="34" charset="0"/>
              <a:ea typeface="楷体_GB2312" pitchFamily="49" charset="-122"/>
            </a:endParaRPr>
          </a:p>
        </p:txBody>
      </p:sp>
      <p:graphicFrame>
        <p:nvGraphicFramePr>
          <p:cNvPr id="503821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1121858"/>
              </p:ext>
            </p:extLst>
          </p:nvPr>
        </p:nvGraphicFramePr>
        <p:xfrm>
          <a:off x="6132512" y="1978025"/>
          <a:ext cx="2990850" cy="2901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7" imgW="4514850" imgH="4381500" progId="Paint.Picture">
                  <p:embed/>
                </p:oleObj>
              </mc:Choice>
              <mc:Fallback>
                <p:oleObj r:id="rId7" imgW="4514850" imgH="4381500" progId="Paint.Picture">
                  <p:embed/>
                  <p:pic>
                    <p:nvPicPr>
                      <p:cNvPr id="0" name="图片 3276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6132512" y="1978025"/>
                        <a:ext cx="2990850" cy="29019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1081" name="AutoShape 15">
            <a:hlinkClick r:id="rId9" action="ppaction://hlinksldjump"/>
          </p:cNvPr>
          <p:cNvSpPr/>
          <p:nvPr/>
        </p:nvSpPr>
        <p:spPr>
          <a:xfrm>
            <a:off x="7537450" y="6597650"/>
            <a:ext cx="360363" cy="252413"/>
          </a:xfrm>
          <a:prstGeom prst="actionButtonBeginning">
            <a:avLst/>
          </a:prstGeom>
          <a:solidFill>
            <a:srgbClr val="3366FF"/>
          </a:solidFill>
          <a:ln w="9525" cap="flat" cmpd="sng">
            <a:solidFill>
              <a:schemeClr val="bg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pPr algn="ctr"/>
            <a:endParaRPr lang="zh-CN" altLang="en-US" b="0" dirty="0">
              <a:latin typeface="Arial" panose="020B0604020202020204" pitchFamily="34" charset="0"/>
              <a:ea typeface="楷体_GB2312" pitchFamily="49" charset="-122"/>
            </a:endParaRPr>
          </a:p>
        </p:txBody>
      </p:sp>
      <p:sp>
        <p:nvSpPr>
          <p:cNvPr id="131082" name="AutoShape 16">
            <a:hlinkClick r:id="" action="ppaction://hlinkshowjump?jump=previousslide"/>
          </p:cNvPr>
          <p:cNvSpPr/>
          <p:nvPr/>
        </p:nvSpPr>
        <p:spPr>
          <a:xfrm>
            <a:off x="7954963" y="6597650"/>
            <a:ext cx="360362" cy="258763"/>
          </a:xfrm>
          <a:prstGeom prst="actionButtonBackPrevious">
            <a:avLst/>
          </a:prstGeom>
          <a:solidFill>
            <a:srgbClr val="3366FF"/>
          </a:solidFill>
          <a:ln w="9525" cap="flat" cmpd="sng">
            <a:solidFill>
              <a:schemeClr val="bg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pPr algn="ctr"/>
            <a:endParaRPr lang="zh-CN" altLang="en-US" b="0" dirty="0">
              <a:latin typeface="Arial" panose="020B0604020202020204" pitchFamily="34" charset="0"/>
              <a:ea typeface="楷体_GB2312" pitchFamily="49" charset="-122"/>
            </a:endParaRPr>
          </a:p>
        </p:txBody>
      </p:sp>
      <p:sp>
        <p:nvSpPr>
          <p:cNvPr id="131083" name="AutoShape 17">
            <a:hlinkClick r:id="" action="ppaction://hlinkshowjump?jump=nextslide"/>
          </p:cNvPr>
          <p:cNvSpPr/>
          <p:nvPr/>
        </p:nvSpPr>
        <p:spPr>
          <a:xfrm>
            <a:off x="8372475" y="6597650"/>
            <a:ext cx="360363" cy="252413"/>
          </a:xfrm>
          <a:prstGeom prst="actionButtonForwardNext">
            <a:avLst/>
          </a:prstGeom>
          <a:solidFill>
            <a:srgbClr val="3366FF"/>
          </a:solidFill>
          <a:ln w="9525" cap="flat" cmpd="sng">
            <a:solidFill>
              <a:schemeClr val="bg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pPr algn="ctr"/>
            <a:endParaRPr lang="zh-CN" altLang="en-US" b="0" dirty="0">
              <a:latin typeface="Arial" panose="020B0604020202020204" pitchFamily="34" charset="0"/>
              <a:ea typeface="楷体_GB2312" pitchFamily="49" charset="-122"/>
            </a:endParaRPr>
          </a:p>
        </p:txBody>
      </p:sp>
      <p:sp>
        <p:nvSpPr>
          <p:cNvPr id="131084" name="AutoShape 18">
            <a:hlinkClick r:id="" action="ppaction://hlinkshowjump?jump=lastslide"/>
          </p:cNvPr>
          <p:cNvSpPr/>
          <p:nvPr/>
        </p:nvSpPr>
        <p:spPr>
          <a:xfrm>
            <a:off x="8763000" y="6597650"/>
            <a:ext cx="360363" cy="252413"/>
          </a:xfrm>
          <a:prstGeom prst="actionButtonEnd">
            <a:avLst/>
          </a:prstGeom>
          <a:solidFill>
            <a:srgbClr val="3366FF"/>
          </a:solidFill>
          <a:ln w="9525" cap="flat" cmpd="sng">
            <a:solidFill>
              <a:schemeClr val="bg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pPr algn="ctr"/>
            <a:endParaRPr lang="zh-CN" altLang="en-US" b="0" dirty="0">
              <a:latin typeface="Arial" panose="020B0604020202020204" pitchFamily="34" charset="0"/>
              <a:ea typeface="楷体_GB2312" pitchFamily="49" charset="-122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63C64348-0F2A-0A46-39FA-5F7393FBE54E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67173" y="1845101"/>
            <a:ext cx="5688632" cy="1328183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8ECD63C5-C1DC-4C08-8698-AC15C306C418}"/>
              </a:ext>
            </a:extLst>
          </p:cNvPr>
          <p:cNvSpPr txBox="1"/>
          <p:nvPr/>
        </p:nvSpPr>
        <p:spPr>
          <a:xfrm>
            <a:off x="161191" y="3389919"/>
            <a:ext cx="5953125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200" dirty="0">
                <a:solidFill>
                  <a:schemeClr val="bg1"/>
                </a:solidFill>
              </a:rPr>
              <a:t>其中，标量函数u只由F的散度确定（</a:t>
            </a:r>
            <a:r>
              <a:rPr lang="en-US" altLang="zh-CN" sz="2200" dirty="0">
                <a:solidFill>
                  <a:schemeClr val="bg1"/>
                </a:solidFill>
              </a:rPr>
              <a:t>F</a:t>
            </a:r>
            <a:r>
              <a:rPr lang="zh-CN" altLang="en-US" sz="2200" dirty="0">
                <a:solidFill>
                  <a:schemeClr val="bg1"/>
                </a:solidFill>
              </a:rPr>
              <a:t>在边界</a:t>
            </a:r>
            <a:r>
              <a:rPr lang="en-US" altLang="zh-CN" sz="2200" dirty="0">
                <a:solidFill>
                  <a:schemeClr val="bg1"/>
                </a:solidFill>
              </a:rPr>
              <a:t>S’</a:t>
            </a:r>
            <a:r>
              <a:rPr lang="zh-CN" altLang="en-US" sz="2200" dirty="0">
                <a:solidFill>
                  <a:schemeClr val="bg1"/>
                </a:solidFill>
              </a:rPr>
              <a:t>上的法向分量</a:t>
            </a:r>
            <a:r>
              <a:rPr lang="en-US" altLang="zh-CN" sz="2200" dirty="0">
                <a:solidFill>
                  <a:schemeClr val="bg1"/>
                </a:solidFill>
              </a:rPr>
              <a:t>=0</a:t>
            </a:r>
            <a:r>
              <a:rPr lang="zh-CN" altLang="en-US" sz="2200" dirty="0">
                <a:solidFill>
                  <a:schemeClr val="bg1"/>
                </a:solidFill>
              </a:rPr>
              <a:t>）</a:t>
            </a:r>
            <a:r>
              <a:rPr lang="en-US" altLang="zh-CN" sz="2200" dirty="0">
                <a:solidFill>
                  <a:schemeClr val="bg1"/>
                </a:solidFill>
              </a:rPr>
              <a:t>:</a:t>
            </a:r>
            <a:endParaRPr lang="zh-CN" altLang="en-US" sz="2200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E4E5E65-7719-786F-FE54-BA08FA45F082}"/>
              </a:ext>
            </a:extLst>
          </p:cNvPr>
          <p:cNvSpPr txBox="1"/>
          <p:nvPr/>
        </p:nvSpPr>
        <p:spPr>
          <a:xfrm>
            <a:off x="161191" y="5104134"/>
            <a:ext cx="821128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200" dirty="0">
                <a:solidFill>
                  <a:schemeClr val="bg1"/>
                </a:solidFill>
              </a:rPr>
              <a:t>矢量函数A只由F的旋度确定（</a:t>
            </a:r>
            <a:r>
              <a:rPr lang="zh-CN" altLang="en-US" sz="2400" dirty="0">
                <a:solidFill>
                  <a:schemeClr val="bg1"/>
                </a:solidFill>
              </a:rPr>
              <a:t> F在边界S</a:t>
            </a:r>
            <a:r>
              <a:rPr lang="en-US" altLang="zh-CN" sz="2400" dirty="0">
                <a:solidFill>
                  <a:schemeClr val="bg1"/>
                </a:solidFill>
              </a:rPr>
              <a:t>’</a:t>
            </a:r>
            <a:r>
              <a:rPr lang="zh-CN" altLang="en-US" sz="2400" dirty="0">
                <a:solidFill>
                  <a:schemeClr val="bg1"/>
                </a:solidFill>
              </a:rPr>
              <a:t>上的切向分量</a:t>
            </a:r>
            <a:r>
              <a:rPr lang="en-US" altLang="zh-CN" sz="2400" dirty="0">
                <a:solidFill>
                  <a:schemeClr val="bg1"/>
                </a:solidFill>
              </a:rPr>
              <a:t>=0</a:t>
            </a:r>
            <a:r>
              <a:rPr lang="zh-CN" altLang="en-US" sz="2200" dirty="0">
                <a:solidFill>
                  <a:schemeClr val="bg1"/>
                </a:solidFill>
              </a:rPr>
              <a:t>）</a:t>
            </a:r>
            <a:r>
              <a:rPr lang="en-US" altLang="zh-CN" sz="2200" dirty="0">
                <a:solidFill>
                  <a:schemeClr val="bg1"/>
                </a:solidFill>
              </a:rPr>
              <a:t>:</a:t>
            </a:r>
            <a:endParaRPr lang="zh-CN" altLang="en-US" sz="22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812" name="Text Box 4"/>
          <p:cNvSpPr txBox="1"/>
          <p:nvPr/>
        </p:nvSpPr>
        <p:spPr>
          <a:xfrm>
            <a:off x="107950" y="836712"/>
            <a:ext cx="8934450" cy="1516063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>
              <a:lnSpc>
                <a:spcPct val="130000"/>
              </a:lnSpc>
              <a:spcBef>
                <a:spcPct val="0"/>
              </a:spcBef>
            </a:pPr>
            <a:r>
              <a:rPr lang="en-US" altLang="zh-CN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    </a:t>
            </a:r>
            <a:r>
              <a:rPr lang="zh-CN" altLang="en-US" dirty="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若矢量场在无</a:t>
            </a:r>
            <a:r>
              <a:rPr lang="zh-CN" altLang="en-US" dirty="0">
                <a:solidFill>
                  <a:schemeClr val="bg1"/>
                </a:solidFill>
                <a:latin typeface="楷体_GB2312" pitchFamily="49" charset="-122"/>
              </a:rPr>
              <a:t>界</a:t>
            </a:r>
            <a:r>
              <a:rPr lang="zh-CN" altLang="en-US" dirty="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空间中处处单值，且其导数连续有界，源分布在有限区域中，则当矢量场的散度及旋度给定后，该矢量场可表示为 </a:t>
            </a:r>
          </a:p>
        </p:txBody>
      </p:sp>
      <p:graphicFrame>
        <p:nvGraphicFramePr>
          <p:cNvPr id="503814" name="Object 6"/>
          <p:cNvGraphicFramePr>
            <a:graphicFrameLocks noChangeAspect="1"/>
          </p:cNvGraphicFramePr>
          <p:nvPr/>
        </p:nvGraphicFramePr>
        <p:xfrm>
          <a:off x="1258888" y="1845715"/>
          <a:ext cx="3646487" cy="546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1360805" imgH="170815" progId="Equation.3">
                  <p:embed/>
                </p:oleObj>
              </mc:Choice>
              <mc:Fallback>
                <p:oleObj r:id="rId3" imgW="1360805" imgH="170815" progId="Equation.3">
                  <p:embed/>
                  <p:pic>
                    <p:nvPicPr>
                      <p:cNvPr id="503814" name="Object 6"/>
                      <p:cNvPicPr/>
                      <p:nvPr/>
                    </p:nvPicPr>
                    <p:blipFill>
                      <a:blip r:embed="rId4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258888" y="1845715"/>
                        <a:ext cx="3646487" cy="5461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03815" name="Text Box 7"/>
          <p:cNvSpPr txBox="1"/>
          <p:nvPr/>
        </p:nvSpPr>
        <p:spPr>
          <a:xfrm>
            <a:off x="179388" y="2772296"/>
            <a:ext cx="1458912" cy="458788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>
              <a:spcBef>
                <a:spcPct val="0"/>
              </a:spcBef>
            </a:pPr>
            <a:r>
              <a:rPr lang="zh-CN" altLang="en-US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式中：</a:t>
            </a:r>
          </a:p>
        </p:txBody>
      </p:sp>
      <p:graphicFrame>
        <p:nvGraphicFramePr>
          <p:cNvPr id="503817" name="Object 9"/>
          <p:cNvGraphicFramePr>
            <a:graphicFrameLocks noChangeAspect="1"/>
          </p:cNvGraphicFramePr>
          <p:nvPr/>
        </p:nvGraphicFramePr>
        <p:xfrm>
          <a:off x="1258888" y="2492896"/>
          <a:ext cx="4495800" cy="1157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5" imgW="1112520" imgH="308610" progId="Equation.3">
                  <p:embed/>
                </p:oleObj>
              </mc:Choice>
              <mc:Fallback>
                <p:oleObj r:id="rId5" imgW="1112520" imgH="308610" progId="Equation.3">
                  <p:embed/>
                  <p:pic>
                    <p:nvPicPr>
                      <p:cNvPr id="503817" name="Object 9"/>
                      <p:cNvPicPr/>
                      <p:nvPr/>
                    </p:nvPicPr>
                    <p:blipFill>
                      <a:blip r:embed="rId6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258888" y="2492896"/>
                        <a:ext cx="4495800" cy="115728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03819" name="Object 11"/>
          <p:cNvGraphicFramePr>
            <a:graphicFrameLocks noChangeAspect="1"/>
          </p:cNvGraphicFramePr>
          <p:nvPr/>
        </p:nvGraphicFramePr>
        <p:xfrm>
          <a:off x="1258888" y="3616846"/>
          <a:ext cx="3817937" cy="1090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7" imgW="1156970" imgH="308610" progId="Equation.3">
                  <p:embed/>
                </p:oleObj>
              </mc:Choice>
              <mc:Fallback>
                <p:oleObj r:id="rId7" imgW="1156970" imgH="308610" progId="Equation.3">
                  <p:embed/>
                  <p:pic>
                    <p:nvPicPr>
                      <p:cNvPr id="503819" name="Object 11"/>
                      <p:cNvPicPr/>
                      <p:nvPr/>
                    </p:nvPicPr>
                    <p:blipFill>
                      <a:blip r:embed="rId8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258888" y="3616846"/>
                        <a:ext cx="3817937" cy="10906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03820" name="Text Box 12"/>
          <p:cNvSpPr txBox="1"/>
          <p:nvPr/>
        </p:nvSpPr>
        <p:spPr>
          <a:xfrm>
            <a:off x="20638" y="4725144"/>
            <a:ext cx="9093202" cy="1889363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pPr marL="342900" indent="-342900">
              <a:lnSpc>
                <a:spcPct val="130000"/>
              </a:lnSpc>
              <a:spcBef>
                <a:spcPct val="0"/>
              </a:spcBef>
              <a:buFont typeface="Wingdings" panose="05000000000000000000" pitchFamily="2" charset="2"/>
              <a:buChar char="u"/>
            </a:pPr>
            <a:r>
              <a:rPr lang="zh-CN" altLang="en-US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无界空间区域</a:t>
            </a:r>
            <a:r>
              <a:rPr lang="zh-CN" altLang="en-US" dirty="0">
                <a:solidFill>
                  <a:srgbClr val="FF9900"/>
                </a:solidFill>
                <a:latin typeface="Times New Roman" panose="02020603050405020304" pitchFamily="18" charset="0"/>
                <a:ea typeface="楷体_GB2312" pitchFamily="49" charset="-122"/>
              </a:rPr>
              <a:t>（自由空间波）</a:t>
            </a:r>
            <a:r>
              <a:rPr lang="zh-CN" altLang="en-US" b="0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：</a:t>
            </a:r>
            <a:r>
              <a:rPr lang="zh-CN" altLang="en-US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矢量场可由其</a:t>
            </a:r>
            <a:r>
              <a:rPr lang="zh-CN" altLang="en-US" b="0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散度、旋度</a:t>
            </a:r>
            <a:r>
              <a:rPr lang="zh-CN" altLang="en-US" b="0" strike="sngStrike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以及边界条件</a:t>
            </a:r>
            <a:r>
              <a:rPr lang="zh-CN" altLang="en-US" b="0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确定</a:t>
            </a:r>
            <a:r>
              <a:rPr lang="zh-CN" altLang="en-US" sz="2200" b="0" dirty="0">
                <a:solidFill>
                  <a:srgbClr val="EA162F"/>
                </a:solidFill>
                <a:latin typeface="Arial" panose="020B0604020202020204" pitchFamily="34" charset="0"/>
                <a:ea typeface="楷体_GB2312" pitchFamily="49" charset="-122"/>
              </a:rPr>
              <a:t>（无界空间的边界条件是已知的，因为有限的场源在无限远处产生的场必为</a:t>
            </a:r>
            <a:r>
              <a:rPr lang="en-US" altLang="zh-CN" sz="2200" b="0" dirty="0">
                <a:solidFill>
                  <a:srgbClr val="EA162F"/>
                </a:solidFill>
                <a:latin typeface="Arial" panose="020B0604020202020204" pitchFamily="34" charset="0"/>
                <a:ea typeface="楷体_GB2312" pitchFamily="49" charset="-122"/>
              </a:rPr>
              <a:t>0</a:t>
            </a:r>
            <a:r>
              <a:rPr lang="zh-CN" altLang="en-US" sz="2200" b="0" dirty="0">
                <a:solidFill>
                  <a:srgbClr val="EA162F"/>
                </a:solidFill>
                <a:latin typeface="Arial" panose="020B0604020202020204" pitchFamily="34" charset="0"/>
                <a:ea typeface="楷体_GB2312" pitchFamily="49" charset="-122"/>
              </a:rPr>
              <a:t>，所以</a:t>
            </a:r>
            <a:r>
              <a:rPr lang="zh-CN" altLang="en-US" sz="2200" b="0" u="sng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区域分界面上</a:t>
            </a:r>
            <a:r>
              <a:rPr lang="zh-CN" altLang="en-US" sz="2200" b="0" i="1" u="sng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矢量场的切向分量和法向分量</a:t>
            </a:r>
            <a:r>
              <a:rPr lang="zh-CN" altLang="en-US" sz="2200" b="0" dirty="0">
                <a:solidFill>
                  <a:srgbClr val="EA162F"/>
                </a:solidFill>
                <a:latin typeface="Arial" panose="020B0604020202020204" pitchFamily="34" charset="0"/>
                <a:ea typeface="楷体_GB2312" pitchFamily="49" charset="-122"/>
              </a:rPr>
              <a:t>必为</a:t>
            </a:r>
            <a:r>
              <a:rPr lang="en-US" altLang="zh-CN" sz="2200" b="0" dirty="0">
                <a:solidFill>
                  <a:srgbClr val="EA162F"/>
                </a:solidFill>
                <a:latin typeface="Arial" panose="020B0604020202020204" pitchFamily="34" charset="0"/>
                <a:ea typeface="楷体_GB2312" pitchFamily="49" charset="-122"/>
              </a:rPr>
              <a:t>0</a:t>
            </a:r>
            <a:r>
              <a:rPr lang="zh-CN" altLang="en-US" sz="2200" b="0" dirty="0">
                <a:solidFill>
                  <a:srgbClr val="EA162F"/>
                </a:solidFill>
                <a:latin typeface="Arial" panose="020B0604020202020204" pitchFamily="34" charset="0"/>
                <a:ea typeface="楷体_GB2312" pitchFamily="49" charset="-122"/>
              </a:rPr>
              <a:t>）。</a:t>
            </a:r>
            <a:endParaRPr lang="en-US" altLang="zh-CN" sz="2200" b="0" dirty="0">
              <a:solidFill>
                <a:srgbClr val="EA162F"/>
              </a:solidFill>
              <a:latin typeface="Arial" panose="020B0604020202020204" pitchFamily="34" charset="0"/>
              <a:ea typeface="楷体_GB2312" pitchFamily="49" charset="-122"/>
            </a:endParaRPr>
          </a:p>
        </p:txBody>
      </p:sp>
      <p:graphicFrame>
        <p:nvGraphicFramePr>
          <p:cNvPr id="503821" name="Object 13"/>
          <p:cNvGraphicFramePr>
            <a:graphicFrameLocks noChangeAspect="1"/>
          </p:cNvGraphicFramePr>
          <p:nvPr/>
        </p:nvGraphicFramePr>
        <p:xfrm>
          <a:off x="5973763" y="1844824"/>
          <a:ext cx="2990850" cy="2901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9" imgW="4514850" imgH="4381500" progId="Paint.Picture">
                  <p:embed/>
                </p:oleObj>
              </mc:Choice>
              <mc:Fallback>
                <p:oleObj r:id="rId9" imgW="4514850" imgH="4381500" progId="Paint.Picture">
                  <p:embed/>
                  <p:pic>
                    <p:nvPicPr>
                      <p:cNvPr id="503821" name="Object 13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5973763" y="1844824"/>
                        <a:ext cx="2990850" cy="29019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03822" name="Rectangle 14"/>
          <p:cNvSpPr>
            <a:spLocks noGrp="1"/>
          </p:cNvSpPr>
          <p:nvPr>
            <p:ph type="title"/>
          </p:nvPr>
        </p:nvSpPr>
        <p:spPr>
          <a:xfrm>
            <a:off x="107950" y="404664"/>
            <a:ext cx="8399463" cy="419100"/>
          </a:xfrm>
          <a:noFill/>
          <a:ln>
            <a:noFill/>
          </a:ln>
        </p:spPr>
        <p:txBody>
          <a:bodyPr anchor="t" anchorCtr="0"/>
          <a:lstStyle/>
          <a:p>
            <a:pPr algn="ctr" eaLnBrk="1" hangingPunct="1">
              <a:buNone/>
            </a:pPr>
            <a:r>
              <a:rPr lang="en-US" altLang="zh-CN" sz="2800" b="1" dirty="0">
                <a:solidFill>
                  <a:schemeClr val="bg1"/>
                </a:solidFill>
                <a:latin typeface="Times New Roman" panose="02020603050405020304" pitchFamily="18" charset="0"/>
                <a:ea typeface="幼圆" panose="02010509060101010101" pitchFamily="49" charset="-122"/>
              </a:rPr>
              <a:t>1.7  </a:t>
            </a:r>
            <a:r>
              <a:rPr lang="zh-CN" altLang="en-US" sz="2800" b="1" dirty="0">
                <a:solidFill>
                  <a:schemeClr val="bg1"/>
                </a:solidFill>
                <a:latin typeface="Times New Roman" panose="02020603050405020304" pitchFamily="18" charset="0"/>
                <a:ea typeface="幼圆" panose="02010509060101010101" pitchFamily="49" charset="-122"/>
              </a:rPr>
              <a:t>亥姆霍兹定理</a:t>
            </a:r>
            <a:endParaRPr lang="en-US" altLang="zh-CN" sz="2800" b="1" dirty="0">
              <a:solidFill>
                <a:schemeClr val="bg1"/>
              </a:solidFill>
              <a:latin typeface="Times New Roman" panose="02020603050405020304" pitchFamily="18" charset="0"/>
              <a:ea typeface="幼圆" panose="02010509060101010101" pitchFamily="49" charset="-122"/>
            </a:endParaRPr>
          </a:p>
        </p:txBody>
      </p:sp>
      <p:sp>
        <p:nvSpPr>
          <p:cNvPr id="131081" name="AutoShape 15">
            <a:hlinkClick r:id="rId11" action="ppaction://hlinksldjump"/>
          </p:cNvPr>
          <p:cNvSpPr/>
          <p:nvPr/>
        </p:nvSpPr>
        <p:spPr>
          <a:xfrm>
            <a:off x="7537450" y="6597650"/>
            <a:ext cx="360363" cy="252413"/>
          </a:xfrm>
          <a:prstGeom prst="actionButtonBeginning">
            <a:avLst/>
          </a:prstGeom>
          <a:solidFill>
            <a:srgbClr val="3366FF"/>
          </a:solidFill>
          <a:ln w="9525" cap="flat" cmpd="sng">
            <a:solidFill>
              <a:schemeClr val="bg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pPr algn="ctr"/>
            <a:endParaRPr lang="zh-CN" altLang="en-US" b="0" dirty="0">
              <a:latin typeface="Arial" panose="020B0604020202020204" pitchFamily="34" charset="0"/>
              <a:ea typeface="楷体_GB2312" pitchFamily="49" charset="-122"/>
            </a:endParaRPr>
          </a:p>
        </p:txBody>
      </p:sp>
      <p:sp>
        <p:nvSpPr>
          <p:cNvPr id="131082" name="AutoShape 16">
            <a:hlinkClick r:id="" action="ppaction://hlinkshowjump?jump=previousslide"/>
          </p:cNvPr>
          <p:cNvSpPr/>
          <p:nvPr/>
        </p:nvSpPr>
        <p:spPr>
          <a:xfrm>
            <a:off x="7954963" y="6597650"/>
            <a:ext cx="360362" cy="258763"/>
          </a:xfrm>
          <a:prstGeom prst="actionButtonBackPrevious">
            <a:avLst/>
          </a:prstGeom>
          <a:solidFill>
            <a:srgbClr val="3366FF"/>
          </a:solidFill>
          <a:ln w="9525" cap="flat" cmpd="sng">
            <a:solidFill>
              <a:schemeClr val="bg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pPr algn="ctr"/>
            <a:endParaRPr lang="zh-CN" altLang="en-US" b="0" dirty="0">
              <a:latin typeface="Arial" panose="020B0604020202020204" pitchFamily="34" charset="0"/>
              <a:ea typeface="楷体_GB2312" pitchFamily="49" charset="-122"/>
            </a:endParaRPr>
          </a:p>
        </p:txBody>
      </p:sp>
      <p:sp>
        <p:nvSpPr>
          <p:cNvPr id="131083" name="AutoShape 17">
            <a:hlinkClick r:id="" action="ppaction://hlinkshowjump?jump=nextslide"/>
          </p:cNvPr>
          <p:cNvSpPr/>
          <p:nvPr/>
        </p:nvSpPr>
        <p:spPr>
          <a:xfrm>
            <a:off x="8372475" y="6597650"/>
            <a:ext cx="360363" cy="252413"/>
          </a:xfrm>
          <a:prstGeom prst="actionButtonForwardNext">
            <a:avLst/>
          </a:prstGeom>
          <a:solidFill>
            <a:srgbClr val="3366FF"/>
          </a:solidFill>
          <a:ln w="9525" cap="flat" cmpd="sng">
            <a:solidFill>
              <a:schemeClr val="bg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pPr algn="ctr"/>
            <a:endParaRPr lang="zh-CN" altLang="en-US" b="0" dirty="0">
              <a:latin typeface="Arial" panose="020B0604020202020204" pitchFamily="34" charset="0"/>
              <a:ea typeface="楷体_GB2312" pitchFamily="49" charset="-122"/>
            </a:endParaRPr>
          </a:p>
        </p:txBody>
      </p:sp>
      <p:sp>
        <p:nvSpPr>
          <p:cNvPr id="131084" name="AutoShape 18">
            <a:hlinkClick r:id="" action="ppaction://hlinkshowjump?jump=lastslide"/>
          </p:cNvPr>
          <p:cNvSpPr/>
          <p:nvPr/>
        </p:nvSpPr>
        <p:spPr>
          <a:xfrm>
            <a:off x="8763000" y="6597650"/>
            <a:ext cx="360363" cy="252413"/>
          </a:xfrm>
          <a:prstGeom prst="actionButtonEnd">
            <a:avLst/>
          </a:prstGeom>
          <a:solidFill>
            <a:srgbClr val="3366FF"/>
          </a:solidFill>
          <a:ln w="9525" cap="flat" cmpd="sng">
            <a:solidFill>
              <a:schemeClr val="bg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pPr algn="ctr"/>
            <a:endParaRPr lang="zh-CN" altLang="en-US" b="0" dirty="0">
              <a:latin typeface="Arial" panose="020B0604020202020204" pitchFamily="34" charset="0"/>
              <a:ea typeface="楷体_GB2312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8134068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6756" name="Text Box 4"/>
          <p:cNvSpPr txBox="1"/>
          <p:nvPr/>
        </p:nvSpPr>
        <p:spPr>
          <a:xfrm>
            <a:off x="1371600" y="2362200"/>
            <a:ext cx="6629400" cy="1735138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>
              <a:lnSpc>
                <a:spcPct val="150000"/>
              </a:lnSpc>
              <a:spcBef>
                <a:spcPct val="50000"/>
              </a:spcBef>
            </a:pPr>
            <a:r>
              <a:rPr lang="en-US" altLang="zh-CN" sz="2000" dirty="0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49" charset="-122"/>
              </a:rPr>
              <a:t>         </a:t>
            </a:r>
            <a:r>
              <a:rPr lang="zh-CN" altLang="en-US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该定理表明任一矢量场均可表示为一个</a:t>
            </a:r>
            <a:r>
              <a:rPr lang="zh-CN" altLang="en-US" dirty="0">
                <a:solidFill>
                  <a:srgbClr val="FF9900"/>
                </a:solidFill>
                <a:latin typeface="Times New Roman" panose="02020603050405020304" pitchFamily="18" charset="0"/>
                <a:ea typeface="楷体_GB2312" pitchFamily="49" charset="-122"/>
              </a:rPr>
              <a:t>（有散）</a:t>
            </a:r>
            <a:r>
              <a:rPr lang="zh-CN" altLang="en-US" dirty="0">
                <a:solidFill>
                  <a:srgbClr val="FF9933"/>
                </a:solidFill>
                <a:latin typeface="Times New Roman" panose="02020603050405020304" pitchFamily="18" charset="0"/>
                <a:ea typeface="楷体_GB2312" pitchFamily="49" charset="-122"/>
              </a:rPr>
              <a:t>无旋场</a:t>
            </a:r>
            <a:r>
              <a:rPr lang="zh-CN" altLang="en-US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与一个</a:t>
            </a:r>
            <a:r>
              <a:rPr lang="zh-CN" altLang="en-US" dirty="0">
                <a:solidFill>
                  <a:srgbClr val="FF9900"/>
                </a:solidFill>
                <a:latin typeface="Times New Roman" panose="02020603050405020304" pitchFamily="18" charset="0"/>
                <a:ea typeface="楷体_GB2312" pitchFamily="49" charset="-122"/>
              </a:rPr>
              <a:t>（有旋）</a:t>
            </a:r>
            <a:r>
              <a:rPr lang="zh-CN" altLang="en-US" dirty="0">
                <a:solidFill>
                  <a:srgbClr val="FF9933"/>
                </a:solidFill>
                <a:latin typeface="Times New Roman" panose="02020603050405020304" pitchFamily="18" charset="0"/>
                <a:ea typeface="楷体_GB2312" pitchFamily="49" charset="-122"/>
              </a:rPr>
              <a:t>无散场</a:t>
            </a:r>
            <a:r>
              <a:rPr lang="zh-CN" altLang="en-US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之和</a:t>
            </a:r>
            <a:r>
              <a:rPr lang="zh-CN" altLang="en-US" dirty="0">
                <a:solidFill>
                  <a:schemeClr val="bg1"/>
                </a:solidFill>
                <a:latin typeface="宋体" panose="02010600030101010101" pitchFamily="2" charset="-122"/>
                <a:ea typeface="楷体_GB2312" pitchFamily="49" charset="-122"/>
              </a:rPr>
              <a:t>。</a:t>
            </a:r>
            <a:r>
              <a:rPr lang="zh-CN" altLang="en-US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矢量场的</a:t>
            </a:r>
            <a:r>
              <a:rPr lang="zh-CN" altLang="en-US" dirty="0">
                <a:solidFill>
                  <a:srgbClr val="FF9933"/>
                </a:solidFill>
                <a:latin typeface="Times New Roman" panose="02020603050405020304" pitchFamily="18" charset="0"/>
                <a:ea typeface="楷体_GB2312" pitchFamily="49" charset="-122"/>
              </a:rPr>
              <a:t>散度</a:t>
            </a:r>
            <a:r>
              <a:rPr lang="zh-CN" altLang="en-US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及</a:t>
            </a:r>
            <a:r>
              <a:rPr lang="zh-CN" altLang="en-US" dirty="0">
                <a:solidFill>
                  <a:srgbClr val="FF9933"/>
                </a:solidFill>
                <a:latin typeface="Times New Roman" panose="02020603050405020304" pitchFamily="18" charset="0"/>
                <a:ea typeface="楷体_GB2312" pitchFamily="49" charset="-122"/>
              </a:rPr>
              <a:t>旋度</a:t>
            </a:r>
            <a:r>
              <a:rPr lang="zh-CN" altLang="en-US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特性是研究矢量场的</a:t>
            </a:r>
            <a:r>
              <a:rPr lang="zh-CN" altLang="en-US" dirty="0">
                <a:solidFill>
                  <a:srgbClr val="FF9933"/>
                </a:solidFill>
                <a:latin typeface="Times New Roman" panose="02020603050405020304" pitchFamily="18" charset="0"/>
                <a:ea typeface="楷体_GB2312" pitchFamily="49" charset="-122"/>
              </a:rPr>
              <a:t>首要</a:t>
            </a:r>
            <a:r>
              <a:rPr lang="zh-CN" altLang="en-US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问题</a:t>
            </a:r>
            <a:r>
              <a:rPr lang="zh-CN" altLang="en-US" dirty="0">
                <a:solidFill>
                  <a:schemeClr val="bg1"/>
                </a:solidFill>
                <a:latin typeface="宋体" panose="02010600030101010101" pitchFamily="2" charset="-122"/>
                <a:ea typeface="楷体_GB2312" pitchFamily="49" charset="-122"/>
              </a:rPr>
              <a:t>。</a:t>
            </a:r>
            <a:r>
              <a:rPr lang="zh-CN" altLang="en-US" sz="2000" dirty="0">
                <a:solidFill>
                  <a:schemeClr val="accent2"/>
                </a:solidFill>
                <a:latin typeface="楷体_GB2312" pitchFamily="49" charset="-122"/>
                <a:ea typeface="楷体_GB2312" pitchFamily="49" charset="-122"/>
              </a:rPr>
              <a:t> 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OTk5ZGI1MDEzODM3NTRlMzM1MDZjZWE4NTNjMWYxMDkifQ=="/>
</p:tagLst>
</file>

<file path=ppt/theme/theme1.xml><?xml version="1.0" encoding="utf-8"?>
<a:theme xmlns:a="http://schemas.openxmlformats.org/drawingml/2006/main" name="1_默认设计模板">
  <a:themeElements>
    <a:clrScheme name="1_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1_默认设计模板">
      <a:majorFont>
        <a:latin typeface="Arial"/>
        <a:ea typeface="宋体"/>
        <a:cs typeface="Arial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342900" marR="0" indent="-342900" algn="ctr" defTabSz="914400" rtl="0" eaLnBrk="1" fontAlgn="base" latinLnBrk="0" hangingPunct="1">
          <a:lnSpc>
            <a:spcPct val="100000"/>
          </a:lnSpc>
          <a:spcBef>
            <a:spcPct val="20000"/>
          </a:spcBef>
          <a:spcAft>
            <a:spcPct val="0"/>
          </a:spcAft>
          <a:buClrTx/>
          <a:buSzTx/>
          <a:buFontTx/>
          <a:buNone/>
          <a:defRPr kumimoji="0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楷体_GB2312" pitchFamily="49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342900" marR="0" indent="-342900" algn="ctr" defTabSz="914400" rtl="0" eaLnBrk="1" fontAlgn="base" latinLnBrk="0" hangingPunct="1">
          <a:lnSpc>
            <a:spcPct val="100000"/>
          </a:lnSpc>
          <a:spcBef>
            <a:spcPct val="20000"/>
          </a:spcBef>
          <a:spcAft>
            <a:spcPct val="0"/>
          </a:spcAft>
          <a:buClrTx/>
          <a:buSzTx/>
          <a:buFontTx/>
          <a:buNone/>
          <a:defRPr kumimoji="0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楷体_GB2312" pitchFamily="49" charset="-122"/>
          </a:defRPr>
        </a:defPPr>
      </a:lstStyle>
    </a:lnDef>
  </a:objectDefaults>
  <a:extraClrSchemeLst>
    <a:extraClrScheme>
      <a:clrScheme name="1_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3872</TotalTime>
  <Words>851</Words>
  <Application>Microsoft Office PowerPoint</Application>
  <PresentationFormat>全屏显示(4:3)</PresentationFormat>
  <Paragraphs>88</Paragraphs>
  <Slides>10</Slides>
  <Notes>9</Notes>
  <HiddenSlides>0</HiddenSlides>
  <MMClips>0</MMClips>
  <ScaleCrop>false</ScaleCrop>
  <HeadingPairs>
    <vt:vector size="8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3</vt:i4>
      </vt:variant>
      <vt:variant>
        <vt:lpstr>幻灯片标题</vt:lpstr>
      </vt:variant>
      <vt:variant>
        <vt:i4>10</vt:i4>
      </vt:variant>
    </vt:vector>
  </HeadingPairs>
  <TitlesOfParts>
    <vt:vector size="21" baseType="lpstr">
      <vt:lpstr>楷体_GB2312</vt:lpstr>
      <vt:lpstr>隶书</vt:lpstr>
      <vt:lpstr>宋体</vt:lpstr>
      <vt:lpstr>幼圆</vt:lpstr>
      <vt:lpstr>Arial</vt:lpstr>
      <vt:lpstr>Times New Roman</vt:lpstr>
      <vt:lpstr>Wingdings</vt:lpstr>
      <vt:lpstr>1_默认设计模板</vt:lpstr>
      <vt:lpstr>Equation.3</vt:lpstr>
      <vt:lpstr>Equation.DSMT4</vt:lpstr>
      <vt:lpstr>Paintbrush Picture</vt:lpstr>
      <vt:lpstr>1.6  （有散）无旋场与（有旋）无散场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1.7  亥姆霍兹定理</vt:lpstr>
      <vt:lpstr>PowerPoint 演示文稿</vt:lpstr>
      <vt:lpstr>1.7  亥姆霍兹定理</vt:lpstr>
      <vt:lpstr>PowerPoint 演示文稿</vt:lpstr>
    </vt:vector>
  </TitlesOfParts>
  <Company>武汉大学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lsp</dc:creator>
  <cp:lastModifiedBy>Admin</cp:lastModifiedBy>
  <cp:revision>1396</cp:revision>
  <dcterms:created xsi:type="dcterms:W3CDTF">2004-02-10T07:06:00Z</dcterms:created>
  <dcterms:modified xsi:type="dcterms:W3CDTF">2025-08-12T08:25:20Z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4A58E105F38F4630911501450C2E99AF</vt:lpwstr>
  </property>
  <property fmtid="{D5CDD505-2E9C-101B-9397-08002B2CF9AE}" pid="3" name="KSOProductBuildVer">
    <vt:lpwstr>2052-11.1.0.12358</vt:lpwstr>
  </property>
</Properties>
</file>