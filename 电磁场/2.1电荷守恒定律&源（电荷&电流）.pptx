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handoutMasterIdLst>
    <p:handoutMasterId r:id="rId21"/>
  </p:handoutMasterIdLst>
  <p:sldIdLst>
    <p:sldId id="367" r:id="rId2"/>
    <p:sldId id="570" r:id="rId3"/>
    <p:sldId id="613" r:id="rId4"/>
    <p:sldId id="610" r:id="rId5"/>
    <p:sldId id="690" r:id="rId6"/>
    <p:sldId id="682" r:id="rId7"/>
    <p:sldId id="510" r:id="rId8"/>
    <p:sldId id="511" r:id="rId9"/>
    <p:sldId id="512" r:id="rId10"/>
    <p:sldId id="372" r:id="rId11"/>
    <p:sldId id="689" r:id="rId12"/>
    <p:sldId id="630" r:id="rId13"/>
    <p:sldId id="525" r:id="rId14"/>
    <p:sldId id="681" r:id="rId15"/>
    <p:sldId id="812" r:id="rId16"/>
    <p:sldId id="415" r:id="rId17"/>
    <p:sldId id="683" r:id="rId18"/>
    <p:sldId id="819" r:id="rId19"/>
  </p:sldIdLst>
  <p:sldSz cx="9144000" cy="6858000" type="screen4x3"/>
  <p:notesSz cx="6858000" cy="9144000"/>
  <p:defaultTextStyle>
    <a:defPPr>
      <a:defRPr lang="zh-CN"/>
    </a:defPPr>
    <a:lvl1pPr algn="l" rtl="0" eaLnBrk="0" fontAlgn="base" hangingPunct="0">
      <a:spcBef>
        <a:spcPct val="0"/>
      </a:spcBef>
      <a:spcAft>
        <a:spcPct val="0"/>
      </a:spcAft>
      <a:defRPr sz="2400" b="1" kern="1200">
        <a:solidFill>
          <a:schemeClr val="bg1"/>
        </a:solidFill>
        <a:latin typeface="Arial" panose="020B0604020202020204" pitchFamily="34" charset="0"/>
        <a:ea typeface="楷体_GB2312" pitchFamily="49" charset="-122"/>
        <a:cs typeface="+mn-cs"/>
      </a:defRPr>
    </a:lvl1pPr>
    <a:lvl2pPr marL="457200" algn="l" rtl="0" eaLnBrk="0" fontAlgn="base" hangingPunct="0">
      <a:spcBef>
        <a:spcPct val="0"/>
      </a:spcBef>
      <a:spcAft>
        <a:spcPct val="0"/>
      </a:spcAft>
      <a:defRPr sz="2400" b="1" kern="1200">
        <a:solidFill>
          <a:schemeClr val="bg1"/>
        </a:solidFill>
        <a:latin typeface="Arial" panose="020B0604020202020204" pitchFamily="34" charset="0"/>
        <a:ea typeface="楷体_GB2312" pitchFamily="49" charset="-122"/>
        <a:cs typeface="+mn-cs"/>
      </a:defRPr>
    </a:lvl2pPr>
    <a:lvl3pPr marL="914400" algn="l" rtl="0" eaLnBrk="0" fontAlgn="base" hangingPunct="0">
      <a:spcBef>
        <a:spcPct val="0"/>
      </a:spcBef>
      <a:spcAft>
        <a:spcPct val="0"/>
      </a:spcAft>
      <a:defRPr sz="2400" b="1" kern="1200">
        <a:solidFill>
          <a:schemeClr val="bg1"/>
        </a:solidFill>
        <a:latin typeface="Arial" panose="020B0604020202020204" pitchFamily="34" charset="0"/>
        <a:ea typeface="楷体_GB2312" pitchFamily="49" charset="-122"/>
        <a:cs typeface="+mn-cs"/>
      </a:defRPr>
    </a:lvl3pPr>
    <a:lvl4pPr marL="1371600" algn="l" rtl="0" eaLnBrk="0" fontAlgn="base" hangingPunct="0">
      <a:spcBef>
        <a:spcPct val="0"/>
      </a:spcBef>
      <a:spcAft>
        <a:spcPct val="0"/>
      </a:spcAft>
      <a:defRPr sz="2400" b="1" kern="1200">
        <a:solidFill>
          <a:schemeClr val="bg1"/>
        </a:solidFill>
        <a:latin typeface="Arial" panose="020B0604020202020204" pitchFamily="34" charset="0"/>
        <a:ea typeface="楷体_GB2312" pitchFamily="49" charset="-122"/>
        <a:cs typeface="+mn-cs"/>
      </a:defRPr>
    </a:lvl4pPr>
    <a:lvl5pPr marL="1828800" algn="l" rtl="0" eaLnBrk="0" fontAlgn="base" hangingPunct="0">
      <a:spcBef>
        <a:spcPct val="0"/>
      </a:spcBef>
      <a:spcAft>
        <a:spcPct val="0"/>
      </a:spcAft>
      <a:defRPr sz="2400" b="1" kern="1200">
        <a:solidFill>
          <a:schemeClr val="bg1"/>
        </a:solidFill>
        <a:latin typeface="Arial" panose="020B0604020202020204" pitchFamily="34" charset="0"/>
        <a:ea typeface="楷体_GB2312" pitchFamily="49" charset="-122"/>
        <a:cs typeface="+mn-cs"/>
      </a:defRPr>
    </a:lvl5pPr>
    <a:lvl6pPr marL="2286000" algn="l" defTabSz="914400" rtl="0" eaLnBrk="1" latinLnBrk="0" hangingPunct="1">
      <a:defRPr sz="2400" b="1" kern="1200">
        <a:solidFill>
          <a:schemeClr val="bg1"/>
        </a:solidFill>
        <a:latin typeface="Arial" panose="020B0604020202020204" pitchFamily="34" charset="0"/>
        <a:ea typeface="楷体_GB2312" pitchFamily="49" charset="-122"/>
        <a:cs typeface="+mn-cs"/>
      </a:defRPr>
    </a:lvl6pPr>
    <a:lvl7pPr marL="2743200" algn="l" defTabSz="914400" rtl="0" eaLnBrk="1" latinLnBrk="0" hangingPunct="1">
      <a:defRPr sz="2400" b="1" kern="1200">
        <a:solidFill>
          <a:schemeClr val="bg1"/>
        </a:solidFill>
        <a:latin typeface="Arial" panose="020B0604020202020204" pitchFamily="34" charset="0"/>
        <a:ea typeface="楷体_GB2312" pitchFamily="49" charset="-122"/>
        <a:cs typeface="+mn-cs"/>
      </a:defRPr>
    </a:lvl7pPr>
    <a:lvl8pPr marL="3200400" algn="l" defTabSz="914400" rtl="0" eaLnBrk="1" latinLnBrk="0" hangingPunct="1">
      <a:defRPr sz="2400" b="1" kern="1200">
        <a:solidFill>
          <a:schemeClr val="bg1"/>
        </a:solidFill>
        <a:latin typeface="Arial" panose="020B0604020202020204" pitchFamily="34" charset="0"/>
        <a:ea typeface="楷体_GB2312" pitchFamily="49" charset="-122"/>
        <a:cs typeface="+mn-cs"/>
      </a:defRPr>
    </a:lvl8pPr>
    <a:lvl9pPr marL="3657600" algn="l" defTabSz="914400" rtl="0" eaLnBrk="1" latinLnBrk="0" hangingPunct="1">
      <a:defRPr sz="2400" b="1" kern="1200">
        <a:solidFill>
          <a:schemeClr val="bg1"/>
        </a:solidFill>
        <a:latin typeface="Arial" panose="020B0604020202020204" pitchFamily="34" charset="0"/>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9900"/>
    <a:srgbClr val="77C1C7"/>
    <a:srgbClr val="282828"/>
    <a:srgbClr val="FF3300"/>
    <a:srgbClr val="BAF1F4"/>
    <a:srgbClr val="FF0000"/>
    <a:srgbClr val="D60093"/>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9821" autoAdjust="0"/>
  </p:normalViewPr>
  <p:slideViewPr>
    <p:cSldViewPr>
      <p:cViewPr varScale="1">
        <p:scale>
          <a:sx n="64" d="100"/>
          <a:sy n="64" d="100"/>
        </p:scale>
        <p:origin x="1324"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53602" name="Rectangle 2">
            <a:extLst>
              <a:ext uri="{FF2B5EF4-FFF2-40B4-BE49-F238E27FC236}">
                <a16:creationId xmlns:a16="http://schemas.microsoft.com/office/drawing/2014/main" id="{55718582-C99E-0661-2E30-E0147BF80D62}"/>
              </a:ext>
            </a:extLst>
          </p:cNvPr>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spcBef>
                <a:spcPct val="0"/>
              </a:spcBef>
              <a:defRPr sz="1200" b="0">
                <a:solidFill>
                  <a:schemeClr val="tx1"/>
                </a:solidFill>
                <a:latin typeface="Arial" panose="020B0604020202020204" pitchFamily="34" charset="0"/>
                <a:ea typeface="宋体" panose="02010600030101010101" pitchFamily="2" charset="-122"/>
              </a:defRPr>
            </a:lvl1pPr>
          </a:lstStyle>
          <a:p>
            <a:pPr>
              <a:defRPr/>
            </a:pPr>
            <a:r>
              <a:rPr lang="en-US" altLang="zh-CN"/>
              <a:t>第一课</a:t>
            </a:r>
          </a:p>
        </p:txBody>
      </p:sp>
      <p:sp>
        <p:nvSpPr>
          <p:cNvPr id="153603" name="Rectangle 3">
            <a:extLst>
              <a:ext uri="{FF2B5EF4-FFF2-40B4-BE49-F238E27FC236}">
                <a16:creationId xmlns:a16="http://schemas.microsoft.com/office/drawing/2014/main" id="{80D6E15F-C664-3116-66CE-FD23D12720DB}"/>
              </a:ext>
            </a:extLst>
          </p:cNvPr>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0"/>
              </a:spcBef>
              <a:defRPr sz="1200" b="0">
                <a:solidFill>
                  <a:schemeClr val="tx1"/>
                </a:solidFill>
                <a:latin typeface="Arial" panose="020B0604020202020204" pitchFamily="34" charset="0"/>
                <a:ea typeface="宋体" panose="02010600030101010101" pitchFamily="2" charset="-122"/>
              </a:defRPr>
            </a:lvl1pPr>
          </a:lstStyle>
          <a:p>
            <a:pPr>
              <a:defRPr/>
            </a:pPr>
            <a:fld id="{38A6BD1A-3AB5-4CC6-9D29-8EDC4A748354}" type="datetime1">
              <a:rPr lang="zh-CN" altLang="en-US"/>
              <a:pPr>
                <a:defRPr/>
              </a:pPr>
              <a:t>2025/10/13</a:t>
            </a:fld>
            <a:endParaRPr lang="en-US" altLang="zh-CN"/>
          </a:p>
        </p:txBody>
      </p:sp>
      <p:sp>
        <p:nvSpPr>
          <p:cNvPr id="153604" name="Rectangle 4">
            <a:extLst>
              <a:ext uri="{FF2B5EF4-FFF2-40B4-BE49-F238E27FC236}">
                <a16:creationId xmlns:a16="http://schemas.microsoft.com/office/drawing/2014/main" id="{F7D677A1-55B5-7D8E-61A5-CCE83E1FCCCE}"/>
              </a:ext>
            </a:extLst>
          </p:cNvPr>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spcBef>
                <a:spcPct val="0"/>
              </a:spcBef>
              <a:defRPr sz="1200" b="0">
                <a:solidFill>
                  <a:schemeClr val="tx1"/>
                </a:solidFill>
                <a:latin typeface="Arial" panose="020B0604020202020204" pitchFamily="34" charset="0"/>
                <a:ea typeface="宋体" panose="02010600030101010101" pitchFamily="2" charset="-122"/>
              </a:defRPr>
            </a:lvl1pPr>
          </a:lstStyle>
          <a:p>
            <a:pPr>
              <a:defRPr/>
            </a:pPr>
            <a:r>
              <a:rPr lang="en-US" altLang="zh-CN"/>
              <a:t>第一课</a:t>
            </a:r>
          </a:p>
        </p:txBody>
      </p:sp>
      <p:sp>
        <p:nvSpPr>
          <p:cNvPr id="153605" name="Rectangle 5">
            <a:extLst>
              <a:ext uri="{FF2B5EF4-FFF2-40B4-BE49-F238E27FC236}">
                <a16:creationId xmlns:a16="http://schemas.microsoft.com/office/drawing/2014/main" id="{2A5216FA-7A4D-65B7-ED93-4F3607904A8C}"/>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eaLnBrk="1" hangingPunct="1">
              <a:defRPr sz="1200" b="0" noProof="1" smtClean="0">
                <a:solidFill>
                  <a:schemeClr val="tx1"/>
                </a:solidFill>
                <a:ea typeface="宋体" panose="02010600030101010101" pitchFamily="2" charset="-122"/>
              </a:defRPr>
            </a:lvl1pPr>
          </a:lstStyle>
          <a:p>
            <a:pPr>
              <a:defRPr/>
            </a:pPr>
            <a:fld id="{62534190-E36B-43DA-8559-619AFF81D21D}" type="slidenum">
              <a:rPr altLang="zh-CN"/>
              <a:pPr>
                <a:defRPr/>
              </a:pPr>
              <a:t>‹#›</a:t>
            </a:fld>
            <a:endParaRPr lang="zh-CN"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55650" name="Rectangle 2">
            <a:extLst>
              <a:ext uri="{FF2B5EF4-FFF2-40B4-BE49-F238E27FC236}">
                <a16:creationId xmlns:a16="http://schemas.microsoft.com/office/drawing/2014/main" id="{B1B28B6C-9F66-6553-78BA-0BAACE0EA34B}"/>
              </a:ext>
            </a:extLst>
          </p:cNvPr>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spcBef>
                <a:spcPct val="0"/>
              </a:spcBef>
              <a:defRPr sz="1200" b="0">
                <a:solidFill>
                  <a:schemeClr val="tx1"/>
                </a:solidFill>
                <a:latin typeface="Arial" panose="020B0604020202020204" pitchFamily="34" charset="0"/>
                <a:ea typeface="宋体" panose="02010600030101010101" pitchFamily="2" charset="-122"/>
              </a:defRPr>
            </a:lvl1pPr>
          </a:lstStyle>
          <a:p>
            <a:pPr>
              <a:defRPr/>
            </a:pPr>
            <a:r>
              <a:rPr lang="en-US" altLang="zh-CN"/>
              <a:t>第一课</a:t>
            </a:r>
          </a:p>
        </p:txBody>
      </p:sp>
      <p:sp>
        <p:nvSpPr>
          <p:cNvPr id="155651" name="Rectangle 3">
            <a:extLst>
              <a:ext uri="{FF2B5EF4-FFF2-40B4-BE49-F238E27FC236}">
                <a16:creationId xmlns:a16="http://schemas.microsoft.com/office/drawing/2014/main" id="{9B7FF01C-CCF4-2945-C66B-CF6E8F56F43D}"/>
              </a:ext>
            </a:extLst>
          </p:cNvPr>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0"/>
              </a:spcBef>
              <a:defRPr sz="1200" b="0">
                <a:solidFill>
                  <a:schemeClr val="tx1"/>
                </a:solidFill>
                <a:latin typeface="Arial" panose="020B0604020202020204" pitchFamily="34" charset="0"/>
                <a:ea typeface="宋体" panose="02010600030101010101" pitchFamily="2" charset="-122"/>
              </a:defRPr>
            </a:lvl1pPr>
          </a:lstStyle>
          <a:p>
            <a:pPr>
              <a:defRPr/>
            </a:pPr>
            <a:fld id="{B9C6F435-E508-4CD1-86BF-5A8F77C66126}" type="datetime1">
              <a:rPr lang="zh-CN" altLang="en-US"/>
              <a:pPr>
                <a:defRPr/>
              </a:pPr>
              <a:t>2025/10/13</a:t>
            </a:fld>
            <a:endParaRPr lang="en-US" altLang="zh-CN"/>
          </a:p>
        </p:txBody>
      </p:sp>
      <p:sp>
        <p:nvSpPr>
          <p:cNvPr id="2052" name="Rectangle 4">
            <a:extLst>
              <a:ext uri="{FF2B5EF4-FFF2-40B4-BE49-F238E27FC236}">
                <a16:creationId xmlns:a16="http://schemas.microsoft.com/office/drawing/2014/main" id="{2E476029-3093-BDF0-7F9D-8855CA41B7D6}"/>
              </a:ext>
            </a:extLst>
          </p:cNvPr>
          <p:cNvSpPr>
            <a:spLocks noGrp="1" noRot="1" noChangeAspect="1" noChangeArrowheads="1" noTextEdit="1"/>
          </p:cNvSpPr>
          <p:nvPr>
            <p:ph type="sldImg" idx="4294967295"/>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5653" name="Rectangle 5">
            <a:extLst>
              <a:ext uri="{FF2B5EF4-FFF2-40B4-BE49-F238E27FC236}">
                <a16:creationId xmlns:a16="http://schemas.microsoft.com/office/drawing/2014/main" id="{64969551-8F51-A457-1392-8E311915B090}"/>
              </a:ext>
            </a:extLst>
          </p:cNvPr>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55654" name="Rectangle 6">
            <a:extLst>
              <a:ext uri="{FF2B5EF4-FFF2-40B4-BE49-F238E27FC236}">
                <a16:creationId xmlns:a16="http://schemas.microsoft.com/office/drawing/2014/main" id="{253FBE46-C72A-9CE2-0ECD-DAB55DDC1029}"/>
              </a:ext>
            </a:extLst>
          </p:cNvPr>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spcBef>
                <a:spcPct val="0"/>
              </a:spcBef>
              <a:defRPr sz="1200" b="0">
                <a:solidFill>
                  <a:schemeClr val="tx1"/>
                </a:solidFill>
                <a:latin typeface="Arial" panose="020B0604020202020204" pitchFamily="34" charset="0"/>
                <a:ea typeface="宋体" panose="02010600030101010101" pitchFamily="2" charset="-122"/>
              </a:defRPr>
            </a:lvl1pPr>
          </a:lstStyle>
          <a:p>
            <a:pPr>
              <a:defRPr/>
            </a:pPr>
            <a:r>
              <a:rPr lang="en-US" altLang="zh-CN"/>
              <a:t>第一课</a:t>
            </a:r>
          </a:p>
        </p:txBody>
      </p:sp>
      <p:sp>
        <p:nvSpPr>
          <p:cNvPr id="155655" name="Rectangle 7">
            <a:extLst>
              <a:ext uri="{FF2B5EF4-FFF2-40B4-BE49-F238E27FC236}">
                <a16:creationId xmlns:a16="http://schemas.microsoft.com/office/drawing/2014/main" id="{95EC9397-CB2A-71EE-CFCB-184D8446F3BB}"/>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eaLnBrk="1" hangingPunct="1">
              <a:defRPr sz="1200" b="0" noProof="1" smtClean="0">
                <a:solidFill>
                  <a:schemeClr val="tx1"/>
                </a:solidFill>
                <a:ea typeface="宋体" panose="02010600030101010101" pitchFamily="2" charset="-122"/>
              </a:defRPr>
            </a:lvl1pPr>
          </a:lstStyle>
          <a:p>
            <a:pPr>
              <a:defRPr/>
            </a:pPr>
            <a:fld id="{1C5A734A-3362-4E54-BC74-9F9B00AF169C}" type="slidenum">
              <a:rPr altLang="zh-CN"/>
              <a:pPr>
                <a:defRPr/>
              </a:pPr>
              <a:t>‹#›</a:t>
            </a:fld>
            <a:endParaRPr lang="zh-CN" altLang="zh-CN"/>
          </a:p>
        </p:txBody>
      </p:sp>
    </p:spTree>
  </p:cSld>
  <p:clrMap bg1="lt1" tx1="dk1" bg2="lt2" tx2="dk2" accent1="accent1" accent2="accent2" accent3="accent3" accent4="accent4" accent5="accent5" accent6="accent6" hlink="hlink" folHlink="folHlink"/>
  <p:hf sldNum="0" hdr="0" ftr="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2669B60B-EA1D-E7DC-A718-9BA8FFFEB74A}"/>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7171" name="Rectangle 3">
            <a:extLst>
              <a:ext uri="{FF2B5EF4-FFF2-40B4-BE49-F238E27FC236}">
                <a16:creationId xmlns:a16="http://schemas.microsoft.com/office/drawing/2014/main" id="{050CF404-7A13-7EA2-E4C1-9287F8FCBB20}"/>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BB0386F5-456A-4473-90BE-54FD24D68065}" type="datetime1">
              <a:rPr lang="zh-CN" altLang="en-US" sz="1200" b="0" smtClean="0">
                <a:solidFill>
                  <a:schemeClr val="tx1"/>
                </a:solidFill>
                <a:ea typeface="宋体" panose="02010600030101010101" pitchFamily="2" charset="-122"/>
              </a:rPr>
              <a:pPr/>
              <a:t>2025/10/13</a:t>
            </a:fld>
            <a:endParaRPr lang="zh-CN" altLang="en-US" sz="1200" b="0">
              <a:solidFill>
                <a:schemeClr val="tx1"/>
              </a:solidFill>
              <a:ea typeface="宋体" panose="02010600030101010101" pitchFamily="2" charset="-122"/>
            </a:endParaRPr>
          </a:p>
        </p:txBody>
      </p:sp>
      <p:sp>
        <p:nvSpPr>
          <p:cNvPr id="7172" name="Rectangle 6">
            <a:extLst>
              <a:ext uri="{FF2B5EF4-FFF2-40B4-BE49-F238E27FC236}">
                <a16:creationId xmlns:a16="http://schemas.microsoft.com/office/drawing/2014/main" id="{C185B931-AF1A-8EFB-9C0E-5063D7252BE9}"/>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7173" name="Rectangle 7">
            <a:extLst>
              <a:ext uri="{FF2B5EF4-FFF2-40B4-BE49-F238E27FC236}">
                <a16:creationId xmlns:a16="http://schemas.microsoft.com/office/drawing/2014/main" id="{94CEAE25-DB8C-629A-4766-26760D02DEA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D1A60F15-A5F7-4088-B891-E365133BDB0A}" type="slidenum">
              <a:rPr altLang="zh-CN"/>
              <a:pPr/>
              <a:t>3</a:t>
            </a:fld>
            <a:endParaRPr lang="zh-CN" altLang="zh-CN"/>
          </a:p>
        </p:txBody>
      </p:sp>
      <p:sp>
        <p:nvSpPr>
          <p:cNvPr id="7174" name="Rectangle 2">
            <a:extLst>
              <a:ext uri="{FF2B5EF4-FFF2-40B4-BE49-F238E27FC236}">
                <a16:creationId xmlns:a16="http://schemas.microsoft.com/office/drawing/2014/main" id="{E36DC212-3253-7B95-E77B-640EDE14C146}"/>
              </a:ext>
            </a:extLst>
          </p:cNvPr>
          <p:cNvSpPr>
            <a:spLocks noGrp="1" noRot="1" noChangeAspect="1" noChangeArrowheads="1" noTextEdit="1"/>
          </p:cNvSpPr>
          <p:nvPr>
            <p:ph type="sldImg" idx="4294967295"/>
          </p:nvPr>
        </p:nvSpPr>
        <p:spPr>
          <a:ln/>
        </p:spPr>
      </p:sp>
      <p:sp>
        <p:nvSpPr>
          <p:cNvPr id="7175" name="Rectangle 3">
            <a:extLst>
              <a:ext uri="{FF2B5EF4-FFF2-40B4-BE49-F238E27FC236}">
                <a16:creationId xmlns:a16="http://schemas.microsoft.com/office/drawing/2014/main" id="{FADAB525-E67E-4EED-D4CF-625BE0184E03}"/>
              </a:ext>
            </a:extLst>
          </p:cNvPr>
          <p:cNvSpPr>
            <a:spLocks noGrp="1" noChangeArrowheads="1"/>
          </p:cNvSpPr>
          <p:nvPr>
            <p:ph type="body" idx="4294967295"/>
          </p:nvPr>
        </p:nvSpPr>
        <p:spPr/>
        <p:txBody>
          <a:bodyPr>
            <a:prstTxWarp prst="textNoShape">
              <a:avLst/>
            </a:prstTxWarp>
          </a:bodyPr>
          <a:lstStyle/>
          <a:p>
            <a:pPr eaLnBrk="1" hangingPunct="1"/>
            <a:endParaRPr lang="zh-CN" altLang="en-US" b="1"/>
          </a:p>
        </p:txBody>
      </p:sp>
    </p:spTree>
    <p:extLst>
      <p:ext uri="{BB962C8B-B14F-4D97-AF65-F5344CB8AC3E}">
        <p14:creationId xmlns:p14="http://schemas.microsoft.com/office/powerpoint/2010/main" val="41618788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88B16B63-D9B9-F2F8-3B37-3A287CEEE5F6}"/>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10243" name="Rectangle 3">
            <a:extLst>
              <a:ext uri="{FF2B5EF4-FFF2-40B4-BE49-F238E27FC236}">
                <a16:creationId xmlns:a16="http://schemas.microsoft.com/office/drawing/2014/main" id="{113427DA-255B-42A2-14D0-7116025339E0}"/>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C040FC07-727D-44AB-A97E-3BD37A19D750}" type="datetime1">
              <a:rPr lang="zh-CN" altLang="en-US" sz="1200" b="0" smtClean="0">
                <a:solidFill>
                  <a:schemeClr val="tx1"/>
                </a:solidFill>
                <a:ea typeface="宋体" panose="02010600030101010101" pitchFamily="2" charset="-122"/>
              </a:rPr>
              <a:pPr/>
              <a:t>2025/10/13</a:t>
            </a:fld>
            <a:endParaRPr lang="zh-CN" altLang="en-US" sz="1200" b="0">
              <a:solidFill>
                <a:schemeClr val="tx1"/>
              </a:solidFill>
              <a:ea typeface="宋体" panose="02010600030101010101" pitchFamily="2" charset="-122"/>
            </a:endParaRPr>
          </a:p>
        </p:txBody>
      </p:sp>
      <p:sp>
        <p:nvSpPr>
          <p:cNvPr id="10244" name="Rectangle 6">
            <a:extLst>
              <a:ext uri="{FF2B5EF4-FFF2-40B4-BE49-F238E27FC236}">
                <a16:creationId xmlns:a16="http://schemas.microsoft.com/office/drawing/2014/main" id="{3922D38A-64A3-C38D-3D9F-46143339110B}"/>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10245" name="Rectangle 7">
            <a:extLst>
              <a:ext uri="{FF2B5EF4-FFF2-40B4-BE49-F238E27FC236}">
                <a16:creationId xmlns:a16="http://schemas.microsoft.com/office/drawing/2014/main" id="{AD52271C-C9EE-289D-D66D-DC537723FD8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733E9CFB-942F-4AC5-AB66-7D5C2CA51104}" type="slidenum">
              <a:rPr altLang="zh-CN"/>
              <a:pPr/>
              <a:t>5</a:t>
            </a:fld>
            <a:endParaRPr lang="zh-CN" altLang="zh-CN"/>
          </a:p>
        </p:txBody>
      </p:sp>
      <p:sp>
        <p:nvSpPr>
          <p:cNvPr id="10246" name="Rectangle 2">
            <a:extLst>
              <a:ext uri="{FF2B5EF4-FFF2-40B4-BE49-F238E27FC236}">
                <a16:creationId xmlns:a16="http://schemas.microsoft.com/office/drawing/2014/main" id="{A15F9F9C-B17D-1B51-5833-5A82B32DCF62}"/>
              </a:ext>
            </a:extLst>
          </p:cNvPr>
          <p:cNvSpPr>
            <a:spLocks noGrp="1" noRot="1" noChangeAspect="1" noChangeArrowheads="1" noTextEdit="1"/>
          </p:cNvSpPr>
          <p:nvPr>
            <p:ph type="sldImg" idx="4294967295"/>
          </p:nvPr>
        </p:nvSpPr>
        <p:spPr>
          <a:ln/>
        </p:spPr>
      </p:sp>
      <p:sp>
        <p:nvSpPr>
          <p:cNvPr id="10247" name="Rectangle 3">
            <a:extLst>
              <a:ext uri="{FF2B5EF4-FFF2-40B4-BE49-F238E27FC236}">
                <a16:creationId xmlns:a16="http://schemas.microsoft.com/office/drawing/2014/main" id="{6D5032A4-6C06-8661-B09F-349DA986B225}"/>
              </a:ext>
            </a:extLst>
          </p:cNvPr>
          <p:cNvSpPr>
            <a:spLocks noGrp="1" noChangeArrowheads="1"/>
          </p:cNvSpPr>
          <p:nvPr>
            <p:ph type="body" idx="4294967295"/>
          </p:nvPr>
        </p:nvSpPr>
        <p:spPr/>
        <p:txBody>
          <a:bodyPr>
            <a:prstTxWarp prst="textNoShape">
              <a:avLst/>
            </a:prstTxWarp>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b="0" dirty="0">
                <a:solidFill>
                  <a:schemeClr val="bg1"/>
                </a:solidFill>
              </a:rPr>
              <a:t>从微观上看，电荷是以离散的方式分布的。</a:t>
            </a:r>
            <a:r>
              <a:rPr kumimoji="1" lang="en-US" altLang="zh-CN" b="0" i="1" dirty="0">
                <a:solidFill>
                  <a:schemeClr val="bg1"/>
                </a:solidFill>
                <a:latin typeface="Times New Roman" panose="02020603050405020304" pitchFamily="18" charset="0"/>
              </a:rPr>
              <a:t>e </a:t>
            </a:r>
            <a:r>
              <a:rPr kumimoji="1" lang="zh-CN" altLang="en-US" b="0" dirty="0">
                <a:solidFill>
                  <a:schemeClr val="bg1"/>
                </a:solidFill>
                <a:latin typeface="Times New Roman" panose="02020603050405020304" pitchFamily="18" charset="0"/>
              </a:rPr>
              <a:t>是最小的电荷，任何带电粒子所带电荷都是</a:t>
            </a:r>
            <a:r>
              <a:rPr kumimoji="1" lang="en-US" altLang="zh-CN" b="0" i="1" dirty="0">
                <a:solidFill>
                  <a:schemeClr val="bg1"/>
                </a:solidFill>
                <a:latin typeface="Times New Roman" panose="02020603050405020304" pitchFamily="18" charset="0"/>
              </a:rPr>
              <a:t>e </a:t>
            </a:r>
            <a:r>
              <a:rPr kumimoji="1" lang="zh-CN" altLang="en-US" b="0" dirty="0">
                <a:solidFill>
                  <a:schemeClr val="bg1"/>
                </a:solidFill>
                <a:latin typeface="Times New Roman" panose="02020603050405020304" pitchFamily="18" charset="0"/>
              </a:rPr>
              <a:t>的整数倍。</a:t>
            </a:r>
            <a:endParaRPr kumimoji="1" lang="en-US" altLang="zh-CN" b="0" dirty="0">
              <a:solidFill>
                <a:schemeClr val="bg1"/>
              </a:solidFill>
              <a:latin typeface="Times New Roman" panose="02020603050405020304" pitchFamily="18"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b="0" dirty="0">
                <a:solidFill>
                  <a:schemeClr val="bg1"/>
                </a:solidFill>
                <a:latin typeface="Times New Roman" panose="02020603050405020304" pitchFamily="18" charset="0"/>
                <a:cs typeface="Times New Roman" panose="02020603050405020304" pitchFamily="18" charset="0"/>
              </a:rPr>
              <a:t>宏观分析时，</a:t>
            </a:r>
            <a:r>
              <a:rPr kumimoji="1" lang="zh-CN" altLang="en-US" b="0" dirty="0">
                <a:solidFill>
                  <a:schemeClr val="bg1"/>
                </a:solidFill>
                <a:cs typeface="Times New Roman" panose="02020603050405020304" pitchFamily="18" charset="0"/>
              </a:rPr>
              <a:t>大量带电粒子密集出现在某空间范围内时</a:t>
            </a:r>
            <a:r>
              <a:rPr kumimoji="1" lang="zh-CN" altLang="en-US" b="0" dirty="0">
                <a:solidFill>
                  <a:schemeClr val="bg1"/>
                </a:solidFill>
                <a:latin typeface="Times New Roman" panose="02020603050405020304" pitchFamily="18" charset="0"/>
                <a:cs typeface="Times New Roman" panose="02020603050405020304" pitchFamily="18" charset="0"/>
              </a:rPr>
              <a:t>，可认为电荷是连续分布的。</a:t>
            </a:r>
            <a:endParaRPr kumimoji="1" lang="zh-CN" altLang="en-US" b="0" dirty="0">
              <a:solidFill>
                <a:schemeClr val="bg1"/>
              </a:solidFill>
              <a:latin typeface="Times New Roman" panose="02020603050405020304" pitchFamily="18" charset="0"/>
            </a:endParaRPr>
          </a:p>
          <a:p>
            <a:pPr eaLnBrk="1" hangingPunct="1"/>
            <a:endParaRPr lang="zh-CN" altLang="en-US" dirty="0">
              <a:latin typeface="宋体" panose="02010600030101010101" pitchFamily="2" charset="-122"/>
            </a:endParaRPr>
          </a:p>
        </p:txBody>
      </p:sp>
    </p:spTree>
    <p:extLst>
      <p:ext uri="{BB962C8B-B14F-4D97-AF65-F5344CB8AC3E}">
        <p14:creationId xmlns:p14="http://schemas.microsoft.com/office/powerpoint/2010/main" val="21561829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5B7D2814-8464-03F7-BCB3-4307DF360CA0}"/>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12291" name="Rectangle 3">
            <a:extLst>
              <a:ext uri="{FF2B5EF4-FFF2-40B4-BE49-F238E27FC236}">
                <a16:creationId xmlns:a16="http://schemas.microsoft.com/office/drawing/2014/main" id="{6A664642-E3F7-9B4C-7D0C-A767BC6FE7C5}"/>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011FBF6F-C4FF-4354-B838-BED65E2F5A52}" type="datetime1">
              <a:rPr lang="zh-CN" altLang="en-US" sz="1200" b="0" smtClean="0">
                <a:solidFill>
                  <a:schemeClr val="tx1"/>
                </a:solidFill>
                <a:ea typeface="宋体" panose="02010600030101010101" pitchFamily="2" charset="-122"/>
              </a:rPr>
              <a:pPr/>
              <a:t>2025/10/13</a:t>
            </a:fld>
            <a:endParaRPr lang="zh-CN" altLang="en-US" sz="1200" b="0">
              <a:solidFill>
                <a:schemeClr val="tx1"/>
              </a:solidFill>
              <a:ea typeface="宋体" panose="02010600030101010101" pitchFamily="2" charset="-122"/>
            </a:endParaRPr>
          </a:p>
        </p:txBody>
      </p:sp>
      <p:sp>
        <p:nvSpPr>
          <p:cNvPr id="12292" name="Rectangle 6">
            <a:extLst>
              <a:ext uri="{FF2B5EF4-FFF2-40B4-BE49-F238E27FC236}">
                <a16:creationId xmlns:a16="http://schemas.microsoft.com/office/drawing/2014/main" id="{09661D35-6ACB-6692-3C75-DC35FD6563C5}"/>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12293" name="Rectangle 7">
            <a:extLst>
              <a:ext uri="{FF2B5EF4-FFF2-40B4-BE49-F238E27FC236}">
                <a16:creationId xmlns:a16="http://schemas.microsoft.com/office/drawing/2014/main" id="{1E686BB5-F9B0-CBA7-BD18-0D5625D768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C95558DF-6F80-4D38-86C7-25A2366D7501}" type="slidenum">
              <a:rPr altLang="zh-CN"/>
              <a:pPr/>
              <a:t>6</a:t>
            </a:fld>
            <a:endParaRPr lang="zh-CN" altLang="zh-CN"/>
          </a:p>
        </p:txBody>
      </p:sp>
      <p:sp>
        <p:nvSpPr>
          <p:cNvPr id="12294" name="Rectangle 2">
            <a:extLst>
              <a:ext uri="{FF2B5EF4-FFF2-40B4-BE49-F238E27FC236}">
                <a16:creationId xmlns:a16="http://schemas.microsoft.com/office/drawing/2014/main" id="{D9A6220D-B4B0-487F-0831-E4E8A7A7C35B}"/>
              </a:ext>
            </a:extLst>
          </p:cNvPr>
          <p:cNvSpPr>
            <a:spLocks noGrp="1" noRot="1" noChangeAspect="1" noChangeArrowheads="1" noTextEdit="1"/>
          </p:cNvSpPr>
          <p:nvPr>
            <p:ph type="sldImg" idx="4294967295"/>
          </p:nvPr>
        </p:nvSpPr>
        <p:spPr>
          <a:ln/>
        </p:spPr>
      </p:sp>
      <p:sp>
        <p:nvSpPr>
          <p:cNvPr id="12295" name="Rectangle 3">
            <a:extLst>
              <a:ext uri="{FF2B5EF4-FFF2-40B4-BE49-F238E27FC236}">
                <a16:creationId xmlns:a16="http://schemas.microsoft.com/office/drawing/2014/main" id="{12D754BB-9945-FA0C-65F8-4D20A673551D}"/>
              </a:ext>
            </a:extLst>
          </p:cNvPr>
          <p:cNvSpPr>
            <a:spLocks noGrp="1" noChangeArrowheads="1"/>
          </p:cNvSpPr>
          <p:nvPr>
            <p:ph type="body" idx="4294967295"/>
          </p:nvPr>
        </p:nvSpPr>
        <p:spPr/>
        <p:txBody>
          <a:bodyPr>
            <a:prstTxWarp prst="textNoShape">
              <a:avLst/>
            </a:prstTxWarp>
          </a:bodyPr>
          <a:lstStyle/>
          <a:p>
            <a:pPr eaLnBrk="1" hangingPunct="1"/>
            <a:endParaRPr lang="en-US" altLang="zh-CN"/>
          </a:p>
        </p:txBody>
      </p:sp>
    </p:spTree>
    <p:extLst>
      <p:ext uri="{BB962C8B-B14F-4D97-AF65-F5344CB8AC3E}">
        <p14:creationId xmlns:p14="http://schemas.microsoft.com/office/powerpoint/2010/main" val="2714507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EE2E5648-9097-FA46-6417-E30A2A6AF054}"/>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14339" name="Rectangle 3">
            <a:extLst>
              <a:ext uri="{FF2B5EF4-FFF2-40B4-BE49-F238E27FC236}">
                <a16:creationId xmlns:a16="http://schemas.microsoft.com/office/drawing/2014/main" id="{1338C019-DE4B-2491-9A25-93EA7807B89B}"/>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648FE746-3F08-4596-A232-1EEC459480BE}" type="datetime1">
              <a:rPr lang="zh-CN" altLang="en-US" sz="1200" b="0" smtClean="0">
                <a:solidFill>
                  <a:schemeClr val="tx1"/>
                </a:solidFill>
                <a:ea typeface="宋体" panose="02010600030101010101" pitchFamily="2" charset="-122"/>
              </a:rPr>
              <a:pPr/>
              <a:t>2025/10/13</a:t>
            </a:fld>
            <a:endParaRPr lang="zh-CN" altLang="en-US" sz="1200" b="0">
              <a:solidFill>
                <a:schemeClr val="tx1"/>
              </a:solidFill>
              <a:ea typeface="宋体" panose="02010600030101010101" pitchFamily="2" charset="-122"/>
            </a:endParaRPr>
          </a:p>
        </p:txBody>
      </p:sp>
      <p:sp>
        <p:nvSpPr>
          <p:cNvPr id="14340" name="Rectangle 6">
            <a:extLst>
              <a:ext uri="{FF2B5EF4-FFF2-40B4-BE49-F238E27FC236}">
                <a16:creationId xmlns:a16="http://schemas.microsoft.com/office/drawing/2014/main" id="{A7DEC603-4B2B-A35E-E4B5-30E6E1F8F7D4}"/>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14341" name="Rectangle 7">
            <a:extLst>
              <a:ext uri="{FF2B5EF4-FFF2-40B4-BE49-F238E27FC236}">
                <a16:creationId xmlns:a16="http://schemas.microsoft.com/office/drawing/2014/main" id="{C8D87BB3-B565-9D3B-9C6D-29857F016E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0B614C54-A4F0-4141-9BFE-AC825909D05E}" type="slidenum">
              <a:rPr altLang="zh-CN"/>
              <a:pPr/>
              <a:t>7</a:t>
            </a:fld>
            <a:endParaRPr lang="zh-CN" altLang="zh-CN"/>
          </a:p>
        </p:txBody>
      </p:sp>
      <p:sp>
        <p:nvSpPr>
          <p:cNvPr id="14342" name="Rectangle 2">
            <a:extLst>
              <a:ext uri="{FF2B5EF4-FFF2-40B4-BE49-F238E27FC236}">
                <a16:creationId xmlns:a16="http://schemas.microsoft.com/office/drawing/2014/main" id="{6D4241E7-A941-D319-5A60-A39B4B4BC371}"/>
              </a:ext>
            </a:extLst>
          </p:cNvPr>
          <p:cNvSpPr>
            <a:spLocks noGrp="1" noRot="1" noChangeAspect="1" noChangeArrowheads="1" noTextEdit="1"/>
          </p:cNvSpPr>
          <p:nvPr>
            <p:ph type="sldImg" idx="4294967295"/>
          </p:nvPr>
        </p:nvSpPr>
        <p:spPr>
          <a:ln/>
        </p:spPr>
      </p:sp>
      <p:sp>
        <p:nvSpPr>
          <p:cNvPr id="14343" name="Rectangle 3">
            <a:extLst>
              <a:ext uri="{FF2B5EF4-FFF2-40B4-BE49-F238E27FC236}">
                <a16:creationId xmlns:a16="http://schemas.microsoft.com/office/drawing/2014/main" id="{CD93F647-D854-948B-B038-06B8EAAE2E15}"/>
              </a:ext>
            </a:extLst>
          </p:cNvPr>
          <p:cNvSpPr>
            <a:spLocks noGrp="1" noChangeArrowheads="1"/>
          </p:cNvSpPr>
          <p:nvPr>
            <p:ph type="body" idx="4294967295"/>
          </p:nvPr>
        </p:nvSpPr>
        <p:spPr/>
        <p:txBody>
          <a:bodyPr>
            <a:prstTxWarp prst="textNoShape">
              <a:avLst/>
            </a:prstTxWarp>
          </a:bodyPr>
          <a:lstStyle/>
          <a:p>
            <a:pPr eaLnBrk="1" hangingPunct="1"/>
            <a:endParaRPr lang="zh-CN" altLang="en-US"/>
          </a:p>
          <a:p>
            <a:pPr eaLnBrk="1" hangingPunct="1"/>
            <a:endParaRPr lang="en-US" altLang="zh-CN"/>
          </a:p>
        </p:txBody>
      </p:sp>
    </p:spTree>
    <p:extLst>
      <p:ext uri="{BB962C8B-B14F-4D97-AF65-F5344CB8AC3E}">
        <p14:creationId xmlns:p14="http://schemas.microsoft.com/office/powerpoint/2010/main" val="15761681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D67C993A-3A1B-246D-A72D-E1AF4E16D725}"/>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16387" name="Rectangle 3">
            <a:extLst>
              <a:ext uri="{FF2B5EF4-FFF2-40B4-BE49-F238E27FC236}">
                <a16:creationId xmlns:a16="http://schemas.microsoft.com/office/drawing/2014/main" id="{4679178D-10D2-7642-665D-3049A20EF37A}"/>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58E51B78-17EF-40B8-993F-1D5C50865DB9}" type="datetime1">
              <a:rPr lang="zh-CN" altLang="en-US" sz="1200" b="0" smtClean="0">
                <a:solidFill>
                  <a:schemeClr val="tx1"/>
                </a:solidFill>
                <a:ea typeface="宋体" panose="02010600030101010101" pitchFamily="2" charset="-122"/>
              </a:rPr>
              <a:pPr/>
              <a:t>2025/10/13</a:t>
            </a:fld>
            <a:endParaRPr lang="zh-CN" altLang="en-US" sz="1200" b="0">
              <a:solidFill>
                <a:schemeClr val="tx1"/>
              </a:solidFill>
              <a:ea typeface="宋体" panose="02010600030101010101" pitchFamily="2" charset="-122"/>
            </a:endParaRPr>
          </a:p>
        </p:txBody>
      </p:sp>
      <p:sp>
        <p:nvSpPr>
          <p:cNvPr id="16388" name="Rectangle 6">
            <a:extLst>
              <a:ext uri="{FF2B5EF4-FFF2-40B4-BE49-F238E27FC236}">
                <a16:creationId xmlns:a16="http://schemas.microsoft.com/office/drawing/2014/main" id="{33D906B8-698A-6542-A295-023CA2E15396}"/>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16389" name="Rectangle 7">
            <a:extLst>
              <a:ext uri="{FF2B5EF4-FFF2-40B4-BE49-F238E27FC236}">
                <a16:creationId xmlns:a16="http://schemas.microsoft.com/office/drawing/2014/main" id="{526AC558-7D35-C97C-4B18-F9083189D49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98DFC139-AE77-4FB1-9489-27F32E12E952}" type="slidenum">
              <a:rPr altLang="zh-CN"/>
              <a:pPr/>
              <a:t>8</a:t>
            </a:fld>
            <a:endParaRPr lang="zh-CN" altLang="zh-CN"/>
          </a:p>
        </p:txBody>
      </p:sp>
      <p:sp>
        <p:nvSpPr>
          <p:cNvPr id="16390" name="Rectangle 2">
            <a:extLst>
              <a:ext uri="{FF2B5EF4-FFF2-40B4-BE49-F238E27FC236}">
                <a16:creationId xmlns:a16="http://schemas.microsoft.com/office/drawing/2014/main" id="{0F4656DB-F734-09DC-6E49-33F6E24F63D5}"/>
              </a:ext>
            </a:extLst>
          </p:cNvPr>
          <p:cNvSpPr>
            <a:spLocks noGrp="1" noRot="1" noChangeAspect="1" noChangeArrowheads="1" noTextEdit="1"/>
          </p:cNvSpPr>
          <p:nvPr>
            <p:ph type="sldImg" idx="4294967295"/>
          </p:nvPr>
        </p:nvSpPr>
        <p:spPr>
          <a:ln/>
        </p:spPr>
      </p:sp>
      <p:sp>
        <p:nvSpPr>
          <p:cNvPr id="16391" name="Rectangle 3">
            <a:extLst>
              <a:ext uri="{FF2B5EF4-FFF2-40B4-BE49-F238E27FC236}">
                <a16:creationId xmlns:a16="http://schemas.microsoft.com/office/drawing/2014/main" id="{A6BCD3DA-0AA8-5CE5-7FD3-81108B238AD2}"/>
              </a:ext>
            </a:extLst>
          </p:cNvPr>
          <p:cNvSpPr>
            <a:spLocks noGrp="1" noChangeArrowheads="1"/>
          </p:cNvSpPr>
          <p:nvPr>
            <p:ph type="body" idx="4294967295"/>
          </p:nvPr>
        </p:nvSpPr>
        <p:spPr/>
        <p:txBody>
          <a:bodyPr>
            <a:prstTxWarp prst="textNoShape">
              <a:avLst/>
            </a:prstTxWarp>
          </a:bodyPr>
          <a:lstStyle/>
          <a:p>
            <a:pPr eaLnBrk="1" hangingPunct="1"/>
            <a:endParaRPr lang="zh-CN" altLang="en-US"/>
          </a:p>
          <a:p>
            <a:pPr eaLnBrk="1" hangingPunct="1"/>
            <a:endParaRPr lang="zh-CN" altLang="en-US"/>
          </a:p>
          <a:p>
            <a:pPr eaLnBrk="1" hangingPunct="1"/>
            <a:endParaRPr lang="zh-CN" altLang="en-US"/>
          </a:p>
          <a:p>
            <a:pPr eaLnBrk="1" hangingPunct="1"/>
            <a:endParaRPr lang="en-US" altLang="zh-CN"/>
          </a:p>
        </p:txBody>
      </p:sp>
    </p:spTree>
    <p:extLst>
      <p:ext uri="{BB962C8B-B14F-4D97-AF65-F5344CB8AC3E}">
        <p14:creationId xmlns:p14="http://schemas.microsoft.com/office/powerpoint/2010/main" val="33295609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51BE85A6-4332-763B-F8EB-2F58ECE4A4A0}"/>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18435" name="Rectangle 3">
            <a:extLst>
              <a:ext uri="{FF2B5EF4-FFF2-40B4-BE49-F238E27FC236}">
                <a16:creationId xmlns:a16="http://schemas.microsoft.com/office/drawing/2014/main" id="{E9FA5747-B606-FC53-494F-50B5275B2A75}"/>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D92960D2-A604-4D27-8DDA-A6CC32421D81}" type="datetime1">
              <a:rPr lang="zh-CN" altLang="en-US" sz="1200" b="0" smtClean="0">
                <a:solidFill>
                  <a:schemeClr val="tx1"/>
                </a:solidFill>
                <a:ea typeface="宋体" panose="02010600030101010101" pitchFamily="2" charset="-122"/>
              </a:rPr>
              <a:pPr/>
              <a:t>2025/10/13</a:t>
            </a:fld>
            <a:endParaRPr lang="zh-CN" altLang="en-US" sz="1200" b="0">
              <a:solidFill>
                <a:schemeClr val="tx1"/>
              </a:solidFill>
              <a:ea typeface="宋体" panose="02010600030101010101" pitchFamily="2" charset="-122"/>
            </a:endParaRPr>
          </a:p>
        </p:txBody>
      </p:sp>
      <p:sp>
        <p:nvSpPr>
          <p:cNvPr id="18436" name="Rectangle 6">
            <a:extLst>
              <a:ext uri="{FF2B5EF4-FFF2-40B4-BE49-F238E27FC236}">
                <a16:creationId xmlns:a16="http://schemas.microsoft.com/office/drawing/2014/main" id="{0C4BBF45-FBC4-B435-7BA6-6D9218AB3466}"/>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18437" name="Rectangle 7">
            <a:extLst>
              <a:ext uri="{FF2B5EF4-FFF2-40B4-BE49-F238E27FC236}">
                <a16:creationId xmlns:a16="http://schemas.microsoft.com/office/drawing/2014/main" id="{990E1DBB-AE81-FF14-C7D3-2DBC9140FE1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67C2AFC2-FE7D-4FE4-9023-953F2B3767C3}" type="slidenum">
              <a:rPr altLang="zh-CN"/>
              <a:pPr/>
              <a:t>9</a:t>
            </a:fld>
            <a:endParaRPr lang="zh-CN" altLang="zh-CN"/>
          </a:p>
        </p:txBody>
      </p:sp>
      <p:sp>
        <p:nvSpPr>
          <p:cNvPr id="18438" name="Rectangle 2">
            <a:extLst>
              <a:ext uri="{FF2B5EF4-FFF2-40B4-BE49-F238E27FC236}">
                <a16:creationId xmlns:a16="http://schemas.microsoft.com/office/drawing/2014/main" id="{5E91CF93-AB9D-B489-8500-C268AEDFE194}"/>
              </a:ext>
            </a:extLst>
          </p:cNvPr>
          <p:cNvSpPr>
            <a:spLocks noGrp="1" noRot="1" noChangeAspect="1" noChangeArrowheads="1" noTextEdit="1"/>
          </p:cNvSpPr>
          <p:nvPr>
            <p:ph type="sldImg" idx="4294967295"/>
          </p:nvPr>
        </p:nvSpPr>
        <p:spPr>
          <a:ln/>
        </p:spPr>
      </p:sp>
      <p:sp>
        <p:nvSpPr>
          <p:cNvPr id="18439" name="Rectangle 3">
            <a:extLst>
              <a:ext uri="{FF2B5EF4-FFF2-40B4-BE49-F238E27FC236}">
                <a16:creationId xmlns:a16="http://schemas.microsoft.com/office/drawing/2014/main" id="{7A415239-E88C-58B9-9BEF-6FBDE34EB211}"/>
              </a:ext>
            </a:extLst>
          </p:cNvPr>
          <p:cNvSpPr>
            <a:spLocks noGrp="1" noChangeArrowheads="1"/>
          </p:cNvSpPr>
          <p:nvPr>
            <p:ph type="body" idx="4294967295"/>
          </p:nvPr>
        </p:nvSpPr>
        <p:spPr/>
        <p:txBody>
          <a:bodyPr>
            <a:prstTxWarp prst="textNoShape">
              <a:avLst/>
            </a:prstTxWarp>
          </a:bodyPr>
          <a:lstStyle/>
          <a:p>
            <a:pPr eaLnBrk="1" hangingPunct="1"/>
            <a:endParaRPr lang="zh-CN" altLang="en-US" u="sng"/>
          </a:p>
        </p:txBody>
      </p:sp>
    </p:spTree>
    <p:extLst>
      <p:ext uri="{BB962C8B-B14F-4D97-AF65-F5344CB8AC3E}">
        <p14:creationId xmlns:p14="http://schemas.microsoft.com/office/powerpoint/2010/main" val="38841017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0FA5713A-E265-15CF-1F63-C91D3D07CE11}"/>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0483" name="Rectangle 3">
            <a:extLst>
              <a:ext uri="{FF2B5EF4-FFF2-40B4-BE49-F238E27FC236}">
                <a16:creationId xmlns:a16="http://schemas.microsoft.com/office/drawing/2014/main" id="{69194271-9875-0987-6A33-89FAE4EB8CC0}"/>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2C891045-07BA-4169-B02F-0CD6A8E775A0}" type="datetime1">
              <a:rPr lang="zh-CN" altLang="en-US" sz="1200" b="0" smtClean="0">
                <a:solidFill>
                  <a:schemeClr val="tx1"/>
                </a:solidFill>
                <a:ea typeface="宋体" panose="02010600030101010101" pitchFamily="2" charset="-122"/>
              </a:rPr>
              <a:pPr/>
              <a:t>2025/10/13</a:t>
            </a:fld>
            <a:endParaRPr lang="zh-CN" altLang="en-US" sz="1200" b="0">
              <a:solidFill>
                <a:schemeClr val="tx1"/>
              </a:solidFill>
              <a:ea typeface="宋体" panose="02010600030101010101" pitchFamily="2" charset="-122"/>
            </a:endParaRPr>
          </a:p>
        </p:txBody>
      </p:sp>
      <p:sp>
        <p:nvSpPr>
          <p:cNvPr id="20484" name="Rectangle 6">
            <a:extLst>
              <a:ext uri="{FF2B5EF4-FFF2-40B4-BE49-F238E27FC236}">
                <a16:creationId xmlns:a16="http://schemas.microsoft.com/office/drawing/2014/main" id="{3EE67557-D313-5182-E5AD-C607DC953BB9}"/>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0485" name="Rectangle 7">
            <a:extLst>
              <a:ext uri="{FF2B5EF4-FFF2-40B4-BE49-F238E27FC236}">
                <a16:creationId xmlns:a16="http://schemas.microsoft.com/office/drawing/2014/main" id="{3DD29452-34A1-830C-823F-1A95F1F120C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528F59C5-A2CD-4174-B0E4-F812AD033215}" type="slidenum">
              <a:rPr altLang="zh-CN"/>
              <a:pPr/>
              <a:t>10</a:t>
            </a:fld>
            <a:endParaRPr lang="zh-CN" altLang="zh-CN"/>
          </a:p>
        </p:txBody>
      </p:sp>
      <p:sp>
        <p:nvSpPr>
          <p:cNvPr id="20486" name="Rectangle 2">
            <a:extLst>
              <a:ext uri="{FF2B5EF4-FFF2-40B4-BE49-F238E27FC236}">
                <a16:creationId xmlns:a16="http://schemas.microsoft.com/office/drawing/2014/main" id="{721FD260-6C3A-595D-F9FA-3BAF57939A78}"/>
              </a:ext>
            </a:extLst>
          </p:cNvPr>
          <p:cNvSpPr>
            <a:spLocks noGrp="1" noRot="1" noChangeAspect="1" noChangeArrowheads="1" noTextEdit="1"/>
          </p:cNvSpPr>
          <p:nvPr>
            <p:ph type="sldImg" idx="4294967295"/>
          </p:nvPr>
        </p:nvSpPr>
        <p:spPr>
          <a:ln/>
        </p:spPr>
      </p:sp>
      <p:sp>
        <p:nvSpPr>
          <p:cNvPr id="20487" name="Rectangle 3">
            <a:extLst>
              <a:ext uri="{FF2B5EF4-FFF2-40B4-BE49-F238E27FC236}">
                <a16:creationId xmlns:a16="http://schemas.microsoft.com/office/drawing/2014/main" id="{43681054-FE15-E07D-CC22-061B26116E3A}"/>
              </a:ext>
            </a:extLst>
          </p:cNvPr>
          <p:cNvSpPr>
            <a:spLocks noGrp="1" noChangeArrowheads="1"/>
          </p:cNvSpPr>
          <p:nvPr>
            <p:ph type="body" idx="4294967295"/>
          </p:nvPr>
        </p:nvSpPr>
        <p:spPr/>
        <p:txBody>
          <a:bodyPr>
            <a:prstTxWarp prst="textNoShape">
              <a:avLst/>
            </a:prstTxWarp>
          </a:bodyPr>
          <a:lstStyle/>
          <a:p>
            <a:pPr eaLnBrk="1" hangingPunct="1"/>
            <a:endParaRPr lang="en-US" altLang="zh-CN" b="1"/>
          </a:p>
        </p:txBody>
      </p:sp>
    </p:spTree>
    <p:extLst>
      <p:ext uri="{BB962C8B-B14F-4D97-AF65-F5344CB8AC3E}">
        <p14:creationId xmlns:p14="http://schemas.microsoft.com/office/powerpoint/2010/main" val="7635649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FFAFF31A-7266-0BC9-31D3-B712638D476F}"/>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2531" name="Rectangle 3">
            <a:extLst>
              <a:ext uri="{FF2B5EF4-FFF2-40B4-BE49-F238E27FC236}">
                <a16:creationId xmlns:a16="http://schemas.microsoft.com/office/drawing/2014/main" id="{5E2839C4-2719-93C8-1B5B-225EB710AB67}"/>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7AC3AF40-C039-4783-92E4-E582DB9236D0}" type="datetime1">
              <a:rPr lang="zh-CN" altLang="en-US" sz="1200" b="0" smtClean="0">
                <a:solidFill>
                  <a:schemeClr val="tx1"/>
                </a:solidFill>
                <a:ea typeface="宋体" panose="02010600030101010101" pitchFamily="2" charset="-122"/>
              </a:rPr>
              <a:pPr/>
              <a:t>2025/10/13</a:t>
            </a:fld>
            <a:endParaRPr lang="zh-CN" altLang="en-US" sz="1200" b="0">
              <a:solidFill>
                <a:schemeClr val="tx1"/>
              </a:solidFill>
              <a:ea typeface="宋体" panose="02010600030101010101" pitchFamily="2" charset="-122"/>
            </a:endParaRPr>
          </a:p>
        </p:txBody>
      </p:sp>
      <p:sp>
        <p:nvSpPr>
          <p:cNvPr id="22532" name="Rectangle 6">
            <a:extLst>
              <a:ext uri="{FF2B5EF4-FFF2-40B4-BE49-F238E27FC236}">
                <a16:creationId xmlns:a16="http://schemas.microsoft.com/office/drawing/2014/main" id="{735DFA5B-DA67-F72A-A4E0-1C3913C1E183}"/>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2533" name="Rectangle 7">
            <a:extLst>
              <a:ext uri="{FF2B5EF4-FFF2-40B4-BE49-F238E27FC236}">
                <a16:creationId xmlns:a16="http://schemas.microsoft.com/office/drawing/2014/main" id="{D771CE78-F4A9-66C0-4120-E3FEBEC172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AA3D2E06-B00B-46C2-A8AA-497D6EDC50E8}" type="slidenum">
              <a:rPr altLang="zh-CN"/>
              <a:pPr/>
              <a:t>11</a:t>
            </a:fld>
            <a:endParaRPr lang="zh-CN" altLang="zh-CN"/>
          </a:p>
        </p:txBody>
      </p:sp>
      <p:sp>
        <p:nvSpPr>
          <p:cNvPr id="22534" name="Rectangle 2">
            <a:extLst>
              <a:ext uri="{FF2B5EF4-FFF2-40B4-BE49-F238E27FC236}">
                <a16:creationId xmlns:a16="http://schemas.microsoft.com/office/drawing/2014/main" id="{73F4D334-0958-C8FF-6AED-9AC6CB9E34A6}"/>
              </a:ext>
            </a:extLst>
          </p:cNvPr>
          <p:cNvSpPr>
            <a:spLocks noGrp="1" noRot="1" noChangeAspect="1" noChangeArrowheads="1" noTextEdit="1"/>
          </p:cNvSpPr>
          <p:nvPr>
            <p:ph type="sldImg" idx="4294967295"/>
          </p:nvPr>
        </p:nvSpPr>
        <p:spPr>
          <a:ln/>
        </p:spPr>
      </p:sp>
      <p:sp>
        <p:nvSpPr>
          <p:cNvPr id="22535" name="Rectangle 3">
            <a:extLst>
              <a:ext uri="{FF2B5EF4-FFF2-40B4-BE49-F238E27FC236}">
                <a16:creationId xmlns:a16="http://schemas.microsoft.com/office/drawing/2014/main" id="{DC8CD3AD-5C98-C22F-4752-506A3FAF02AE}"/>
              </a:ext>
            </a:extLst>
          </p:cNvPr>
          <p:cNvSpPr>
            <a:spLocks noGrp="1" noChangeArrowheads="1"/>
          </p:cNvSpPr>
          <p:nvPr>
            <p:ph type="body" idx="4294967295"/>
          </p:nvPr>
        </p:nvSpPr>
        <p:spPr/>
        <p:txBody>
          <a:bodyPr>
            <a:prstTxWarp prst="textNoShape">
              <a:avLst/>
            </a:prstTxWarp>
          </a:bodyPr>
          <a:lstStyle/>
          <a:p>
            <a:pPr eaLnBrk="1" hangingPunct="1"/>
            <a:endParaRPr lang="en-US" altLang="zh-CN">
              <a:solidFill>
                <a:srgbClr val="000066"/>
              </a:solidFill>
            </a:endParaRPr>
          </a:p>
        </p:txBody>
      </p:sp>
    </p:spTree>
    <p:extLst>
      <p:ext uri="{BB962C8B-B14F-4D97-AF65-F5344CB8AC3E}">
        <p14:creationId xmlns:p14="http://schemas.microsoft.com/office/powerpoint/2010/main" val="28780170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25A697C8-9BF1-B6BA-932A-8AAFC67198A5}"/>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4579" name="Rectangle 3">
            <a:extLst>
              <a:ext uri="{FF2B5EF4-FFF2-40B4-BE49-F238E27FC236}">
                <a16:creationId xmlns:a16="http://schemas.microsoft.com/office/drawing/2014/main" id="{9B586C4A-B743-604A-DF3E-5A8600E93913}"/>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039DF9BD-1053-408C-8EE3-1D7CACBE7DBB}" type="datetime1">
              <a:rPr lang="zh-CN" altLang="en-US" sz="1200" b="0" smtClean="0">
                <a:solidFill>
                  <a:schemeClr val="tx1"/>
                </a:solidFill>
                <a:ea typeface="宋体" panose="02010600030101010101" pitchFamily="2" charset="-122"/>
              </a:rPr>
              <a:pPr/>
              <a:t>2025/10/13</a:t>
            </a:fld>
            <a:endParaRPr lang="zh-CN" altLang="en-US" sz="1200" b="0">
              <a:solidFill>
                <a:schemeClr val="tx1"/>
              </a:solidFill>
              <a:ea typeface="宋体" panose="02010600030101010101" pitchFamily="2" charset="-122"/>
            </a:endParaRPr>
          </a:p>
        </p:txBody>
      </p:sp>
      <p:sp>
        <p:nvSpPr>
          <p:cNvPr id="24580" name="Rectangle 6">
            <a:extLst>
              <a:ext uri="{FF2B5EF4-FFF2-40B4-BE49-F238E27FC236}">
                <a16:creationId xmlns:a16="http://schemas.microsoft.com/office/drawing/2014/main" id="{00318DB4-E13A-08D3-96E7-A9BAE681A2CF}"/>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4581" name="Rectangle 7">
            <a:extLst>
              <a:ext uri="{FF2B5EF4-FFF2-40B4-BE49-F238E27FC236}">
                <a16:creationId xmlns:a16="http://schemas.microsoft.com/office/drawing/2014/main" id="{002B856E-FBBB-1F17-D3A5-2BDA4C4BC31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C09BFB7E-70DC-4B11-A464-FB55F868B813}" type="slidenum">
              <a:rPr altLang="zh-CN"/>
              <a:pPr/>
              <a:t>12</a:t>
            </a:fld>
            <a:endParaRPr lang="zh-CN" altLang="zh-CN"/>
          </a:p>
        </p:txBody>
      </p:sp>
      <p:sp>
        <p:nvSpPr>
          <p:cNvPr id="24582" name="Rectangle 2">
            <a:extLst>
              <a:ext uri="{FF2B5EF4-FFF2-40B4-BE49-F238E27FC236}">
                <a16:creationId xmlns:a16="http://schemas.microsoft.com/office/drawing/2014/main" id="{6E8DEF79-5CDD-4596-246C-3925CAFC69C3}"/>
              </a:ext>
            </a:extLst>
          </p:cNvPr>
          <p:cNvSpPr>
            <a:spLocks noGrp="1" noRot="1" noChangeAspect="1" noChangeArrowheads="1" noTextEdit="1"/>
          </p:cNvSpPr>
          <p:nvPr>
            <p:ph type="sldImg" idx="4294967295"/>
          </p:nvPr>
        </p:nvSpPr>
        <p:spPr>
          <a:ln/>
        </p:spPr>
      </p:sp>
      <p:sp>
        <p:nvSpPr>
          <p:cNvPr id="24583" name="Rectangle 3">
            <a:extLst>
              <a:ext uri="{FF2B5EF4-FFF2-40B4-BE49-F238E27FC236}">
                <a16:creationId xmlns:a16="http://schemas.microsoft.com/office/drawing/2014/main" id="{23977BA9-FC78-3D05-9CD6-F3BE58675ED5}"/>
              </a:ext>
            </a:extLst>
          </p:cNvPr>
          <p:cNvSpPr>
            <a:spLocks noGrp="1" noChangeArrowheads="1"/>
          </p:cNvSpPr>
          <p:nvPr>
            <p:ph type="body" idx="4294967295"/>
          </p:nvPr>
        </p:nvSpPr>
        <p:spPr/>
        <p:txBody>
          <a:bodyPr>
            <a:prstTxWarp prst="textNoShape">
              <a:avLst/>
            </a:prstTxWarp>
          </a:bodyPr>
          <a:lstStyle/>
          <a:p>
            <a:pPr eaLnBrk="1" hangingPunct="1"/>
            <a:r>
              <a:rPr lang="zh-CN" altLang="en-US" b="0" i="0" dirty="0">
                <a:solidFill>
                  <a:srgbClr val="191B1F"/>
                </a:solidFill>
                <a:effectLst/>
                <a:latin typeface="-apple-system"/>
              </a:rPr>
              <a:t>一般情况下，在导体内某一截面上不同的点，电流的大小和方向往往是不同的。</a:t>
            </a:r>
            <a:endParaRPr lang="zh-CN" altLang="en-US" dirty="0"/>
          </a:p>
        </p:txBody>
      </p:sp>
    </p:spTree>
    <p:extLst>
      <p:ext uri="{BB962C8B-B14F-4D97-AF65-F5344CB8AC3E}">
        <p14:creationId xmlns:p14="http://schemas.microsoft.com/office/powerpoint/2010/main" val="13824034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D414A1C5-6B65-7D83-FF32-4AA57013B231}"/>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6627" name="Rectangle 3">
            <a:extLst>
              <a:ext uri="{FF2B5EF4-FFF2-40B4-BE49-F238E27FC236}">
                <a16:creationId xmlns:a16="http://schemas.microsoft.com/office/drawing/2014/main" id="{0AFAE7F8-E667-883D-7C81-09EAB2B8885C}"/>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51CAE7ED-7EEE-442A-98D2-C0360BA16503}" type="datetime1">
              <a:rPr lang="zh-CN" altLang="en-US" sz="1200" b="0" smtClean="0">
                <a:solidFill>
                  <a:schemeClr val="tx1"/>
                </a:solidFill>
                <a:ea typeface="宋体" panose="02010600030101010101" pitchFamily="2" charset="-122"/>
              </a:rPr>
              <a:pPr/>
              <a:t>2025/10/13</a:t>
            </a:fld>
            <a:endParaRPr lang="zh-CN" altLang="en-US" sz="1200" b="0">
              <a:solidFill>
                <a:schemeClr val="tx1"/>
              </a:solidFill>
              <a:ea typeface="宋体" panose="02010600030101010101" pitchFamily="2" charset="-122"/>
            </a:endParaRPr>
          </a:p>
        </p:txBody>
      </p:sp>
      <p:sp>
        <p:nvSpPr>
          <p:cNvPr id="26628" name="Rectangle 6">
            <a:extLst>
              <a:ext uri="{FF2B5EF4-FFF2-40B4-BE49-F238E27FC236}">
                <a16:creationId xmlns:a16="http://schemas.microsoft.com/office/drawing/2014/main" id="{D4C775F3-8EFF-0477-C69A-E5E87C56F2EF}"/>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6629" name="Rectangle 7">
            <a:extLst>
              <a:ext uri="{FF2B5EF4-FFF2-40B4-BE49-F238E27FC236}">
                <a16:creationId xmlns:a16="http://schemas.microsoft.com/office/drawing/2014/main" id="{55C524CA-0565-AF36-9ADA-7723DA1A02A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17A6812A-3CFD-492F-87D1-DF04F89A2E4E}" type="slidenum">
              <a:rPr altLang="zh-CN"/>
              <a:pPr/>
              <a:t>13</a:t>
            </a:fld>
            <a:endParaRPr lang="zh-CN" altLang="zh-CN"/>
          </a:p>
        </p:txBody>
      </p:sp>
      <p:sp>
        <p:nvSpPr>
          <p:cNvPr id="26630" name="Rectangle 2">
            <a:extLst>
              <a:ext uri="{FF2B5EF4-FFF2-40B4-BE49-F238E27FC236}">
                <a16:creationId xmlns:a16="http://schemas.microsoft.com/office/drawing/2014/main" id="{41E0FCB5-E925-EF56-2B4A-DDEC5FE71FF6}"/>
              </a:ext>
            </a:extLst>
          </p:cNvPr>
          <p:cNvSpPr>
            <a:spLocks noGrp="1" noRot="1" noChangeAspect="1" noChangeArrowheads="1" noTextEdit="1"/>
          </p:cNvSpPr>
          <p:nvPr>
            <p:ph type="sldImg" idx="4294967295"/>
          </p:nvPr>
        </p:nvSpPr>
        <p:spPr>
          <a:ln/>
        </p:spPr>
      </p:sp>
      <p:sp>
        <p:nvSpPr>
          <p:cNvPr id="26631" name="Rectangle 3">
            <a:extLst>
              <a:ext uri="{FF2B5EF4-FFF2-40B4-BE49-F238E27FC236}">
                <a16:creationId xmlns:a16="http://schemas.microsoft.com/office/drawing/2014/main" id="{F00B0E8A-C8FC-2CD6-6F47-701829A5CFEB}"/>
              </a:ext>
            </a:extLst>
          </p:cNvPr>
          <p:cNvSpPr>
            <a:spLocks noGrp="1" noChangeArrowheads="1"/>
          </p:cNvSpPr>
          <p:nvPr>
            <p:ph type="body" idx="4294967295"/>
          </p:nvPr>
        </p:nvSpPr>
        <p:spPr/>
        <p:txBody>
          <a:bodyPr>
            <a:prstTxWarp prst="textNoShape">
              <a:avLst/>
            </a:prstTxWarp>
          </a:bodyPr>
          <a:lstStyle/>
          <a:p>
            <a:pPr eaLnBrk="1" hangingPunct="1"/>
            <a:endParaRPr lang="zh-CN" altLang="en-US" dirty="0"/>
          </a:p>
          <a:p>
            <a:pPr eaLnBrk="1" hangingPunct="1"/>
            <a:r>
              <a:rPr lang="zh-CN" altLang="en-US" dirty="0"/>
              <a:t>将上式代入下式，即可验证等式成立</a:t>
            </a:r>
            <a:endParaRPr lang="en-US" altLang="zh-CN" dirty="0"/>
          </a:p>
        </p:txBody>
      </p:sp>
    </p:spTree>
    <p:extLst>
      <p:ext uri="{BB962C8B-B14F-4D97-AF65-F5344CB8AC3E}">
        <p14:creationId xmlns:p14="http://schemas.microsoft.com/office/powerpoint/2010/main" val="15601012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B882BA75-0647-7DF1-948F-70890DF98A28}"/>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8675" name="Rectangle 3">
            <a:extLst>
              <a:ext uri="{FF2B5EF4-FFF2-40B4-BE49-F238E27FC236}">
                <a16:creationId xmlns:a16="http://schemas.microsoft.com/office/drawing/2014/main" id="{510DA89C-D8E9-1D52-11A5-0CC905CF5F35}"/>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689FBAA3-2AB5-45B0-AE2C-F9F993B79095}" type="datetime1">
              <a:rPr lang="zh-CN" altLang="en-US" sz="1200" b="0" smtClean="0">
                <a:solidFill>
                  <a:schemeClr val="tx1"/>
                </a:solidFill>
                <a:ea typeface="宋体" panose="02010600030101010101" pitchFamily="2" charset="-122"/>
              </a:rPr>
              <a:pPr/>
              <a:t>2025/10/13</a:t>
            </a:fld>
            <a:endParaRPr lang="zh-CN" altLang="en-US" sz="1200" b="0">
              <a:solidFill>
                <a:schemeClr val="tx1"/>
              </a:solidFill>
              <a:ea typeface="宋体" panose="02010600030101010101" pitchFamily="2" charset="-122"/>
            </a:endParaRPr>
          </a:p>
        </p:txBody>
      </p:sp>
      <p:sp>
        <p:nvSpPr>
          <p:cNvPr id="28676" name="Rectangle 6">
            <a:extLst>
              <a:ext uri="{FF2B5EF4-FFF2-40B4-BE49-F238E27FC236}">
                <a16:creationId xmlns:a16="http://schemas.microsoft.com/office/drawing/2014/main" id="{28312C40-CAE4-0A34-06EC-38A09CBBC034}"/>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8677" name="Rectangle 7">
            <a:extLst>
              <a:ext uri="{FF2B5EF4-FFF2-40B4-BE49-F238E27FC236}">
                <a16:creationId xmlns:a16="http://schemas.microsoft.com/office/drawing/2014/main" id="{50AAA61A-7BF1-11D8-765B-6932AD534BE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EDADA281-36BD-4E72-A243-8BCDFBAFD0E3}" type="slidenum">
              <a:rPr altLang="zh-CN"/>
              <a:pPr/>
              <a:t>14</a:t>
            </a:fld>
            <a:endParaRPr lang="zh-CN" altLang="zh-CN"/>
          </a:p>
        </p:txBody>
      </p:sp>
      <p:sp>
        <p:nvSpPr>
          <p:cNvPr id="28678" name="Rectangle 2">
            <a:extLst>
              <a:ext uri="{FF2B5EF4-FFF2-40B4-BE49-F238E27FC236}">
                <a16:creationId xmlns:a16="http://schemas.microsoft.com/office/drawing/2014/main" id="{0D439AD6-4711-9EFB-8B30-A7A18080A18B}"/>
              </a:ext>
            </a:extLst>
          </p:cNvPr>
          <p:cNvSpPr>
            <a:spLocks noGrp="1" noRot="1" noChangeAspect="1" noChangeArrowheads="1" noTextEdit="1"/>
          </p:cNvSpPr>
          <p:nvPr>
            <p:ph type="sldImg" idx="4294967295"/>
          </p:nvPr>
        </p:nvSpPr>
        <p:spPr>
          <a:ln/>
        </p:spPr>
      </p:sp>
      <p:sp>
        <p:nvSpPr>
          <p:cNvPr id="28679" name="Rectangle 3">
            <a:extLst>
              <a:ext uri="{FF2B5EF4-FFF2-40B4-BE49-F238E27FC236}">
                <a16:creationId xmlns:a16="http://schemas.microsoft.com/office/drawing/2014/main" id="{7D5A2FF7-6E93-631E-0F98-6B9AAFB0F3B1}"/>
              </a:ext>
            </a:extLst>
          </p:cNvPr>
          <p:cNvSpPr>
            <a:spLocks noGrp="1" noChangeArrowheads="1"/>
          </p:cNvSpPr>
          <p:nvPr>
            <p:ph type="body" idx="4294967295"/>
          </p:nvPr>
        </p:nvSpPr>
        <p:spPr/>
        <p:txBody>
          <a:bodyPr>
            <a:prstTxWarp prst="textNoShape">
              <a:avLst/>
            </a:prstTxWarp>
          </a:bodyPr>
          <a:lstStyle/>
          <a:p>
            <a:pPr eaLnBrk="1" hangingPunct="1"/>
            <a:endParaRPr lang="en-US" altLang="zh-CN">
              <a:solidFill>
                <a:srgbClr val="000066"/>
              </a:solidFill>
              <a:cs typeface="Arial" panose="020B0604020202020204" pitchFamily="34" charset="0"/>
            </a:endParaRPr>
          </a:p>
        </p:txBody>
      </p:sp>
    </p:spTree>
    <p:extLst>
      <p:ext uri="{BB962C8B-B14F-4D97-AF65-F5344CB8AC3E}">
        <p14:creationId xmlns:p14="http://schemas.microsoft.com/office/powerpoint/2010/main" val="2030089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F503AC6B-9ED9-3539-AE78-F15590A7DA79}"/>
              </a:ext>
            </a:extLst>
          </p:cNvPr>
          <p:cNvSpPr txBox="1">
            <a:spLocks noGrp="1"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r>
              <a:rPr lang="en-US" altLang="zh-CN"/>
              <a:t>第一课</a:t>
            </a:r>
          </a:p>
        </p:txBody>
      </p:sp>
      <p:sp>
        <p:nvSpPr>
          <p:cNvPr id="30723" name="Rectangle 3">
            <a:extLst>
              <a:ext uri="{FF2B5EF4-FFF2-40B4-BE49-F238E27FC236}">
                <a16:creationId xmlns:a16="http://schemas.microsoft.com/office/drawing/2014/main" id="{436AEF5E-7E21-FD7A-7E1F-0AEB3DB963A4}"/>
              </a:ext>
            </a:extLst>
          </p:cNvPr>
          <p:cNvSpPr txBox="1">
            <a:spLocks noGrp="1"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r" eaLnBrk="1" hangingPunct="1"/>
            <a:fld id="{C98E5AF0-E19C-4E8F-AD1B-9A2A0D3B39EA}" type="datetime1">
              <a:rPr lang="zh-CN" altLang="en-US"/>
              <a:pPr algn="r" eaLnBrk="1" hangingPunct="1"/>
              <a:t>2025/10/13</a:t>
            </a:fld>
            <a:endParaRPr lang="zh-CN" altLang="en-US"/>
          </a:p>
        </p:txBody>
      </p:sp>
      <p:sp>
        <p:nvSpPr>
          <p:cNvPr id="30724" name="Rectangle 6">
            <a:extLst>
              <a:ext uri="{FF2B5EF4-FFF2-40B4-BE49-F238E27FC236}">
                <a16:creationId xmlns:a16="http://schemas.microsoft.com/office/drawing/2014/main" id="{2637A7D9-781F-FF64-854C-E0F50A44AD20}"/>
              </a:ext>
            </a:extLst>
          </p:cNvPr>
          <p:cNvSpPr txBox="1">
            <a:spLocks noGrp="1"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r>
              <a:rPr lang="en-US" altLang="zh-CN"/>
              <a:t>第一课</a:t>
            </a:r>
          </a:p>
        </p:txBody>
      </p:sp>
      <p:sp>
        <p:nvSpPr>
          <p:cNvPr id="30725" name="Rectangle 7">
            <a:extLst>
              <a:ext uri="{FF2B5EF4-FFF2-40B4-BE49-F238E27FC236}">
                <a16:creationId xmlns:a16="http://schemas.microsoft.com/office/drawing/2014/main" id="{9CE0BD6D-901A-E72A-516C-A881D850C25C}"/>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r" eaLnBrk="1" hangingPunct="1"/>
            <a:fld id="{78A36AD3-8911-48DE-A9C4-E64F2F7A47E5}" type="slidenum">
              <a:rPr lang="en-US" altLang="zh-CN"/>
              <a:pPr algn="r" eaLnBrk="1" hangingPunct="1"/>
              <a:t>15</a:t>
            </a:fld>
            <a:endParaRPr lang="en-US" altLang="zh-CN"/>
          </a:p>
        </p:txBody>
      </p:sp>
      <p:sp>
        <p:nvSpPr>
          <p:cNvPr id="30726" name="Rectangle 2">
            <a:extLst>
              <a:ext uri="{FF2B5EF4-FFF2-40B4-BE49-F238E27FC236}">
                <a16:creationId xmlns:a16="http://schemas.microsoft.com/office/drawing/2014/main" id="{01DFD556-049E-1D3B-CCEF-21AF2BF794C6}"/>
              </a:ext>
            </a:extLst>
          </p:cNvPr>
          <p:cNvSpPr>
            <a:spLocks noGrp="1" noRot="1" noChangeAspect="1" noChangeArrowheads="1" noTextEdit="1"/>
          </p:cNvSpPr>
          <p:nvPr>
            <p:ph type="sldImg" idx="4294967295"/>
          </p:nvPr>
        </p:nvSpPr>
        <p:spPr>
          <a:ln/>
        </p:spPr>
      </p:sp>
      <p:sp>
        <p:nvSpPr>
          <p:cNvPr id="30727" name="Rectangle 3">
            <a:extLst>
              <a:ext uri="{FF2B5EF4-FFF2-40B4-BE49-F238E27FC236}">
                <a16:creationId xmlns:a16="http://schemas.microsoft.com/office/drawing/2014/main" id="{A7B73988-2A05-F822-E636-379B0528DD9C}"/>
              </a:ext>
            </a:extLst>
          </p:cNvPr>
          <p:cNvSpPr>
            <a:spLocks noGrp="1" noChangeArrowheads="1"/>
          </p:cNvSpPr>
          <p:nvPr>
            <p:ph type="body" idx="4294967295"/>
          </p:nvPr>
        </p:nvSpPr>
        <p:spPr/>
        <p:txBody>
          <a:bodyPr>
            <a:prstTxWarp prst="textNoShape">
              <a:avLst/>
            </a:prstTxWarp>
          </a:bodyPr>
          <a:lstStyle/>
          <a:p>
            <a:pPr eaLnBrk="1" hangingPunct="1"/>
            <a:r>
              <a:rPr lang="en-US" altLang="zh-CN" dirty="0">
                <a:solidFill>
                  <a:srgbClr val="000066"/>
                </a:solidFill>
                <a:cs typeface="Arial" panose="020B0604020202020204" pitchFamily="34" charset="0"/>
              </a:rPr>
              <a:t>J=</a:t>
            </a:r>
            <a:r>
              <a:rPr lang="en-US" altLang="zh-CN" dirty="0">
                <a:solidFill>
                  <a:srgbClr val="000066"/>
                </a:solidFill>
                <a:latin typeface="Arial" panose="020B0604020202020204" pitchFamily="34" charset="0"/>
                <a:cs typeface="Arial" panose="020B0604020202020204" pitchFamily="34" charset="0"/>
              </a:rPr>
              <a:t>∆I/∆S=(∆Q/∆t)/∆S=</a:t>
            </a:r>
            <a:r>
              <a:rPr lang="el-GR" altLang="zh-CN" dirty="0">
                <a:solidFill>
                  <a:srgbClr val="000066"/>
                </a:solidFill>
                <a:latin typeface="Arial" panose="020B0604020202020204" pitchFamily="34" charset="0"/>
                <a:cs typeface="Arial" panose="020B0604020202020204" pitchFamily="34" charset="0"/>
              </a:rPr>
              <a:t>ρ</a:t>
            </a:r>
            <a:r>
              <a:rPr lang="en-US" altLang="zh-CN" dirty="0">
                <a:solidFill>
                  <a:srgbClr val="000066"/>
                </a:solidFill>
                <a:latin typeface="Arial" panose="020B0604020202020204" pitchFamily="34" charset="0"/>
                <a:cs typeface="Arial" panose="020B0604020202020204" pitchFamily="34" charset="0"/>
              </a:rPr>
              <a:t>∆S∆L/(∆</a:t>
            </a:r>
            <a:r>
              <a:rPr lang="en-US" altLang="zh-CN" dirty="0" err="1">
                <a:solidFill>
                  <a:srgbClr val="000066"/>
                </a:solidFill>
                <a:latin typeface="Arial" panose="020B0604020202020204" pitchFamily="34" charset="0"/>
                <a:cs typeface="Arial" panose="020B0604020202020204" pitchFamily="34" charset="0"/>
              </a:rPr>
              <a:t>S∆t</a:t>
            </a:r>
            <a:r>
              <a:rPr lang="en-US" altLang="zh-CN" dirty="0">
                <a:solidFill>
                  <a:srgbClr val="000066"/>
                </a:solidFill>
                <a:latin typeface="Arial" panose="020B0604020202020204" pitchFamily="34" charset="0"/>
                <a:cs typeface="Arial" panose="020B0604020202020204" pitchFamily="34" charset="0"/>
              </a:rPr>
              <a:t>)=</a:t>
            </a:r>
            <a:r>
              <a:rPr lang="el-GR" altLang="zh-CN" dirty="0">
                <a:solidFill>
                  <a:srgbClr val="000066"/>
                </a:solidFill>
                <a:latin typeface="Arial" panose="020B0604020202020204" pitchFamily="34" charset="0"/>
                <a:cs typeface="Arial" panose="020B0604020202020204" pitchFamily="34" charset="0"/>
              </a:rPr>
              <a:t>ρ</a:t>
            </a:r>
            <a:r>
              <a:rPr lang="en-US" altLang="zh-CN" dirty="0">
                <a:solidFill>
                  <a:srgbClr val="000066"/>
                </a:solidFill>
                <a:latin typeface="Arial" panose="020B0604020202020204" pitchFamily="34" charset="0"/>
                <a:cs typeface="Arial" panose="020B0604020202020204" pitchFamily="34" charset="0"/>
              </a:rPr>
              <a:t>∆L/∆t=</a:t>
            </a:r>
            <a:r>
              <a:rPr lang="el-GR" altLang="zh-CN" dirty="0">
                <a:solidFill>
                  <a:srgbClr val="000066"/>
                </a:solidFill>
                <a:latin typeface="Arial" panose="020B0604020202020204" pitchFamily="34" charset="0"/>
                <a:cs typeface="Arial" panose="020B0604020202020204" pitchFamily="34" charset="0"/>
              </a:rPr>
              <a:t>ρ</a:t>
            </a:r>
            <a:r>
              <a:rPr lang="en-US" altLang="zh-CN" dirty="0">
                <a:solidFill>
                  <a:srgbClr val="000066"/>
                </a:solidFill>
                <a:latin typeface="Arial" panose="020B0604020202020204" pitchFamily="34" charset="0"/>
                <a:cs typeface="Arial" panose="020B0604020202020204" pitchFamily="34" charset="0"/>
              </a:rPr>
              <a:t>v</a:t>
            </a:r>
            <a:endParaRPr lang="en-US" altLang="zh-CN" dirty="0">
              <a:solidFill>
                <a:srgbClr val="000066"/>
              </a:solidFill>
              <a:cs typeface="Arial" panose="020B0604020202020204" pitchFamily="34" charset="0"/>
            </a:endParaRPr>
          </a:p>
        </p:txBody>
      </p:sp>
    </p:spTree>
    <p:extLst>
      <p:ext uri="{BB962C8B-B14F-4D97-AF65-F5344CB8AC3E}">
        <p14:creationId xmlns:p14="http://schemas.microsoft.com/office/powerpoint/2010/main" val="13869590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31873B5C-6F05-A238-62DB-5B142D58DC30}"/>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32771" name="Rectangle 3">
            <a:extLst>
              <a:ext uri="{FF2B5EF4-FFF2-40B4-BE49-F238E27FC236}">
                <a16:creationId xmlns:a16="http://schemas.microsoft.com/office/drawing/2014/main" id="{C3C8C773-639B-786D-C709-55CF42C3F866}"/>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9C22E84D-69AC-4342-8B62-E2CEEC1EF20B}" type="datetime1">
              <a:rPr lang="zh-CN" altLang="en-US" sz="1200" b="0" smtClean="0">
                <a:solidFill>
                  <a:schemeClr val="tx1"/>
                </a:solidFill>
                <a:ea typeface="宋体" panose="02010600030101010101" pitchFamily="2" charset="-122"/>
              </a:rPr>
              <a:pPr/>
              <a:t>2025/10/13</a:t>
            </a:fld>
            <a:endParaRPr lang="zh-CN" altLang="en-US" sz="1200" b="0">
              <a:solidFill>
                <a:schemeClr val="tx1"/>
              </a:solidFill>
              <a:ea typeface="宋体" panose="02010600030101010101" pitchFamily="2" charset="-122"/>
            </a:endParaRPr>
          </a:p>
        </p:txBody>
      </p:sp>
      <p:sp>
        <p:nvSpPr>
          <p:cNvPr id="32772" name="Rectangle 6">
            <a:extLst>
              <a:ext uri="{FF2B5EF4-FFF2-40B4-BE49-F238E27FC236}">
                <a16:creationId xmlns:a16="http://schemas.microsoft.com/office/drawing/2014/main" id="{8BE97C62-6CD2-F6C4-37FE-4650910D2D1B}"/>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32773" name="Rectangle 7">
            <a:extLst>
              <a:ext uri="{FF2B5EF4-FFF2-40B4-BE49-F238E27FC236}">
                <a16:creationId xmlns:a16="http://schemas.microsoft.com/office/drawing/2014/main" id="{EA20B6B9-AEEA-5486-DCC6-6780AC6701F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03CB596E-D2EE-4FDD-B2F9-9380FC24A778}" type="slidenum">
              <a:rPr altLang="zh-CN"/>
              <a:pPr/>
              <a:t>16</a:t>
            </a:fld>
            <a:endParaRPr lang="zh-CN" altLang="zh-CN"/>
          </a:p>
        </p:txBody>
      </p:sp>
      <p:sp>
        <p:nvSpPr>
          <p:cNvPr id="32774" name="Rectangle 2">
            <a:extLst>
              <a:ext uri="{FF2B5EF4-FFF2-40B4-BE49-F238E27FC236}">
                <a16:creationId xmlns:a16="http://schemas.microsoft.com/office/drawing/2014/main" id="{99A2196C-AA35-D9CD-35A1-4F8ABCA9AA0F}"/>
              </a:ext>
            </a:extLst>
          </p:cNvPr>
          <p:cNvSpPr>
            <a:spLocks noGrp="1" noRot="1" noChangeAspect="1" noChangeArrowheads="1" noTextEdit="1"/>
          </p:cNvSpPr>
          <p:nvPr>
            <p:ph type="sldImg" idx="4294967295"/>
          </p:nvPr>
        </p:nvSpPr>
        <p:spPr>
          <a:ln/>
        </p:spPr>
      </p:sp>
      <p:sp>
        <p:nvSpPr>
          <p:cNvPr id="32775" name="Rectangle 3">
            <a:extLst>
              <a:ext uri="{FF2B5EF4-FFF2-40B4-BE49-F238E27FC236}">
                <a16:creationId xmlns:a16="http://schemas.microsoft.com/office/drawing/2014/main" id="{AC4B23F0-0A79-1DFE-4EBE-5EB5BA6EA18A}"/>
              </a:ext>
            </a:extLst>
          </p:cNvPr>
          <p:cNvSpPr>
            <a:spLocks noGrp="1" noChangeArrowheads="1"/>
          </p:cNvSpPr>
          <p:nvPr>
            <p:ph type="body" idx="4294967295"/>
          </p:nvPr>
        </p:nvSpPr>
        <p:spPr/>
        <p:txBody>
          <a:bodyPr>
            <a:prstTxWarp prst="textNoShape">
              <a:avLst/>
            </a:prstTxWarp>
          </a:bodyPr>
          <a:lstStyle/>
          <a:p>
            <a:pPr eaLnBrk="1" hangingPunct="1"/>
            <a:endParaRPr lang="zh-CN" altLang="en-US"/>
          </a:p>
        </p:txBody>
      </p:sp>
    </p:spTree>
    <p:extLst>
      <p:ext uri="{BB962C8B-B14F-4D97-AF65-F5344CB8AC3E}">
        <p14:creationId xmlns:p14="http://schemas.microsoft.com/office/powerpoint/2010/main" val="23422129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DBBB82EC-08A2-6123-A4AA-68765B22CFE6}"/>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34819" name="Rectangle 3">
            <a:extLst>
              <a:ext uri="{FF2B5EF4-FFF2-40B4-BE49-F238E27FC236}">
                <a16:creationId xmlns:a16="http://schemas.microsoft.com/office/drawing/2014/main" id="{47545BA2-57C5-509A-8656-CFE2FD7DD45F}"/>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5A64DE4C-41FA-462F-88D3-CCF68F071D8E}" type="datetime1">
              <a:rPr lang="zh-CN" altLang="en-US" sz="1200" b="0" smtClean="0">
                <a:solidFill>
                  <a:schemeClr val="tx1"/>
                </a:solidFill>
                <a:ea typeface="宋体" panose="02010600030101010101" pitchFamily="2" charset="-122"/>
              </a:rPr>
              <a:pPr/>
              <a:t>2025/10/13</a:t>
            </a:fld>
            <a:endParaRPr lang="zh-CN" altLang="en-US" sz="1200" b="0">
              <a:solidFill>
                <a:schemeClr val="tx1"/>
              </a:solidFill>
              <a:ea typeface="宋体" panose="02010600030101010101" pitchFamily="2" charset="-122"/>
            </a:endParaRPr>
          </a:p>
        </p:txBody>
      </p:sp>
      <p:sp>
        <p:nvSpPr>
          <p:cNvPr id="34820" name="Rectangle 6">
            <a:extLst>
              <a:ext uri="{FF2B5EF4-FFF2-40B4-BE49-F238E27FC236}">
                <a16:creationId xmlns:a16="http://schemas.microsoft.com/office/drawing/2014/main" id="{EBEA9073-C144-01E0-411D-8AFCAFDDBA40}"/>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34821" name="Rectangle 7">
            <a:extLst>
              <a:ext uri="{FF2B5EF4-FFF2-40B4-BE49-F238E27FC236}">
                <a16:creationId xmlns:a16="http://schemas.microsoft.com/office/drawing/2014/main" id="{7A83445D-7FB7-A468-3423-7682BE86BD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46BFED68-366E-49EC-B082-6396CB4E5C56}" type="slidenum">
              <a:rPr altLang="zh-CN"/>
              <a:pPr/>
              <a:t>17</a:t>
            </a:fld>
            <a:endParaRPr lang="zh-CN" altLang="zh-CN"/>
          </a:p>
        </p:txBody>
      </p:sp>
      <p:sp>
        <p:nvSpPr>
          <p:cNvPr id="34822" name="Rectangle 2">
            <a:extLst>
              <a:ext uri="{FF2B5EF4-FFF2-40B4-BE49-F238E27FC236}">
                <a16:creationId xmlns:a16="http://schemas.microsoft.com/office/drawing/2014/main" id="{75BC00C2-CD32-ADCE-0DE3-A422854B99D6}"/>
              </a:ext>
            </a:extLst>
          </p:cNvPr>
          <p:cNvSpPr>
            <a:spLocks noGrp="1" noRot="1" noChangeAspect="1" noChangeArrowheads="1" noTextEdit="1"/>
          </p:cNvSpPr>
          <p:nvPr>
            <p:ph type="sldImg" idx="4294967295"/>
          </p:nvPr>
        </p:nvSpPr>
        <p:spPr>
          <a:ln/>
        </p:spPr>
      </p:sp>
      <p:sp>
        <p:nvSpPr>
          <p:cNvPr id="34823" name="Rectangle 3">
            <a:extLst>
              <a:ext uri="{FF2B5EF4-FFF2-40B4-BE49-F238E27FC236}">
                <a16:creationId xmlns:a16="http://schemas.microsoft.com/office/drawing/2014/main" id="{D7B120CE-414C-7446-1A84-41C53CF476F8}"/>
              </a:ext>
            </a:extLst>
          </p:cNvPr>
          <p:cNvSpPr>
            <a:spLocks noGrp="1" noChangeArrowheads="1"/>
          </p:cNvSpPr>
          <p:nvPr>
            <p:ph type="body" idx="4294967295"/>
          </p:nvPr>
        </p:nvSpPr>
        <p:spPr/>
        <p:txBody>
          <a:bodyPr>
            <a:prstTxWarp prst="textNoShape">
              <a:avLst/>
            </a:prstTxWarp>
          </a:bodyPr>
          <a:lstStyle/>
          <a:p>
            <a:pPr eaLnBrk="1" hangingPunct="1"/>
            <a:endParaRPr lang="zh-CN" altLang="en-US" dirty="0">
              <a:solidFill>
                <a:srgbClr val="000066"/>
              </a:solidFill>
            </a:endParaRPr>
          </a:p>
        </p:txBody>
      </p:sp>
    </p:spTree>
    <p:extLst>
      <p:ext uri="{BB962C8B-B14F-4D97-AF65-F5344CB8AC3E}">
        <p14:creationId xmlns:p14="http://schemas.microsoft.com/office/powerpoint/2010/main" val="9901748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B419D78D-EF3B-771F-60EE-DE61F4CCC3DE}"/>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36867" name="Rectangle 3">
            <a:extLst>
              <a:ext uri="{FF2B5EF4-FFF2-40B4-BE49-F238E27FC236}">
                <a16:creationId xmlns:a16="http://schemas.microsoft.com/office/drawing/2014/main" id="{7086D9CB-ADA0-AE8A-B49E-582BFCCA1630}"/>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90DD002F-9A0E-4256-9491-3D1ADD2B9C34}" type="datetime1">
              <a:rPr lang="zh-CN" altLang="en-US" sz="1200" b="0" smtClean="0">
                <a:solidFill>
                  <a:schemeClr val="tx1"/>
                </a:solidFill>
                <a:ea typeface="宋体" panose="02010600030101010101" pitchFamily="2" charset="-122"/>
              </a:rPr>
              <a:pPr/>
              <a:t>2025/10/13</a:t>
            </a:fld>
            <a:endParaRPr lang="zh-CN" altLang="en-US" sz="1200" b="0">
              <a:solidFill>
                <a:schemeClr val="tx1"/>
              </a:solidFill>
              <a:ea typeface="宋体" panose="02010600030101010101" pitchFamily="2" charset="-122"/>
            </a:endParaRPr>
          </a:p>
        </p:txBody>
      </p:sp>
      <p:sp>
        <p:nvSpPr>
          <p:cNvPr id="36868" name="Rectangle 6">
            <a:extLst>
              <a:ext uri="{FF2B5EF4-FFF2-40B4-BE49-F238E27FC236}">
                <a16:creationId xmlns:a16="http://schemas.microsoft.com/office/drawing/2014/main" id="{7A97046F-0EA3-94D1-4199-6C3CA3624FA4}"/>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36869" name="Rectangle 7">
            <a:extLst>
              <a:ext uri="{FF2B5EF4-FFF2-40B4-BE49-F238E27FC236}">
                <a16:creationId xmlns:a16="http://schemas.microsoft.com/office/drawing/2014/main" id="{3625142C-6B62-F328-B212-08FB34ABF1D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40E9ACFE-6D65-44A9-BDA5-5D181B921D3E}" type="slidenum">
              <a:rPr altLang="zh-CN"/>
              <a:pPr/>
              <a:t>18</a:t>
            </a:fld>
            <a:endParaRPr lang="zh-CN" altLang="zh-CN"/>
          </a:p>
        </p:txBody>
      </p:sp>
      <p:sp>
        <p:nvSpPr>
          <p:cNvPr id="36870" name="Rectangle 2">
            <a:extLst>
              <a:ext uri="{FF2B5EF4-FFF2-40B4-BE49-F238E27FC236}">
                <a16:creationId xmlns:a16="http://schemas.microsoft.com/office/drawing/2014/main" id="{37752B5D-8CBC-6505-DD88-5F00129C4091}"/>
              </a:ext>
            </a:extLst>
          </p:cNvPr>
          <p:cNvSpPr>
            <a:spLocks noGrp="1" noRot="1" noChangeAspect="1" noChangeArrowheads="1" noTextEdit="1"/>
          </p:cNvSpPr>
          <p:nvPr>
            <p:ph type="sldImg" idx="4294967295"/>
          </p:nvPr>
        </p:nvSpPr>
        <p:spPr>
          <a:ln/>
        </p:spPr>
      </p:sp>
      <p:sp>
        <p:nvSpPr>
          <p:cNvPr id="36871" name="Rectangle 3">
            <a:extLst>
              <a:ext uri="{FF2B5EF4-FFF2-40B4-BE49-F238E27FC236}">
                <a16:creationId xmlns:a16="http://schemas.microsoft.com/office/drawing/2014/main" id="{A23F2F23-0291-F594-F519-1808E4327DDF}"/>
              </a:ext>
            </a:extLst>
          </p:cNvPr>
          <p:cNvSpPr>
            <a:spLocks noGrp="1" noChangeArrowheads="1"/>
          </p:cNvSpPr>
          <p:nvPr>
            <p:ph type="body" idx="4294967295"/>
          </p:nvPr>
        </p:nvSpPr>
        <p:spPr/>
        <p:txBody>
          <a:bodyPr>
            <a:prstTxWarp prst="textNoShape">
              <a:avLst/>
            </a:prstTxWarp>
          </a:bodyPr>
          <a:lstStyle/>
          <a:p>
            <a:pPr eaLnBrk="1" hangingPunct="1">
              <a:lnSpc>
                <a:spcPct val="150000"/>
              </a:lnSpc>
            </a:pPr>
            <a:r>
              <a:rPr lang="zh-CN" altLang="en-US">
                <a:latin typeface="Times New Roman" panose="02020603050405020304" pitchFamily="18" charset="0"/>
              </a:rPr>
              <a:t>设球心为坐标原点，球体绕一条直径旋转时，假定是绕</a:t>
            </a:r>
            <a:r>
              <a:rPr lang="en-US" altLang="zh-CN">
                <a:latin typeface="Times New Roman" panose="02020603050405020304" pitchFamily="18" charset="0"/>
              </a:rPr>
              <a:t>z</a:t>
            </a:r>
            <a:r>
              <a:rPr lang="zh-CN" altLang="en-US">
                <a:latin typeface="Times New Roman" panose="02020603050405020304" pitchFamily="18" charset="0"/>
              </a:rPr>
              <a:t>轴旋转。</a:t>
            </a:r>
            <a:endParaRPr lang="en-US" altLang="zh-CN">
              <a:latin typeface="Times New Roman" panose="02020603050405020304" pitchFamily="18" charset="0"/>
            </a:endParaRPr>
          </a:p>
        </p:txBody>
      </p:sp>
    </p:spTree>
    <p:extLst>
      <p:ext uri="{BB962C8B-B14F-4D97-AF65-F5344CB8AC3E}">
        <p14:creationId xmlns:p14="http://schemas.microsoft.com/office/powerpoint/2010/main" val="37539498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noProof="1"/>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p>
        </p:txBody>
      </p:sp>
      <p:sp>
        <p:nvSpPr>
          <p:cNvPr id="4" name="Rectangle 11">
            <a:extLst>
              <a:ext uri="{FF2B5EF4-FFF2-40B4-BE49-F238E27FC236}">
                <a16:creationId xmlns:a16="http://schemas.microsoft.com/office/drawing/2014/main" id="{51576166-F8A8-2BB4-DD70-4DCCC41CD58B}"/>
              </a:ext>
            </a:extLst>
          </p:cNvPr>
          <p:cNvSpPr>
            <a:spLocks noGrp="1" noChangeArrowheads="1"/>
          </p:cNvSpPr>
          <p:nvPr>
            <p:ph type="sldNum" sz="quarter" idx="10"/>
          </p:nvPr>
        </p:nvSpPr>
        <p:spPr>
          <a:ln/>
        </p:spPr>
        <p:txBody>
          <a:bodyPr/>
          <a:lstStyle>
            <a:lvl1pPr>
              <a:defRPr/>
            </a:lvl1pPr>
          </a:lstStyle>
          <a:p>
            <a:pPr>
              <a:defRPr/>
            </a:pPr>
            <a:fld id="{76DB07C4-D545-4019-999F-2BF1C9F16671}" type="slidenum">
              <a:rPr altLang="zh-CN"/>
              <a:pPr>
                <a:defRPr/>
              </a:pPr>
              <a:t>‹#›</a:t>
            </a:fld>
            <a:endParaRPr lang="zh-CN" altLang="zh-CN"/>
          </a:p>
        </p:txBody>
      </p:sp>
    </p:spTree>
    <p:extLst>
      <p:ext uri="{BB962C8B-B14F-4D97-AF65-F5344CB8AC3E}">
        <p14:creationId xmlns:p14="http://schemas.microsoft.com/office/powerpoint/2010/main" val="40271270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a:extLst>
              <a:ext uri="{FF2B5EF4-FFF2-40B4-BE49-F238E27FC236}">
                <a16:creationId xmlns:a16="http://schemas.microsoft.com/office/drawing/2014/main" id="{90A496EF-690C-1322-217E-CF93873298BA}"/>
              </a:ext>
            </a:extLst>
          </p:cNvPr>
          <p:cNvSpPr>
            <a:spLocks noGrp="1" noChangeArrowheads="1"/>
          </p:cNvSpPr>
          <p:nvPr>
            <p:ph type="sldNum" sz="quarter" idx="10"/>
          </p:nvPr>
        </p:nvSpPr>
        <p:spPr>
          <a:ln/>
        </p:spPr>
        <p:txBody>
          <a:bodyPr/>
          <a:lstStyle>
            <a:lvl1pPr>
              <a:defRPr/>
            </a:lvl1pPr>
          </a:lstStyle>
          <a:p>
            <a:pPr>
              <a:defRPr/>
            </a:pPr>
            <a:fld id="{33017126-F83D-483A-A81D-FB110B6CC884}" type="slidenum">
              <a:rPr altLang="zh-CN"/>
              <a:pPr>
                <a:defRPr/>
              </a:pPr>
              <a:t>‹#›</a:t>
            </a:fld>
            <a:endParaRPr lang="zh-CN" altLang="zh-CN"/>
          </a:p>
        </p:txBody>
      </p:sp>
    </p:spTree>
    <p:extLst>
      <p:ext uri="{BB962C8B-B14F-4D97-AF65-F5344CB8AC3E}">
        <p14:creationId xmlns:p14="http://schemas.microsoft.com/office/powerpoint/2010/main" val="1301330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11">
            <a:extLst>
              <a:ext uri="{FF2B5EF4-FFF2-40B4-BE49-F238E27FC236}">
                <a16:creationId xmlns:a16="http://schemas.microsoft.com/office/drawing/2014/main" id="{4C76059A-DCE6-06DB-148D-23EFCAA634FF}"/>
              </a:ext>
            </a:extLst>
          </p:cNvPr>
          <p:cNvSpPr>
            <a:spLocks noGrp="1" noChangeArrowheads="1"/>
          </p:cNvSpPr>
          <p:nvPr>
            <p:ph type="sldNum" sz="quarter" idx="10"/>
          </p:nvPr>
        </p:nvSpPr>
        <p:spPr>
          <a:ln/>
        </p:spPr>
        <p:txBody>
          <a:bodyPr/>
          <a:lstStyle>
            <a:lvl1pPr>
              <a:defRPr/>
            </a:lvl1pPr>
          </a:lstStyle>
          <a:p>
            <a:pPr>
              <a:defRPr/>
            </a:pPr>
            <a:fld id="{23756850-B5A9-4138-96F8-43175F14C543}" type="slidenum">
              <a:rPr altLang="zh-CN"/>
              <a:pPr>
                <a:defRPr/>
              </a:pPr>
              <a:t>‹#›</a:t>
            </a:fld>
            <a:endParaRPr lang="zh-CN" altLang="zh-CN"/>
          </a:p>
        </p:txBody>
      </p:sp>
    </p:spTree>
    <p:extLst>
      <p:ext uri="{BB962C8B-B14F-4D97-AF65-F5344CB8AC3E}">
        <p14:creationId xmlns:p14="http://schemas.microsoft.com/office/powerpoint/2010/main" val="3334620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11">
            <a:extLst>
              <a:ext uri="{FF2B5EF4-FFF2-40B4-BE49-F238E27FC236}">
                <a16:creationId xmlns:a16="http://schemas.microsoft.com/office/drawing/2014/main" id="{DBFA6E9E-9DC4-3D18-4801-133C430B9190}"/>
              </a:ext>
            </a:extLst>
          </p:cNvPr>
          <p:cNvSpPr>
            <a:spLocks noGrp="1" noChangeArrowheads="1"/>
          </p:cNvSpPr>
          <p:nvPr>
            <p:ph type="sldNum" sz="quarter" idx="10"/>
          </p:nvPr>
        </p:nvSpPr>
        <p:spPr>
          <a:ln/>
        </p:spPr>
        <p:txBody>
          <a:bodyPr/>
          <a:lstStyle>
            <a:lvl1pPr>
              <a:defRPr/>
            </a:lvl1pPr>
          </a:lstStyle>
          <a:p>
            <a:pPr>
              <a:defRPr/>
            </a:pPr>
            <a:fld id="{2900F768-CF50-45CB-A3B0-2FE34A0E6DEC}" type="slidenum">
              <a:rPr altLang="zh-CN"/>
              <a:pPr>
                <a:defRPr/>
              </a:pPr>
              <a:t>‹#›</a:t>
            </a:fld>
            <a:endParaRPr lang="zh-CN" altLang="zh-CN"/>
          </a:p>
        </p:txBody>
      </p:sp>
    </p:spTree>
    <p:extLst>
      <p:ext uri="{BB962C8B-B14F-4D97-AF65-F5344CB8AC3E}">
        <p14:creationId xmlns:p14="http://schemas.microsoft.com/office/powerpoint/2010/main" val="3423316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11">
            <a:extLst>
              <a:ext uri="{FF2B5EF4-FFF2-40B4-BE49-F238E27FC236}">
                <a16:creationId xmlns:a16="http://schemas.microsoft.com/office/drawing/2014/main" id="{641E05F3-2439-79E4-F7F5-8F2C2B617CE0}"/>
              </a:ext>
            </a:extLst>
          </p:cNvPr>
          <p:cNvSpPr>
            <a:spLocks noGrp="1" noChangeArrowheads="1"/>
          </p:cNvSpPr>
          <p:nvPr>
            <p:ph type="sldNum" sz="quarter" idx="10"/>
          </p:nvPr>
        </p:nvSpPr>
        <p:spPr>
          <a:ln/>
        </p:spPr>
        <p:txBody>
          <a:bodyPr/>
          <a:lstStyle>
            <a:lvl1pPr>
              <a:defRPr/>
            </a:lvl1pPr>
          </a:lstStyle>
          <a:p>
            <a:pPr>
              <a:defRPr/>
            </a:pPr>
            <a:fld id="{F3FFA487-D0DA-4C3E-9293-2476D2D3F26C}" type="slidenum">
              <a:rPr altLang="zh-CN"/>
              <a:pPr>
                <a:defRPr/>
              </a:pPr>
              <a:t>‹#›</a:t>
            </a:fld>
            <a:endParaRPr lang="zh-CN" altLang="zh-CN"/>
          </a:p>
        </p:txBody>
      </p:sp>
    </p:spTree>
    <p:extLst>
      <p:ext uri="{BB962C8B-B14F-4D97-AF65-F5344CB8AC3E}">
        <p14:creationId xmlns:p14="http://schemas.microsoft.com/office/powerpoint/2010/main" val="26111992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a:t>单击此处编辑母版标题样式</a:t>
            </a:r>
          </a:p>
        </p:txBody>
      </p:sp>
      <p:sp>
        <p:nvSpPr>
          <p:cNvPr id="3" name="Rectangle 11">
            <a:extLst>
              <a:ext uri="{FF2B5EF4-FFF2-40B4-BE49-F238E27FC236}">
                <a16:creationId xmlns:a16="http://schemas.microsoft.com/office/drawing/2014/main" id="{489F1C90-3486-2E05-2147-30D0DE024427}"/>
              </a:ext>
            </a:extLst>
          </p:cNvPr>
          <p:cNvSpPr>
            <a:spLocks noGrp="1" noChangeArrowheads="1"/>
          </p:cNvSpPr>
          <p:nvPr>
            <p:ph type="sldNum" sz="quarter" idx="10"/>
          </p:nvPr>
        </p:nvSpPr>
        <p:spPr>
          <a:ln/>
        </p:spPr>
        <p:txBody>
          <a:bodyPr/>
          <a:lstStyle>
            <a:lvl1pPr>
              <a:defRPr/>
            </a:lvl1pPr>
          </a:lstStyle>
          <a:p>
            <a:pPr>
              <a:defRPr/>
            </a:pPr>
            <a:fld id="{98252C24-0ABC-4BA9-9C3A-88D241B835A3}" type="slidenum">
              <a:rPr altLang="zh-CN"/>
              <a:pPr>
                <a:defRPr/>
              </a:pPr>
              <a:t>‹#›</a:t>
            </a:fld>
            <a:endParaRPr lang="zh-CN" altLang="zh-CN"/>
          </a:p>
        </p:txBody>
      </p:sp>
    </p:spTree>
    <p:extLst>
      <p:ext uri="{BB962C8B-B14F-4D97-AF65-F5344CB8AC3E}">
        <p14:creationId xmlns:p14="http://schemas.microsoft.com/office/powerpoint/2010/main" val="2428459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BE9D1B7D-3B07-509D-50EF-026DB3CDB03A}"/>
              </a:ext>
            </a:extLst>
          </p:cNvPr>
          <p:cNvSpPr>
            <a:spLocks noGrp="1" noChangeArrowheads="1"/>
          </p:cNvSpPr>
          <p:nvPr>
            <p:ph type="sldNum" sz="quarter" idx="10"/>
          </p:nvPr>
        </p:nvSpPr>
        <p:spPr>
          <a:ln/>
        </p:spPr>
        <p:txBody>
          <a:bodyPr/>
          <a:lstStyle>
            <a:lvl1pPr>
              <a:defRPr/>
            </a:lvl1pPr>
          </a:lstStyle>
          <a:p>
            <a:pPr>
              <a:defRPr/>
            </a:pPr>
            <a:fld id="{0A31E09E-C200-45A4-8478-86CF5BDF056D}" type="slidenum">
              <a:rPr altLang="zh-CN"/>
              <a:pPr>
                <a:defRPr/>
              </a:pPr>
              <a:t>‹#›</a:t>
            </a:fld>
            <a:endParaRPr lang="zh-CN" altLang="zh-CN"/>
          </a:p>
        </p:txBody>
      </p:sp>
    </p:spTree>
    <p:extLst>
      <p:ext uri="{BB962C8B-B14F-4D97-AF65-F5344CB8AC3E}">
        <p14:creationId xmlns:p14="http://schemas.microsoft.com/office/powerpoint/2010/main" val="1100330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11">
            <a:extLst>
              <a:ext uri="{FF2B5EF4-FFF2-40B4-BE49-F238E27FC236}">
                <a16:creationId xmlns:a16="http://schemas.microsoft.com/office/drawing/2014/main" id="{C5F4CA27-994E-AC0C-771F-3EF4C93DDB40}"/>
              </a:ext>
            </a:extLst>
          </p:cNvPr>
          <p:cNvSpPr>
            <a:spLocks noGrp="1" noChangeArrowheads="1"/>
          </p:cNvSpPr>
          <p:nvPr>
            <p:ph type="sldNum" sz="quarter" idx="10"/>
          </p:nvPr>
        </p:nvSpPr>
        <p:spPr>
          <a:ln/>
        </p:spPr>
        <p:txBody>
          <a:bodyPr/>
          <a:lstStyle>
            <a:lvl1pPr>
              <a:defRPr/>
            </a:lvl1pPr>
          </a:lstStyle>
          <a:p>
            <a:pPr>
              <a:defRPr/>
            </a:pPr>
            <a:fld id="{9A4290EF-43E9-4B74-AB16-693B7C0904C9}" type="slidenum">
              <a:rPr altLang="zh-CN"/>
              <a:pPr>
                <a:defRPr/>
              </a:pPr>
              <a:t>‹#›</a:t>
            </a:fld>
            <a:endParaRPr lang="zh-CN" altLang="zh-CN"/>
          </a:p>
        </p:txBody>
      </p:sp>
    </p:spTree>
    <p:extLst>
      <p:ext uri="{BB962C8B-B14F-4D97-AF65-F5344CB8AC3E}">
        <p14:creationId xmlns:p14="http://schemas.microsoft.com/office/powerpoint/2010/main" val="1607396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11">
            <a:extLst>
              <a:ext uri="{FF2B5EF4-FFF2-40B4-BE49-F238E27FC236}">
                <a16:creationId xmlns:a16="http://schemas.microsoft.com/office/drawing/2014/main" id="{5419DEBC-2523-BBA1-6502-B119703BF9D5}"/>
              </a:ext>
            </a:extLst>
          </p:cNvPr>
          <p:cNvSpPr>
            <a:spLocks noGrp="1" noChangeArrowheads="1"/>
          </p:cNvSpPr>
          <p:nvPr>
            <p:ph type="sldNum" sz="quarter" idx="10"/>
          </p:nvPr>
        </p:nvSpPr>
        <p:spPr>
          <a:ln/>
        </p:spPr>
        <p:txBody>
          <a:bodyPr/>
          <a:lstStyle>
            <a:lvl1pPr>
              <a:defRPr/>
            </a:lvl1pPr>
          </a:lstStyle>
          <a:p>
            <a:pPr>
              <a:defRPr/>
            </a:pPr>
            <a:fld id="{E4429BB8-1C94-49D8-A2C5-F57E2411AA75}" type="slidenum">
              <a:rPr altLang="zh-CN"/>
              <a:pPr>
                <a:defRPr/>
              </a:pPr>
              <a:t>‹#›</a:t>
            </a:fld>
            <a:endParaRPr lang="zh-CN" altLang="zh-CN"/>
          </a:p>
        </p:txBody>
      </p:sp>
    </p:spTree>
    <p:extLst>
      <p:ext uri="{BB962C8B-B14F-4D97-AF65-F5344CB8AC3E}">
        <p14:creationId xmlns:p14="http://schemas.microsoft.com/office/powerpoint/2010/main" val="16511409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a:extLst>
              <a:ext uri="{FF2B5EF4-FFF2-40B4-BE49-F238E27FC236}">
                <a16:creationId xmlns:a16="http://schemas.microsoft.com/office/drawing/2014/main" id="{FEC59668-439D-3895-18B9-3DCEC5916B88}"/>
              </a:ext>
            </a:extLst>
          </p:cNvPr>
          <p:cNvSpPr>
            <a:spLocks noGrp="1" noChangeArrowheads="1"/>
          </p:cNvSpPr>
          <p:nvPr>
            <p:ph type="sldNum" sz="quarter" idx="10"/>
          </p:nvPr>
        </p:nvSpPr>
        <p:spPr>
          <a:ln/>
        </p:spPr>
        <p:txBody>
          <a:bodyPr/>
          <a:lstStyle>
            <a:lvl1pPr>
              <a:defRPr/>
            </a:lvl1pPr>
          </a:lstStyle>
          <a:p>
            <a:pPr>
              <a:defRPr/>
            </a:pPr>
            <a:fld id="{D6E51D90-C335-447A-8BA8-1A261C7F0EA1}" type="slidenum">
              <a:rPr altLang="zh-CN"/>
              <a:pPr>
                <a:defRPr/>
              </a:pPr>
              <a:t>‹#›</a:t>
            </a:fld>
            <a:endParaRPr lang="zh-CN" altLang="zh-CN"/>
          </a:p>
        </p:txBody>
      </p:sp>
    </p:spTree>
    <p:extLst>
      <p:ext uri="{BB962C8B-B14F-4D97-AF65-F5344CB8AC3E}">
        <p14:creationId xmlns:p14="http://schemas.microsoft.com/office/powerpoint/2010/main" val="4282061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a:extLst>
              <a:ext uri="{FF2B5EF4-FFF2-40B4-BE49-F238E27FC236}">
                <a16:creationId xmlns:a16="http://schemas.microsoft.com/office/drawing/2014/main" id="{981BBA34-4FB6-72F9-BF3B-5E2C58618ADD}"/>
              </a:ext>
            </a:extLst>
          </p:cNvPr>
          <p:cNvSpPr>
            <a:spLocks noGrp="1" noChangeArrowheads="1"/>
          </p:cNvSpPr>
          <p:nvPr>
            <p:ph type="sldNum" sz="quarter" idx="10"/>
          </p:nvPr>
        </p:nvSpPr>
        <p:spPr>
          <a:ln/>
        </p:spPr>
        <p:txBody>
          <a:bodyPr/>
          <a:lstStyle>
            <a:lvl1pPr>
              <a:defRPr/>
            </a:lvl1pPr>
          </a:lstStyle>
          <a:p>
            <a:pPr>
              <a:defRPr/>
            </a:pPr>
            <a:fld id="{DEBC69E9-5D55-4F66-A766-3326B497F49C}" type="slidenum">
              <a:rPr altLang="zh-CN"/>
              <a:pPr>
                <a:defRPr/>
              </a:pPr>
              <a:t>‹#›</a:t>
            </a:fld>
            <a:endParaRPr lang="zh-CN" altLang="zh-CN"/>
          </a:p>
        </p:txBody>
      </p:sp>
    </p:spTree>
    <p:extLst>
      <p:ext uri="{BB962C8B-B14F-4D97-AF65-F5344CB8AC3E}">
        <p14:creationId xmlns:p14="http://schemas.microsoft.com/office/powerpoint/2010/main" val="37714043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a:t>单击此处编辑母版标题样式</a:t>
            </a:r>
          </a:p>
        </p:txBody>
      </p:sp>
      <p:sp>
        <p:nvSpPr>
          <p:cNvPr id="3" name="文本占位符 2"/>
          <p:cNvSpPr>
            <a:spLocks noGrp="1"/>
          </p:cNvSpPr>
          <p:nvPr>
            <p:ph type="body" sz="half" idx="1"/>
          </p:nvPr>
        </p:nvSpPr>
        <p:spPr>
          <a:xfrm>
            <a:off x="457200" y="1600200"/>
            <a:ext cx="4038600" cy="4525963"/>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11">
            <a:extLst>
              <a:ext uri="{FF2B5EF4-FFF2-40B4-BE49-F238E27FC236}">
                <a16:creationId xmlns:a16="http://schemas.microsoft.com/office/drawing/2014/main" id="{A0E47C4B-940B-16F5-F902-B74DC20157B0}"/>
              </a:ext>
            </a:extLst>
          </p:cNvPr>
          <p:cNvSpPr>
            <a:spLocks noGrp="1" noChangeArrowheads="1"/>
          </p:cNvSpPr>
          <p:nvPr>
            <p:ph type="sldNum" sz="quarter" idx="10"/>
          </p:nvPr>
        </p:nvSpPr>
        <p:spPr>
          <a:ln/>
        </p:spPr>
        <p:txBody>
          <a:bodyPr/>
          <a:lstStyle>
            <a:lvl1pPr>
              <a:defRPr/>
            </a:lvl1pPr>
          </a:lstStyle>
          <a:p>
            <a:pPr>
              <a:defRPr/>
            </a:pPr>
            <a:fld id="{515D5263-529B-4DFA-A584-ECBA7568C504}" type="slidenum">
              <a:rPr altLang="zh-CN"/>
              <a:pPr>
                <a:defRPr/>
              </a:pPr>
              <a:t>‹#›</a:t>
            </a:fld>
            <a:endParaRPr lang="zh-CN" altLang="zh-CN"/>
          </a:p>
        </p:txBody>
      </p:sp>
    </p:spTree>
    <p:extLst>
      <p:ext uri="{BB962C8B-B14F-4D97-AF65-F5344CB8AC3E}">
        <p14:creationId xmlns:p14="http://schemas.microsoft.com/office/powerpoint/2010/main" val="2155184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4648200" y="1600200"/>
            <a:ext cx="4038600" cy="2185988"/>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4648200" y="3938588"/>
            <a:ext cx="4038600" cy="2187575"/>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Rectangle 11">
            <a:extLst>
              <a:ext uri="{FF2B5EF4-FFF2-40B4-BE49-F238E27FC236}">
                <a16:creationId xmlns:a16="http://schemas.microsoft.com/office/drawing/2014/main" id="{BE66E56F-91DA-FD1C-A07B-339224985A1C}"/>
              </a:ext>
            </a:extLst>
          </p:cNvPr>
          <p:cNvSpPr>
            <a:spLocks noGrp="1" noChangeArrowheads="1"/>
          </p:cNvSpPr>
          <p:nvPr>
            <p:ph type="sldNum" sz="quarter" idx="10"/>
          </p:nvPr>
        </p:nvSpPr>
        <p:spPr>
          <a:ln/>
        </p:spPr>
        <p:txBody>
          <a:bodyPr/>
          <a:lstStyle>
            <a:lvl1pPr>
              <a:defRPr/>
            </a:lvl1pPr>
          </a:lstStyle>
          <a:p>
            <a:pPr>
              <a:defRPr/>
            </a:pPr>
            <a:fld id="{07D19E1B-3695-45AD-9E6B-68F3904643D1}" type="slidenum">
              <a:rPr altLang="zh-CN"/>
              <a:pPr>
                <a:defRPr/>
              </a:pPr>
              <a:t>‹#›</a:t>
            </a:fld>
            <a:endParaRPr lang="zh-CN" altLang="zh-CN"/>
          </a:p>
        </p:txBody>
      </p:sp>
    </p:spTree>
    <p:extLst>
      <p:ext uri="{BB962C8B-B14F-4D97-AF65-F5344CB8AC3E}">
        <p14:creationId xmlns:p14="http://schemas.microsoft.com/office/powerpoint/2010/main" val="9490021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3" name="Rectangle 11">
            <a:extLst>
              <a:ext uri="{FF2B5EF4-FFF2-40B4-BE49-F238E27FC236}">
                <a16:creationId xmlns:a16="http://schemas.microsoft.com/office/drawing/2014/main" id="{031F72C9-FB7F-FB18-0D3D-A796B361CD89}"/>
              </a:ext>
            </a:extLst>
          </p:cNvPr>
          <p:cNvSpPr>
            <a:spLocks noGrp="1" noChangeArrowheads="1"/>
          </p:cNvSpPr>
          <p:nvPr>
            <p:ph type="sldNum" sz="quarter" idx="10"/>
          </p:nvPr>
        </p:nvSpPr>
        <p:spPr>
          <a:ln/>
        </p:spPr>
        <p:txBody>
          <a:bodyPr/>
          <a:lstStyle>
            <a:lvl1pPr>
              <a:defRPr/>
            </a:lvl1pPr>
          </a:lstStyle>
          <a:p>
            <a:pPr>
              <a:defRPr/>
            </a:pPr>
            <a:fld id="{95788A6E-ED28-4B67-AFFA-044B2EF941D3}" type="slidenum">
              <a:rPr altLang="zh-CN"/>
              <a:pPr>
                <a:defRPr/>
              </a:pPr>
              <a:t>‹#›</a:t>
            </a:fld>
            <a:endParaRPr lang="zh-CN" altLang="zh-CN"/>
          </a:p>
        </p:txBody>
      </p:sp>
    </p:spTree>
    <p:extLst>
      <p:ext uri="{BB962C8B-B14F-4D97-AF65-F5344CB8AC3E}">
        <p14:creationId xmlns:p14="http://schemas.microsoft.com/office/powerpoint/2010/main" val="20242916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hyperlink" Target="&#38543;&#26426;&#28857;&#21517;&#21161;&#25163;.exe" TargetMode="Externa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blipFill dpi="0" rotWithShape="0">
          <a:blip r:embed="rId16"/>
          <a:srcRect/>
          <a:tile tx="0" ty="0" sx="100000" sy="100000" flip="none" algn="tl"/>
        </a:blipFill>
        <a:effectLst/>
      </p:bgPr>
    </p:bg>
    <p:spTree>
      <p:nvGrpSpPr>
        <p:cNvPr id="1" name=""/>
        <p:cNvGrpSpPr/>
        <p:nvPr/>
      </p:nvGrpSpPr>
      <p:grpSpPr>
        <a:xfrm>
          <a:off x="0" y="0"/>
          <a:ext cx="0" cy="0"/>
          <a:chOff x="0" y="0"/>
          <a:chExt cx="0" cy="0"/>
        </a:xfrm>
      </p:grpSpPr>
      <p:sp>
        <p:nvSpPr>
          <p:cNvPr id="490501" name="Rectangle 5">
            <a:extLst>
              <a:ext uri="{FF2B5EF4-FFF2-40B4-BE49-F238E27FC236}">
                <a16:creationId xmlns:a16="http://schemas.microsoft.com/office/drawing/2014/main" id="{469081B0-B31B-A751-8DAF-F86981C330F2}"/>
              </a:ext>
            </a:extLst>
          </p:cNvPr>
          <p:cNvSpPr>
            <a:spLocks noChangeArrowheads="1"/>
          </p:cNvSpPr>
          <p:nvPr/>
        </p:nvSpPr>
        <p:spPr bwMode="auto">
          <a:xfrm>
            <a:off x="2195513" y="61913"/>
            <a:ext cx="5256212" cy="350837"/>
          </a:xfrm>
          <a:prstGeom prst="rect">
            <a:avLst/>
          </a:prstGeom>
          <a:noFill/>
          <a:ln w="9525">
            <a:noFill/>
            <a:miter lim="800000"/>
          </a:ln>
          <a:effectLst/>
        </p:spPr>
        <p:txBody>
          <a:bodyPr/>
          <a:lstStyle/>
          <a:p>
            <a:pPr algn="ctr" eaLnBrk="1" hangingPunct="1">
              <a:lnSpc>
                <a:spcPct val="60000"/>
              </a:lnSpc>
              <a:defRPr/>
            </a:pPr>
            <a:r>
              <a:rPr lang="zh-CN" altLang="en-US">
                <a:latin typeface="Times New Roman" panose="02020603050405020304" pitchFamily="18" charset="0"/>
                <a:ea typeface="隶书" panose="02010509060101010101" pitchFamily="49" charset="-122"/>
              </a:rPr>
              <a:t>第 </a:t>
            </a:r>
            <a:r>
              <a:rPr lang="en-US" altLang="zh-CN">
                <a:latin typeface="Times New Roman" panose="02020603050405020304" pitchFamily="18" charset="0"/>
                <a:ea typeface="隶书" panose="02010509060101010101" pitchFamily="49" charset="-122"/>
              </a:rPr>
              <a:t>2 </a:t>
            </a:r>
            <a:r>
              <a:rPr lang="zh-CN" altLang="en-US">
                <a:latin typeface="Times New Roman" panose="02020603050405020304" pitchFamily="18" charset="0"/>
                <a:ea typeface="隶书" panose="02010509060101010101" pitchFamily="49" charset="-122"/>
              </a:rPr>
              <a:t>章</a:t>
            </a:r>
            <a:r>
              <a:rPr lang="zh-CN" altLang="en-US">
                <a:latin typeface="隶书" panose="02010509060101010101" pitchFamily="49" charset="-122"/>
                <a:ea typeface="隶书" panose="02010509060101010101" pitchFamily="49" charset="-122"/>
              </a:rPr>
              <a:t>  </a:t>
            </a:r>
            <a:r>
              <a:rPr lang="zh-CN" altLang="en-US">
                <a:effectLst>
                  <a:outerShdw blurRad="38100" dist="38100" dir="2700000" algn="tl">
                    <a:srgbClr val="000000"/>
                  </a:outerShdw>
                </a:effectLst>
                <a:latin typeface="隶书" panose="02010509060101010101" pitchFamily="49" charset="-122"/>
                <a:ea typeface="隶书" panose="02010509060101010101" pitchFamily="49" charset="-122"/>
              </a:rPr>
              <a:t>电磁场的基本规律</a:t>
            </a:r>
          </a:p>
        </p:txBody>
      </p:sp>
      <p:sp>
        <p:nvSpPr>
          <p:cNvPr id="1027" name="Rectangle 6">
            <a:extLst>
              <a:ext uri="{FF2B5EF4-FFF2-40B4-BE49-F238E27FC236}">
                <a16:creationId xmlns:a16="http://schemas.microsoft.com/office/drawing/2014/main" id="{E6921E0D-608C-456E-16D9-D87EE0F58F4A}"/>
              </a:ext>
            </a:extLst>
          </p:cNvPr>
          <p:cNvSpPr>
            <a:spLocks noChangeArrowheads="1"/>
          </p:cNvSpPr>
          <p:nvPr/>
        </p:nvSpPr>
        <p:spPr bwMode="auto">
          <a:xfrm>
            <a:off x="34925" y="-26988"/>
            <a:ext cx="2089150" cy="263526"/>
          </a:xfrm>
          <a:prstGeom prst="rect">
            <a:avLst/>
          </a:prstGeom>
          <a:noFill/>
          <a:ln>
            <a:noFill/>
          </a:ln>
        </p:spPr>
        <p:txBody>
          <a:bodyPr tIns="10800"/>
          <a:lstStyle>
            <a:lvl1pPr algn="ctr">
              <a:spcBef>
                <a:spcPct val="15000"/>
              </a:spcBef>
              <a:defRPr sz="2400">
                <a:solidFill>
                  <a:schemeClr val="bg1"/>
                </a:solidFill>
                <a:latin typeface="Arial" panose="020B0604020202020204" pitchFamily="34" charset="0"/>
                <a:ea typeface="楷体_GB2312" pitchFamily="49" charset="-122"/>
              </a:defRPr>
            </a:lvl1pPr>
            <a:lvl2pPr marL="742950" indent="-285750" algn="ctr">
              <a:spcBef>
                <a:spcPct val="15000"/>
              </a:spcBef>
              <a:defRPr sz="2400">
                <a:solidFill>
                  <a:schemeClr val="bg1"/>
                </a:solidFill>
                <a:latin typeface="Arial" panose="020B0604020202020204" pitchFamily="34" charset="0"/>
                <a:ea typeface="楷体_GB2312" pitchFamily="49" charset="-122"/>
              </a:defRPr>
            </a:lvl2pPr>
            <a:lvl3pPr marL="1143000" indent="-228600" algn="ctr">
              <a:spcBef>
                <a:spcPct val="15000"/>
              </a:spcBef>
              <a:defRPr sz="2400">
                <a:solidFill>
                  <a:schemeClr val="bg1"/>
                </a:solidFill>
                <a:latin typeface="Arial" panose="020B0604020202020204" pitchFamily="34" charset="0"/>
                <a:ea typeface="楷体_GB2312" pitchFamily="49" charset="-122"/>
              </a:defRPr>
            </a:lvl3pPr>
            <a:lvl4pPr marL="1600200" indent="-228600" algn="ctr">
              <a:spcBef>
                <a:spcPct val="15000"/>
              </a:spcBef>
              <a:defRPr sz="2400">
                <a:solidFill>
                  <a:schemeClr val="bg1"/>
                </a:solidFill>
                <a:latin typeface="Arial" panose="020B0604020202020204" pitchFamily="34" charset="0"/>
                <a:ea typeface="楷体_GB2312" pitchFamily="49" charset="-122"/>
              </a:defRPr>
            </a:lvl4pPr>
            <a:lvl5pPr marL="2057400" indent="-228600" algn="ctr">
              <a:spcBef>
                <a:spcPct val="15000"/>
              </a:spcBef>
              <a:defRPr sz="2400">
                <a:solidFill>
                  <a:schemeClr val="bg1"/>
                </a:solidFill>
                <a:latin typeface="Arial" panose="020B0604020202020204" pitchFamily="34" charset="0"/>
                <a:ea typeface="楷体_GB2312" pitchFamily="49" charset="-122"/>
              </a:defRPr>
            </a:lvl5pPr>
            <a:lvl6pPr marL="25146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6pPr>
            <a:lvl7pPr marL="29718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7pPr>
            <a:lvl8pPr marL="34290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8pPr>
            <a:lvl9pPr marL="38862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9pPr>
          </a:lstStyle>
          <a:p>
            <a:pPr algn="l" eaLnBrk="1" hangingPunct="1">
              <a:spcBef>
                <a:spcPct val="0"/>
              </a:spcBef>
              <a:defRPr/>
            </a:pPr>
            <a:r>
              <a:rPr lang="zh-CN" altLang="en-US" sz="2000">
                <a:solidFill>
                  <a:srgbClr val="573CFC"/>
                </a:solidFill>
                <a:ea typeface="华文行楷" panose="02010800040101010101" pitchFamily="2" charset="-122"/>
              </a:rPr>
              <a:t>电磁场与电磁波</a:t>
            </a:r>
          </a:p>
        </p:txBody>
      </p:sp>
      <p:sp>
        <p:nvSpPr>
          <p:cNvPr id="1028" name="Rectangle 10" descr="深色横线">
            <a:extLst>
              <a:ext uri="{FF2B5EF4-FFF2-40B4-BE49-F238E27FC236}">
                <a16:creationId xmlns:a16="http://schemas.microsoft.com/office/drawing/2014/main" id="{105FFC0F-C995-9B5A-F064-DA7D993A182E}"/>
              </a:ext>
            </a:extLst>
          </p:cNvPr>
          <p:cNvSpPr>
            <a:spLocks noChangeArrowheads="1"/>
          </p:cNvSpPr>
          <p:nvPr/>
        </p:nvSpPr>
        <p:spPr bwMode="auto">
          <a:xfrm>
            <a:off x="0" y="320675"/>
            <a:ext cx="9144000" cy="71438"/>
          </a:xfrm>
          <a:prstGeom prst="rect">
            <a:avLst/>
          </a:prstGeom>
          <a:pattFill prst="dkHorz">
            <a:fgClr>
              <a:srgbClr val="CC3300"/>
            </a:fgClr>
            <a:bgClr>
              <a:srgbClr val="9A9A9A"/>
            </a:bgClr>
          </a:pattFill>
          <a:ln>
            <a:noFill/>
          </a:ln>
        </p:spPr>
        <p:txBody>
          <a:bodyPr wrap="none" anchor="ctr"/>
          <a:lstStyle>
            <a:lvl1pPr algn="ctr">
              <a:spcBef>
                <a:spcPct val="15000"/>
              </a:spcBef>
              <a:defRPr sz="2400">
                <a:solidFill>
                  <a:schemeClr val="bg1"/>
                </a:solidFill>
                <a:latin typeface="Arial" panose="020B0604020202020204" pitchFamily="34" charset="0"/>
                <a:ea typeface="楷体_GB2312" pitchFamily="49" charset="-122"/>
              </a:defRPr>
            </a:lvl1pPr>
            <a:lvl2pPr marL="742950" indent="-285750" algn="ctr">
              <a:spcBef>
                <a:spcPct val="15000"/>
              </a:spcBef>
              <a:defRPr sz="2400">
                <a:solidFill>
                  <a:schemeClr val="bg1"/>
                </a:solidFill>
                <a:latin typeface="Arial" panose="020B0604020202020204" pitchFamily="34" charset="0"/>
                <a:ea typeface="楷体_GB2312" pitchFamily="49" charset="-122"/>
              </a:defRPr>
            </a:lvl2pPr>
            <a:lvl3pPr marL="1143000" indent="-228600" algn="ctr">
              <a:spcBef>
                <a:spcPct val="15000"/>
              </a:spcBef>
              <a:defRPr sz="2400">
                <a:solidFill>
                  <a:schemeClr val="bg1"/>
                </a:solidFill>
                <a:latin typeface="Arial" panose="020B0604020202020204" pitchFamily="34" charset="0"/>
                <a:ea typeface="楷体_GB2312" pitchFamily="49" charset="-122"/>
              </a:defRPr>
            </a:lvl3pPr>
            <a:lvl4pPr marL="1600200" indent="-228600" algn="ctr">
              <a:spcBef>
                <a:spcPct val="15000"/>
              </a:spcBef>
              <a:defRPr sz="2400">
                <a:solidFill>
                  <a:schemeClr val="bg1"/>
                </a:solidFill>
                <a:latin typeface="Arial" panose="020B0604020202020204" pitchFamily="34" charset="0"/>
                <a:ea typeface="楷体_GB2312" pitchFamily="49" charset="-122"/>
              </a:defRPr>
            </a:lvl4pPr>
            <a:lvl5pPr marL="2057400" indent="-228600" algn="ctr">
              <a:spcBef>
                <a:spcPct val="15000"/>
              </a:spcBef>
              <a:defRPr sz="2400">
                <a:solidFill>
                  <a:schemeClr val="bg1"/>
                </a:solidFill>
                <a:latin typeface="Arial" panose="020B0604020202020204" pitchFamily="34" charset="0"/>
                <a:ea typeface="楷体_GB2312" pitchFamily="49" charset="-122"/>
              </a:defRPr>
            </a:lvl5pPr>
            <a:lvl6pPr marL="25146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6pPr>
            <a:lvl7pPr marL="29718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7pPr>
            <a:lvl8pPr marL="34290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8pPr>
            <a:lvl9pPr marL="38862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9pPr>
          </a:lstStyle>
          <a:p>
            <a:pPr eaLnBrk="1" hangingPunct="1">
              <a:defRPr/>
            </a:pPr>
            <a:endParaRPr lang="zh-CN" altLang="en-US" b="0"/>
          </a:p>
        </p:txBody>
      </p:sp>
      <p:sp>
        <p:nvSpPr>
          <p:cNvPr id="490507" name="Rectangle 11">
            <a:extLst>
              <a:ext uri="{FF2B5EF4-FFF2-40B4-BE49-F238E27FC236}">
                <a16:creationId xmlns:a16="http://schemas.microsoft.com/office/drawing/2014/main" id="{2BDE0A9D-C8EC-8929-4C60-946F3D72E34E}"/>
              </a:ext>
            </a:extLst>
          </p:cNvPr>
          <p:cNvSpPr>
            <a:spLocks noGrp="1" noChangeArrowheads="1"/>
          </p:cNvSpPr>
          <p:nvPr>
            <p:ph type="sldNum" sz="quarter" idx="4"/>
          </p:nvPr>
        </p:nvSpPr>
        <p:spPr bwMode="auto">
          <a:xfrm>
            <a:off x="6877050" y="65088"/>
            <a:ext cx="2133600" cy="268287"/>
          </a:xfrm>
          <a:prstGeom prst="rect">
            <a:avLst/>
          </a:prstGeom>
          <a:noFill/>
          <a:ln w="9525">
            <a:noFill/>
            <a:miter lim="800000"/>
          </a:ln>
          <a:effectLst/>
        </p:spPr>
        <p:txBody>
          <a:bodyPr vert="horz" wrap="square" lIns="91440" tIns="45720" rIns="91440" bIns="45720" numCol="1" anchor="t" anchorCtr="0" compatLnSpc="1">
            <a:prstTxWarp prst="textNoShape">
              <a:avLst/>
            </a:prstTxWarp>
          </a:bodyPr>
          <a:lstStyle>
            <a:lvl1pPr algn="r" eaLnBrk="1" hangingPunct="1">
              <a:defRPr sz="1400" b="0" noProof="1" smtClean="0">
                <a:solidFill>
                  <a:schemeClr val="tx1"/>
                </a:solidFill>
                <a:ea typeface="宋体" panose="02010600030101010101" pitchFamily="2" charset="-122"/>
              </a:defRPr>
            </a:lvl1pPr>
          </a:lstStyle>
          <a:p>
            <a:pPr>
              <a:defRPr/>
            </a:pPr>
            <a:fld id="{7A2C5FE4-BC8C-4EF0-8366-115BDD2CE815}" type="slidenum">
              <a:rPr altLang="zh-CN"/>
              <a:pPr>
                <a:defRPr/>
              </a:pPr>
              <a:t>‹#›</a:t>
            </a:fld>
            <a:endParaRPr lang="zh-CN" altLang="zh-CN"/>
          </a:p>
        </p:txBody>
      </p:sp>
      <p:sp>
        <p:nvSpPr>
          <p:cNvPr id="490516" name="Rectangle 20">
            <a:extLst>
              <a:ext uri="{FF2B5EF4-FFF2-40B4-BE49-F238E27FC236}">
                <a16:creationId xmlns:a16="http://schemas.microsoft.com/office/drawing/2014/main" id="{23391E95-09F1-6997-0833-928A0604D5A5}"/>
              </a:ext>
            </a:extLst>
          </p:cNvPr>
          <p:cNvSpPr>
            <a:spLocks noChangeArrowheads="1"/>
          </p:cNvSpPr>
          <p:nvPr/>
        </p:nvSpPr>
        <p:spPr bwMode="auto">
          <a:xfrm>
            <a:off x="0" y="392113"/>
            <a:ext cx="9144000" cy="6192837"/>
          </a:xfrm>
          <a:prstGeom prst="rect">
            <a:avLst/>
          </a:prstGeom>
          <a:gradFill rotWithShape="0">
            <a:gsLst>
              <a:gs pos="0">
                <a:srgbClr val="0000E8"/>
              </a:gs>
              <a:gs pos="100000">
                <a:srgbClr val="0000E8">
                  <a:gamma/>
                  <a:shade val="70196"/>
                  <a:invGamma/>
                </a:srgbClr>
              </a:gs>
            </a:gsLst>
            <a:lin ang="0" scaled="1"/>
          </a:gradFill>
          <a:ln w="9525">
            <a:noFill/>
            <a:miter lim="800000"/>
          </a:ln>
          <a:effectLst/>
        </p:spPr>
        <p:txBody>
          <a:bodyPr wrap="none" anchor="ctr"/>
          <a:lstStyle/>
          <a:p>
            <a:pPr marL="342900" indent="-342900" algn="ctr" eaLnBrk="1" hangingPunct="1">
              <a:spcBef>
                <a:spcPct val="20000"/>
              </a:spcBef>
              <a:defRPr/>
            </a:pPr>
            <a:endParaRPr lang="zh-CN" altLang="zh-CN" sz="2800" b="0">
              <a:effectLst>
                <a:outerShdw blurRad="38100" dist="38100" dir="2700000" algn="tl">
                  <a:srgbClr val="000000"/>
                </a:outerShdw>
              </a:effectLst>
              <a:ea typeface="宋体" panose="02010600030101010101" pitchFamily="2" charset="-122"/>
            </a:endParaRPr>
          </a:p>
        </p:txBody>
      </p:sp>
      <p:sp>
        <p:nvSpPr>
          <p:cNvPr id="1031" name="Rectangle 21" descr="栎木">
            <a:extLst>
              <a:ext uri="{FF2B5EF4-FFF2-40B4-BE49-F238E27FC236}">
                <a16:creationId xmlns:a16="http://schemas.microsoft.com/office/drawing/2014/main" id="{DE51BE3B-C1ED-DA07-DEFE-69DB2216F3BC}"/>
              </a:ext>
            </a:extLst>
          </p:cNvPr>
          <p:cNvSpPr>
            <a:spLocks noChangeArrowheads="1"/>
          </p:cNvSpPr>
          <p:nvPr/>
        </p:nvSpPr>
        <p:spPr bwMode="auto">
          <a:xfrm>
            <a:off x="0" y="6562725"/>
            <a:ext cx="9144000" cy="333375"/>
          </a:xfrm>
          <a:prstGeom prst="rect">
            <a:avLst/>
          </a:prstGeom>
          <a:blipFill dpi="0" rotWithShape="0">
            <a:blip r:embed="rId16"/>
            <a:srcRect/>
            <a:tile tx="0" ty="0" sx="100000" sy="100000" flip="none" algn="tl"/>
          </a:blipFill>
          <a:ln>
            <a:noFill/>
          </a:ln>
        </p:spPr>
        <p:txBody>
          <a:bodyPr wrap="none" anchor="ctr"/>
          <a:lstStyle>
            <a:lvl1pPr algn="ctr">
              <a:spcBef>
                <a:spcPct val="15000"/>
              </a:spcBef>
              <a:defRPr sz="2400">
                <a:solidFill>
                  <a:schemeClr val="bg1"/>
                </a:solidFill>
                <a:latin typeface="Arial" panose="020B0604020202020204" pitchFamily="34" charset="0"/>
                <a:ea typeface="楷体_GB2312" pitchFamily="49" charset="-122"/>
              </a:defRPr>
            </a:lvl1pPr>
            <a:lvl2pPr marL="742950" indent="-285750" algn="ctr">
              <a:spcBef>
                <a:spcPct val="15000"/>
              </a:spcBef>
              <a:defRPr sz="2400">
                <a:solidFill>
                  <a:schemeClr val="bg1"/>
                </a:solidFill>
                <a:latin typeface="Arial" panose="020B0604020202020204" pitchFamily="34" charset="0"/>
                <a:ea typeface="楷体_GB2312" pitchFamily="49" charset="-122"/>
              </a:defRPr>
            </a:lvl2pPr>
            <a:lvl3pPr marL="1143000" indent="-228600" algn="ctr">
              <a:spcBef>
                <a:spcPct val="15000"/>
              </a:spcBef>
              <a:defRPr sz="2400">
                <a:solidFill>
                  <a:schemeClr val="bg1"/>
                </a:solidFill>
                <a:latin typeface="Arial" panose="020B0604020202020204" pitchFamily="34" charset="0"/>
                <a:ea typeface="楷体_GB2312" pitchFamily="49" charset="-122"/>
              </a:defRPr>
            </a:lvl3pPr>
            <a:lvl4pPr marL="1600200" indent="-228600" algn="ctr">
              <a:spcBef>
                <a:spcPct val="15000"/>
              </a:spcBef>
              <a:defRPr sz="2400">
                <a:solidFill>
                  <a:schemeClr val="bg1"/>
                </a:solidFill>
                <a:latin typeface="Arial" panose="020B0604020202020204" pitchFamily="34" charset="0"/>
                <a:ea typeface="楷体_GB2312" pitchFamily="49" charset="-122"/>
              </a:defRPr>
            </a:lvl4pPr>
            <a:lvl5pPr marL="2057400" indent="-228600" algn="ctr">
              <a:spcBef>
                <a:spcPct val="15000"/>
              </a:spcBef>
              <a:defRPr sz="2400">
                <a:solidFill>
                  <a:schemeClr val="bg1"/>
                </a:solidFill>
                <a:latin typeface="Arial" panose="020B0604020202020204" pitchFamily="34" charset="0"/>
                <a:ea typeface="楷体_GB2312" pitchFamily="49" charset="-122"/>
              </a:defRPr>
            </a:lvl5pPr>
            <a:lvl6pPr marL="25146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6pPr>
            <a:lvl7pPr marL="29718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7pPr>
            <a:lvl8pPr marL="34290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8pPr>
            <a:lvl9pPr marL="38862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9pPr>
          </a:lstStyle>
          <a:p>
            <a:pPr eaLnBrk="1" hangingPunct="1">
              <a:defRPr/>
            </a:pPr>
            <a:endParaRPr lang="zh-CN" altLang="en-US" b="0"/>
          </a:p>
        </p:txBody>
      </p:sp>
      <p:sp>
        <p:nvSpPr>
          <p:cNvPr id="1032" name="Rectangle 23" descr="深色横线">
            <a:extLst>
              <a:ext uri="{FF2B5EF4-FFF2-40B4-BE49-F238E27FC236}">
                <a16:creationId xmlns:a16="http://schemas.microsoft.com/office/drawing/2014/main" id="{F7582914-BC2C-28C7-AA83-95E947AF3918}"/>
              </a:ext>
            </a:extLst>
          </p:cNvPr>
          <p:cNvSpPr>
            <a:spLocks noChangeArrowheads="1"/>
          </p:cNvSpPr>
          <p:nvPr/>
        </p:nvSpPr>
        <p:spPr bwMode="auto">
          <a:xfrm>
            <a:off x="0" y="6526213"/>
            <a:ext cx="9144000" cy="71437"/>
          </a:xfrm>
          <a:prstGeom prst="rect">
            <a:avLst/>
          </a:prstGeom>
          <a:pattFill prst="dkHorz">
            <a:fgClr>
              <a:srgbClr val="CC3300"/>
            </a:fgClr>
            <a:bgClr>
              <a:srgbClr val="9A9A9A"/>
            </a:bgClr>
          </a:pattFill>
          <a:ln>
            <a:noFill/>
          </a:ln>
        </p:spPr>
        <p:txBody>
          <a:bodyPr wrap="none" anchor="ctr"/>
          <a:lstStyle>
            <a:lvl1pPr algn="ctr">
              <a:spcBef>
                <a:spcPct val="15000"/>
              </a:spcBef>
              <a:defRPr sz="2400">
                <a:solidFill>
                  <a:schemeClr val="bg1"/>
                </a:solidFill>
                <a:latin typeface="Arial" panose="020B0604020202020204" pitchFamily="34" charset="0"/>
                <a:ea typeface="楷体_GB2312" pitchFamily="49" charset="-122"/>
              </a:defRPr>
            </a:lvl1pPr>
            <a:lvl2pPr marL="742950" indent="-285750" algn="ctr">
              <a:spcBef>
                <a:spcPct val="15000"/>
              </a:spcBef>
              <a:defRPr sz="2400">
                <a:solidFill>
                  <a:schemeClr val="bg1"/>
                </a:solidFill>
                <a:latin typeface="Arial" panose="020B0604020202020204" pitchFamily="34" charset="0"/>
                <a:ea typeface="楷体_GB2312" pitchFamily="49" charset="-122"/>
              </a:defRPr>
            </a:lvl2pPr>
            <a:lvl3pPr marL="1143000" indent="-228600" algn="ctr">
              <a:spcBef>
                <a:spcPct val="15000"/>
              </a:spcBef>
              <a:defRPr sz="2400">
                <a:solidFill>
                  <a:schemeClr val="bg1"/>
                </a:solidFill>
                <a:latin typeface="Arial" panose="020B0604020202020204" pitchFamily="34" charset="0"/>
                <a:ea typeface="楷体_GB2312" pitchFamily="49" charset="-122"/>
              </a:defRPr>
            </a:lvl3pPr>
            <a:lvl4pPr marL="1600200" indent="-228600" algn="ctr">
              <a:spcBef>
                <a:spcPct val="15000"/>
              </a:spcBef>
              <a:defRPr sz="2400">
                <a:solidFill>
                  <a:schemeClr val="bg1"/>
                </a:solidFill>
                <a:latin typeface="Arial" panose="020B0604020202020204" pitchFamily="34" charset="0"/>
                <a:ea typeface="楷体_GB2312" pitchFamily="49" charset="-122"/>
              </a:defRPr>
            </a:lvl4pPr>
            <a:lvl5pPr marL="2057400" indent="-228600" algn="ctr">
              <a:spcBef>
                <a:spcPct val="15000"/>
              </a:spcBef>
              <a:defRPr sz="2400">
                <a:solidFill>
                  <a:schemeClr val="bg1"/>
                </a:solidFill>
                <a:latin typeface="Arial" panose="020B0604020202020204" pitchFamily="34" charset="0"/>
                <a:ea typeface="楷体_GB2312" pitchFamily="49" charset="-122"/>
              </a:defRPr>
            </a:lvl5pPr>
            <a:lvl6pPr marL="25146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6pPr>
            <a:lvl7pPr marL="29718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7pPr>
            <a:lvl8pPr marL="34290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8pPr>
            <a:lvl9pPr marL="38862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9pPr>
          </a:lstStyle>
          <a:p>
            <a:pPr eaLnBrk="1" hangingPunct="1">
              <a:defRPr/>
            </a:pPr>
            <a:endParaRPr lang="zh-CN" altLang="en-US" b="0"/>
          </a:p>
        </p:txBody>
      </p:sp>
      <p:pic>
        <p:nvPicPr>
          <p:cNvPr id="1033" name="Picture 29" descr="听诊器">
            <a:hlinkClick r:id="rId17" action="ppaction://hlinkfile"/>
            <a:extLst>
              <a:ext uri="{FF2B5EF4-FFF2-40B4-BE49-F238E27FC236}">
                <a16:creationId xmlns:a16="http://schemas.microsoft.com/office/drawing/2014/main" id="{48FAD43C-68E2-8588-1892-939F72B65CAB}"/>
              </a:ext>
            </a:extLst>
          </p:cNvPr>
          <p:cNvPicPr>
            <a:picLocks noChangeAspect="1" noChangeArrowheads="1"/>
          </p:cNvPicPr>
          <p:nvPr userDrawn="1"/>
        </p:nvPicPr>
        <p:blipFill>
          <a:blip r:embed="rId18">
            <a:extLst>
              <a:ext uri="{28A0092B-C50C-407E-A947-70E740481C1C}">
                <a14:useLocalDpi xmlns:a14="http://schemas.microsoft.com/office/drawing/2010/main" val="0"/>
              </a:ext>
            </a:extLst>
          </a:blip>
          <a:srcRect/>
          <a:stretch>
            <a:fillRect/>
          </a:stretch>
        </p:blipFill>
        <p:spPr bwMode="auto">
          <a:xfrm>
            <a:off x="8636000" y="5862638"/>
            <a:ext cx="5080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rtl="0" eaLnBrk="0" fontAlgn="base" hangingPunct="0">
        <a:spcBef>
          <a:spcPct val="0"/>
        </a:spcBef>
        <a:spcAft>
          <a:spcPct val="0"/>
        </a:spcAft>
        <a:defRPr sz="2000">
          <a:solidFill>
            <a:schemeClr val="accent1"/>
          </a:solidFill>
          <a:latin typeface="+mj-lt"/>
          <a:ea typeface="+mj-ea"/>
          <a:cs typeface="+mj-cs"/>
        </a:defRPr>
      </a:lvl1pPr>
      <a:lvl2pPr algn="l" rtl="0" eaLnBrk="0" fontAlgn="base" hangingPunct="0">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2pPr>
      <a:lvl3pPr algn="l" rtl="0" eaLnBrk="0" fontAlgn="base" hangingPunct="0">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3pPr>
      <a:lvl4pPr algn="l" rtl="0" eaLnBrk="0" fontAlgn="base" hangingPunct="0">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4pPr>
      <a:lvl5pPr algn="l" rtl="0" eaLnBrk="0" fontAlgn="base" hangingPunct="0">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5pPr>
      <a:lvl6pPr marL="457200" algn="l" rtl="0" fontAlgn="base">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6pPr>
      <a:lvl7pPr marL="914400" algn="l" rtl="0" fontAlgn="base">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7pPr>
      <a:lvl8pPr marL="1371600" algn="l" rtl="0" fontAlgn="base">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8pPr>
      <a:lvl9pPr marL="1828800" algn="l" rtl="0" fontAlgn="base">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9pPr>
    </p:titleStyle>
    <p:bodyStyle>
      <a:lvl1pPr marL="342900" indent="-342900" algn="l" rtl="0" eaLnBrk="0" fontAlgn="base" hangingPunct="0">
        <a:spcBef>
          <a:spcPct val="20000"/>
        </a:spcBef>
        <a:spcAft>
          <a:spcPct val="0"/>
        </a:spcAft>
        <a:buChar char="•"/>
        <a:defRPr sz="2800">
          <a:solidFill>
            <a:schemeClr val="tx1"/>
          </a:solidFill>
          <a:effectLst>
            <a:outerShdw blurRad="38100" dist="38100" dir="2700000" algn="tl">
              <a:srgbClr val="FFFFFF"/>
            </a:outerShdw>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defRPr sz="2000">
          <a:solidFill>
            <a:schemeClr val="tx1"/>
          </a:solidFill>
          <a:latin typeface="+mn-lt"/>
          <a:ea typeface="+mn-ea"/>
        </a:defRPr>
      </a:lvl6pPr>
      <a:lvl7pPr marL="2971800" indent="-228600" algn="l" rtl="0" fontAlgn="base">
        <a:spcBef>
          <a:spcPct val="20000"/>
        </a:spcBef>
        <a:spcAft>
          <a:spcPct val="0"/>
        </a:spcAft>
        <a:defRPr sz="2000">
          <a:solidFill>
            <a:schemeClr val="tx1"/>
          </a:solidFill>
          <a:latin typeface="+mn-lt"/>
          <a:ea typeface="+mn-ea"/>
        </a:defRPr>
      </a:lvl7pPr>
      <a:lvl8pPr marL="3429000" indent="-228600" algn="l" rtl="0" fontAlgn="base">
        <a:spcBef>
          <a:spcPct val="20000"/>
        </a:spcBef>
        <a:spcAft>
          <a:spcPct val="0"/>
        </a:spcAft>
        <a:defRPr sz="2000">
          <a:solidFill>
            <a:schemeClr val="tx1"/>
          </a:solidFill>
          <a:latin typeface="+mn-lt"/>
          <a:ea typeface="+mn-ea"/>
        </a:defRPr>
      </a:lvl8pPr>
      <a:lvl9pPr marL="3886200" indent="-228600" algn="l" rtl="0" fontAlgn="base">
        <a:spcBef>
          <a:spcPct val="20000"/>
        </a:spcBef>
        <a:spcAft>
          <a:spcPct val="0"/>
        </a:spcAft>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5.emf"/><Relationship Id="rId13" Type="http://schemas.openxmlformats.org/officeDocument/2006/relationships/oleObject" Target="../embeddings/oleObject6.bin"/><Relationship Id="rId18" Type="http://schemas.openxmlformats.org/officeDocument/2006/relationships/image" Target="../media/image10.e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7.emf"/><Relationship Id="rId17" Type="http://schemas.openxmlformats.org/officeDocument/2006/relationships/oleObject" Target="../embeddings/oleObject8.bin"/><Relationship Id="rId2" Type="http://schemas.openxmlformats.org/officeDocument/2006/relationships/slide" Target="slide3.xml"/><Relationship Id="rId16" Type="http://schemas.openxmlformats.org/officeDocument/2006/relationships/image" Target="../media/image9.emf"/><Relationship Id="rId20" Type="http://schemas.openxmlformats.org/officeDocument/2006/relationships/image" Target="../media/image11.emf"/><Relationship Id="rId1" Type="http://schemas.openxmlformats.org/officeDocument/2006/relationships/slideLayout" Target="../slideLayouts/slideLayout2.xml"/><Relationship Id="rId6" Type="http://schemas.openxmlformats.org/officeDocument/2006/relationships/image" Target="../media/image4.e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oleObject" Target="../embeddings/oleObject7.bin"/><Relationship Id="rId10" Type="http://schemas.openxmlformats.org/officeDocument/2006/relationships/image" Target="../media/image6.emf"/><Relationship Id="rId19" Type="http://schemas.openxmlformats.org/officeDocument/2006/relationships/oleObject" Target="../embeddings/oleObject9.bin"/><Relationship Id="rId4" Type="http://schemas.openxmlformats.org/officeDocument/2006/relationships/image" Target="../media/image3.emf"/><Relationship Id="rId9" Type="http://schemas.openxmlformats.org/officeDocument/2006/relationships/oleObject" Target="../embeddings/oleObject4.bin"/><Relationship Id="rId14" Type="http://schemas.openxmlformats.org/officeDocument/2006/relationships/image" Target="../media/image8.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0.bin"/><Relationship Id="rId7" Type="http://schemas.openxmlformats.org/officeDocument/2006/relationships/slide" Target="slide2.xml"/><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13.emf"/><Relationship Id="rId5" Type="http://schemas.openxmlformats.org/officeDocument/2006/relationships/oleObject" Target="../embeddings/oleObject11.bin"/><Relationship Id="rId4" Type="http://schemas.openxmlformats.org/officeDocument/2006/relationships/image" Target="../media/image12.emf"/></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slide" Target="slide10.xml"/><Relationship Id="rId7" Type="http://schemas.openxmlformats.org/officeDocument/2006/relationships/image" Target="../media/image14.emf"/><Relationship Id="rId2" Type="http://schemas.openxmlformats.org/officeDocument/2006/relationships/slide" Target="slide5.xml"/><Relationship Id="rId1" Type="http://schemas.openxmlformats.org/officeDocument/2006/relationships/slideLayout" Target="../slideLayouts/slideLayout2.xml"/><Relationship Id="rId6" Type="http://schemas.openxmlformats.org/officeDocument/2006/relationships/oleObject" Target="../embeddings/oleObject12.bin"/><Relationship Id="rId5" Type="http://schemas.openxmlformats.org/officeDocument/2006/relationships/slide" Target="slide2.xml"/><Relationship Id="rId4" Type="http://schemas.openxmlformats.org/officeDocument/2006/relationships/slide" Target="slide16.xml"/><Relationship Id="rId9" Type="http://schemas.openxmlformats.org/officeDocument/2006/relationships/image" Target="../media/image15.emf"/></Relationships>
</file>

<file path=ppt/slides/_rels/slide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slide" Target="slide4.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slide" Target="slide4.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slide" Target="slide4.xml"/></Relationships>
</file>

<file path=ppt/slides/_rels/slide9.xml.rels><?xml version="1.0" encoding="UTF-8" standalone="yes"?>
<Relationships xmlns="http://schemas.openxmlformats.org/package/2006/relationships"><Relationship Id="rId8" Type="http://schemas.openxmlformats.org/officeDocument/2006/relationships/image" Target="../media/image28.emf"/><Relationship Id="rId13" Type="http://schemas.openxmlformats.org/officeDocument/2006/relationships/oleObject" Target="../embeddings/oleObject19.bin"/><Relationship Id="rId18" Type="http://schemas.openxmlformats.org/officeDocument/2006/relationships/oleObject" Target="../embeddings/oleObject21.bin"/><Relationship Id="rId3" Type="http://schemas.openxmlformats.org/officeDocument/2006/relationships/oleObject" Target="../embeddings/oleObject14.bin"/><Relationship Id="rId21" Type="http://schemas.openxmlformats.org/officeDocument/2006/relationships/image" Target="../media/image34.emf"/><Relationship Id="rId7" Type="http://schemas.openxmlformats.org/officeDocument/2006/relationships/oleObject" Target="../embeddings/oleObject16.bin"/><Relationship Id="rId12" Type="http://schemas.openxmlformats.org/officeDocument/2006/relationships/image" Target="../media/image30.emf"/><Relationship Id="rId17" Type="http://schemas.openxmlformats.org/officeDocument/2006/relationships/image" Target="../media/image32.emf"/><Relationship Id="rId2" Type="http://schemas.openxmlformats.org/officeDocument/2006/relationships/notesSlide" Target="../notesSlides/notesSlide6.xml"/><Relationship Id="rId16" Type="http://schemas.openxmlformats.org/officeDocument/2006/relationships/oleObject" Target="../embeddings/oleObject20.bin"/><Relationship Id="rId20" Type="http://schemas.openxmlformats.org/officeDocument/2006/relationships/oleObject" Target="../embeddings/oleObject22.bin"/><Relationship Id="rId1" Type="http://schemas.openxmlformats.org/officeDocument/2006/relationships/slideLayout" Target="../slideLayouts/slideLayout2.xml"/><Relationship Id="rId6" Type="http://schemas.openxmlformats.org/officeDocument/2006/relationships/image" Target="../media/image27.emf"/><Relationship Id="rId11" Type="http://schemas.openxmlformats.org/officeDocument/2006/relationships/oleObject" Target="../embeddings/oleObject18.bin"/><Relationship Id="rId5" Type="http://schemas.openxmlformats.org/officeDocument/2006/relationships/oleObject" Target="../embeddings/oleObject15.bin"/><Relationship Id="rId15" Type="http://schemas.openxmlformats.org/officeDocument/2006/relationships/slide" Target="slide4.xml"/><Relationship Id="rId10" Type="http://schemas.openxmlformats.org/officeDocument/2006/relationships/image" Target="../media/image29.emf"/><Relationship Id="rId19" Type="http://schemas.openxmlformats.org/officeDocument/2006/relationships/image" Target="../media/image33.emf"/><Relationship Id="rId4" Type="http://schemas.openxmlformats.org/officeDocument/2006/relationships/image" Target="../media/image26.emf"/><Relationship Id="rId9" Type="http://schemas.openxmlformats.org/officeDocument/2006/relationships/oleObject" Target="../embeddings/oleObject17.bin"/><Relationship Id="rId14" Type="http://schemas.openxmlformats.org/officeDocument/2006/relationships/image" Target="../media/image31.emf"/><Relationship Id="rId22" Type="http://schemas.openxmlformats.org/officeDocument/2006/relationships/image" Target="../media/image35.png"/></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slide" Target="slide4.xml"/><Relationship Id="rId4" Type="http://schemas.openxmlformats.org/officeDocument/2006/relationships/image" Target="../media/image36.e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26.bin"/><Relationship Id="rId3" Type="http://schemas.openxmlformats.org/officeDocument/2006/relationships/slide" Target="slide5.xml"/><Relationship Id="rId7" Type="http://schemas.openxmlformats.org/officeDocument/2006/relationships/image" Target="../media/image38.emf"/><Relationship Id="rId12" Type="http://schemas.openxmlformats.org/officeDocument/2006/relationships/image" Target="../media/image4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oleObject" Target="../embeddings/oleObject25.bin"/><Relationship Id="rId11" Type="http://schemas.openxmlformats.org/officeDocument/2006/relationships/image" Target="../media/image40.png"/><Relationship Id="rId5" Type="http://schemas.openxmlformats.org/officeDocument/2006/relationships/image" Target="../media/image37.emf"/><Relationship Id="rId10" Type="http://schemas.openxmlformats.org/officeDocument/2006/relationships/image" Target="../media/image16.png"/><Relationship Id="rId4" Type="http://schemas.openxmlformats.org/officeDocument/2006/relationships/oleObject" Target="../embeddings/oleObject24.bin"/><Relationship Id="rId9" Type="http://schemas.openxmlformats.org/officeDocument/2006/relationships/image" Target="../media/image39.emf"/></Relationships>
</file>

<file path=ppt/slides/_rels/slide12.xml.rels><?xml version="1.0" encoding="UTF-8" standalone="yes"?>
<Relationships xmlns="http://schemas.openxmlformats.org/package/2006/relationships"><Relationship Id="rId8" Type="http://schemas.openxmlformats.org/officeDocument/2006/relationships/image" Target="../media/image44.emf"/><Relationship Id="rId13" Type="http://schemas.openxmlformats.org/officeDocument/2006/relationships/image" Target="../media/image47.png"/><Relationship Id="rId3" Type="http://schemas.openxmlformats.org/officeDocument/2006/relationships/oleObject" Target="../embeddings/oleObject27.bin"/><Relationship Id="rId7" Type="http://schemas.openxmlformats.org/officeDocument/2006/relationships/oleObject" Target="../embeddings/oleObject29.bin"/><Relationship Id="rId12" Type="http://schemas.openxmlformats.org/officeDocument/2006/relationships/image" Target="../media/image46.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3.emf"/><Relationship Id="rId11" Type="http://schemas.openxmlformats.org/officeDocument/2006/relationships/slide" Target="slide4.xml"/><Relationship Id="rId5" Type="http://schemas.openxmlformats.org/officeDocument/2006/relationships/oleObject" Target="../embeddings/oleObject28.bin"/><Relationship Id="rId10" Type="http://schemas.openxmlformats.org/officeDocument/2006/relationships/image" Target="../media/image45.emf"/><Relationship Id="rId4" Type="http://schemas.openxmlformats.org/officeDocument/2006/relationships/image" Target="../media/image42.emf"/><Relationship Id="rId9" Type="http://schemas.openxmlformats.org/officeDocument/2006/relationships/oleObject" Target="../embeddings/oleObject30.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33.bin"/><Relationship Id="rId13" Type="http://schemas.openxmlformats.org/officeDocument/2006/relationships/image" Target="../media/image52.emf"/><Relationship Id="rId18" Type="http://schemas.openxmlformats.org/officeDocument/2006/relationships/oleObject" Target="../embeddings/oleObject38.bin"/><Relationship Id="rId3" Type="http://schemas.openxmlformats.org/officeDocument/2006/relationships/oleObject" Target="../embeddings/oleObject31.bin"/><Relationship Id="rId21" Type="http://schemas.openxmlformats.org/officeDocument/2006/relationships/image" Target="../media/image56.emf"/><Relationship Id="rId7" Type="http://schemas.openxmlformats.org/officeDocument/2006/relationships/slide" Target="slide4.xml"/><Relationship Id="rId12" Type="http://schemas.openxmlformats.org/officeDocument/2006/relationships/oleObject" Target="../embeddings/oleObject35.bin"/><Relationship Id="rId17" Type="http://schemas.openxmlformats.org/officeDocument/2006/relationships/image" Target="../media/image54.emf"/><Relationship Id="rId2" Type="http://schemas.openxmlformats.org/officeDocument/2006/relationships/notesSlide" Target="../notesSlides/notesSlide10.xml"/><Relationship Id="rId16" Type="http://schemas.openxmlformats.org/officeDocument/2006/relationships/oleObject" Target="../embeddings/oleObject37.bin"/><Relationship Id="rId20" Type="http://schemas.openxmlformats.org/officeDocument/2006/relationships/oleObject" Target="../embeddings/oleObject39.bin"/><Relationship Id="rId1" Type="http://schemas.openxmlformats.org/officeDocument/2006/relationships/slideLayout" Target="../slideLayouts/slideLayout4.xml"/><Relationship Id="rId6" Type="http://schemas.openxmlformats.org/officeDocument/2006/relationships/image" Target="../media/image49.emf"/><Relationship Id="rId11" Type="http://schemas.openxmlformats.org/officeDocument/2006/relationships/image" Target="../media/image51.emf"/><Relationship Id="rId5" Type="http://schemas.openxmlformats.org/officeDocument/2006/relationships/oleObject" Target="../embeddings/oleObject32.bin"/><Relationship Id="rId15" Type="http://schemas.openxmlformats.org/officeDocument/2006/relationships/image" Target="../media/image53.emf"/><Relationship Id="rId23" Type="http://schemas.openxmlformats.org/officeDocument/2006/relationships/image" Target="../media/image58.png"/><Relationship Id="rId10" Type="http://schemas.openxmlformats.org/officeDocument/2006/relationships/oleObject" Target="../embeddings/oleObject34.bin"/><Relationship Id="rId19" Type="http://schemas.openxmlformats.org/officeDocument/2006/relationships/image" Target="../media/image55.emf"/><Relationship Id="rId4" Type="http://schemas.openxmlformats.org/officeDocument/2006/relationships/image" Target="../media/image48.emf"/><Relationship Id="rId9" Type="http://schemas.openxmlformats.org/officeDocument/2006/relationships/image" Target="../media/image50.wmf"/><Relationship Id="rId14" Type="http://schemas.openxmlformats.org/officeDocument/2006/relationships/oleObject" Target="../embeddings/oleObject36.bin"/><Relationship Id="rId22" Type="http://schemas.openxmlformats.org/officeDocument/2006/relationships/image" Target="../media/image57.png"/></Relationships>
</file>

<file path=ppt/slides/_rels/slide14.xml.rels><?xml version="1.0" encoding="UTF-8" standalone="yes"?>
<Relationships xmlns="http://schemas.openxmlformats.org/package/2006/relationships"><Relationship Id="rId3" Type="http://schemas.openxmlformats.org/officeDocument/2006/relationships/slide" Target="slide4.xml"/><Relationship Id="rId7" Type="http://schemas.openxmlformats.org/officeDocument/2006/relationships/image" Target="../media/image60.pn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59.png"/><Relationship Id="rId5" Type="http://schemas.openxmlformats.org/officeDocument/2006/relationships/image" Target="../media/image50.wmf"/><Relationship Id="rId4" Type="http://schemas.openxmlformats.org/officeDocument/2006/relationships/oleObject" Target="../embeddings/oleObject40.bin"/></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43.bin"/><Relationship Id="rId13" Type="http://schemas.openxmlformats.org/officeDocument/2006/relationships/image" Target="../media/image66.png"/><Relationship Id="rId3" Type="http://schemas.openxmlformats.org/officeDocument/2006/relationships/slide" Target="slide4.xml"/><Relationship Id="rId7" Type="http://schemas.openxmlformats.org/officeDocument/2006/relationships/image" Target="../media/image62.emf"/><Relationship Id="rId12" Type="http://schemas.openxmlformats.org/officeDocument/2006/relationships/image" Target="../media/image65.png"/><Relationship Id="rId2" Type="http://schemas.openxmlformats.org/officeDocument/2006/relationships/notesSlide" Target="../notesSlides/notesSlide12.xml"/><Relationship Id="rId16" Type="http://schemas.openxmlformats.org/officeDocument/2006/relationships/image" Target="../media/image41.png"/><Relationship Id="rId1" Type="http://schemas.openxmlformats.org/officeDocument/2006/relationships/slideLayout" Target="../slideLayouts/slideLayout7.xml"/><Relationship Id="rId6" Type="http://schemas.openxmlformats.org/officeDocument/2006/relationships/oleObject" Target="../embeddings/oleObject42.bin"/><Relationship Id="rId11" Type="http://schemas.openxmlformats.org/officeDocument/2006/relationships/image" Target="../media/image64.emf"/><Relationship Id="rId5" Type="http://schemas.openxmlformats.org/officeDocument/2006/relationships/image" Target="../media/image61.emf"/><Relationship Id="rId15" Type="http://schemas.openxmlformats.org/officeDocument/2006/relationships/image" Target="../media/image68.png"/><Relationship Id="rId10" Type="http://schemas.openxmlformats.org/officeDocument/2006/relationships/oleObject" Target="../embeddings/oleObject44.bin"/><Relationship Id="rId4" Type="http://schemas.openxmlformats.org/officeDocument/2006/relationships/oleObject" Target="../embeddings/oleObject41.bin"/><Relationship Id="rId9" Type="http://schemas.openxmlformats.org/officeDocument/2006/relationships/image" Target="../media/image63.emf"/><Relationship Id="rId14" Type="http://schemas.openxmlformats.org/officeDocument/2006/relationships/image" Target="../media/image67.png"/></Relationships>
</file>

<file path=ppt/slides/_rels/slide16.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46.bin"/><Relationship Id="rId3" Type="http://schemas.openxmlformats.org/officeDocument/2006/relationships/image" Target="../media/image69.png"/><Relationship Id="rId7" Type="http://schemas.openxmlformats.org/officeDocument/2006/relationships/image" Target="../media/image71.emf"/><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oleObject" Target="../embeddings/oleObject45.bin"/><Relationship Id="rId5" Type="http://schemas.openxmlformats.org/officeDocument/2006/relationships/slide" Target="slide4.xml"/><Relationship Id="rId4" Type="http://schemas.openxmlformats.org/officeDocument/2006/relationships/image" Target="../media/image70.png"/><Relationship Id="rId9" Type="http://schemas.openxmlformats.org/officeDocument/2006/relationships/image" Target="../media/image72.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73.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3">
            <a:extLst>
              <a:ext uri="{FF2B5EF4-FFF2-40B4-BE49-F238E27FC236}">
                <a16:creationId xmlns:a16="http://schemas.microsoft.com/office/drawing/2014/main" id="{A4941BCF-4884-F688-6D5A-EDB5F3F5DA1E}"/>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80A6936D-EA9A-4D80-AB17-835E221242BC}" type="slidenum">
              <a:rPr altLang="zh-CN" sz="1400" b="0">
                <a:solidFill>
                  <a:schemeClr val="tx1"/>
                </a:solidFill>
                <a:ea typeface="宋体" panose="02010600030101010101" pitchFamily="2" charset="-122"/>
              </a:rPr>
              <a:pPr/>
              <a:t>1</a:t>
            </a:fld>
            <a:endParaRPr lang="zh-CN" altLang="zh-CN" sz="1400" b="0">
              <a:solidFill>
                <a:schemeClr val="tx1"/>
              </a:solidFill>
              <a:ea typeface="宋体" panose="02010600030101010101" pitchFamily="2" charset="-122"/>
            </a:endParaRPr>
          </a:p>
        </p:txBody>
      </p:sp>
      <p:sp>
        <p:nvSpPr>
          <p:cNvPr id="2" name="WordArt 21">
            <a:extLst>
              <a:ext uri="{FF2B5EF4-FFF2-40B4-BE49-F238E27FC236}">
                <a16:creationId xmlns:a16="http://schemas.microsoft.com/office/drawing/2014/main" id="{ABB2BD4D-5ACF-4364-D093-23ED2C80742F}"/>
              </a:ext>
            </a:extLst>
          </p:cNvPr>
          <p:cNvSpPr>
            <a:spLocks noChangeArrowheads="1" noChangeShapeType="1" noTextEdit="1"/>
          </p:cNvSpPr>
          <p:nvPr/>
        </p:nvSpPr>
        <p:spPr bwMode="auto">
          <a:xfrm>
            <a:off x="1042988" y="1844675"/>
            <a:ext cx="7416800" cy="2520950"/>
          </a:xfrm>
          <a:prstGeom prst="rect">
            <a:avLst/>
          </a:prstGeom>
        </p:spPr>
        <p:txBody>
          <a:bodyPr wrap="none" fromWordArt="1">
            <a:prstTxWarp prst="textWave1">
              <a:avLst>
                <a:gd name="adj1" fmla="val 13005"/>
                <a:gd name="adj2" fmla="val 0"/>
              </a:avLst>
            </a:prstTxWarp>
          </a:bodyPr>
          <a:lstStyle/>
          <a:p>
            <a:pPr algn="ctr" eaLnBrk="1" hangingPunct="1">
              <a:defRPr/>
            </a:pPr>
            <a:r>
              <a:rPr lang="zh-CN" altLang="en-US" sz="3600" kern="10">
                <a:gradFill rotWithShape="0">
                  <a:gsLst>
                    <a:gs pos="0">
                      <a:srgbClr val="FF9966"/>
                    </a:gs>
                    <a:gs pos="100000">
                      <a:srgbClr val="009999"/>
                    </a:gs>
                  </a:gsLst>
                  <a:lin ang="5400000" scaled="1"/>
                </a:gradFill>
                <a:effectLst>
                  <a:outerShdw dist="53882" dir="2700000" algn="ctr" rotWithShape="0">
                    <a:srgbClr val="C0C0C0"/>
                  </a:outerShdw>
                </a:effectLst>
                <a:latin typeface="宋体" panose="02010600030101010101" pitchFamily="2" charset="-122"/>
                <a:ea typeface="宋体" panose="02010600030101010101" pitchFamily="2" charset="-122"/>
              </a:rPr>
              <a:t>第</a:t>
            </a:r>
            <a:r>
              <a:rPr lang="en-US" altLang="zh-CN" sz="3600" kern="10">
                <a:gradFill rotWithShape="0">
                  <a:gsLst>
                    <a:gs pos="0">
                      <a:srgbClr val="FF9966"/>
                    </a:gs>
                    <a:gs pos="100000">
                      <a:srgbClr val="009999"/>
                    </a:gs>
                  </a:gsLst>
                  <a:lin ang="5400000" scaled="1"/>
                </a:gradFill>
                <a:effectLst>
                  <a:outerShdw dist="53882" dir="2700000" algn="ctr" rotWithShape="0">
                    <a:srgbClr val="C0C0C0"/>
                  </a:outerShdw>
                </a:effectLst>
                <a:latin typeface="宋体" panose="02010600030101010101" pitchFamily="2" charset="-122"/>
                <a:ea typeface="宋体" panose="02010600030101010101" pitchFamily="2" charset="-122"/>
              </a:rPr>
              <a:t>2</a:t>
            </a:r>
            <a:r>
              <a:rPr lang="zh-CN" altLang="en-US" sz="3600" kern="10">
                <a:gradFill rotWithShape="0">
                  <a:gsLst>
                    <a:gs pos="0">
                      <a:srgbClr val="FF9966"/>
                    </a:gs>
                    <a:gs pos="100000">
                      <a:srgbClr val="009999"/>
                    </a:gs>
                  </a:gsLst>
                  <a:lin ang="5400000" scaled="1"/>
                </a:gradFill>
                <a:effectLst>
                  <a:outerShdw dist="53882" dir="2700000" algn="ctr" rotWithShape="0">
                    <a:srgbClr val="C0C0C0"/>
                  </a:outerShdw>
                </a:effectLst>
                <a:latin typeface="宋体" panose="02010600030101010101" pitchFamily="2" charset="-122"/>
                <a:ea typeface="宋体" panose="02010600030101010101" pitchFamily="2" charset="-122"/>
              </a:rPr>
              <a:t>章  电磁场的基本规律</a:t>
            </a:r>
          </a:p>
        </p:txBody>
      </p:sp>
      <p:sp>
        <p:nvSpPr>
          <p:cNvPr id="4100" name="AutoShape 1047">
            <a:hlinkClick r:id="" action="ppaction://hlinkshowjump?jump=firstslide" highlightClick="1"/>
            <a:extLst>
              <a:ext uri="{FF2B5EF4-FFF2-40B4-BE49-F238E27FC236}">
                <a16:creationId xmlns:a16="http://schemas.microsoft.com/office/drawing/2014/main" id="{AB225CD8-5DCF-4E20-1BCE-D228E58B058A}"/>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4101" name="AutoShape 1048">
            <a:hlinkClick r:id="" action="ppaction://hlinkshowjump?jump=previousslide" highlightClick="1"/>
            <a:extLst>
              <a:ext uri="{FF2B5EF4-FFF2-40B4-BE49-F238E27FC236}">
                <a16:creationId xmlns:a16="http://schemas.microsoft.com/office/drawing/2014/main" id="{BD73336F-9A03-7EA4-74FC-B5C5558B890F}"/>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4102" name="AutoShape 1049">
            <a:hlinkClick r:id="" action="ppaction://hlinkshowjump?jump=nextslide" highlightClick="1"/>
            <a:extLst>
              <a:ext uri="{FF2B5EF4-FFF2-40B4-BE49-F238E27FC236}">
                <a16:creationId xmlns:a16="http://schemas.microsoft.com/office/drawing/2014/main" id="{DFB423E7-22C4-BB84-6B8E-5263CA7DA528}"/>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4103" name="AutoShape 1050">
            <a:hlinkClick r:id="" action="ppaction://hlinkshowjump?jump=lastslide" highlightClick="1"/>
            <a:extLst>
              <a:ext uri="{FF2B5EF4-FFF2-40B4-BE49-F238E27FC236}">
                <a16:creationId xmlns:a16="http://schemas.microsoft.com/office/drawing/2014/main" id="{353D0FDA-5C34-F727-6EC0-85FDE70423CA}"/>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Tree>
    <p:extLst>
      <p:ext uri="{BB962C8B-B14F-4D97-AF65-F5344CB8AC3E}">
        <p14:creationId xmlns:p14="http://schemas.microsoft.com/office/powerpoint/2010/main" val="946836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3">
            <a:extLst>
              <a:ext uri="{FF2B5EF4-FFF2-40B4-BE49-F238E27FC236}">
                <a16:creationId xmlns:a16="http://schemas.microsoft.com/office/drawing/2014/main" id="{D93CAA79-0C70-1723-6A17-C5DFF12A11BF}"/>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F7408C4B-DA6C-43D9-AA3F-8EC86BB1F600}" type="slidenum">
              <a:rPr altLang="zh-CN" sz="1400" b="0">
                <a:solidFill>
                  <a:schemeClr val="tx1"/>
                </a:solidFill>
                <a:ea typeface="宋体" panose="02010600030101010101" pitchFamily="2" charset="-122"/>
              </a:rPr>
              <a:pPr/>
              <a:t>2</a:t>
            </a:fld>
            <a:endParaRPr lang="zh-CN" altLang="zh-CN" sz="1400" b="0">
              <a:solidFill>
                <a:schemeClr val="tx1"/>
              </a:solidFill>
              <a:ea typeface="宋体" panose="02010600030101010101" pitchFamily="2" charset="-122"/>
            </a:endParaRPr>
          </a:p>
        </p:txBody>
      </p:sp>
      <p:sp>
        <p:nvSpPr>
          <p:cNvPr id="5123" name="Rectangle 3">
            <a:extLst>
              <a:ext uri="{FF2B5EF4-FFF2-40B4-BE49-F238E27FC236}">
                <a16:creationId xmlns:a16="http://schemas.microsoft.com/office/drawing/2014/main" id="{5A67327C-7452-C94B-E2B5-C0BBD5D754D3}"/>
              </a:ext>
            </a:extLst>
          </p:cNvPr>
          <p:cNvSpPr>
            <a:spLocks noChangeArrowheads="1"/>
          </p:cNvSpPr>
          <p:nvPr/>
        </p:nvSpPr>
        <p:spPr bwMode="auto">
          <a:xfrm>
            <a:off x="1331913" y="4738688"/>
            <a:ext cx="52562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50000"/>
              </a:spcBef>
            </a:pPr>
            <a:r>
              <a:rPr lang="en-US" altLang="zh-CN" sz="2800">
                <a:solidFill>
                  <a:schemeClr val="accent2"/>
                </a:solidFill>
                <a:latin typeface="Times New Roman" panose="02020603050405020304" pitchFamily="18" charset="0"/>
                <a:ea typeface="宋体" panose="02010600030101010101" pitchFamily="2" charset="-122"/>
              </a:rPr>
              <a:t>   </a:t>
            </a:r>
            <a:endParaRPr lang="en-US" altLang="zh-CN" sz="2800">
              <a:latin typeface="黑体" panose="02010609060101010101" pitchFamily="49" charset="-122"/>
              <a:ea typeface="黑体" panose="02010609060101010101" pitchFamily="49" charset="-122"/>
            </a:endParaRPr>
          </a:p>
        </p:txBody>
      </p:sp>
      <p:sp>
        <p:nvSpPr>
          <p:cNvPr id="5124" name="Text Box 8">
            <a:extLst>
              <a:ext uri="{FF2B5EF4-FFF2-40B4-BE49-F238E27FC236}">
                <a16:creationId xmlns:a16="http://schemas.microsoft.com/office/drawing/2014/main" id="{4B761291-9E0A-A7FD-9098-2B00BAF9851E}"/>
              </a:ext>
            </a:extLst>
          </p:cNvPr>
          <p:cNvSpPr txBox="1">
            <a:spLocks noChangeArrowheads="1"/>
          </p:cNvSpPr>
          <p:nvPr/>
        </p:nvSpPr>
        <p:spPr bwMode="auto">
          <a:xfrm>
            <a:off x="1922464" y="541338"/>
            <a:ext cx="4722812" cy="6093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50000"/>
              </a:spcBef>
            </a:pPr>
            <a:r>
              <a:rPr lang="en-US" altLang="zh-CN" dirty="0">
                <a:solidFill>
                  <a:schemeClr val="tx1"/>
                </a:solidFill>
                <a:latin typeface="Times New Roman" panose="02020603050405020304" pitchFamily="18" charset="0"/>
              </a:rPr>
              <a:t>2.1   </a:t>
            </a:r>
            <a:r>
              <a:rPr lang="zh-CN" altLang="en-US" dirty="0">
                <a:latin typeface="Times New Roman" panose="02020603050405020304" pitchFamily="18" charset="0"/>
                <a:hlinkClick r:id="rId2" action="ppaction://hlinksldjump"/>
              </a:rPr>
              <a:t>电荷守恒定律</a:t>
            </a:r>
            <a:r>
              <a:rPr lang="zh-CN" altLang="en-US" dirty="0">
                <a:latin typeface="Times New Roman" panose="02020603050405020304" pitchFamily="18" charset="0"/>
              </a:rPr>
              <a:t>（源）</a:t>
            </a:r>
          </a:p>
          <a:p>
            <a:pPr eaLnBrk="1" hangingPunct="1">
              <a:spcBef>
                <a:spcPct val="50000"/>
              </a:spcBef>
            </a:pPr>
            <a:r>
              <a:rPr lang="en-US" altLang="zh-CN" dirty="0">
                <a:solidFill>
                  <a:schemeClr val="tx1"/>
                </a:solidFill>
                <a:latin typeface="Times New Roman" panose="02020603050405020304" pitchFamily="18" charset="0"/>
              </a:rPr>
              <a:t>2.2   </a:t>
            </a:r>
            <a:r>
              <a:rPr lang="zh-CN" altLang="en-US" dirty="0">
                <a:latin typeface="Times New Roman" panose="02020603050405020304" pitchFamily="18" charset="0"/>
                <a:hlinkClick r:id="" action="ppaction://noaction"/>
              </a:rPr>
              <a:t>真空中静电</a:t>
            </a:r>
            <a:r>
              <a:rPr lang="zh-CN" altLang="en-US" sz="2800" dirty="0">
                <a:latin typeface="Times New Roman" panose="02020603050405020304" pitchFamily="18" charset="0"/>
                <a:hlinkClick r:id="" action="ppaction://noaction"/>
              </a:rPr>
              <a:t>场</a:t>
            </a:r>
            <a:r>
              <a:rPr lang="zh-CN" altLang="en-US" dirty="0">
                <a:latin typeface="Times New Roman" panose="02020603050405020304" pitchFamily="18" charset="0"/>
                <a:hlinkClick r:id="" action="ppaction://noaction"/>
              </a:rPr>
              <a:t>的基本规律</a:t>
            </a:r>
            <a:endParaRPr lang="zh-CN" altLang="en-US" dirty="0">
              <a:latin typeface="Times New Roman" panose="02020603050405020304" pitchFamily="18" charset="0"/>
            </a:endParaRPr>
          </a:p>
          <a:p>
            <a:pPr eaLnBrk="1" hangingPunct="1">
              <a:spcBef>
                <a:spcPct val="50000"/>
              </a:spcBef>
            </a:pPr>
            <a:r>
              <a:rPr lang="en-US" altLang="zh-CN" dirty="0">
                <a:solidFill>
                  <a:schemeClr val="tx1"/>
                </a:solidFill>
                <a:latin typeface="Times New Roman" panose="02020603050405020304" pitchFamily="18" charset="0"/>
              </a:rPr>
              <a:t>2.3   </a:t>
            </a:r>
            <a:r>
              <a:rPr lang="zh-CN" altLang="en-US" dirty="0">
                <a:latin typeface="Times New Roman" panose="02020603050405020304" pitchFamily="18" charset="0"/>
                <a:hlinkClick r:id="" action="ppaction://noaction"/>
              </a:rPr>
              <a:t>真空中恒定磁场的基本规律</a:t>
            </a:r>
            <a:endParaRPr lang="en-US" altLang="zh-CN" dirty="0">
              <a:latin typeface="Times New Roman" panose="02020603050405020304" pitchFamily="18" charset="0"/>
            </a:endParaRPr>
          </a:p>
          <a:p>
            <a:pPr eaLnBrk="1" hangingPunct="1">
              <a:spcBef>
                <a:spcPct val="50000"/>
              </a:spcBef>
            </a:pPr>
            <a:r>
              <a:rPr lang="en-US" altLang="zh-CN" dirty="0">
                <a:solidFill>
                  <a:schemeClr val="tx1"/>
                </a:solidFill>
                <a:latin typeface="Times New Roman" panose="02020603050405020304" pitchFamily="18" charset="0"/>
              </a:rPr>
              <a:t>2.4   </a:t>
            </a:r>
            <a:r>
              <a:rPr lang="zh-CN" altLang="en-US" dirty="0">
                <a:latin typeface="Times New Roman" panose="02020603050405020304" pitchFamily="18" charset="0"/>
                <a:hlinkClick r:id="" action="ppaction://noaction"/>
              </a:rPr>
              <a:t>媒质的电磁特性</a:t>
            </a:r>
            <a:endParaRPr lang="zh-CN" altLang="en-US" dirty="0">
              <a:latin typeface="Times New Roman" panose="02020603050405020304" pitchFamily="18" charset="0"/>
            </a:endParaRPr>
          </a:p>
          <a:p>
            <a:pPr eaLnBrk="1" hangingPunct="1">
              <a:spcBef>
                <a:spcPct val="50000"/>
              </a:spcBef>
            </a:pPr>
            <a:endParaRPr lang="en-US" altLang="zh-CN" dirty="0">
              <a:latin typeface="Times New Roman" panose="02020603050405020304" pitchFamily="18" charset="0"/>
            </a:endParaRPr>
          </a:p>
          <a:p>
            <a:pPr eaLnBrk="1" hangingPunct="1">
              <a:spcBef>
                <a:spcPct val="50000"/>
              </a:spcBef>
            </a:pPr>
            <a:endParaRPr lang="zh-CN" altLang="en-US" dirty="0">
              <a:latin typeface="Times New Roman" panose="02020603050405020304" pitchFamily="18" charset="0"/>
            </a:endParaRPr>
          </a:p>
          <a:p>
            <a:pPr eaLnBrk="1" hangingPunct="1">
              <a:spcBef>
                <a:spcPct val="50000"/>
              </a:spcBef>
            </a:pPr>
            <a:r>
              <a:rPr lang="en-US" altLang="zh-CN" dirty="0">
                <a:solidFill>
                  <a:schemeClr val="tx1"/>
                </a:solidFill>
                <a:latin typeface="Times New Roman" panose="02020603050405020304" pitchFamily="18" charset="0"/>
              </a:rPr>
              <a:t>2.5   </a:t>
            </a:r>
            <a:r>
              <a:rPr lang="zh-CN" altLang="en-US" dirty="0">
                <a:latin typeface="Times New Roman" panose="02020603050405020304" pitchFamily="18" charset="0"/>
                <a:hlinkClick r:id="" action="ppaction://noaction"/>
              </a:rPr>
              <a:t>电磁感应定律和位移电流</a:t>
            </a:r>
            <a:endParaRPr lang="zh-CN" altLang="en-US" dirty="0">
              <a:latin typeface="Times New Roman" panose="02020603050405020304" pitchFamily="18" charset="0"/>
            </a:endParaRPr>
          </a:p>
          <a:p>
            <a:pPr eaLnBrk="1" hangingPunct="1">
              <a:spcBef>
                <a:spcPct val="50000"/>
              </a:spcBef>
            </a:pPr>
            <a:endParaRPr lang="zh-CN" altLang="en-US" dirty="0">
              <a:latin typeface="Times New Roman" panose="02020603050405020304" pitchFamily="18" charset="0"/>
            </a:endParaRPr>
          </a:p>
          <a:p>
            <a:pPr eaLnBrk="1" hangingPunct="1">
              <a:spcBef>
                <a:spcPct val="50000"/>
              </a:spcBef>
            </a:pPr>
            <a:endParaRPr lang="zh-CN" altLang="en-US" dirty="0">
              <a:latin typeface="Times New Roman" panose="02020603050405020304" pitchFamily="18" charset="0"/>
            </a:endParaRPr>
          </a:p>
          <a:p>
            <a:pPr eaLnBrk="1" hangingPunct="1">
              <a:spcBef>
                <a:spcPct val="50000"/>
              </a:spcBef>
            </a:pPr>
            <a:r>
              <a:rPr lang="en-US" altLang="zh-CN" dirty="0">
                <a:solidFill>
                  <a:schemeClr val="tx1"/>
                </a:solidFill>
                <a:latin typeface="Times New Roman" panose="02020603050405020304" pitchFamily="18" charset="0"/>
              </a:rPr>
              <a:t>2.6   </a:t>
            </a:r>
            <a:r>
              <a:rPr lang="zh-CN" altLang="en-US" dirty="0">
                <a:latin typeface="Times New Roman" panose="02020603050405020304" pitchFamily="18" charset="0"/>
                <a:hlinkClick r:id="" action="ppaction://noaction"/>
              </a:rPr>
              <a:t>麦克斯韦方程组</a:t>
            </a:r>
            <a:endParaRPr lang="zh-CN" altLang="en-US" dirty="0">
              <a:latin typeface="Times New Roman" panose="02020603050405020304" pitchFamily="18" charset="0"/>
            </a:endParaRPr>
          </a:p>
          <a:p>
            <a:pPr eaLnBrk="1" hangingPunct="1">
              <a:spcBef>
                <a:spcPct val="50000"/>
              </a:spcBef>
            </a:pPr>
            <a:r>
              <a:rPr lang="en-US" altLang="zh-CN" dirty="0">
                <a:solidFill>
                  <a:schemeClr val="tx1"/>
                </a:solidFill>
                <a:latin typeface="Times New Roman" panose="02020603050405020304" pitchFamily="18" charset="0"/>
              </a:rPr>
              <a:t>2.7   </a:t>
            </a:r>
            <a:r>
              <a:rPr lang="zh-CN" altLang="en-US" dirty="0">
                <a:latin typeface="Times New Roman" panose="02020603050405020304" pitchFamily="18" charset="0"/>
                <a:hlinkClick r:id="" action="ppaction://noaction"/>
              </a:rPr>
              <a:t>电磁场的边界条件</a:t>
            </a:r>
            <a:endParaRPr lang="zh-CN" altLang="en-US" dirty="0">
              <a:latin typeface="Times New Roman" panose="02020603050405020304" pitchFamily="18" charset="0"/>
            </a:endParaRPr>
          </a:p>
        </p:txBody>
      </p:sp>
      <p:sp>
        <p:nvSpPr>
          <p:cNvPr id="5125" name="Rectangle 9">
            <a:extLst>
              <a:ext uri="{FF2B5EF4-FFF2-40B4-BE49-F238E27FC236}">
                <a16:creationId xmlns:a16="http://schemas.microsoft.com/office/drawing/2014/main" id="{56C246F7-193B-496F-FA52-033A9510CDBE}"/>
              </a:ext>
            </a:extLst>
          </p:cNvPr>
          <p:cNvSpPr>
            <a:spLocks noGrp="1" noChangeArrowheads="1"/>
          </p:cNvSpPr>
          <p:nvPr>
            <p:ph idx="1"/>
          </p:nvPr>
        </p:nvSpPr>
        <p:spPr bwMode="auto">
          <a:xfrm>
            <a:off x="250825" y="2205038"/>
            <a:ext cx="973138" cy="2016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ctr" eaLnBrk="1" hangingPunct="1">
              <a:lnSpc>
                <a:spcPct val="105000"/>
              </a:lnSpc>
              <a:spcBef>
                <a:spcPct val="0"/>
              </a:spcBef>
              <a:buFontTx/>
              <a:buNone/>
            </a:pPr>
            <a:r>
              <a:rPr lang="zh-CN" altLang="en-US" sz="3200" b="1">
                <a:solidFill>
                  <a:srgbClr val="FF3300"/>
                </a:solidFill>
                <a:effectLst/>
              </a:rPr>
              <a:t>本</a:t>
            </a:r>
          </a:p>
          <a:p>
            <a:pPr marL="0" indent="0" algn="ctr" eaLnBrk="1" hangingPunct="1">
              <a:lnSpc>
                <a:spcPct val="105000"/>
              </a:lnSpc>
              <a:spcBef>
                <a:spcPct val="0"/>
              </a:spcBef>
              <a:buFontTx/>
              <a:buNone/>
            </a:pPr>
            <a:r>
              <a:rPr lang="zh-CN" altLang="en-US" sz="3200" b="1">
                <a:solidFill>
                  <a:srgbClr val="FF3300"/>
                </a:solidFill>
                <a:effectLst/>
              </a:rPr>
              <a:t>章</a:t>
            </a:r>
          </a:p>
          <a:p>
            <a:pPr marL="0" indent="0" algn="ctr" eaLnBrk="1" hangingPunct="1">
              <a:lnSpc>
                <a:spcPct val="105000"/>
              </a:lnSpc>
              <a:spcBef>
                <a:spcPct val="0"/>
              </a:spcBef>
              <a:buFontTx/>
              <a:buNone/>
            </a:pPr>
            <a:r>
              <a:rPr lang="zh-CN" altLang="en-US" sz="3200" b="1">
                <a:solidFill>
                  <a:srgbClr val="FF3300"/>
                </a:solidFill>
                <a:effectLst/>
              </a:rPr>
              <a:t>内</a:t>
            </a:r>
          </a:p>
          <a:p>
            <a:pPr marL="0" indent="0" algn="ctr" eaLnBrk="1" hangingPunct="1">
              <a:lnSpc>
                <a:spcPct val="105000"/>
              </a:lnSpc>
              <a:spcBef>
                <a:spcPct val="0"/>
              </a:spcBef>
              <a:buFontTx/>
              <a:buNone/>
            </a:pPr>
            <a:r>
              <a:rPr lang="zh-CN" altLang="en-US" sz="3200" b="1">
                <a:solidFill>
                  <a:srgbClr val="FF3300"/>
                </a:solidFill>
                <a:effectLst/>
              </a:rPr>
              <a:t>容</a:t>
            </a:r>
          </a:p>
        </p:txBody>
      </p:sp>
      <p:sp>
        <p:nvSpPr>
          <p:cNvPr id="5126" name="AutoShape 10">
            <a:hlinkClick r:id="" action="ppaction://hlinkshowjump?jump=firstslide" highlightClick="1"/>
            <a:extLst>
              <a:ext uri="{FF2B5EF4-FFF2-40B4-BE49-F238E27FC236}">
                <a16:creationId xmlns:a16="http://schemas.microsoft.com/office/drawing/2014/main" id="{F70F2FF6-01AD-3341-889A-C89E52DA291A}"/>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5127" name="AutoShape 11">
            <a:hlinkClick r:id="" action="ppaction://hlinkshowjump?jump=previousslide" highlightClick="1"/>
            <a:extLst>
              <a:ext uri="{FF2B5EF4-FFF2-40B4-BE49-F238E27FC236}">
                <a16:creationId xmlns:a16="http://schemas.microsoft.com/office/drawing/2014/main" id="{41FD8CF7-90E6-5292-C6FA-8A2EAF6F2E14}"/>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5128" name="AutoShape 12">
            <a:hlinkClick r:id="" action="ppaction://hlinkshowjump?jump=nextslide" highlightClick="1"/>
            <a:extLst>
              <a:ext uri="{FF2B5EF4-FFF2-40B4-BE49-F238E27FC236}">
                <a16:creationId xmlns:a16="http://schemas.microsoft.com/office/drawing/2014/main" id="{D5EED956-06D8-8605-19EB-40D6C7013DA0}"/>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5129" name="AutoShape 13">
            <a:hlinkClick r:id="" action="ppaction://hlinkshowjump?jump=lastslide" highlightClick="1"/>
            <a:extLst>
              <a:ext uri="{FF2B5EF4-FFF2-40B4-BE49-F238E27FC236}">
                <a16:creationId xmlns:a16="http://schemas.microsoft.com/office/drawing/2014/main" id="{C2FA75D7-F01F-1160-6458-61DC288EB9A1}"/>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403548" name="Rectangle 92">
            <a:extLst>
              <a:ext uri="{FF2B5EF4-FFF2-40B4-BE49-F238E27FC236}">
                <a16:creationId xmlns:a16="http://schemas.microsoft.com/office/drawing/2014/main" id="{280F480D-E587-88EC-E441-6D523D3589CB}"/>
              </a:ext>
            </a:extLst>
          </p:cNvPr>
          <p:cNvSpPr>
            <a:spLocks noChangeArrowheads="1"/>
          </p:cNvSpPr>
          <p:nvPr/>
        </p:nvSpPr>
        <p:spPr bwMode="auto">
          <a:xfrm>
            <a:off x="4802187" y="2344738"/>
            <a:ext cx="3802261"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20000"/>
              </a:spcBef>
            </a:pPr>
            <a:r>
              <a:rPr lang="zh-CN" altLang="en-US" sz="1400" dirty="0">
                <a:latin typeface="楷体_GB2312" pitchFamily="49" charset="-122"/>
              </a:rPr>
              <a:t>①极化：电介质中的静电场←→</a:t>
            </a:r>
          </a:p>
          <a:p>
            <a:pPr eaLnBrk="1" hangingPunct="1">
              <a:spcBef>
                <a:spcPct val="20000"/>
              </a:spcBef>
            </a:pPr>
            <a:endParaRPr lang="zh-CN" altLang="en-US" sz="1200" dirty="0">
              <a:latin typeface="楷体_GB2312" pitchFamily="49" charset="-122"/>
            </a:endParaRPr>
          </a:p>
          <a:p>
            <a:pPr eaLnBrk="1" hangingPunct="1">
              <a:spcBef>
                <a:spcPct val="20000"/>
              </a:spcBef>
            </a:pPr>
            <a:endParaRPr lang="zh-CN" altLang="en-US" sz="1200" dirty="0">
              <a:latin typeface="楷体_GB2312" pitchFamily="49" charset="-122"/>
            </a:endParaRPr>
          </a:p>
          <a:p>
            <a:pPr eaLnBrk="1" hangingPunct="1">
              <a:spcBef>
                <a:spcPct val="20000"/>
              </a:spcBef>
            </a:pPr>
            <a:r>
              <a:rPr lang="zh-CN" altLang="en-US" sz="1400" dirty="0">
                <a:latin typeface="楷体_GB2312" pitchFamily="49" charset="-122"/>
              </a:rPr>
              <a:t>②磁化：磁介质中的恒定磁场</a:t>
            </a:r>
            <a:r>
              <a:rPr lang="zh-CN" altLang="en-US" sz="1200" dirty="0">
                <a:latin typeface="楷体_GB2312" pitchFamily="49" charset="-122"/>
              </a:rPr>
              <a:t>←→</a:t>
            </a:r>
            <a:endParaRPr lang="en-US" altLang="zh-CN" sz="1200" dirty="0">
              <a:latin typeface="楷体_GB2312" pitchFamily="49" charset="-122"/>
            </a:endParaRPr>
          </a:p>
          <a:p>
            <a:pPr eaLnBrk="1" hangingPunct="1">
              <a:spcBef>
                <a:spcPct val="20000"/>
              </a:spcBef>
            </a:pPr>
            <a:endParaRPr lang="zh-CN" altLang="en-US" sz="1100" dirty="0">
              <a:latin typeface="楷体_GB2312" pitchFamily="49" charset="-122"/>
            </a:endParaRPr>
          </a:p>
          <a:p>
            <a:pPr eaLnBrk="1" hangingPunct="1">
              <a:spcBef>
                <a:spcPct val="20000"/>
              </a:spcBef>
            </a:pPr>
            <a:endParaRPr lang="zh-CN" altLang="en-US" sz="1200" dirty="0">
              <a:latin typeface="楷体_GB2312" pitchFamily="49" charset="-122"/>
            </a:endParaRPr>
          </a:p>
          <a:p>
            <a:pPr eaLnBrk="1" hangingPunct="1">
              <a:spcBef>
                <a:spcPct val="20000"/>
              </a:spcBef>
            </a:pPr>
            <a:r>
              <a:rPr lang="zh-CN" altLang="en-US" sz="1400" dirty="0">
                <a:latin typeface="楷体_GB2312" pitchFamily="49" charset="-122"/>
              </a:rPr>
              <a:t>③传导：导电媒质中的</a:t>
            </a:r>
            <a:r>
              <a:rPr lang="zh-CN" altLang="en-US" sz="1400" dirty="0">
                <a:solidFill>
                  <a:srgbClr val="FF0000"/>
                </a:solidFill>
                <a:latin typeface="楷体_GB2312" pitchFamily="49" charset="-122"/>
              </a:rPr>
              <a:t>恒定电场</a:t>
            </a:r>
            <a:r>
              <a:rPr lang="en-US" altLang="zh-CN" sz="1400" dirty="0">
                <a:latin typeface="楷体_GB2312" pitchFamily="49" charset="-122"/>
              </a:rPr>
              <a:t>(3.2)</a:t>
            </a:r>
            <a:r>
              <a:rPr lang="zh-CN" altLang="en-US" sz="1400" dirty="0">
                <a:latin typeface="楷体_GB2312" pitchFamily="49" charset="-122"/>
              </a:rPr>
              <a:t>←→</a:t>
            </a:r>
          </a:p>
        </p:txBody>
      </p:sp>
      <p:graphicFrame>
        <p:nvGraphicFramePr>
          <p:cNvPr id="415766" name="Object 22">
            <a:extLst>
              <a:ext uri="{FF2B5EF4-FFF2-40B4-BE49-F238E27FC236}">
                <a16:creationId xmlns:a16="http://schemas.microsoft.com/office/drawing/2014/main" id="{C1810120-E949-ABA5-9F90-347CB5B46F02}"/>
              </a:ext>
            </a:extLst>
          </p:cNvPr>
          <p:cNvGraphicFramePr>
            <a:graphicFrameLocks noChangeAspect="1"/>
          </p:cNvGraphicFramePr>
          <p:nvPr>
            <p:extLst>
              <p:ext uri="{D42A27DB-BD31-4B8C-83A1-F6EECF244321}">
                <p14:modId xmlns:p14="http://schemas.microsoft.com/office/powerpoint/2010/main" val="2002284249"/>
              </p:ext>
            </p:extLst>
          </p:nvPr>
        </p:nvGraphicFramePr>
        <p:xfrm>
          <a:off x="8143627" y="3640138"/>
          <a:ext cx="604837" cy="771525"/>
        </p:xfrm>
        <a:graphic>
          <a:graphicData uri="http://schemas.openxmlformats.org/presentationml/2006/ole">
            <mc:AlternateContent xmlns:mc="http://schemas.openxmlformats.org/markup-compatibility/2006">
              <mc:Choice xmlns:v="urn:schemas-microsoft-com:vml" Requires="v">
                <p:oleObj r:id="rId3" imgW="235102" imgH="279308" progId="Equation.3">
                  <p:embed/>
                </p:oleObj>
              </mc:Choice>
              <mc:Fallback>
                <p:oleObj r:id="rId3" imgW="235102" imgH="279308" progId="Equation.3">
                  <p:embed/>
                  <p:pic>
                    <p:nvPicPr>
                      <p:cNvPr id="415766" name="Object 22">
                        <a:extLst>
                          <a:ext uri="{FF2B5EF4-FFF2-40B4-BE49-F238E27FC236}">
                            <a16:creationId xmlns:a16="http://schemas.microsoft.com/office/drawing/2014/main" id="{C1810120-E949-ABA5-9F90-347CB5B46F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43627" y="3640138"/>
                        <a:ext cx="604837"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 name="Object 22">
            <a:extLst>
              <a:ext uri="{FF2B5EF4-FFF2-40B4-BE49-F238E27FC236}">
                <a16:creationId xmlns:a16="http://schemas.microsoft.com/office/drawing/2014/main" id="{73E43C37-FB7A-CB83-5CEA-2F0E2E24FA3D}"/>
              </a:ext>
            </a:extLst>
          </p:cNvPr>
          <p:cNvGraphicFramePr>
            <a:graphicFrameLocks noChangeAspect="1"/>
          </p:cNvGraphicFramePr>
          <p:nvPr>
            <p:extLst>
              <p:ext uri="{D42A27DB-BD31-4B8C-83A1-F6EECF244321}">
                <p14:modId xmlns:p14="http://schemas.microsoft.com/office/powerpoint/2010/main" val="2396304936"/>
              </p:ext>
            </p:extLst>
          </p:nvPr>
        </p:nvGraphicFramePr>
        <p:xfrm>
          <a:off x="7522015" y="2835275"/>
          <a:ext cx="630237" cy="771525"/>
        </p:xfrm>
        <a:graphic>
          <a:graphicData uri="http://schemas.openxmlformats.org/presentationml/2006/ole">
            <mc:AlternateContent xmlns:mc="http://schemas.openxmlformats.org/markup-compatibility/2006">
              <mc:Choice xmlns:v="urn:schemas-microsoft-com:vml" Requires="v">
                <p:oleObj r:id="rId5" imgW="247585" imgH="279308" progId="Equation.3">
                  <p:embed/>
                </p:oleObj>
              </mc:Choice>
              <mc:Fallback>
                <p:oleObj r:id="rId5" imgW="247585" imgH="279308" progId="Equation.3">
                  <p:embed/>
                  <p:pic>
                    <p:nvPicPr>
                      <p:cNvPr id="2" name="Object 22">
                        <a:extLst>
                          <a:ext uri="{FF2B5EF4-FFF2-40B4-BE49-F238E27FC236}">
                            <a16:creationId xmlns:a16="http://schemas.microsoft.com/office/drawing/2014/main" id="{73E43C37-FB7A-CB83-5CEA-2F0E2E24FA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22015" y="2835275"/>
                        <a:ext cx="630237"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 name="Object 22">
            <a:extLst>
              <a:ext uri="{FF2B5EF4-FFF2-40B4-BE49-F238E27FC236}">
                <a16:creationId xmlns:a16="http://schemas.microsoft.com/office/drawing/2014/main" id="{B12EFA61-2F52-4B0F-5BB5-E51CE5BCBE87}"/>
              </a:ext>
            </a:extLst>
          </p:cNvPr>
          <p:cNvGraphicFramePr>
            <a:graphicFrameLocks noChangeAspect="1"/>
          </p:cNvGraphicFramePr>
          <p:nvPr>
            <p:extLst>
              <p:ext uri="{D42A27DB-BD31-4B8C-83A1-F6EECF244321}">
                <p14:modId xmlns:p14="http://schemas.microsoft.com/office/powerpoint/2010/main" val="1791826388"/>
              </p:ext>
            </p:extLst>
          </p:nvPr>
        </p:nvGraphicFramePr>
        <p:xfrm>
          <a:off x="7380312" y="2043983"/>
          <a:ext cx="604837" cy="771525"/>
        </p:xfrm>
        <a:graphic>
          <a:graphicData uri="http://schemas.openxmlformats.org/presentationml/2006/ole">
            <mc:AlternateContent xmlns:mc="http://schemas.openxmlformats.org/markup-compatibility/2006">
              <mc:Choice xmlns:v="urn:schemas-microsoft-com:vml" Requires="v">
                <p:oleObj r:id="rId7" imgW="235102" imgH="279308" progId="Equation.3">
                  <p:embed/>
                </p:oleObj>
              </mc:Choice>
              <mc:Fallback>
                <p:oleObj r:id="rId7" imgW="235102" imgH="279308" progId="Equation.3">
                  <p:embed/>
                  <p:pic>
                    <p:nvPicPr>
                      <p:cNvPr id="3" name="Object 22">
                        <a:extLst>
                          <a:ext uri="{FF2B5EF4-FFF2-40B4-BE49-F238E27FC236}">
                            <a16:creationId xmlns:a16="http://schemas.microsoft.com/office/drawing/2014/main" id="{B12EFA61-2F52-4B0F-5BB5-E51CE5BCBE8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80312" y="2043983"/>
                        <a:ext cx="604837"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 name="Object 22">
            <a:extLst>
              <a:ext uri="{FF2B5EF4-FFF2-40B4-BE49-F238E27FC236}">
                <a16:creationId xmlns:a16="http://schemas.microsoft.com/office/drawing/2014/main" id="{80CA2DC8-5AF7-047B-5107-635F62879EA8}"/>
              </a:ext>
            </a:extLst>
          </p:cNvPr>
          <p:cNvGraphicFramePr>
            <a:graphicFrameLocks noChangeAspect="1"/>
          </p:cNvGraphicFramePr>
          <p:nvPr>
            <p:extLst>
              <p:ext uri="{D42A27DB-BD31-4B8C-83A1-F6EECF244321}">
                <p14:modId xmlns:p14="http://schemas.microsoft.com/office/powerpoint/2010/main" val="1583425006"/>
              </p:ext>
            </p:extLst>
          </p:nvPr>
        </p:nvGraphicFramePr>
        <p:xfrm>
          <a:off x="6877050" y="1243013"/>
          <a:ext cx="503238" cy="385762"/>
        </p:xfrm>
        <a:graphic>
          <a:graphicData uri="http://schemas.openxmlformats.org/presentationml/2006/ole">
            <mc:AlternateContent xmlns:mc="http://schemas.openxmlformats.org/markup-compatibility/2006">
              <mc:Choice xmlns:v="urn:schemas-microsoft-com:vml" Requires="v">
                <p:oleObj r:id="rId9" imgW="190578" imgH="127185" progId="Equation.3">
                  <p:embed/>
                </p:oleObj>
              </mc:Choice>
              <mc:Fallback>
                <p:oleObj r:id="rId9" imgW="190578" imgH="127185" progId="Equation.3">
                  <p:embed/>
                  <p:pic>
                    <p:nvPicPr>
                      <p:cNvPr id="4" name="Object 22">
                        <a:extLst>
                          <a:ext uri="{FF2B5EF4-FFF2-40B4-BE49-F238E27FC236}">
                            <a16:creationId xmlns:a16="http://schemas.microsoft.com/office/drawing/2014/main" id="{80CA2DC8-5AF7-047B-5107-635F62879EA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77050" y="1243013"/>
                        <a:ext cx="503238" cy="38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 name="Object 22">
            <a:extLst>
              <a:ext uri="{FF2B5EF4-FFF2-40B4-BE49-F238E27FC236}">
                <a16:creationId xmlns:a16="http://schemas.microsoft.com/office/drawing/2014/main" id="{8DD7D1D0-21DC-E034-356E-D63B85C624F9}"/>
              </a:ext>
            </a:extLst>
          </p:cNvPr>
          <p:cNvGraphicFramePr>
            <a:graphicFrameLocks noChangeAspect="1"/>
          </p:cNvGraphicFramePr>
          <p:nvPr>
            <p:extLst>
              <p:ext uri="{D42A27DB-BD31-4B8C-83A1-F6EECF244321}">
                <p14:modId xmlns:p14="http://schemas.microsoft.com/office/powerpoint/2010/main" val="1501828921"/>
              </p:ext>
            </p:extLst>
          </p:nvPr>
        </p:nvGraphicFramePr>
        <p:xfrm>
          <a:off x="7107238" y="1747838"/>
          <a:ext cx="503237" cy="385762"/>
        </p:xfrm>
        <a:graphic>
          <a:graphicData uri="http://schemas.openxmlformats.org/presentationml/2006/ole">
            <mc:AlternateContent xmlns:mc="http://schemas.openxmlformats.org/markup-compatibility/2006">
              <mc:Choice xmlns:v="urn:schemas-microsoft-com:vml" Requires="v">
                <p:oleObj r:id="rId11" imgW="190578" imgH="127185" progId="Equation.3">
                  <p:embed/>
                </p:oleObj>
              </mc:Choice>
              <mc:Fallback>
                <p:oleObj r:id="rId11" imgW="190578" imgH="127185" progId="Equation.3">
                  <p:embed/>
                  <p:pic>
                    <p:nvPicPr>
                      <p:cNvPr id="5" name="Object 22">
                        <a:extLst>
                          <a:ext uri="{FF2B5EF4-FFF2-40B4-BE49-F238E27FC236}">
                            <a16:creationId xmlns:a16="http://schemas.microsoft.com/office/drawing/2014/main" id="{8DD7D1D0-21DC-E034-356E-D63B85C624F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07238" y="1747838"/>
                        <a:ext cx="503237" cy="38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 name="Rectangle 92">
            <a:extLst>
              <a:ext uri="{FF2B5EF4-FFF2-40B4-BE49-F238E27FC236}">
                <a16:creationId xmlns:a16="http://schemas.microsoft.com/office/drawing/2014/main" id="{38E0D5F8-A965-609C-8925-06FDB4ECD6F7}"/>
              </a:ext>
            </a:extLst>
          </p:cNvPr>
          <p:cNvSpPr>
            <a:spLocks noChangeArrowheads="1"/>
          </p:cNvSpPr>
          <p:nvPr/>
        </p:nvSpPr>
        <p:spPr bwMode="auto">
          <a:xfrm>
            <a:off x="6029325" y="1270000"/>
            <a:ext cx="1008063"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20000"/>
              </a:spcBef>
            </a:pPr>
            <a:r>
              <a:rPr lang="zh-CN" altLang="en-US" sz="1400">
                <a:latin typeface="楷体_GB2312" pitchFamily="49" charset="-122"/>
              </a:rPr>
              <a:t>静态电场</a:t>
            </a:r>
          </a:p>
        </p:txBody>
      </p:sp>
      <p:graphicFrame>
        <p:nvGraphicFramePr>
          <p:cNvPr id="3172" name="Group 100">
            <a:extLst>
              <a:ext uri="{FF2B5EF4-FFF2-40B4-BE49-F238E27FC236}">
                <a16:creationId xmlns:a16="http://schemas.microsoft.com/office/drawing/2014/main" id="{B6DDEA46-5500-7F21-FDAE-E2E72E71890D}"/>
              </a:ext>
            </a:extLst>
          </p:cNvPr>
          <p:cNvGraphicFramePr>
            <a:graphicFrameLocks noGrp="1"/>
          </p:cNvGraphicFramePr>
          <p:nvPr/>
        </p:nvGraphicFramePr>
        <p:xfrm>
          <a:off x="1417638" y="4557713"/>
          <a:ext cx="5113337" cy="935052"/>
        </p:xfrm>
        <a:graphic>
          <a:graphicData uri="http://schemas.openxmlformats.org/drawingml/2006/table">
            <a:tbl>
              <a:tblPr/>
              <a:tblGrid>
                <a:gridCol w="149860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1804987">
                  <a:extLst>
                    <a:ext uri="{9D8B030D-6E8A-4147-A177-3AD203B41FA5}">
                      <a16:colId xmlns:a16="http://schemas.microsoft.com/office/drawing/2014/main" val="20002"/>
                    </a:ext>
                  </a:extLst>
                </a:gridCol>
              </a:tblGrid>
              <a:tr h="560733">
                <a:tc>
                  <a:txBody>
                    <a:bodyPr/>
                    <a:lstStyle>
                      <a:lvl1pPr algn="l" eaLnBrk="0" hangingPunct="0">
                        <a:spcBef>
                          <a:spcPct val="20000"/>
                        </a:spcBef>
                        <a:defRPr sz="2400">
                          <a:solidFill>
                            <a:schemeClr val="tx1"/>
                          </a:solidFill>
                          <a:latin typeface="Arial" panose="020B0604020202020204" pitchFamily="34" charset="0"/>
                          <a:ea typeface="宋体" panose="02010600030101010101" pitchFamily="2" charset="-122"/>
                        </a:defRPr>
                      </a:lvl1pPr>
                      <a:lvl2pPr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algn="l" eaLnBrk="0" hangingPunct="0">
                        <a:spcBef>
                          <a:spcPct val="20000"/>
                        </a:spcBef>
                        <a:defRPr>
                          <a:solidFill>
                            <a:schemeClr val="tx1"/>
                          </a:solidFill>
                          <a:latin typeface="Arial" panose="020B0604020202020204" pitchFamily="34" charset="0"/>
                          <a:ea typeface="宋体" panose="02010600030101010101" pitchFamily="2" charset="-122"/>
                        </a:defRPr>
                      </a:lvl4pPr>
                      <a:lvl5pPr algn="l"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400" b="1" i="0" u="none" strike="noStrike" cap="none" normalizeH="0" baseline="0">
                          <a:ln>
                            <a:noFill/>
                          </a:ln>
                          <a:solidFill>
                            <a:srgbClr val="FF6600"/>
                          </a:solidFill>
                          <a:effectLst/>
                          <a:latin typeface="Arial" panose="020B0604020202020204" pitchFamily="34" charset="0"/>
                          <a:ea typeface="宋体" panose="02010600030101010101" pitchFamily="2" charset="-122"/>
                        </a:rPr>
                        <a:t>旋度源</a:t>
                      </a:r>
                      <a:r>
                        <a:rPr kumimoji="0" lang="zh-CN" altLang="en-US" sz="1400" b="1" i="0" u="none" strike="noStrike" cap="none" normalizeH="0" baseline="0">
                          <a:ln>
                            <a:noFill/>
                          </a:ln>
                          <a:solidFill>
                            <a:schemeClr val="bg1"/>
                          </a:solidFill>
                          <a:effectLst/>
                          <a:latin typeface="Arial" panose="020B0604020202020204" pitchFamily="34" charset="0"/>
                          <a:ea typeface="宋体" panose="02010600030101010101" pitchFamily="2" charset="-122"/>
                        </a:rPr>
                        <a:t>（两类）</a:t>
                      </a:r>
                    </a:p>
                  </a:txBody>
                  <a:tcPr marT="45678" marB="4567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400">
                          <a:solidFill>
                            <a:schemeClr val="tx1"/>
                          </a:solidFill>
                          <a:latin typeface="Arial" panose="020B0604020202020204" pitchFamily="34" charset="0"/>
                          <a:ea typeface="宋体" panose="02010600030101010101" pitchFamily="2" charset="-122"/>
                        </a:defRPr>
                      </a:lvl1pPr>
                      <a:lvl2pPr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algn="l" eaLnBrk="0" hangingPunct="0">
                        <a:spcBef>
                          <a:spcPct val="20000"/>
                        </a:spcBef>
                        <a:defRPr>
                          <a:solidFill>
                            <a:schemeClr val="tx1"/>
                          </a:solidFill>
                          <a:latin typeface="Arial" panose="020B0604020202020204" pitchFamily="34" charset="0"/>
                          <a:ea typeface="宋体" panose="02010600030101010101" pitchFamily="2" charset="-122"/>
                        </a:defRPr>
                      </a:lvl4pPr>
                      <a:lvl5pPr algn="l"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400" b="1" i="0" u="none" strike="noStrike" cap="none" normalizeH="0" baseline="0">
                          <a:ln>
                            <a:noFill/>
                          </a:ln>
                          <a:solidFill>
                            <a:schemeClr val="bg1"/>
                          </a:solidFill>
                          <a:effectLst/>
                          <a:latin typeface="Arial" panose="020B0604020202020204" pitchFamily="34" charset="0"/>
                          <a:ea typeface="宋体" panose="02010600030101010101" pitchFamily="2" charset="-122"/>
                        </a:rPr>
                        <a:t>变化的磁场</a:t>
                      </a:r>
                    </a:p>
                  </a:txBody>
                  <a:tcPr marT="45678" marB="4567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400">
                          <a:solidFill>
                            <a:schemeClr val="tx1"/>
                          </a:solidFill>
                          <a:latin typeface="Arial" panose="020B0604020202020204" pitchFamily="34" charset="0"/>
                          <a:ea typeface="宋体" panose="02010600030101010101" pitchFamily="2" charset="-122"/>
                        </a:defRPr>
                      </a:lvl1pPr>
                      <a:lvl2pPr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algn="l" eaLnBrk="0" hangingPunct="0">
                        <a:spcBef>
                          <a:spcPct val="20000"/>
                        </a:spcBef>
                        <a:defRPr>
                          <a:solidFill>
                            <a:schemeClr val="tx1"/>
                          </a:solidFill>
                          <a:latin typeface="Arial" panose="020B0604020202020204" pitchFamily="34" charset="0"/>
                          <a:ea typeface="宋体" panose="02010600030101010101" pitchFamily="2" charset="-122"/>
                        </a:defRPr>
                      </a:lvl4pPr>
                      <a:lvl5pPr algn="l"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400" b="1" i="0" u="none" strike="noStrike" cap="none" normalizeH="0" baseline="0">
                          <a:ln>
                            <a:noFill/>
                          </a:ln>
                          <a:solidFill>
                            <a:schemeClr val="bg1"/>
                          </a:solidFill>
                          <a:effectLst/>
                          <a:latin typeface="Arial" panose="020B0604020202020204" pitchFamily="34" charset="0"/>
                          <a:ea typeface="宋体" panose="02010600030101010101" pitchFamily="2" charset="-122"/>
                        </a:rPr>
                        <a:t>变化的电场</a:t>
                      </a:r>
                    </a:p>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78" marB="4567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4304">
                <a:tc>
                  <a:txBody>
                    <a:bodyPr/>
                    <a:lstStyle>
                      <a:lvl1pPr algn="l" eaLnBrk="0" hangingPunct="0">
                        <a:spcBef>
                          <a:spcPct val="20000"/>
                        </a:spcBef>
                        <a:defRPr sz="2400">
                          <a:solidFill>
                            <a:schemeClr val="tx1"/>
                          </a:solidFill>
                          <a:latin typeface="Arial" panose="020B0604020202020204" pitchFamily="34" charset="0"/>
                          <a:ea typeface="宋体" panose="02010600030101010101" pitchFamily="2" charset="-122"/>
                        </a:defRPr>
                      </a:lvl1pPr>
                      <a:lvl2pPr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algn="l" eaLnBrk="0" hangingPunct="0">
                        <a:spcBef>
                          <a:spcPct val="20000"/>
                        </a:spcBef>
                        <a:defRPr>
                          <a:solidFill>
                            <a:schemeClr val="tx1"/>
                          </a:solidFill>
                          <a:latin typeface="Arial" panose="020B0604020202020204" pitchFamily="34" charset="0"/>
                          <a:ea typeface="宋体" panose="02010600030101010101" pitchFamily="2" charset="-122"/>
                        </a:defRPr>
                      </a:lvl4pPr>
                      <a:lvl5pPr algn="l"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400" b="1" i="0" u="none" strike="noStrike" cap="none" normalizeH="0" baseline="0">
                          <a:ln>
                            <a:noFill/>
                          </a:ln>
                          <a:solidFill>
                            <a:schemeClr val="bg1"/>
                          </a:solidFill>
                          <a:effectLst/>
                          <a:latin typeface="Arial" panose="020B0604020202020204" pitchFamily="34" charset="0"/>
                          <a:ea typeface="宋体" panose="02010600030101010101" pitchFamily="2" charset="-122"/>
                        </a:rPr>
                        <a:t>产生的场</a:t>
                      </a:r>
                    </a:p>
                  </a:txBody>
                  <a:tcPr marT="45678" marB="4567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400">
                          <a:solidFill>
                            <a:schemeClr val="tx1"/>
                          </a:solidFill>
                          <a:latin typeface="Arial" panose="020B0604020202020204" pitchFamily="34" charset="0"/>
                          <a:ea typeface="宋体" panose="02010600030101010101" pitchFamily="2" charset="-122"/>
                        </a:defRPr>
                      </a:lvl1pPr>
                      <a:lvl2pPr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algn="l" eaLnBrk="0" hangingPunct="0">
                        <a:spcBef>
                          <a:spcPct val="20000"/>
                        </a:spcBef>
                        <a:defRPr>
                          <a:solidFill>
                            <a:schemeClr val="tx1"/>
                          </a:solidFill>
                          <a:latin typeface="Arial" panose="020B0604020202020204" pitchFamily="34" charset="0"/>
                          <a:ea typeface="宋体" panose="02010600030101010101" pitchFamily="2" charset="-122"/>
                        </a:defRPr>
                      </a:lvl4pPr>
                      <a:lvl5pPr algn="l"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400" b="1" i="0" u="none" strike="noStrike" cap="none" normalizeH="0" baseline="0">
                          <a:ln>
                            <a:noFill/>
                          </a:ln>
                          <a:solidFill>
                            <a:schemeClr val="bg1"/>
                          </a:solidFill>
                          <a:effectLst/>
                          <a:latin typeface="Arial" panose="020B0604020202020204" pitchFamily="34" charset="0"/>
                          <a:ea typeface="宋体" panose="02010600030101010101" pitchFamily="2" charset="-122"/>
                        </a:rPr>
                        <a:t>感应电场</a:t>
                      </a:r>
                    </a:p>
                  </a:txBody>
                  <a:tcPr marT="45678" marB="4567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400">
                          <a:solidFill>
                            <a:schemeClr val="tx1"/>
                          </a:solidFill>
                          <a:latin typeface="Arial" panose="020B0604020202020204" pitchFamily="34" charset="0"/>
                          <a:ea typeface="宋体" panose="02010600030101010101" pitchFamily="2" charset="-122"/>
                        </a:defRPr>
                      </a:lvl1pPr>
                      <a:lvl2pPr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algn="l" eaLnBrk="0" hangingPunct="0">
                        <a:spcBef>
                          <a:spcPct val="20000"/>
                        </a:spcBef>
                        <a:defRPr>
                          <a:solidFill>
                            <a:schemeClr val="tx1"/>
                          </a:solidFill>
                          <a:latin typeface="Arial" panose="020B0604020202020204" pitchFamily="34" charset="0"/>
                          <a:ea typeface="宋体" panose="02010600030101010101" pitchFamily="2" charset="-122"/>
                        </a:defRPr>
                      </a:lvl4pPr>
                      <a:lvl5pPr algn="l"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400" b="1" i="0" u="none" strike="noStrike" cap="none" normalizeH="0" baseline="0">
                          <a:ln>
                            <a:noFill/>
                          </a:ln>
                          <a:solidFill>
                            <a:schemeClr val="bg1"/>
                          </a:solidFill>
                          <a:effectLst/>
                          <a:latin typeface="Arial" panose="020B0604020202020204" pitchFamily="34" charset="0"/>
                          <a:ea typeface="宋体" panose="02010600030101010101" pitchFamily="2" charset="-122"/>
                        </a:rPr>
                        <a:t>感应磁场</a:t>
                      </a:r>
                    </a:p>
                  </a:txBody>
                  <a:tcPr marT="45678" marB="4567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7" name="Object 22">
            <a:extLst>
              <a:ext uri="{FF2B5EF4-FFF2-40B4-BE49-F238E27FC236}">
                <a16:creationId xmlns:a16="http://schemas.microsoft.com/office/drawing/2014/main" id="{44531C57-C266-AB95-3FAF-EA03733119CC}"/>
              </a:ext>
            </a:extLst>
          </p:cNvPr>
          <p:cNvGraphicFramePr>
            <a:graphicFrameLocks noChangeAspect="1"/>
          </p:cNvGraphicFramePr>
          <p:nvPr>
            <p:extLst>
              <p:ext uri="{D42A27DB-BD31-4B8C-83A1-F6EECF244321}">
                <p14:modId xmlns:p14="http://schemas.microsoft.com/office/powerpoint/2010/main" val="2254028621"/>
              </p:ext>
            </p:extLst>
          </p:nvPr>
        </p:nvGraphicFramePr>
        <p:xfrm>
          <a:off x="3862388" y="4468813"/>
          <a:ext cx="781050" cy="688975"/>
        </p:xfrm>
        <a:graphic>
          <a:graphicData uri="http://schemas.openxmlformats.org/presentationml/2006/ole">
            <mc:AlternateContent xmlns:mc="http://schemas.openxmlformats.org/markup-compatibility/2006">
              <mc:Choice xmlns:v="urn:schemas-microsoft-com:vml" Requires="v">
                <p:oleObj r:id="rId13" imgW="311250" imgH="247719" progId="Equation.3">
                  <p:embed/>
                </p:oleObj>
              </mc:Choice>
              <mc:Fallback>
                <p:oleObj r:id="rId13" imgW="311250" imgH="247719" progId="Equation.3">
                  <p:embed/>
                  <p:pic>
                    <p:nvPicPr>
                      <p:cNvPr id="7" name="Object 22">
                        <a:extLst>
                          <a:ext uri="{FF2B5EF4-FFF2-40B4-BE49-F238E27FC236}">
                            <a16:creationId xmlns:a16="http://schemas.microsoft.com/office/drawing/2014/main" id="{44531C57-C266-AB95-3FAF-EA03733119C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862388" y="4468813"/>
                        <a:ext cx="781050"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 name="Object 22">
            <a:extLst>
              <a:ext uri="{FF2B5EF4-FFF2-40B4-BE49-F238E27FC236}">
                <a16:creationId xmlns:a16="http://schemas.microsoft.com/office/drawing/2014/main" id="{79A7CF1D-345A-B5AD-80A3-D75EA7D8EBE1}"/>
              </a:ext>
            </a:extLst>
          </p:cNvPr>
          <p:cNvGraphicFramePr>
            <a:graphicFrameLocks noChangeAspect="1"/>
          </p:cNvGraphicFramePr>
          <p:nvPr>
            <p:extLst>
              <p:ext uri="{D42A27DB-BD31-4B8C-83A1-F6EECF244321}">
                <p14:modId xmlns:p14="http://schemas.microsoft.com/office/powerpoint/2010/main" val="4082053848"/>
              </p:ext>
            </p:extLst>
          </p:nvPr>
        </p:nvGraphicFramePr>
        <p:xfrm>
          <a:off x="5735638" y="4468813"/>
          <a:ext cx="781050" cy="688975"/>
        </p:xfrm>
        <a:graphic>
          <a:graphicData uri="http://schemas.openxmlformats.org/presentationml/2006/ole">
            <mc:AlternateContent xmlns:mc="http://schemas.openxmlformats.org/markup-compatibility/2006">
              <mc:Choice xmlns:v="urn:schemas-microsoft-com:vml" Requires="v">
                <p:oleObj r:id="rId15" imgW="311250" imgH="247719" progId="Equation.3">
                  <p:embed/>
                </p:oleObj>
              </mc:Choice>
              <mc:Fallback>
                <p:oleObj r:id="rId15" imgW="311250" imgH="247719" progId="Equation.3">
                  <p:embed/>
                  <p:pic>
                    <p:nvPicPr>
                      <p:cNvPr id="8" name="Object 22">
                        <a:extLst>
                          <a:ext uri="{FF2B5EF4-FFF2-40B4-BE49-F238E27FC236}">
                            <a16:creationId xmlns:a16="http://schemas.microsoft.com/office/drawing/2014/main" id="{79A7CF1D-345A-B5AD-80A3-D75EA7D8EBE1}"/>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735638" y="4468813"/>
                        <a:ext cx="781050"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168" name="Group 96">
            <a:extLst>
              <a:ext uri="{FF2B5EF4-FFF2-40B4-BE49-F238E27FC236}">
                <a16:creationId xmlns:a16="http://schemas.microsoft.com/office/drawing/2014/main" id="{71789E04-B36D-B3A7-A55A-C988B5973B88}"/>
              </a:ext>
            </a:extLst>
          </p:cNvPr>
          <p:cNvGraphicFramePr>
            <a:graphicFrameLocks noGrp="1"/>
          </p:cNvGraphicFramePr>
          <p:nvPr>
            <p:extLst>
              <p:ext uri="{D42A27DB-BD31-4B8C-83A1-F6EECF244321}">
                <p14:modId xmlns:p14="http://schemas.microsoft.com/office/powerpoint/2010/main" val="2839760510"/>
              </p:ext>
            </p:extLst>
          </p:nvPr>
        </p:nvGraphicFramePr>
        <p:xfrm>
          <a:off x="5341938" y="476250"/>
          <a:ext cx="3133725" cy="735013"/>
        </p:xfrm>
        <a:graphic>
          <a:graphicData uri="http://schemas.openxmlformats.org/drawingml/2006/table">
            <a:tbl>
              <a:tblPr/>
              <a:tblGrid>
                <a:gridCol w="1101725">
                  <a:extLst>
                    <a:ext uri="{9D8B030D-6E8A-4147-A177-3AD203B41FA5}">
                      <a16:colId xmlns:a16="http://schemas.microsoft.com/office/drawing/2014/main" val="20000"/>
                    </a:ext>
                  </a:extLst>
                </a:gridCol>
                <a:gridCol w="1008657">
                  <a:extLst>
                    <a:ext uri="{9D8B030D-6E8A-4147-A177-3AD203B41FA5}">
                      <a16:colId xmlns:a16="http://schemas.microsoft.com/office/drawing/2014/main" val="20001"/>
                    </a:ext>
                  </a:extLst>
                </a:gridCol>
                <a:gridCol w="1023343">
                  <a:extLst>
                    <a:ext uri="{9D8B030D-6E8A-4147-A177-3AD203B41FA5}">
                      <a16:colId xmlns:a16="http://schemas.microsoft.com/office/drawing/2014/main" val="20002"/>
                    </a:ext>
                  </a:extLst>
                </a:gridCol>
              </a:tblGrid>
              <a:tr h="360363">
                <a:tc>
                  <a:txBody>
                    <a:bodyPr/>
                    <a:lstStyle>
                      <a:lvl1pPr algn="l" eaLnBrk="0" hangingPunct="0">
                        <a:spcBef>
                          <a:spcPct val="20000"/>
                        </a:spcBef>
                        <a:defRPr sz="2400">
                          <a:solidFill>
                            <a:schemeClr val="tx1"/>
                          </a:solidFill>
                          <a:latin typeface="Arial" panose="020B0604020202020204" pitchFamily="34" charset="0"/>
                          <a:ea typeface="宋体" panose="02010600030101010101" pitchFamily="2" charset="-122"/>
                        </a:defRPr>
                      </a:lvl1pPr>
                      <a:lvl2pPr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algn="l" eaLnBrk="0" hangingPunct="0">
                        <a:spcBef>
                          <a:spcPct val="20000"/>
                        </a:spcBef>
                        <a:defRPr>
                          <a:solidFill>
                            <a:schemeClr val="tx1"/>
                          </a:solidFill>
                          <a:latin typeface="Arial" panose="020B0604020202020204" pitchFamily="34" charset="0"/>
                          <a:ea typeface="宋体" panose="02010600030101010101" pitchFamily="2" charset="-122"/>
                        </a:defRPr>
                      </a:lvl4pPr>
                      <a:lvl5pPr algn="l"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400" b="1" i="0" u="none" strike="noStrike" cap="none" normalizeH="0" baseline="0">
                          <a:ln>
                            <a:noFill/>
                          </a:ln>
                          <a:solidFill>
                            <a:schemeClr val="bg1"/>
                          </a:solidFill>
                          <a:effectLst/>
                          <a:latin typeface="Arial" panose="020B0604020202020204" pitchFamily="34" charset="0"/>
                          <a:ea typeface="宋体" panose="02010600030101010101" pitchFamily="2" charset="-122"/>
                        </a:rPr>
                        <a:t>源（两类）</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400">
                          <a:solidFill>
                            <a:schemeClr val="tx1"/>
                          </a:solidFill>
                          <a:latin typeface="Arial" panose="020B0604020202020204" pitchFamily="34" charset="0"/>
                          <a:ea typeface="宋体" panose="02010600030101010101" pitchFamily="2" charset="-122"/>
                        </a:defRPr>
                      </a:lvl1pPr>
                      <a:lvl2pPr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algn="l" eaLnBrk="0" hangingPunct="0">
                        <a:spcBef>
                          <a:spcPct val="20000"/>
                        </a:spcBef>
                        <a:defRPr>
                          <a:solidFill>
                            <a:schemeClr val="tx1"/>
                          </a:solidFill>
                          <a:latin typeface="Arial" panose="020B0604020202020204" pitchFamily="34" charset="0"/>
                          <a:ea typeface="宋体" panose="02010600030101010101" pitchFamily="2" charset="-122"/>
                        </a:defRPr>
                      </a:lvl4pPr>
                      <a:lvl5pPr algn="l"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400" b="1" i="0" u="none" strike="noStrike" cap="none" normalizeH="0" baseline="0" dirty="0">
                          <a:ln>
                            <a:noFill/>
                          </a:ln>
                          <a:solidFill>
                            <a:schemeClr val="bg1"/>
                          </a:solidFill>
                          <a:effectLst/>
                          <a:highlight>
                            <a:srgbClr val="FF9900"/>
                          </a:highlight>
                          <a:latin typeface="Arial" panose="020B0604020202020204" pitchFamily="34" charset="0"/>
                          <a:ea typeface="宋体" panose="02010600030101010101" pitchFamily="2" charset="-122"/>
                        </a:rPr>
                        <a:t>纯</a:t>
                      </a:r>
                      <a:r>
                        <a:rPr kumimoji="0" lang="zh-CN" altLang="en-US" sz="1400" b="1" i="0" u="none" strike="noStrike" cap="none" normalizeH="0" baseline="0" dirty="0">
                          <a:ln>
                            <a:noFill/>
                          </a:ln>
                          <a:solidFill>
                            <a:schemeClr val="bg1"/>
                          </a:solidFill>
                          <a:effectLst/>
                          <a:latin typeface="Arial" panose="020B0604020202020204" pitchFamily="34" charset="0"/>
                          <a:ea typeface="宋体" panose="02010600030101010101" pitchFamily="2" charset="-122"/>
                        </a:rPr>
                        <a:t>散度源</a:t>
                      </a:r>
                      <a:r>
                        <a:rPr kumimoji="0" lang="en-US" altLang="zh-CN" sz="1400" b="1" i="0" u="none" strike="noStrike" cap="none" normalizeH="0" baseline="0" dirty="0">
                          <a:ln>
                            <a:noFill/>
                          </a:ln>
                          <a:solidFill>
                            <a:schemeClr val="bg1"/>
                          </a:solidFill>
                          <a:effectLst/>
                          <a:latin typeface="Arial" panose="020B0604020202020204" pitchFamily="34" charset="0"/>
                          <a:ea typeface="宋体" panose="02010600030101010101" pitchFamily="2" charset="-122"/>
                        </a:rPr>
                        <a:t>q</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400">
                          <a:solidFill>
                            <a:schemeClr val="tx1"/>
                          </a:solidFill>
                          <a:latin typeface="Arial" panose="020B0604020202020204" pitchFamily="34" charset="0"/>
                          <a:ea typeface="宋体" panose="02010600030101010101" pitchFamily="2" charset="-122"/>
                        </a:defRPr>
                      </a:lvl1pPr>
                      <a:lvl2pPr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algn="l" eaLnBrk="0" hangingPunct="0">
                        <a:spcBef>
                          <a:spcPct val="20000"/>
                        </a:spcBef>
                        <a:defRPr>
                          <a:solidFill>
                            <a:schemeClr val="tx1"/>
                          </a:solidFill>
                          <a:latin typeface="Arial" panose="020B0604020202020204" pitchFamily="34" charset="0"/>
                          <a:ea typeface="宋体" panose="02010600030101010101" pitchFamily="2" charset="-122"/>
                        </a:defRPr>
                      </a:lvl4pPr>
                      <a:lvl5pPr algn="l"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400" b="1" i="0" u="none" strike="noStrike" cap="none" normalizeH="0" baseline="0" dirty="0">
                          <a:ln>
                            <a:noFill/>
                          </a:ln>
                          <a:solidFill>
                            <a:schemeClr val="bg1"/>
                          </a:solidFill>
                          <a:effectLst/>
                          <a:highlight>
                            <a:srgbClr val="FF9900"/>
                          </a:highlight>
                          <a:latin typeface="Arial" panose="020B0604020202020204" pitchFamily="34" charset="0"/>
                          <a:ea typeface="宋体" panose="02010600030101010101" pitchFamily="2" charset="-122"/>
                        </a:rPr>
                        <a:t>纯</a:t>
                      </a:r>
                      <a:r>
                        <a:rPr kumimoji="0" lang="zh-CN" altLang="en-US" sz="1400" b="1" i="0" u="none" strike="noStrike" cap="none" normalizeH="0" baseline="0" dirty="0">
                          <a:ln>
                            <a:noFill/>
                          </a:ln>
                          <a:solidFill>
                            <a:schemeClr val="bg1"/>
                          </a:solidFill>
                          <a:effectLst/>
                          <a:latin typeface="Arial" panose="020B0604020202020204" pitchFamily="34" charset="0"/>
                          <a:ea typeface="宋体" panose="02010600030101010101" pitchFamily="2" charset="-122"/>
                        </a:rPr>
                        <a:t>旋度源</a:t>
                      </a:r>
                      <a:r>
                        <a:rPr kumimoji="0" lang="en-US" altLang="zh-CN" sz="1400" b="1" i="0" u="none" strike="noStrike" cap="none" normalizeH="0" baseline="0" dirty="0" err="1">
                          <a:ln>
                            <a:noFill/>
                          </a:ln>
                          <a:solidFill>
                            <a:schemeClr val="bg1"/>
                          </a:solidFill>
                          <a:effectLst/>
                          <a:latin typeface="Arial" panose="020B0604020202020204" pitchFamily="34" charset="0"/>
                          <a:ea typeface="宋体" panose="02010600030101010101" pitchFamily="2" charset="-122"/>
                        </a:rPr>
                        <a:t>i</a:t>
                      </a:r>
                      <a:endParaRPr kumimoji="0" lang="zh-CN" altLang="en-US"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4650">
                <a:tc>
                  <a:txBody>
                    <a:bodyPr/>
                    <a:lstStyle>
                      <a:lvl1pPr algn="l" eaLnBrk="0" hangingPunct="0">
                        <a:spcBef>
                          <a:spcPct val="20000"/>
                        </a:spcBef>
                        <a:defRPr sz="2400">
                          <a:solidFill>
                            <a:schemeClr val="tx1"/>
                          </a:solidFill>
                          <a:latin typeface="Arial" panose="020B0604020202020204" pitchFamily="34" charset="0"/>
                          <a:ea typeface="宋体" panose="02010600030101010101" pitchFamily="2" charset="-122"/>
                        </a:defRPr>
                      </a:lvl1pPr>
                      <a:lvl2pPr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algn="l" eaLnBrk="0" hangingPunct="0">
                        <a:spcBef>
                          <a:spcPct val="20000"/>
                        </a:spcBef>
                        <a:defRPr>
                          <a:solidFill>
                            <a:schemeClr val="tx1"/>
                          </a:solidFill>
                          <a:latin typeface="Arial" panose="020B0604020202020204" pitchFamily="34" charset="0"/>
                          <a:ea typeface="宋体" panose="02010600030101010101" pitchFamily="2" charset="-122"/>
                        </a:defRPr>
                      </a:lvl4pPr>
                      <a:lvl5pPr algn="l"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400" b="1" i="0" u="none" strike="noStrike" cap="none" normalizeH="0" baseline="0">
                          <a:ln>
                            <a:noFill/>
                          </a:ln>
                          <a:solidFill>
                            <a:schemeClr val="bg1"/>
                          </a:solidFill>
                          <a:effectLst/>
                          <a:latin typeface="Arial" panose="020B0604020202020204" pitchFamily="34" charset="0"/>
                          <a:ea typeface="宋体" panose="02010600030101010101" pitchFamily="2" charset="-122"/>
                        </a:rPr>
                        <a:t>产生的场</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400">
                          <a:solidFill>
                            <a:schemeClr val="tx1"/>
                          </a:solidFill>
                          <a:latin typeface="Arial" panose="020B0604020202020204" pitchFamily="34" charset="0"/>
                          <a:ea typeface="宋体" panose="02010600030101010101" pitchFamily="2" charset="-122"/>
                        </a:defRPr>
                      </a:lvl1pPr>
                      <a:lvl2pPr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algn="l" eaLnBrk="0" hangingPunct="0">
                        <a:spcBef>
                          <a:spcPct val="20000"/>
                        </a:spcBef>
                        <a:defRPr>
                          <a:solidFill>
                            <a:schemeClr val="tx1"/>
                          </a:solidFill>
                          <a:latin typeface="Arial" panose="020B0604020202020204" pitchFamily="34" charset="0"/>
                          <a:ea typeface="宋体" panose="02010600030101010101" pitchFamily="2" charset="-122"/>
                        </a:defRPr>
                      </a:lvl4pPr>
                      <a:lvl5pPr algn="l"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400" b="1" i="0" u="none" strike="noStrike" cap="none" normalizeH="0" baseline="0">
                          <a:ln>
                            <a:noFill/>
                          </a:ln>
                          <a:solidFill>
                            <a:schemeClr val="bg1"/>
                          </a:solidFill>
                          <a:effectLst/>
                          <a:latin typeface="Arial" panose="020B0604020202020204" pitchFamily="34" charset="0"/>
                          <a:ea typeface="宋体" panose="02010600030101010101" pitchFamily="2" charset="-122"/>
                        </a:rPr>
                        <a:t>静电场</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400">
                          <a:solidFill>
                            <a:schemeClr val="tx1"/>
                          </a:solidFill>
                          <a:latin typeface="Arial" panose="020B0604020202020204" pitchFamily="34" charset="0"/>
                          <a:ea typeface="宋体" panose="02010600030101010101" pitchFamily="2" charset="-122"/>
                        </a:defRPr>
                      </a:lvl1pPr>
                      <a:lvl2pPr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algn="l" eaLnBrk="0" hangingPunct="0">
                        <a:spcBef>
                          <a:spcPct val="20000"/>
                        </a:spcBef>
                        <a:defRPr>
                          <a:solidFill>
                            <a:schemeClr val="tx1"/>
                          </a:solidFill>
                          <a:latin typeface="Arial" panose="020B0604020202020204" pitchFamily="34" charset="0"/>
                          <a:ea typeface="宋体" panose="02010600030101010101" pitchFamily="2" charset="-122"/>
                        </a:defRPr>
                      </a:lvl4pPr>
                      <a:lvl5pPr algn="l"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400" b="1" i="0" u="none" strike="noStrike" cap="none" normalizeH="0" baseline="0" dirty="0">
                          <a:ln>
                            <a:noFill/>
                          </a:ln>
                          <a:solidFill>
                            <a:schemeClr val="bg1"/>
                          </a:solidFill>
                          <a:effectLst/>
                          <a:latin typeface="Arial" panose="020B0604020202020204" pitchFamily="34" charset="0"/>
                          <a:ea typeface="宋体" panose="02010600030101010101" pitchFamily="2" charset="-122"/>
                        </a:rPr>
                        <a:t>恒定磁场</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9" name="Object 22">
            <a:extLst>
              <a:ext uri="{FF2B5EF4-FFF2-40B4-BE49-F238E27FC236}">
                <a16:creationId xmlns:a16="http://schemas.microsoft.com/office/drawing/2014/main" id="{6B3F592E-5455-7A86-0694-5EB901B365C1}"/>
              </a:ext>
            </a:extLst>
          </p:cNvPr>
          <p:cNvGraphicFramePr>
            <a:graphicFrameLocks noChangeAspect="1"/>
          </p:cNvGraphicFramePr>
          <p:nvPr>
            <p:extLst>
              <p:ext uri="{D42A27DB-BD31-4B8C-83A1-F6EECF244321}">
                <p14:modId xmlns:p14="http://schemas.microsoft.com/office/powerpoint/2010/main" val="4179947033"/>
              </p:ext>
            </p:extLst>
          </p:nvPr>
        </p:nvGraphicFramePr>
        <p:xfrm>
          <a:off x="3695700" y="5103813"/>
          <a:ext cx="804863" cy="412750"/>
        </p:xfrm>
        <a:graphic>
          <a:graphicData uri="http://schemas.openxmlformats.org/presentationml/2006/ole">
            <mc:AlternateContent xmlns:mc="http://schemas.openxmlformats.org/markup-compatibility/2006">
              <mc:Choice xmlns:v="urn:schemas-microsoft-com:vml" Requires="v">
                <p:oleObj r:id="rId17" imgW="323733" imgH="133419" progId="Equation.3">
                  <p:embed/>
                </p:oleObj>
              </mc:Choice>
              <mc:Fallback>
                <p:oleObj r:id="rId17" imgW="323733" imgH="133419" progId="Equation.3">
                  <p:embed/>
                  <p:pic>
                    <p:nvPicPr>
                      <p:cNvPr id="9" name="Object 22">
                        <a:extLst>
                          <a:ext uri="{FF2B5EF4-FFF2-40B4-BE49-F238E27FC236}">
                            <a16:creationId xmlns:a16="http://schemas.microsoft.com/office/drawing/2014/main" id="{6B3F592E-5455-7A86-0694-5EB901B365C1}"/>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695700" y="5103813"/>
                        <a:ext cx="804863"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 name="Object 22">
            <a:extLst>
              <a:ext uri="{FF2B5EF4-FFF2-40B4-BE49-F238E27FC236}">
                <a16:creationId xmlns:a16="http://schemas.microsoft.com/office/drawing/2014/main" id="{B812E2F8-9B59-DC09-ECC7-D12B5B8A2CB1}"/>
              </a:ext>
            </a:extLst>
          </p:cNvPr>
          <p:cNvGraphicFramePr>
            <a:graphicFrameLocks noChangeAspect="1"/>
          </p:cNvGraphicFramePr>
          <p:nvPr>
            <p:extLst>
              <p:ext uri="{D42A27DB-BD31-4B8C-83A1-F6EECF244321}">
                <p14:modId xmlns:p14="http://schemas.microsoft.com/office/powerpoint/2010/main" val="1033452684"/>
              </p:ext>
            </p:extLst>
          </p:nvPr>
        </p:nvGraphicFramePr>
        <p:xfrm>
          <a:off x="5567363" y="5103813"/>
          <a:ext cx="804862" cy="412750"/>
        </p:xfrm>
        <a:graphic>
          <a:graphicData uri="http://schemas.openxmlformats.org/presentationml/2006/ole">
            <mc:AlternateContent xmlns:mc="http://schemas.openxmlformats.org/markup-compatibility/2006">
              <mc:Choice xmlns:v="urn:schemas-microsoft-com:vml" Requires="v">
                <p:oleObj r:id="rId19" imgW="323733" imgH="133419" progId="Equation.3">
                  <p:embed/>
                </p:oleObj>
              </mc:Choice>
              <mc:Fallback>
                <p:oleObj r:id="rId19" imgW="323733" imgH="133419" progId="Equation.3">
                  <p:embed/>
                  <p:pic>
                    <p:nvPicPr>
                      <p:cNvPr id="10" name="Object 22">
                        <a:extLst>
                          <a:ext uri="{FF2B5EF4-FFF2-40B4-BE49-F238E27FC236}">
                            <a16:creationId xmlns:a16="http://schemas.microsoft.com/office/drawing/2014/main" id="{B812E2F8-9B59-DC09-ECC7-D12B5B8A2CB1}"/>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567363" y="5103813"/>
                        <a:ext cx="804862"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 name="Rectangle 92">
            <a:extLst>
              <a:ext uri="{FF2B5EF4-FFF2-40B4-BE49-F238E27FC236}">
                <a16:creationId xmlns:a16="http://schemas.microsoft.com/office/drawing/2014/main" id="{FA85C8EE-AE73-173F-55AA-1B69F6D25874}"/>
              </a:ext>
            </a:extLst>
          </p:cNvPr>
          <p:cNvSpPr>
            <a:spLocks noChangeArrowheads="1"/>
          </p:cNvSpPr>
          <p:nvPr/>
        </p:nvSpPr>
        <p:spPr bwMode="auto">
          <a:xfrm>
            <a:off x="6300788" y="1773238"/>
            <a:ext cx="9366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20000"/>
              </a:spcBef>
            </a:pPr>
            <a:r>
              <a:rPr lang="zh-CN" altLang="en-US" sz="1400">
                <a:latin typeface="楷体_GB2312" pitchFamily="49" charset="-122"/>
              </a:rPr>
              <a:t>静态磁场</a:t>
            </a:r>
          </a:p>
        </p:txBody>
      </p:sp>
      <p:sp>
        <p:nvSpPr>
          <p:cNvPr id="5170" name="Oval 60">
            <a:extLst>
              <a:ext uri="{FF2B5EF4-FFF2-40B4-BE49-F238E27FC236}">
                <a16:creationId xmlns:a16="http://schemas.microsoft.com/office/drawing/2014/main" id="{A76B22B2-C34E-7041-D421-60B16EAB93A8}"/>
              </a:ext>
            </a:extLst>
          </p:cNvPr>
          <p:cNvSpPr>
            <a:spLocks noChangeArrowheads="1"/>
          </p:cNvSpPr>
          <p:nvPr/>
        </p:nvSpPr>
        <p:spPr bwMode="auto">
          <a:xfrm rot="-2506749">
            <a:off x="7470817" y="2378075"/>
            <a:ext cx="444500" cy="441325"/>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5171" name="Oval 60">
            <a:extLst>
              <a:ext uri="{FF2B5EF4-FFF2-40B4-BE49-F238E27FC236}">
                <a16:creationId xmlns:a16="http://schemas.microsoft.com/office/drawing/2014/main" id="{3CC63E4C-F2C4-92FA-0E84-03B20CD0FD3A}"/>
              </a:ext>
            </a:extLst>
          </p:cNvPr>
          <p:cNvSpPr>
            <a:spLocks noChangeArrowheads="1"/>
          </p:cNvSpPr>
          <p:nvPr/>
        </p:nvSpPr>
        <p:spPr bwMode="auto">
          <a:xfrm rot="-2506749">
            <a:off x="7671240" y="3163888"/>
            <a:ext cx="473075" cy="481012"/>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5172" name="Oval 60">
            <a:extLst>
              <a:ext uri="{FF2B5EF4-FFF2-40B4-BE49-F238E27FC236}">
                <a16:creationId xmlns:a16="http://schemas.microsoft.com/office/drawing/2014/main" id="{22881566-3672-2F29-0293-6C8DAC55DDA6}"/>
              </a:ext>
            </a:extLst>
          </p:cNvPr>
          <p:cNvSpPr>
            <a:spLocks noChangeArrowheads="1"/>
          </p:cNvSpPr>
          <p:nvPr/>
        </p:nvSpPr>
        <p:spPr bwMode="auto">
          <a:xfrm rot="-2506749">
            <a:off x="8262905" y="3995738"/>
            <a:ext cx="444500" cy="441325"/>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12" name="Rectangle 3">
            <a:extLst>
              <a:ext uri="{FF2B5EF4-FFF2-40B4-BE49-F238E27FC236}">
                <a16:creationId xmlns:a16="http://schemas.microsoft.com/office/drawing/2014/main" id="{B94A67AB-9ACD-DB88-9E40-F5B115E9AAF4}"/>
              </a:ext>
            </a:extLst>
          </p:cNvPr>
          <p:cNvSpPr/>
          <p:nvPr/>
        </p:nvSpPr>
        <p:spPr>
          <a:xfrm>
            <a:off x="1105134" y="1380815"/>
            <a:ext cx="564917" cy="609600"/>
          </a:xfrm>
          <a:prstGeom prst="rect">
            <a:avLst/>
          </a:prstGeom>
          <a:noFill/>
          <a:ln w="25400">
            <a:noFill/>
          </a:ln>
        </p:spPr>
        <p:txBody>
          <a:bodyPr anchor="ctr" anchorCtr="0"/>
          <a:lstStyle/>
          <a:p>
            <a:pPr eaLnBrk="1" hangingPunct="1"/>
            <a:r>
              <a:rPr lang="zh-CN" altLang="en-US" sz="2000" b="1" dirty="0">
                <a:solidFill>
                  <a:srgbClr val="FF0000"/>
                </a:solidFill>
                <a:latin typeface="Arial" panose="020B0604020202020204" pitchFamily="34" charset="0"/>
                <a:ea typeface="幼圆" panose="02010509060101010101" pitchFamily="49" charset="-122"/>
              </a:rPr>
              <a:t>互为对偶</a:t>
            </a:r>
          </a:p>
        </p:txBody>
      </p:sp>
      <p:sp>
        <p:nvSpPr>
          <p:cNvPr id="13" name="空心弧 12">
            <a:extLst>
              <a:ext uri="{FF2B5EF4-FFF2-40B4-BE49-F238E27FC236}">
                <a16:creationId xmlns:a16="http://schemas.microsoft.com/office/drawing/2014/main" id="{D3680B3D-83C6-D6A7-7300-497370D517FC}"/>
              </a:ext>
            </a:extLst>
          </p:cNvPr>
          <p:cNvSpPr/>
          <p:nvPr/>
        </p:nvSpPr>
        <p:spPr bwMode="auto">
          <a:xfrm rot="16200000">
            <a:off x="1500624" y="1440627"/>
            <a:ext cx="821028" cy="564917"/>
          </a:xfrm>
          <a:prstGeom prst="blockArc">
            <a:avLst>
              <a:gd name="adj1" fmla="val 10723509"/>
              <a:gd name="adj2" fmla="val 0"/>
              <a:gd name="adj3" fmla="val 25000"/>
            </a:avLst>
          </a:prstGeom>
          <a:noFill/>
          <a:ln w="31750">
            <a:solidFill>
              <a:srgbClr val="FF0000"/>
            </a:solidFill>
          </a:ln>
        </p:spPr>
        <p:txBody>
          <a:bodyPr vert="horz" wrap="none" lIns="91440" tIns="45720" rIns="91440" bIns="45720" numCol="1" rtlCol="0" anchor="ctr" anchorCtr="0" compatLnSpc="1"/>
          <a:lstStyle/>
          <a:p>
            <a:pPr marL="342900" marR="0" indent="-342900" algn="ctr" defTabSz="914400" rtl="0" eaLnBrk="1" fontAlgn="base" latinLnBrk="0" hangingPunct="1">
              <a:lnSpc>
                <a:spcPct val="100000"/>
              </a:lnSpc>
              <a:spcBef>
                <a:spcPct val="20000"/>
              </a:spcBef>
              <a:spcAft>
                <a:spcPct val="0"/>
              </a:spcAft>
              <a:buClrTx/>
              <a:buSzTx/>
              <a:buFontTx/>
              <a:buNone/>
            </a:pPr>
            <a:endParaRPr kumimoji="0" lang="zh-CN" altLang="en-US" sz="2800" b="0" i="0" u="none" strike="noStrike" cap="none" normalizeH="0" baseline="0">
              <a:ln>
                <a:noFill/>
              </a:ln>
              <a:solidFill>
                <a:schemeClr val="bg1"/>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551465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4">
            <a:extLst>
              <a:ext uri="{FF2B5EF4-FFF2-40B4-BE49-F238E27FC236}">
                <a16:creationId xmlns:a16="http://schemas.microsoft.com/office/drawing/2014/main" id="{7DCEA10A-A18C-7927-B9D4-6FC7F2AE9113}"/>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06F301B8-4647-47FF-84E6-B065A3D5BDC4}" type="slidenum">
              <a:rPr altLang="zh-CN" sz="1400" b="0">
                <a:solidFill>
                  <a:schemeClr val="tx1"/>
                </a:solidFill>
                <a:ea typeface="宋体" panose="02010600030101010101" pitchFamily="2" charset="-122"/>
              </a:rPr>
              <a:pPr/>
              <a:t>3</a:t>
            </a:fld>
            <a:endParaRPr lang="zh-CN" altLang="zh-CN" sz="1400" b="0">
              <a:solidFill>
                <a:schemeClr val="tx1"/>
              </a:solidFill>
              <a:ea typeface="宋体" panose="02010600030101010101" pitchFamily="2" charset="-122"/>
            </a:endParaRPr>
          </a:p>
        </p:txBody>
      </p:sp>
      <p:sp>
        <p:nvSpPr>
          <p:cNvPr id="542722" name="Rectangle 2">
            <a:extLst>
              <a:ext uri="{FF2B5EF4-FFF2-40B4-BE49-F238E27FC236}">
                <a16:creationId xmlns:a16="http://schemas.microsoft.com/office/drawing/2014/main" id="{76A9969F-9331-56C1-32DC-56B04D2322A3}"/>
              </a:ext>
            </a:extLst>
          </p:cNvPr>
          <p:cNvSpPr>
            <a:spLocks noGrp="1" noChangeArrowheads="1"/>
          </p:cNvSpPr>
          <p:nvPr>
            <p:ph type="title"/>
          </p:nvPr>
        </p:nvSpPr>
        <p:spPr bwMode="auto">
          <a:xfrm>
            <a:off x="303213" y="909638"/>
            <a:ext cx="8229600" cy="431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eaLnBrk="1" hangingPunct="1"/>
            <a:r>
              <a:rPr lang="en-US" altLang="zh-CN" sz="2800" b="1">
                <a:solidFill>
                  <a:schemeClr val="bg1"/>
                </a:solidFill>
                <a:latin typeface="Times New Roman" panose="02020603050405020304" pitchFamily="18" charset="0"/>
                <a:ea typeface="幼圆" panose="02010509060101010101" pitchFamily="49" charset="-122"/>
              </a:rPr>
              <a:t>2.1</a:t>
            </a:r>
            <a:r>
              <a:rPr lang="en-US" altLang="zh-CN" sz="2800" b="1">
                <a:solidFill>
                  <a:schemeClr val="bg1"/>
                </a:solidFill>
                <a:latin typeface="幼圆" panose="02010509060101010101" pitchFamily="49" charset="-122"/>
                <a:ea typeface="幼圆" panose="02010509060101010101" pitchFamily="49" charset="-122"/>
              </a:rPr>
              <a:t> </a:t>
            </a:r>
            <a:r>
              <a:rPr lang="zh-CN" altLang="en-US" sz="2800" b="1">
                <a:solidFill>
                  <a:schemeClr val="bg1"/>
                </a:solidFill>
                <a:latin typeface="幼圆" panose="02010509060101010101" pitchFamily="49" charset="-122"/>
                <a:ea typeface="幼圆" panose="02010509060101010101" pitchFamily="49" charset="-122"/>
              </a:rPr>
              <a:t>电荷守恒定律</a:t>
            </a:r>
          </a:p>
        </p:txBody>
      </p:sp>
      <p:sp>
        <p:nvSpPr>
          <p:cNvPr id="542733" name="Text Box 13">
            <a:extLst>
              <a:ext uri="{FF2B5EF4-FFF2-40B4-BE49-F238E27FC236}">
                <a16:creationId xmlns:a16="http://schemas.microsoft.com/office/drawing/2014/main" id="{A758E1DC-1329-0401-242F-8F3DAA39172D}"/>
              </a:ext>
            </a:extLst>
          </p:cNvPr>
          <p:cNvSpPr txBox="1">
            <a:spLocks noChangeArrowheads="1"/>
          </p:cNvSpPr>
          <p:nvPr/>
        </p:nvSpPr>
        <p:spPr bwMode="auto">
          <a:xfrm>
            <a:off x="71438" y="1458913"/>
            <a:ext cx="8964612"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just" eaLnBrk="1" latinLnBrk="1" hangingPunct="1">
              <a:lnSpc>
                <a:spcPct val="140000"/>
              </a:lnSpc>
              <a:spcBef>
                <a:spcPct val="20000"/>
              </a:spcBef>
            </a:pPr>
            <a:r>
              <a:rPr lang="en-US" altLang="zh-CN">
                <a:latin typeface="楷体_GB2312" pitchFamily="49" charset="-122"/>
              </a:rPr>
              <a:t>    </a:t>
            </a:r>
            <a:r>
              <a:rPr lang="zh-CN" altLang="en-US">
                <a:latin typeface="楷体_GB2312" pitchFamily="49" charset="-122"/>
              </a:rPr>
              <a:t>电磁场物理模型中的基本物理量可分为</a:t>
            </a:r>
            <a:r>
              <a:rPr lang="zh-CN" altLang="en-US" sz="2800" u="sng">
                <a:solidFill>
                  <a:srgbClr val="FFCC66"/>
                </a:solidFill>
                <a:latin typeface="楷体_GB2312" pitchFamily="49" charset="-122"/>
              </a:rPr>
              <a:t>源</a:t>
            </a:r>
            <a:r>
              <a:rPr lang="zh-CN" altLang="en-US" sz="2800">
                <a:solidFill>
                  <a:srgbClr val="FFCC66"/>
                </a:solidFill>
                <a:latin typeface="楷体_GB2312" pitchFamily="49" charset="-122"/>
              </a:rPr>
              <a:t>量</a:t>
            </a:r>
            <a:r>
              <a:rPr lang="zh-CN" altLang="en-US">
                <a:latin typeface="楷体_GB2312" pitchFamily="49" charset="-122"/>
              </a:rPr>
              <a:t>和</a:t>
            </a:r>
            <a:r>
              <a:rPr lang="zh-CN" altLang="en-US" sz="2800" u="sng">
                <a:solidFill>
                  <a:srgbClr val="FFCC66"/>
                </a:solidFill>
                <a:latin typeface="楷体_GB2312" pitchFamily="49" charset="-122"/>
              </a:rPr>
              <a:t>场</a:t>
            </a:r>
            <a:r>
              <a:rPr lang="zh-CN" altLang="en-US" sz="2800">
                <a:solidFill>
                  <a:srgbClr val="FFCC66"/>
                </a:solidFill>
                <a:latin typeface="楷体_GB2312" pitchFamily="49" charset="-122"/>
              </a:rPr>
              <a:t>量</a:t>
            </a:r>
            <a:r>
              <a:rPr lang="zh-CN" altLang="en-US">
                <a:latin typeface="楷体_GB2312" pitchFamily="49" charset="-122"/>
              </a:rPr>
              <a:t>两大类。</a:t>
            </a:r>
          </a:p>
        </p:txBody>
      </p:sp>
      <p:grpSp>
        <p:nvGrpSpPr>
          <p:cNvPr id="2" name="Group 25">
            <a:extLst>
              <a:ext uri="{FF2B5EF4-FFF2-40B4-BE49-F238E27FC236}">
                <a16:creationId xmlns:a16="http://schemas.microsoft.com/office/drawing/2014/main" id="{5384AB2A-036D-D23F-0962-BE7438661C8B}"/>
              </a:ext>
            </a:extLst>
          </p:cNvPr>
          <p:cNvGrpSpPr>
            <a:grpSpLocks/>
          </p:cNvGrpSpPr>
          <p:nvPr/>
        </p:nvGrpSpPr>
        <p:grpSpPr bwMode="auto">
          <a:xfrm>
            <a:off x="2411413" y="3644900"/>
            <a:ext cx="3673475" cy="1728788"/>
            <a:chOff x="1519" y="1933"/>
            <a:chExt cx="2314" cy="1089"/>
          </a:xfrm>
        </p:grpSpPr>
        <p:sp>
          <p:nvSpPr>
            <p:cNvPr id="6158" name="Rectangle 14">
              <a:extLst>
                <a:ext uri="{FF2B5EF4-FFF2-40B4-BE49-F238E27FC236}">
                  <a16:creationId xmlns:a16="http://schemas.microsoft.com/office/drawing/2014/main" id="{5D5B9CFB-A248-CF65-E11B-57C175C063BD}"/>
                </a:ext>
              </a:extLst>
            </p:cNvPr>
            <p:cNvSpPr>
              <a:spLocks noChangeArrowheads="1"/>
            </p:cNvSpPr>
            <p:nvPr/>
          </p:nvSpPr>
          <p:spPr bwMode="auto">
            <a:xfrm>
              <a:off x="1519" y="1933"/>
              <a:ext cx="2314" cy="1089"/>
            </a:xfrm>
            <a:prstGeom prst="rect">
              <a:avLst/>
            </a:prstGeom>
            <a:solidFill>
              <a:srgbClr val="D1E8FF"/>
            </a:solidFill>
            <a:ln w="9525">
              <a:solidFill>
                <a:srgbClr val="993366"/>
              </a:solidFill>
              <a:miter lim="800000"/>
              <a:headEnd/>
              <a:tailEnd/>
            </a:ln>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542735" name="Rectangle 15">
              <a:extLst>
                <a:ext uri="{FF2B5EF4-FFF2-40B4-BE49-F238E27FC236}">
                  <a16:creationId xmlns:a16="http://schemas.microsoft.com/office/drawing/2014/main" id="{D48BFA22-823A-CA56-B8F1-1276209C1C17}"/>
                </a:ext>
              </a:extLst>
            </p:cNvPr>
            <p:cNvSpPr>
              <a:spLocks noChangeArrowheads="1"/>
            </p:cNvSpPr>
            <p:nvPr/>
          </p:nvSpPr>
          <p:spPr bwMode="auto">
            <a:xfrm>
              <a:off x="1700" y="2115"/>
              <a:ext cx="590" cy="192"/>
            </a:xfrm>
            <a:prstGeom prst="rect">
              <a:avLst/>
            </a:prstGeom>
            <a:noFill/>
            <a:ln w="9525">
              <a:noFill/>
              <a:miter lim="800000"/>
            </a:ln>
          </p:spPr>
          <p:txBody>
            <a:bodyPr lIns="0" tIns="0" rIns="0" bIns="0">
              <a:spAutoFit/>
            </a:bodyPr>
            <a:lstStyle/>
            <a:p>
              <a:pPr eaLnBrk="1" hangingPunct="1">
                <a:spcBef>
                  <a:spcPct val="15000"/>
                </a:spcBef>
                <a:defRPr/>
              </a:pPr>
              <a:r>
                <a:rPr lang="zh-CN" altLang="en-US" sz="2000">
                  <a:solidFill>
                    <a:srgbClr val="FF3300"/>
                  </a:solidFill>
                  <a:effectLst>
                    <a:outerShdw blurRad="38100" dist="38100" dir="2700000" algn="tl">
                      <a:srgbClr val="000000"/>
                    </a:outerShdw>
                  </a:effectLst>
                  <a:latin typeface="宋体" panose="02010600030101010101" pitchFamily="2" charset="-122"/>
                  <a:ea typeface="宋体" panose="02010600030101010101" pitchFamily="2" charset="-122"/>
                </a:rPr>
                <a:t>电荷</a:t>
              </a:r>
              <a:endParaRPr lang="zh-CN" altLang="en-US" sz="2000">
                <a:solidFill>
                  <a:srgbClr val="FF3300"/>
                </a:solidFill>
                <a:effectLst>
                  <a:outerShdw blurRad="38100" dist="38100" dir="2700000" algn="tl">
                    <a:srgbClr val="000000"/>
                  </a:outerShdw>
                </a:effectLst>
                <a:ea typeface="幼圆" panose="02010509060101010101" pitchFamily="49" charset="-122"/>
              </a:endParaRPr>
            </a:p>
          </p:txBody>
        </p:sp>
        <p:sp>
          <p:nvSpPr>
            <p:cNvPr id="6160" name="Freeform 16">
              <a:extLst>
                <a:ext uri="{FF2B5EF4-FFF2-40B4-BE49-F238E27FC236}">
                  <a16:creationId xmlns:a16="http://schemas.microsoft.com/office/drawing/2014/main" id="{D93895BB-5971-09D2-2138-AC98F6116425}"/>
                </a:ext>
              </a:extLst>
            </p:cNvPr>
            <p:cNvSpPr>
              <a:spLocks noEditPoints="1" noChangeArrowheads="1"/>
            </p:cNvSpPr>
            <p:nvPr/>
          </p:nvSpPr>
          <p:spPr bwMode="auto">
            <a:xfrm>
              <a:off x="2095" y="2184"/>
              <a:ext cx="1124" cy="48"/>
            </a:xfrm>
            <a:custGeom>
              <a:avLst/>
              <a:gdLst>
                <a:gd name="T0" fmla="*/ 0 w 991"/>
                <a:gd name="T1" fmla="*/ 17 h 48"/>
                <a:gd name="T2" fmla="*/ 1138 w 991"/>
                <a:gd name="T3" fmla="*/ 17 h 48"/>
                <a:gd name="T4" fmla="*/ 1138 w 991"/>
                <a:gd name="T5" fmla="*/ 31 h 48"/>
                <a:gd name="T6" fmla="*/ 0 w 991"/>
                <a:gd name="T7" fmla="*/ 31 h 48"/>
                <a:gd name="T8" fmla="*/ 0 w 991"/>
                <a:gd name="T9" fmla="*/ 17 h 48"/>
                <a:gd name="T10" fmla="*/ 1122 w 991"/>
                <a:gd name="T11" fmla="*/ 0 h 48"/>
                <a:gd name="T12" fmla="*/ 1275 w 991"/>
                <a:gd name="T13" fmla="*/ 24 h 48"/>
                <a:gd name="T14" fmla="*/ 1122 w 991"/>
                <a:gd name="T15" fmla="*/ 48 h 48"/>
                <a:gd name="T16" fmla="*/ 1122 w 991"/>
                <a:gd name="T17" fmla="*/ 0 h 4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991" h="48">
                  <a:moveTo>
                    <a:pt x="0" y="17"/>
                  </a:moveTo>
                  <a:lnTo>
                    <a:pt x="884" y="17"/>
                  </a:lnTo>
                  <a:lnTo>
                    <a:pt x="884" y="31"/>
                  </a:lnTo>
                  <a:lnTo>
                    <a:pt x="0" y="31"/>
                  </a:lnTo>
                  <a:lnTo>
                    <a:pt x="0" y="17"/>
                  </a:lnTo>
                  <a:close/>
                  <a:moveTo>
                    <a:pt x="872" y="0"/>
                  </a:moveTo>
                  <a:lnTo>
                    <a:pt x="991" y="24"/>
                  </a:lnTo>
                  <a:lnTo>
                    <a:pt x="872" y="48"/>
                  </a:lnTo>
                  <a:lnTo>
                    <a:pt x="872" y="0"/>
                  </a:lnTo>
                  <a:close/>
                </a:path>
              </a:pathLst>
            </a:custGeom>
            <a:solidFill>
              <a:srgbClr val="0000FF"/>
            </a:solidFill>
            <a:ln w="1651">
              <a:solidFill>
                <a:srgbClr val="3366FF"/>
              </a:solidFill>
              <a:round/>
              <a:headEnd/>
              <a:tailEnd/>
            </a:ln>
          </p:spPr>
          <p:txBody>
            <a:bodyPr/>
            <a:lstStyle/>
            <a:p>
              <a:endParaRPr lang="zh-CN" altLang="en-US"/>
            </a:p>
          </p:txBody>
        </p:sp>
        <p:sp>
          <p:nvSpPr>
            <p:cNvPr id="6161" name="Rectangle 17">
              <a:extLst>
                <a:ext uri="{FF2B5EF4-FFF2-40B4-BE49-F238E27FC236}">
                  <a16:creationId xmlns:a16="http://schemas.microsoft.com/office/drawing/2014/main" id="{6DCE64AC-BCE0-FFA0-8B9D-F7B9B8159CD6}"/>
                </a:ext>
              </a:extLst>
            </p:cNvPr>
            <p:cNvSpPr>
              <a:spLocks noChangeArrowheads="1"/>
            </p:cNvSpPr>
            <p:nvPr/>
          </p:nvSpPr>
          <p:spPr bwMode="auto">
            <a:xfrm>
              <a:off x="3243" y="2115"/>
              <a:ext cx="590"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15000"/>
                </a:spcBef>
              </a:pPr>
              <a:r>
                <a:rPr lang="zh-CN" altLang="en-US" sz="2000">
                  <a:solidFill>
                    <a:srgbClr val="993300"/>
                  </a:solidFill>
                  <a:latin typeface="宋体" panose="02010600030101010101" pitchFamily="2" charset="-122"/>
                  <a:ea typeface="宋体" panose="02010600030101010101" pitchFamily="2" charset="-122"/>
                </a:rPr>
                <a:t>电流</a:t>
              </a:r>
              <a:endParaRPr lang="zh-CN" altLang="en-US" sz="2000">
                <a:solidFill>
                  <a:srgbClr val="993300"/>
                </a:solidFill>
                <a:ea typeface="幼圆" panose="02010509060101010101" pitchFamily="49" charset="-122"/>
              </a:endParaRPr>
            </a:p>
          </p:txBody>
        </p:sp>
        <p:sp>
          <p:nvSpPr>
            <p:cNvPr id="6162" name="Freeform 18">
              <a:extLst>
                <a:ext uri="{FF2B5EF4-FFF2-40B4-BE49-F238E27FC236}">
                  <a16:creationId xmlns:a16="http://schemas.microsoft.com/office/drawing/2014/main" id="{C8EBD5C7-DFF9-B8BB-90AE-037B1A451701}"/>
                </a:ext>
              </a:extLst>
            </p:cNvPr>
            <p:cNvSpPr>
              <a:spLocks noEditPoints="1" noChangeArrowheads="1"/>
            </p:cNvSpPr>
            <p:nvPr/>
          </p:nvSpPr>
          <p:spPr bwMode="auto">
            <a:xfrm>
              <a:off x="1839" y="2392"/>
              <a:ext cx="52" cy="211"/>
            </a:xfrm>
            <a:custGeom>
              <a:avLst/>
              <a:gdLst>
                <a:gd name="T0" fmla="*/ 40 w 46"/>
                <a:gd name="T1" fmla="*/ 0 h 211"/>
                <a:gd name="T2" fmla="*/ 40 w 46"/>
                <a:gd name="T3" fmla="*/ 152 h 211"/>
                <a:gd name="T4" fmla="*/ 18 w 46"/>
                <a:gd name="T5" fmla="*/ 152 h 211"/>
                <a:gd name="T6" fmla="*/ 18 w 46"/>
                <a:gd name="T7" fmla="*/ 0 h 211"/>
                <a:gd name="T8" fmla="*/ 40 w 46"/>
                <a:gd name="T9" fmla="*/ 0 h 211"/>
                <a:gd name="T10" fmla="*/ 59 w 46"/>
                <a:gd name="T11" fmla="*/ 140 h 211"/>
                <a:gd name="T12" fmla="*/ 28 w 46"/>
                <a:gd name="T13" fmla="*/ 211 h 211"/>
                <a:gd name="T14" fmla="*/ 0 w 46"/>
                <a:gd name="T15" fmla="*/ 140 h 211"/>
                <a:gd name="T16" fmla="*/ 59 w 46"/>
                <a:gd name="T17" fmla="*/ 140 h 2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6" h="211">
                  <a:moveTo>
                    <a:pt x="31" y="0"/>
                  </a:moveTo>
                  <a:lnTo>
                    <a:pt x="31" y="152"/>
                  </a:lnTo>
                  <a:lnTo>
                    <a:pt x="14" y="152"/>
                  </a:lnTo>
                  <a:lnTo>
                    <a:pt x="14" y="0"/>
                  </a:lnTo>
                  <a:lnTo>
                    <a:pt x="31" y="0"/>
                  </a:lnTo>
                  <a:close/>
                  <a:moveTo>
                    <a:pt x="46" y="140"/>
                  </a:moveTo>
                  <a:lnTo>
                    <a:pt x="22" y="211"/>
                  </a:lnTo>
                  <a:lnTo>
                    <a:pt x="0" y="140"/>
                  </a:lnTo>
                  <a:lnTo>
                    <a:pt x="46" y="140"/>
                  </a:lnTo>
                  <a:close/>
                </a:path>
              </a:pathLst>
            </a:custGeom>
            <a:solidFill>
              <a:srgbClr val="0000FF"/>
            </a:solidFill>
            <a:ln w="1651">
              <a:solidFill>
                <a:srgbClr val="0000FF"/>
              </a:solidFill>
              <a:round/>
              <a:headEnd/>
              <a:tailEnd/>
            </a:ln>
          </p:spPr>
          <p:txBody>
            <a:bodyPr/>
            <a:lstStyle/>
            <a:p>
              <a:endParaRPr lang="zh-CN" altLang="en-US"/>
            </a:p>
          </p:txBody>
        </p:sp>
        <p:sp>
          <p:nvSpPr>
            <p:cNvPr id="6163" name="Freeform 19">
              <a:extLst>
                <a:ext uri="{FF2B5EF4-FFF2-40B4-BE49-F238E27FC236}">
                  <a16:creationId xmlns:a16="http://schemas.microsoft.com/office/drawing/2014/main" id="{547509E9-1B3F-5F9E-0D3C-6DCDD2510EF6}"/>
                </a:ext>
              </a:extLst>
            </p:cNvPr>
            <p:cNvSpPr>
              <a:spLocks noEditPoints="1" noChangeArrowheads="1"/>
            </p:cNvSpPr>
            <p:nvPr/>
          </p:nvSpPr>
          <p:spPr bwMode="auto">
            <a:xfrm>
              <a:off x="3379" y="2392"/>
              <a:ext cx="54" cy="211"/>
            </a:xfrm>
            <a:custGeom>
              <a:avLst/>
              <a:gdLst>
                <a:gd name="T0" fmla="*/ 41 w 48"/>
                <a:gd name="T1" fmla="*/ 0 h 211"/>
                <a:gd name="T2" fmla="*/ 41 w 48"/>
                <a:gd name="T3" fmla="*/ 152 h 211"/>
                <a:gd name="T4" fmla="*/ 19 w 48"/>
                <a:gd name="T5" fmla="*/ 152 h 211"/>
                <a:gd name="T6" fmla="*/ 18 w 48"/>
                <a:gd name="T7" fmla="*/ 0 h 211"/>
                <a:gd name="T8" fmla="*/ 41 w 48"/>
                <a:gd name="T9" fmla="*/ 0 h 211"/>
                <a:gd name="T10" fmla="*/ 61 w 48"/>
                <a:gd name="T11" fmla="*/ 140 h 211"/>
                <a:gd name="T12" fmla="*/ 30 w 48"/>
                <a:gd name="T13" fmla="*/ 211 h 211"/>
                <a:gd name="T14" fmla="*/ 0 w 48"/>
                <a:gd name="T15" fmla="*/ 140 h 211"/>
                <a:gd name="T16" fmla="*/ 61 w 48"/>
                <a:gd name="T17" fmla="*/ 140 h 2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8" h="211">
                  <a:moveTo>
                    <a:pt x="32" y="0"/>
                  </a:moveTo>
                  <a:lnTo>
                    <a:pt x="32" y="152"/>
                  </a:lnTo>
                  <a:lnTo>
                    <a:pt x="15" y="152"/>
                  </a:lnTo>
                  <a:lnTo>
                    <a:pt x="14" y="0"/>
                  </a:lnTo>
                  <a:lnTo>
                    <a:pt x="32" y="0"/>
                  </a:lnTo>
                  <a:close/>
                  <a:moveTo>
                    <a:pt x="48" y="140"/>
                  </a:moveTo>
                  <a:lnTo>
                    <a:pt x="24" y="211"/>
                  </a:lnTo>
                  <a:lnTo>
                    <a:pt x="0" y="140"/>
                  </a:lnTo>
                  <a:lnTo>
                    <a:pt x="48" y="140"/>
                  </a:lnTo>
                  <a:close/>
                </a:path>
              </a:pathLst>
            </a:custGeom>
            <a:solidFill>
              <a:srgbClr val="3366FF"/>
            </a:solidFill>
            <a:ln w="1651">
              <a:solidFill>
                <a:srgbClr val="3366FF"/>
              </a:solidFill>
              <a:round/>
              <a:headEnd/>
              <a:tailEnd/>
            </a:ln>
          </p:spPr>
          <p:txBody>
            <a:bodyPr/>
            <a:lstStyle/>
            <a:p>
              <a:endParaRPr lang="zh-CN" altLang="en-US"/>
            </a:p>
          </p:txBody>
        </p:sp>
        <p:sp>
          <p:nvSpPr>
            <p:cNvPr id="6164" name="Rectangle 20">
              <a:extLst>
                <a:ext uri="{FF2B5EF4-FFF2-40B4-BE49-F238E27FC236}">
                  <a16:creationId xmlns:a16="http://schemas.microsoft.com/office/drawing/2014/main" id="{ED5132E2-A394-1AC1-2226-663D8FD9AF0F}"/>
                </a:ext>
              </a:extLst>
            </p:cNvPr>
            <p:cNvSpPr>
              <a:spLocks noChangeArrowheads="1"/>
            </p:cNvSpPr>
            <p:nvPr/>
          </p:nvSpPr>
          <p:spPr bwMode="auto">
            <a:xfrm>
              <a:off x="1690" y="2648"/>
              <a:ext cx="64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15000"/>
                </a:spcBef>
              </a:pPr>
              <a:r>
                <a:rPr lang="zh-CN" altLang="en-US" sz="2000">
                  <a:solidFill>
                    <a:srgbClr val="993300"/>
                  </a:solidFill>
                  <a:latin typeface="宋体" panose="02010600030101010101" pitchFamily="2" charset="-122"/>
                  <a:ea typeface="宋体" panose="02010600030101010101" pitchFamily="2" charset="-122"/>
                </a:rPr>
                <a:t>电场</a:t>
              </a:r>
              <a:endParaRPr lang="zh-CN" altLang="en-US" sz="2000">
                <a:solidFill>
                  <a:srgbClr val="993300"/>
                </a:solidFill>
                <a:ea typeface="幼圆" panose="02010509060101010101" pitchFamily="49" charset="-122"/>
              </a:endParaRPr>
            </a:p>
          </p:txBody>
        </p:sp>
        <p:sp>
          <p:nvSpPr>
            <p:cNvPr id="6165" name="Rectangle 21">
              <a:extLst>
                <a:ext uri="{FF2B5EF4-FFF2-40B4-BE49-F238E27FC236}">
                  <a16:creationId xmlns:a16="http://schemas.microsoft.com/office/drawing/2014/main" id="{9019B835-0B0D-5EC3-A600-AAE87CC7065B}"/>
                </a:ext>
              </a:extLst>
            </p:cNvPr>
            <p:cNvSpPr>
              <a:spLocks noChangeArrowheads="1"/>
            </p:cNvSpPr>
            <p:nvPr/>
          </p:nvSpPr>
          <p:spPr bwMode="auto">
            <a:xfrm>
              <a:off x="3243" y="2648"/>
              <a:ext cx="54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15000"/>
                </a:spcBef>
              </a:pPr>
              <a:r>
                <a:rPr lang="zh-CN" altLang="en-US" sz="2000">
                  <a:solidFill>
                    <a:srgbClr val="FF0066"/>
                  </a:solidFill>
                  <a:latin typeface="宋体" panose="02010600030101010101" pitchFamily="2" charset="-122"/>
                  <a:ea typeface="宋体" panose="02010600030101010101" pitchFamily="2" charset="-122"/>
                </a:rPr>
                <a:t>磁场</a:t>
              </a:r>
              <a:endParaRPr lang="zh-CN" altLang="en-US" sz="2000">
                <a:solidFill>
                  <a:srgbClr val="FF0066"/>
                </a:solidFill>
                <a:ea typeface="幼圆" panose="02010509060101010101" pitchFamily="49" charset="-122"/>
              </a:endParaRPr>
            </a:p>
          </p:txBody>
        </p:sp>
        <p:sp>
          <p:nvSpPr>
            <p:cNvPr id="6166" name="Rectangle 22">
              <a:extLst>
                <a:ext uri="{FF2B5EF4-FFF2-40B4-BE49-F238E27FC236}">
                  <a16:creationId xmlns:a16="http://schemas.microsoft.com/office/drawing/2014/main" id="{25E0BBFE-2AAE-3ED9-1553-226D6C38DD8D}"/>
                </a:ext>
              </a:extLst>
            </p:cNvPr>
            <p:cNvSpPr>
              <a:spLocks noChangeArrowheads="1"/>
            </p:cNvSpPr>
            <p:nvPr/>
          </p:nvSpPr>
          <p:spPr bwMode="auto">
            <a:xfrm>
              <a:off x="2401" y="2296"/>
              <a:ext cx="70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15000"/>
                </a:spcBef>
              </a:pPr>
              <a:r>
                <a:rPr lang="zh-CN" altLang="en-US" sz="1600">
                  <a:solidFill>
                    <a:srgbClr val="CC3300"/>
                  </a:solidFill>
                  <a:latin typeface="宋体" panose="02010600030101010101" pitchFamily="2" charset="-122"/>
                  <a:ea typeface="宋体" panose="02010600030101010101" pitchFamily="2" charset="-122"/>
                </a:rPr>
                <a:t>（运动）</a:t>
              </a:r>
              <a:endParaRPr lang="zh-CN" altLang="en-US" sz="1600">
                <a:solidFill>
                  <a:srgbClr val="CC3300"/>
                </a:solidFill>
                <a:ea typeface="幼圆" panose="02010509060101010101" pitchFamily="49" charset="-122"/>
              </a:endParaRPr>
            </a:p>
          </p:txBody>
        </p:sp>
      </p:grpSp>
      <p:grpSp>
        <p:nvGrpSpPr>
          <p:cNvPr id="3" name="Group 32">
            <a:extLst>
              <a:ext uri="{FF2B5EF4-FFF2-40B4-BE49-F238E27FC236}">
                <a16:creationId xmlns:a16="http://schemas.microsoft.com/office/drawing/2014/main" id="{7B7A194A-4F11-393C-33C3-10EDDD4BAAE9}"/>
              </a:ext>
            </a:extLst>
          </p:cNvPr>
          <p:cNvGrpSpPr>
            <a:grpSpLocks/>
          </p:cNvGrpSpPr>
          <p:nvPr/>
        </p:nvGrpSpPr>
        <p:grpSpPr bwMode="auto">
          <a:xfrm>
            <a:off x="0" y="2520941"/>
            <a:ext cx="8785225" cy="1114425"/>
            <a:chOff x="68" y="1117"/>
            <a:chExt cx="5534" cy="702"/>
          </a:xfrm>
        </p:grpSpPr>
        <p:sp>
          <p:nvSpPr>
            <p:cNvPr id="6155" name="Text Box 23">
              <a:extLst>
                <a:ext uri="{FF2B5EF4-FFF2-40B4-BE49-F238E27FC236}">
                  <a16:creationId xmlns:a16="http://schemas.microsoft.com/office/drawing/2014/main" id="{AAF78C7F-9764-3873-E9E3-BFA197921F3A}"/>
                </a:ext>
              </a:extLst>
            </p:cNvPr>
            <p:cNvSpPr txBox="1">
              <a:spLocks noChangeArrowheads="1"/>
            </p:cNvSpPr>
            <p:nvPr/>
          </p:nvSpPr>
          <p:spPr bwMode="auto">
            <a:xfrm>
              <a:off x="68" y="1117"/>
              <a:ext cx="5534" cy="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just" eaLnBrk="1" latinLnBrk="1" hangingPunct="1">
                <a:lnSpc>
                  <a:spcPct val="140000"/>
                </a:lnSpc>
                <a:spcBef>
                  <a:spcPct val="20000"/>
                </a:spcBef>
              </a:pPr>
              <a:r>
                <a:rPr lang="en-US" altLang="zh-CN" dirty="0">
                  <a:latin typeface="楷体_GB2312" pitchFamily="49" charset="-122"/>
                </a:rPr>
                <a:t>    </a:t>
              </a:r>
              <a:r>
                <a:rPr lang="zh-CN" altLang="en-US" dirty="0">
                  <a:latin typeface="楷体_GB2312" pitchFamily="49" charset="-122"/>
                </a:rPr>
                <a:t>源量为电荷</a:t>
              </a:r>
              <a:r>
                <a:rPr lang="zh-CN" altLang="en-US" b="0" i="1" dirty="0">
                  <a:latin typeface="Times New Roman" panose="02020603050405020304" pitchFamily="18" charset="0"/>
                </a:rPr>
                <a:t>          </a:t>
              </a:r>
              <a:r>
                <a:rPr lang="zh-CN" altLang="en-US" dirty="0">
                  <a:latin typeface="楷体_GB2312" pitchFamily="49" charset="-122"/>
                </a:rPr>
                <a:t>和</a:t>
              </a:r>
              <a:r>
                <a:rPr lang="zh-CN" altLang="en-US" dirty="0">
                  <a:latin typeface="Times New Roman" panose="02020603050405020304" pitchFamily="18" charset="0"/>
                </a:rPr>
                <a:t>电流 </a:t>
              </a:r>
              <a:r>
                <a:rPr lang="zh-CN" altLang="en-US" b="0" i="1" dirty="0">
                  <a:latin typeface="Times New Roman" panose="02020603050405020304" pitchFamily="18" charset="0"/>
                </a:rPr>
                <a:t>          </a:t>
              </a:r>
              <a:r>
                <a:rPr lang="zh-CN" altLang="en-US" dirty="0">
                  <a:latin typeface="Times New Roman" panose="02020603050405020304" pitchFamily="18" charset="0"/>
                </a:rPr>
                <a:t>，</a:t>
              </a:r>
              <a:r>
                <a:rPr lang="zh-CN" altLang="en-US" dirty="0">
                  <a:latin typeface="楷体_GB2312" pitchFamily="49" charset="-122"/>
                </a:rPr>
                <a:t>分别用来描述产生电磁效应的两类场源。电荷是产生电场的源，电流是产生磁场的源。</a:t>
              </a:r>
            </a:p>
          </p:txBody>
        </p:sp>
        <p:graphicFrame>
          <p:nvGraphicFramePr>
            <p:cNvPr id="6156" name="Object 29">
              <a:extLst>
                <a:ext uri="{FF2B5EF4-FFF2-40B4-BE49-F238E27FC236}">
                  <a16:creationId xmlns:a16="http://schemas.microsoft.com/office/drawing/2014/main" id="{700C5184-CB42-D127-473D-2C7EEACCDB9D}"/>
                </a:ext>
              </a:extLst>
            </p:cNvPr>
            <p:cNvGraphicFramePr>
              <a:graphicFrameLocks noChangeAspect="1"/>
            </p:cNvGraphicFramePr>
            <p:nvPr>
              <p:extLst>
                <p:ext uri="{D42A27DB-BD31-4B8C-83A1-F6EECF244321}">
                  <p14:modId xmlns:p14="http://schemas.microsoft.com/office/powerpoint/2010/main" val="362414291"/>
                </p:ext>
              </p:extLst>
            </p:nvPr>
          </p:nvGraphicFramePr>
          <p:xfrm>
            <a:off x="1339" y="1224"/>
            <a:ext cx="496" cy="227"/>
          </p:xfrm>
          <a:graphic>
            <a:graphicData uri="http://schemas.openxmlformats.org/presentationml/2006/ole">
              <mc:AlternateContent xmlns:mc="http://schemas.openxmlformats.org/markup-compatibility/2006">
                <mc:Choice xmlns:v="urn:schemas-microsoft-com:vml" Requires="v">
                  <p:oleObj r:id="rId3" imgW="317491" imgH="114300" progId="Equation.3">
                    <p:embed/>
                  </p:oleObj>
                </mc:Choice>
                <mc:Fallback>
                  <p:oleObj r:id="rId3" imgW="317491" imgH="114300" progId="Equation.3">
                    <p:embed/>
                    <p:pic>
                      <p:nvPicPr>
                        <p:cNvPr id="6156" name="Object 29">
                          <a:extLst>
                            <a:ext uri="{FF2B5EF4-FFF2-40B4-BE49-F238E27FC236}">
                              <a16:creationId xmlns:a16="http://schemas.microsoft.com/office/drawing/2014/main" id="{700C5184-CB42-D127-473D-2C7EEACCDB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9" y="1224"/>
                          <a:ext cx="496"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157" name="Object 31">
              <a:extLst>
                <a:ext uri="{FF2B5EF4-FFF2-40B4-BE49-F238E27FC236}">
                  <a16:creationId xmlns:a16="http://schemas.microsoft.com/office/drawing/2014/main" id="{827BFAA5-1D8A-F26E-033E-983EC4D3E0D9}"/>
                </a:ext>
              </a:extLst>
            </p:cNvPr>
            <p:cNvGraphicFramePr>
              <a:graphicFrameLocks noChangeAspect="1"/>
            </p:cNvGraphicFramePr>
            <p:nvPr>
              <p:extLst>
                <p:ext uri="{D42A27DB-BD31-4B8C-83A1-F6EECF244321}">
                  <p14:modId xmlns:p14="http://schemas.microsoft.com/office/powerpoint/2010/main" val="2210024200"/>
                </p:ext>
              </p:extLst>
            </p:nvPr>
          </p:nvGraphicFramePr>
          <p:xfrm>
            <a:off x="2496" y="1241"/>
            <a:ext cx="496" cy="227"/>
          </p:xfrm>
          <a:graphic>
            <a:graphicData uri="http://schemas.openxmlformats.org/presentationml/2006/ole">
              <mc:AlternateContent xmlns:mc="http://schemas.openxmlformats.org/markup-compatibility/2006">
                <mc:Choice xmlns:v="urn:schemas-microsoft-com:vml" Requires="v">
                  <p:oleObj r:id="rId5" imgW="317491" imgH="114300" progId="Equation.3">
                    <p:embed/>
                  </p:oleObj>
                </mc:Choice>
                <mc:Fallback>
                  <p:oleObj r:id="rId5" imgW="317491" imgH="114300" progId="Equation.3">
                    <p:embed/>
                    <p:pic>
                      <p:nvPicPr>
                        <p:cNvPr id="6157" name="Object 31">
                          <a:extLst>
                            <a:ext uri="{FF2B5EF4-FFF2-40B4-BE49-F238E27FC236}">
                              <a16:creationId xmlns:a16="http://schemas.microsoft.com/office/drawing/2014/main" id="{827BFAA5-1D8A-F26E-033E-983EC4D3E0D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96" y="1241"/>
                          <a:ext cx="496"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6151" name="AutoShape 34">
            <a:hlinkClick r:id="rId7" action="ppaction://hlinksldjump" highlightClick="1"/>
            <a:extLst>
              <a:ext uri="{FF2B5EF4-FFF2-40B4-BE49-F238E27FC236}">
                <a16:creationId xmlns:a16="http://schemas.microsoft.com/office/drawing/2014/main" id="{7E5F600A-F707-B170-B382-C17258923193}"/>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6152" name="AutoShape 35">
            <a:hlinkClick r:id="" action="ppaction://hlinkshowjump?jump=previousslide" highlightClick="1"/>
            <a:extLst>
              <a:ext uri="{FF2B5EF4-FFF2-40B4-BE49-F238E27FC236}">
                <a16:creationId xmlns:a16="http://schemas.microsoft.com/office/drawing/2014/main" id="{5DF426CD-B8E9-E301-711C-182033ECE589}"/>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6153" name="AutoShape 36">
            <a:hlinkClick r:id="" action="ppaction://hlinkshowjump?jump=nextslide" highlightClick="1"/>
            <a:extLst>
              <a:ext uri="{FF2B5EF4-FFF2-40B4-BE49-F238E27FC236}">
                <a16:creationId xmlns:a16="http://schemas.microsoft.com/office/drawing/2014/main" id="{58A7A1F8-B4C8-0612-C27B-A72BF671CD7A}"/>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6154" name="AutoShape 37">
            <a:hlinkClick r:id="" action="ppaction://hlinkshowjump?jump=lastslide" highlightClick="1"/>
            <a:extLst>
              <a:ext uri="{FF2B5EF4-FFF2-40B4-BE49-F238E27FC236}">
                <a16:creationId xmlns:a16="http://schemas.microsoft.com/office/drawing/2014/main" id="{8F3D8009-EF40-882A-C8BF-9D6CFE24FD1A}"/>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Tree>
    <p:extLst>
      <p:ext uri="{BB962C8B-B14F-4D97-AF65-F5344CB8AC3E}">
        <p14:creationId xmlns:p14="http://schemas.microsoft.com/office/powerpoint/2010/main" val="18815381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3">
            <a:extLst>
              <a:ext uri="{FF2B5EF4-FFF2-40B4-BE49-F238E27FC236}">
                <a16:creationId xmlns:a16="http://schemas.microsoft.com/office/drawing/2014/main" id="{CDB2145C-F5CD-D7F1-0F7C-B464F91077D6}"/>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91FCA6D2-DCCC-40E3-86F1-D9D5514267EA}" type="slidenum">
              <a:rPr altLang="zh-CN" sz="1400" b="0">
                <a:solidFill>
                  <a:schemeClr val="tx1"/>
                </a:solidFill>
                <a:ea typeface="宋体" panose="02010600030101010101" pitchFamily="2" charset="-122"/>
              </a:rPr>
              <a:pPr/>
              <a:t>4</a:t>
            </a:fld>
            <a:endParaRPr lang="zh-CN" altLang="zh-CN" sz="1400" b="0">
              <a:solidFill>
                <a:schemeClr val="tx1"/>
              </a:solidFill>
              <a:ea typeface="宋体" panose="02010600030101010101" pitchFamily="2" charset="-122"/>
            </a:endParaRPr>
          </a:p>
        </p:txBody>
      </p:sp>
      <p:sp>
        <p:nvSpPr>
          <p:cNvPr id="8195" name="Text Box 13">
            <a:extLst>
              <a:ext uri="{FF2B5EF4-FFF2-40B4-BE49-F238E27FC236}">
                <a16:creationId xmlns:a16="http://schemas.microsoft.com/office/drawing/2014/main" id="{A8AE236C-DA2D-970B-E47B-81D89F163320}"/>
              </a:ext>
            </a:extLst>
          </p:cNvPr>
          <p:cNvSpPr txBox="1">
            <a:spLocks noChangeArrowheads="1"/>
          </p:cNvSpPr>
          <p:nvPr/>
        </p:nvSpPr>
        <p:spPr bwMode="auto">
          <a:xfrm>
            <a:off x="2339975" y="655638"/>
            <a:ext cx="4248150" cy="5062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latinLnBrk="1" hangingPunct="1">
              <a:lnSpc>
                <a:spcPct val="150000"/>
              </a:lnSpc>
            </a:pPr>
            <a:r>
              <a:rPr lang="zh-CN" altLang="en-US" sz="2800">
                <a:solidFill>
                  <a:srgbClr val="990000"/>
                </a:solidFill>
                <a:latin typeface="Times New Roman" panose="02020603050405020304" pitchFamily="18" charset="0"/>
                <a:ea typeface="隶书" panose="02010509060101010101" pitchFamily="49" charset="-122"/>
              </a:rPr>
              <a:t>本节内容</a:t>
            </a:r>
          </a:p>
          <a:p>
            <a:pPr algn="ctr" eaLnBrk="1" latinLnBrk="1" hangingPunct="1">
              <a:lnSpc>
                <a:spcPct val="150000"/>
              </a:lnSpc>
            </a:pPr>
            <a:endParaRPr lang="zh-CN" altLang="en-US" sz="2800">
              <a:solidFill>
                <a:srgbClr val="990000"/>
              </a:solidFill>
              <a:latin typeface="Times New Roman" panose="02020603050405020304" pitchFamily="18" charset="0"/>
              <a:ea typeface="隶书" panose="02010509060101010101" pitchFamily="49" charset="-122"/>
            </a:endParaRPr>
          </a:p>
          <a:p>
            <a:pPr eaLnBrk="1" latinLnBrk="1" hangingPunct="1">
              <a:lnSpc>
                <a:spcPct val="150000"/>
              </a:lnSpc>
            </a:pPr>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2.1.1  </a:t>
            </a:r>
            <a:r>
              <a:rPr lang="zh-CN" altLang="en-US">
                <a:latin typeface="Times New Roman" panose="02020603050405020304" pitchFamily="18" charset="0"/>
                <a:ea typeface="宋体" panose="02010600030101010101" pitchFamily="2" charset="-122"/>
                <a:hlinkClick r:id="rId2" action="ppaction://hlinksldjump"/>
              </a:rPr>
              <a:t>电荷</a:t>
            </a:r>
            <a:r>
              <a:rPr lang="en-US" altLang="zh-CN">
                <a:latin typeface="Times New Roman" panose="02020603050405020304" pitchFamily="18" charset="0"/>
                <a:ea typeface="宋体" panose="02010600030101010101" pitchFamily="2" charset="-122"/>
                <a:hlinkClick r:id="rId2" action="ppaction://hlinksldjump"/>
              </a:rPr>
              <a:t>q</a:t>
            </a:r>
            <a:r>
              <a:rPr lang="zh-CN" altLang="en-US">
                <a:latin typeface="Times New Roman" panose="02020603050405020304" pitchFamily="18" charset="0"/>
                <a:ea typeface="宋体" panose="02010600030101010101" pitchFamily="2" charset="-122"/>
                <a:hlinkClick r:id="rId2" action="ppaction://hlinksldjump"/>
              </a:rPr>
              <a:t>与电荷密度</a:t>
            </a:r>
            <a:endParaRPr lang="zh-CN" altLang="en-US">
              <a:latin typeface="Times New Roman" panose="02020603050405020304" pitchFamily="18" charset="0"/>
              <a:ea typeface="宋体" panose="02010600030101010101" pitchFamily="2" charset="-122"/>
            </a:endParaRPr>
          </a:p>
          <a:p>
            <a:pPr eaLnBrk="1" latinLnBrk="1" hangingPunct="1">
              <a:lnSpc>
                <a:spcPct val="150000"/>
              </a:lnSpc>
            </a:pPr>
            <a:endParaRPr lang="zh-CN" altLang="en-US">
              <a:latin typeface="Times New Roman" panose="02020603050405020304" pitchFamily="18" charset="0"/>
              <a:ea typeface="宋体" panose="02010600030101010101" pitchFamily="2" charset="-122"/>
            </a:endParaRPr>
          </a:p>
          <a:p>
            <a:pPr eaLnBrk="1" latinLnBrk="1" hangingPunct="1">
              <a:lnSpc>
                <a:spcPct val="150000"/>
              </a:lnSpc>
            </a:pPr>
            <a:endParaRPr lang="zh-CN" altLang="en-US">
              <a:latin typeface="Times New Roman" panose="02020603050405020304" pitchFamily="18" charset="0"/>
              <a:ea typeface="宋体" panose="02010600030101010101" pitchFamily="2" charset="-122"/>
            </a:endParaRPr>
          </a:p>
          <a:p>
            <a:pPr eaLnBrk="1" latinLnBrk="1" hangingPunct="1">
              <a:lnSpc>
                <a:spcPct val="150000"/>
              </a:lnSpc>
            </a:pPr>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2.1.2  </a:t>
            </a:r>
            <a:r>
              <a:rPr lang="zh-CN" altLang="en-US">
                <a:latin typeface="Times New Roman" panose="02020603050405020304" pitchFamily="18" charset="0"/>
                <a:ea typeface="宋体" panose="02010600030101010101" pitchFamily="2" charset="-122"/>
                <a:hlinkClick r:id="rId3" action="ppaction://hlinksldjump"/>
              </a:rPr>
              <a:t>电流</a:t>
            </a:r>
            <a:r>
              <a:rPr lang="en-US" altLang="zh-CN">
                <a:latin typeface="Times New Roman" panose="02020603050405020304" pitchFamily="18" charset="0"/>
                <a:ea typeface="宋体" panose="02010600030101010101" pitchFamily="2" charset="-122"/>
                <a:hlinkClick r:id="rId3" action="ppaction://hlinksldjump"/>
              </a:rPr>
              <a:t>i</a:t>
            </a:r>
            <a:r>
              <a:rPr lang="zh-CN" altLang="en-US">
                <a:latin typeface="Times New Roman" panose="02020603050405020304" pitchFamily="18" charset="0"/>
                <a:ea typeface="宋体" panose="02010600030101010101" pitchFamily="2" charset="-122"/>
                <a:hlinkClick r:id="rId3" action="ppaction://hlinksldjump"/>
              </a:rPr>
              <a:t>与电流密度</a:t>
            </a:r>
            <a:endParaRPr lang="zh-CN" altLang="en-US">
              <a:latin typeface="Times New Roman" panose="02020603050405020304" pitchFamily="18" charset="0"/>
              <a:ea typeface="宋体" panose="02010600030101010101" pitchFamily="2" charset="-122"/>
            </a:endParaRPr>
          </a:p>
          <a:p>
            <a:pPr eaLnBrk="1" latinLnBrk="1" hangingPunct="1">
              <a:lnSpc>
                <a:spcPct val="150000"/>
              </a:lnSpc>
            </a:pPr>
            <a:endParaRPr lang="zh-CN" altLang="en-US">
              <a:latin typeface="Times New Roman" panose="02020603050405020304" pitchFamily="18" charset="0"/>
              <a:ea typeface="宋体" panose="02010600030101010101" pitchFamily="2" charset="-122"/>
            </a:endParaRPr>
          </a:p>
          <a:p>
            <a:pPr eaLnBrk="1" latinLnBrk="1" hangingPunct="1">
              <a:lnSpc>
                <a:spcPct val="150000"/>
              </a:lnSpc>
            </a:pPr>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2.1.3</a:t>
            </a:r>
            <a:r>
              <a:rPr lang="en-US" altLang="zh-CN">
                <a:solidFill>
                  <a:schemeClr val="tx1"/>
                </a:solidFill>
                <a:latin typeface="Times New Roman" panose="02020603050405020304" pitchFamily="18" charset="0"/>
                <a:ea typeface="宋体" panose="02010600030101010101" pitchFamily="2" charset="-122"/>
              </a:rPr>
              <a:t>  </a:t>
            </a:r>
            <a:r>
              <a:rPr lang="zh-CN" altLang="en-US">
                <a:solidFill>
                  <a:schemeClr val="tx1"/>
                </a:solidFill>
                <a:latin typeface="Times New Roman" panose="02020603050405020304" pitchFamily="18" charset="0"/>
                <a:ea typeface="宋体" panose="02010600030101010101" pitchFamily="2" charset="-122"/>
                <a:hlinkClick r:id="rId4" action="ppaction://hlinksldjump"/>
              </a:rPr>
              <a:t>电荷守恒定律</a:t>
            </a:r>
            <a:endParaRPr lang="zh-CN" altLang="en-US">
              <a:solidFill>
                <a:schemeClr val="tx1"/>
              </a:solidFill>
              <a:latin typeface="Times New Roman" panose="02020603050405020304" pitchFamily="18" charset="0"/>
              <a:ea typeface="宋体" panose="02010600030101010101" pitchFamily="2" charset="-122"/>
            </a:endParaRPr>
          </a:p>
          <a:p>
            <a:pPr eaLnBrk="1" latinLnBrk="1" hangingPunct="1">
              <a:lnSpc>
                <a:spcPct val="90000"/>
              </a:lnSpc>
              <a:spcBef>
                <a:spcPct val="20000"/>
              </a:spcBef>
            </a:pPr>
            <a:endParaRPr lang="en-US" altLang="zh-CN">
              <a:solidFill>
                <a:schemeClr val="tx1"/>
              </a:solidFill>
              <a:latin typeface="Times New Roman" panose="02020603050405020304" pitchFamily="18" charset="0"/>
              <a:ea typeface="宋体" panose="02010600030101010101" pitchFamily="2" charset="-122"/>
            </a:endParaRPr>
          </a:p>
        </p:txBody>
      </p:sp>
      <p:sp>
        <p:nvSpPr>
          <p:cNvPr id="8196" name="AutoShape 14">
            <a:hlinkClick r:id="rId5" action="ppaction://hlinksldjump" highlightClick="1"/>
            <a:extLst>
              <a:ext uri="{FF2B5EF4-FFF2-40B4-BE49-F238E27FC236}">
                <a16:creationId xmlns:a16="http://schemas.microsoft.com/office/drawing/2014/main" id="{2FF06327-96A3-99C1-F705-C606B23FC9BD}"/>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8197" name="AutoShape 15">
            <a:hlinkClick r:id="" action="ppaction://hlinkshowjump?jump=previousslide" highlightClick="1"/>
            <a:extLst>
              <a:ext uri="{FF2B5EF4-FFF2-40B4-BE49-F238E27FC236}">
                <a16:creationId xmlns:a16="http://schemas.microsoft.com/office/drawing/2014/main" id="{3B7DD7EE-00BB-2E1E-1847-08C24284756C}"/>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8198" name="AutoShape 16">
            <a:hlinkClick r:id="" action="ppaction://hlinkshowjump?jump=nextslide" highlightClick="1"/>
            <a:extLst>
              <a:ext uri="{FF2B5EF4-FFF2-40B4-BE49-F238E27FC236}">
                <a16:creationId xmlns:a16="http://schemas.microsoft.com/office/drawing/2014/main" id="{3BDF348F-2D14-681D-ACEE-FC443A5A828B}"/>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8199" name="AutoShape 17">
            <a:hlinkClick r:id="" action="ppaction://hlinkshowjump?jump=lastslide" highlightClick="1"/>
            <a:extLst>
              <a:ext uri="{FF2B5EF4-FFF2-40B4-BE49-F238E27FC236}">
                <a16:creationId xmlns:a16="http://schemas.microsoft.com/office/drawing/2014/main" id="{23F8472A-4974-00C3-0C45-24AF1DD5D7D8}"/>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aphicFrame>
        <p:nvGraphicFramePr>
          <p:cNvPr id="415766" name="Object 22">
            <a:extLst>
              <a:ext uri="{FF2B5EF4-FFF2-40B4-BE49-F238E27FC236}">
                <a16:creationId xmlns:a16="http://schemas.microsoft.com/office/drawing/2014/main" id="{C9B31B01-1055-A0C7-1D83-EA19C05A99DD}"/>
              </a:ext>
            </a:extLst>
          </p:cNvPr>
          <p:cNvGraphicFramePr>
            <a:graphicFrameLocks noChangeAspect="1"/>
          </p:cNvGraphicFramePr>
          <p:nvPr>
            <p:extLst>
              <p:ext uri="{D42A27DB-BD31-4B8C-83A1-F6EECF244321}">
                <p14:modId xmlns:p14="http://schemas.microsoft.com/office/powerpoint/2010/main" val="2392265451"/>
              </p:ext>
            </p:extLst>
          </p:nvPr>
        </p:nvGraphicFramePr>
        <p:xfrm>
          <a:off x="5795963" y="1628775"/>
          <a:ext cx="935037" cy="1377950"/>
        </p:xfrm>
        <a:graphic>
          <a:graphicData uri="http://schemas.openxmlformats.org/presentationml/2006/ole">
            <mc:AlternateContent xmlns:mc="http://schemas.openxmlformats.org/markup-compatibility/2006">
              <mc:Choice xmlns:v="urn:schemas-microsoft-com:vml" Requires="v">
                <p:oleObj r:id="rId6" imgW="374498" imgH="520792" progId="Equation.3">
                  <p:embed/>
                </p:oleObj>
              </mc:Choice>
              <mc:Fallback>
                <p:oleObj r:id="rId6" imgW="374498" imgH="520792" progId="Equation.3">
                  <p:embed/>
                  <p:pic>
                    <p:nvPicPr>
                      <p:cNvPr id="415766" name="Object 22">
                        <a:extLst>
                          <a:ext uri="{FF2B5EF4-FFF2-40B4-BE49-F238E27FC236}">
                            <a16:creationId xmlns:a16="http://schemas.microsoft.com/office/drawing/2014/main" id="{C9B31B01-1055-A0C7-1D83-EA19C05A99D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95963" y="1628775"/>
                        <a:ext cx="935037" cy="137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 name="Object 22">
            <a:extLst>
              <a:ext uri="{FF2B5EF4-FFF2-40B4-BE49-F238E27FC236}">
                <a16:creationId xmlns:a16="http://schemas.microsoft.com/office/drawing/2014/main" id="{78011386-953C-201D-4039-543752BA8D76}"/>
              </a:ext>
            </a:extLst>
          </p:cNvPr>
          <p:cNvGraphicFramePr>
            <a:graphicFrameLocks noChangeAspect="1"/>
          </p:cNvGraphicFramePr>
          <p:nvPr>
            <p:extLst>
              <p:ext uri="{D42A27DB-BD31-4B8C-83A1-F6EECF244321}">
                <p14:modId xmlns:p14="http://schemas.microsoft.com/office/powerpoint/2010/main" val="2188123010"/>
              </p:ext>
            </p:extLst>
          </p:nvPr>
        </p:nvGraphicFramePr>
        <p:xfrm>
          <a:off x="5797550" y="3429000"/>
          <a:ext cx="935038" cy="1212850"/>
        </p:xfrm>
        <a:graphic>
          <a:graphicData uri="http://schemas.openxmlformats.org/presentationml/2006/ole">
            <mc:AlternateContent xmlns:mc="http://schemas.openxmlformats.org/markup-compatibility/2006">
              <mc:Choice xmlns:v="urn:schemas-microsoft-com:vml" Requires="v">
                <p:oleObj r:id="rId8" imgW="374498" imgH="457200" progId="Equation.3">
                  <p:embed/>
                </p:oleObj>
              </mc:Choice>
              <mc:Fallback>
                <p:oleObj r:id="rId8" imgW="374498" imgH="457200" progId="Equation.3">
                  <p:embed/>
                  <p:pic>
                    <p:nvPicPr>
                      <p:cNvPr id="2" name="Object 22">
                        <a:extLst>
                          <a:ext uri="{FF2B5EF4-FFF2-40B4-BE49-F238E27FC236}">
                            <a16:creationId xmlns:a16="http://schemas.microsoft.com/office/drawing/2014/main" id="{78011386-953C-201D-4039-543752BA8D7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97550" y="3429000"/>
                        <a:ext cx="935038" cy="121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4373989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3">
            <a:extLst>
              <a:ext uri="{FF2B5EF4-FFF2-40B4-BE49-F238E27FC236}">
                <a16:creationId xmlns:a16="http://schemas.microsoft.com/office/drawing/2014/main" id="{114744C4-A17E-92DD-B5A0-BCEE9E2698B0}"/>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3681B9B7-F0CF-4D80-AFE9-60B5DC758AA8}" type="slidenum">
              <a:rPr altLang="zh-CN" sz="1400" b="0">
                <a:solidFill>
                  <a:schemeClr val="tx1"/>
                </a:solidFill>
                <a:ea typeface="宋体" panose="02010600030101010101" pitchFamily="2" charset="-122"/>
              </a:rPr>
              <a:pPr/>
              <a:t>5</a:t>
            </a:fld>
            <a:endParaRPr lang="zh-CN" altLang="zh-CN" sz="1400" b="0">
              <a:solidFill>
                <a:schemeClr val="tx1"/>
              </a:solidFill>
              <a:ea typeface="宋体" panose="02010600030101010101" pitchFamily="2" charset="-122"/>
            </a:endParaRPr>
          </a:p>
        </p:txBody>
      </p:sp>
      <p:sp>
        <p:nvSpPr>
          <p:cNvPr id="9219" name="AutoShape 2">
            <a:hlinkClick r:id="rId3" action="ppaction://hlinksldjump" highlightClick="1"/>
            <a:extLst>
              <a:ext uri="{FF2B5EF4-FFF2-40B4-BE49-F238E27FC236}">
                <a16:creationId xmlns:a16="http://schemas.microsoft.com/office/drawing/2014/main" id="{3A429781-5B5F-29A2-7B35-70E2C91A3DBC}"/>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9220" name="AutoShape 3">
            <a:hlinkClick r:id="" action="ppaction://hlinkshowjump?jump=previousslide" highlightClick="1"/>
            <a:extLst>
              <a:ext uri="{FF2B5EF4-FFF2-40B4-BE49-F238E27FC236}">
                <a16:creationId xmlns:a16="http://schemas.microsoft.com/office/drawing/2014/main" id="{CC2D42D1-266F-ECAA-AFDA-F6139B909539}"/>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9221" name="AutoShape 4">
            <a:hlinkClick r:id="" action="ppaction://hlinkshowjump?jump=nextslide" highlightClick="1"/>
            <a:extLst>
              <a:ext uri="{FF2B5EF4-FFF2-40B4-BE49-F238E27FC236}">
                <a16:creationId xmlns:a16="http://schemas.microsoft.com/office/drawing/2014/main" id="{DACBDC0A-0372-E526-64EE-34B6547E9802}"/>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9222" name="AutoShape 5">
            <a:hlinkClick r:id="" action="ppaction://hlinkshowjump?jump=lastslide" highlightClick="1"/>
            <a:extLst>
              <a:ext uri="{FF2B5EF4-FFF2-40B4-BE49-F238E27FC236}">
                <a16:creationId xmlns:a16="http://schemas.microsoft.com/office/drawing/2014/main" id="{A9A78307-A4C7-36E9-D812-7791F95E2D64}"/>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691206" name="Text Box 6">
            <a:extLst>
              <a:ext uri="{FF2B5EF4-FFF2-40B4-BE49-F238E27FC236}">
                <a16:creationId xmlns:a16="http://schemas.microsoft.com/office/drawing/2014/main" id="{A465B2D2-154F-2C95-19E0-ED149EB9895E}"/>
              </a:ext>
            </a:extLst>
          </p:cNvPr>
          <p:cNvSpPr txBox="1">
            <a:spLocks noChangeArrowheads="1"/>
          </p:cNvSpPr>
          <p:nvPr/>
        </p:nvSpPr>
        <p:spPr bwMode="auto">
          <a:xfrm>
            <a:off x="539750" y="1268413"/>
            <a:ext cx="8208963" cy="235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just" eaLnBrk="1" latinLnBrk="1" hangingPunct="1">
              <a:lnSpc>
                <a:spcPct val="140000"/>
              </a:lnSpc>
              <a:spcBef>
                <a:spcPct val="20000"/>
              </a:spcBef>
              <a:buFontTx/>
              <a:buChar char="•"/>
            </a:pPr>
            <a:r>
              <a:rPr lang="en-US" altLang="zh-CN" dirty="0">
                <a:solidFill>
                  <a:srgbClr val="FFCC66"/>
                </a:solidFill>
                <a:latin typeface="宋体" panose="02010600030101010101" pitchFamily="2" charset="-122"/>
                <a:ea typeface="宋体" panose="02010600030101010101" pitchFamily="2" charset="-122"/>
              </a:rPr>
              <a:t> </a:t>
            </a:r>
            <a:r>
              <a:rPr lang="zh-CN" altLang="en-US" dirty="0">
                <a:solidFill>
                  <a:srgbClr val="FFCC66"/>
                </a:solidFill>
                <a:latin typeface="宋体" panose="02010600030101010101" pitchFamily="2" charset="-122"/>
                <a:ea typeface="宋体" panose="02010600030101010101" pitchFamily="2" charset="-122"/>
              </a:rPr>
              <a:t>体分布</a:t>
            </a:r>
            <a:r>
              <a:rPr lang="zh-CN" altLang="en-US" dirty="0">
                <a:solidFill>
                  <a:srgbClr val="FFCC66"/>
                </a:solidFill>
                <a:latin typeface="宋体" panose="02010600030101010101" pitchFamily="2" charset="-122"/>
                <a:ea typeface="宋体" panose="02010600030101010101" pitchFamily="2" charset="-122"/>
                <a:sym typeface="Symbol" panose="05050102010706020507" pitchFamily="18" charset="2"/>
              </a:rPr>
              <a:t>电荷</a:t>
            </a:r>
            <a:r>
              <a:rPr lang="en-US" altLang="zh-CN" b="0" dirty="0">
                <a:ea typeface="宋体" panose="02010600030101010101" pitchFamily="2" charset="-122"/>
                <a:sym typeface="Symbol" panose="05050102010706020507" pitchFamily="18" charset="2"/>
              </a:rPr>
              <a:t>——</a:t>
            </a:r>
            <a:r>
              <a:rPr lang="zh-CN" altLang="en-US" dirty="0">
                <a:ea typeface="宋体" panose="02010600030101010101" pitchFamily="2" charset="-122"/>
                <a:sym typeface="Symbol" panose="05050102010706020507" pitchFamily="18" charset="2"/>
              </a:rPr>
              <a:t>分布在一体积内。</a:t>
            </a:r>
            <a:endParaRPr lang="zh-CN" altLang="en-US" dirty="0">
              <a:solidFill>
                <a:srgbClr val="FFCC66"/>
              </a:solidFill>
              <a:latin typeface="宋体" panose="02010600030101010101" pitchFamily="2" charset="-122"/>
              <a:ea typeface="宋体" panose="02010600030101010101" pitchFamily="2" charset="-122"/>
              <a:sym typeface="Symbol" panose="05050102010706020507" pitchFamily="18" charset="2"/>
            </a:endParaRPr>
          </a:p>
          <a:p>
            <a:pPr algn="just" eaLnBrk="1" latinLnBrk="1" hangingPunct="1">
              <a:lnSpc>
                <a:spcPct val="140000"/>
              </a:lnSpc>
              <a:spcBef>
                <a:spcPct val="20000"/>
              </a:spcBef>
              <a:buFontTx/>
              <a:buChar char="•"/>
            </a:pPr>
            <a:r>
              <a:rPr lang="zh-CN" altLang="en-US" dirty="0">
                <a:solidFill>
                  <a:srgbClr val="FFCC66"/>
                </a:solidFill>
                <a:latin typeface="宋体" panose="02010600030101010101" pitchFamily="2" charset="-122"/>
                <a:ea typeface="宋体" panose="02010600030101010101" pitchFamily="2" charset="-122"/>
              </a:rPr>
              <a:t> 面分布电荷</a:t>
            </a:r>
            <a:r>
              <a:rPr lang="en-US" altLang="zh-CN" b="0" dirty="0">
                <a:ea typeface="宋体" panose="02010600030101010101" pitchFamily="2" charset="-122"/>
                <a:sym typeface="Symbol" panose="05050102010706020507" pitchFamily="18" charset="2"/>
              </a:rPr>
              <a:t>——</a:t>
            </a:r>
            <a:r>
              <a:rPr lang="zh-CN" altLang="en-US" dirty="0">
                <a:ea typeface="宋体" panose="02010600030101010101" pitchFamily="2" charset="-122"/>
                <a:sym typeface="Symbol" panose="05050102010706020507" pitchFamily="18" charset="2"/>
              </a:rPr>
              <a:t>分布在一个薄层上（厚度可以忽略）。</a:t>
            </a:r>
            <a:endParaRPr lang="zh-CN" altLang="en-US" dirty="0">
              <a:solidFill>
                <a:srgbClr val="FFCC66"/>
              </a:solidFill>
              <a:latin typeface="宋体" panose="02010600030101010101" pitchFamily="2" charset="-122"/>
              <a:ea typeface="宋体" panose="02010600030101010101" pitchFamily="2" charset="-122"/>
            </a:endParaRPr>
          </a:p>
          <a:p>
            <a:pPr algn="just" eaLnBrk="1" latinLnBrk="1" hangingPunct="1">
              <a:lnSpc>
                <a:spcPct val="140000"/>
              </a:lnSpc>
              <a:spcBef>
                <a:spcPct val="20000"/>
              </a:spcBef>
              <a:buFontTx/>
              <a:buChar char="•"/>
            </a:pPr>
            <a:r>
              <a:rPr lang="zh-CN" altLang="en-US" dirty="0">
                <a:solidFill>
                  <a:srgbClr val="FFCC66"/>
                </a:solidFill>
                <a:latin typeface="宋体" panose="02010600030101010101" pitchFamily="2" charset="-122"/>
                <a:ea typeface="宋体" panose="02010600030101010101" pitchFamily="2" charset="-122"/>
              </a:rPr>
              <a:t> 线分布电荷</a:t>
            </a:r>
            <a:r>
              <a:rPr lang="en-US" altLang="zh-CN" b="0" dirty="0">
                <a:ea typeface="宋体" panose="02010600030101010101" pitchFamily="2" charset="-122"/>
              </a:rPr>
              <a:t>——</a:t>
            </a:r>
            <a:r>
              <a:rPr lang="zh-CN" altLang="en-US" dirty="0">
                <a:ea typeface="宋体" panose="02010600030101010101" pitchFamily="2" charset="-122"/>
              </a:rPr>
              <a:t>分布在一根细线上（横截面积可以忽略）。</a:t>
            </a:r>
            <a:r>
              <a:rPr lang="zh-CN" altLang="en-US" b="0" dirty="0">
                <a:solidFill>
                  <a:schemeClr val="tx1"/>
                </a:solidFill>
                <a:ea typeface="宋体" panose="02010600030101010101" pitchFamily="2" charset="-122"/>
              </a:rPr>
              <a:t> </a:t>
            </a:r>
            <a:endParaRPr lang="zh-CN" altLang="en-US" dirty="0">
              <a:solidFill>
                <a:srgbClr val="FFCC66"/>
              </a:solidFill>
              <a:latin typeface="宋体" panose="02010600030101010101" pitchFamily="2" charset="-122"/>
              <a:ea typeface="宋体" panose="02010600030101010101" pitchFamily="2" charset="-122"/>
            </a:endParaRPr>
          </a:p>
          <a:p>
            <a:pPr algn="just" eaLnBrk="1" latinLnBrk="1" hangingPunct="1">
              <a:lnSpc>
                <a:spcPct val="140000"/>
              </a:lnSpc>
              <a:spcBef>
                <a:spcPct val="20000"/>
              </a:spcBef>
              <a:buFontTx/>
              <a:buChar char="•"/>
            </a:pPr>
            <a:r>
              <a:rPr lang="zh-CN" altLang="en-US" dirty="0">
                <a:solidFill>
                  <a:srgbClr val="FFCC66"/>
                </a:solidFill>
                <a:latin typeface="宋体" panose="02010600030101010101" pitchFamily="2" charset="-122"/>
                <a:ea typeface="宋体" panose="02010600030101010101" pitchFamily="2" charset="-122"/>
              </a:rPr>
              <a:t> 点电荷</a:t>
            </a:r>
            <a:r>
              <a:rPr lang="en-US" altLang="zh-CN" b="0" dirty="0">
                <a:ea typeface="宋体" panose="02010600030101010101" pitchFamily="2" charset="-122"/>
              </a:rPr>
              <a:t>——</a:t>
            </a:r>
            <a:r>
              <a:rPr lang="zh-CN" altLang="en-US" dirty="0">
                <a:ea typeface="宋体" panose="02010600030101010101" pitchFamily="2" charset="-122"/>
              </a:rPr>
              <a:t>分布在一个小区域内（几何尺寸可以忽略</a:t>
            </a:r>
            <a:r>
              <a:rPr lang="zh-CN" altLang="en-US" b="0" dirty="0">
                <a:ea typeface="宋体" panose="02010600030101010101" pitchFamily="2" charset="-122"/>
              </a:rPr>
              <a:t> ）。</a:t>
            </a:r>
          </a:p>
        </p:txBody>
      </p:sp>
      <p:grpSp>
        <p:nvGrpSpPr>
          <p:cNvPr id="2" name="Group 7">
            <a:extLst>
              <a:ext uri="{FF2B5EF4-FFF2-40B4-BE49-F238E27FC236}">
                <a16:creationId xmlns:a16="http://schemas.microsoft.com/office/drawing/2014/main" id="{191D42D3-4AC8-BA96-89CE-C14111D8B5FA}"/>
              </a:ext>
            </a:extLst>
          </p:cNvPr>
          <p:cNvGrpSpPr>
            <a:grpSpLocks/>
          </p:cNvGrpSpPr>
          <p:nvPr/>
        </p:nvGrpSpPr>
        <p:grpSpPr bwMode="auto">
          <a:xfrm>
            <a:off x="468313" y="3717032"/>
            <a:ext cx="8353425" cy="2016125"/>
            <a:chOff x="295" y="2750"/>
            <a:chExt cx="5262" cy="1270"/>
          </a:xfrm>
        </p:grpSpPr>
        <p:sp>
          <p:nvSpPr>
            <p:cNvPr id="9230" name="Rectangle 8">
              <a:extLst>
                <a:ext uri="{FF2B5EF4-FFF2-40B4-BE49-F238E27FC236}">
                  <a16:creationId xmlns:a16="http://schemas.microsoft.com/office/drawing/2014/main" id="{7365AE3A-470F-5F53-4D90-E8C00D94D3BE}"/>
                </a:ext>
              </a:extLst>
            </p:cNvPr>
            <p:cNvSpPr>
              <a:spLocks noChangeArrowheads="1"/>
            </p:cNvSpPr>
            <p:nvPr/>
          </p:nvSpPr>
          <p:spPr bwMode="auto">
            <a:xfrm>
              <a:off x="295" y="2750"/>
              <a:ext cx="5262" cy="1270"/>
            </a:xfrm>
            <a:prstGeom prst="rect">
              <a:avLst/>
            </a:prstGeom>
            <a:solidFill>
              <a:srgbClr val="CCFFFF"/>
            </a:solidFill>
            <a:ln w="9525">
              <a:solidFill>
                <a:schemeClr val="tx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9231" name="Freeform 9">
              <a:extLst>
                <a:ext uri="{FF2B5EF4-FFF2-40B4-BE49-F238E27FC236}">
                  <a16:creationId xmlns:a16="http://schemas.microsoft.com/office/drawing/2014/main" id="{F65621A3-1C44-F010-D979-FFE768C9D4A0}"/>
                </a:ext>
              </a:extLst>
            </p:cNvPr>
            <p:cNvSpPr>
              <a:spLocks/>
            </p:cNvSpPr>
            <p:nvPr/>
          </p:nvSpPr>
          <p:spPr bwMode="auto">
            <a:xfrm>
              <a:off x="431" y="2840"/>
              <a:ext cx="1089" cy="817"/>
            </a:xfrm>
            <a:custGeom>
              <a:avLst/>
              <a:gdLst>
                <a:gd name="T0" fmla="*/ 183 w 938"/>
                <a:gd name="T1" fmla="*/ 260 h 915"/>
                <a:gd name="T2" fmla="*/ 427 w 938"/>
                <a:gd name="T3" fmla="*/ 42 h 915"/>
                <a:gd name="T4" fmla="*/ 916 w 938"/>
                <a:gd name="T5" fmla="*/ 42 h 915"/>
                <a:gd name="T6" fmla="*/ 1162 w 938"/>
                <a:gd name="T7" fmla="*/ 296 h 915"/>
                <a:gd name="T8" fmla="*/ 1162 w 938"/>
                <a:gd name="T9" fmla="*/ 549 h 915"/>
                <a:gd name="T10" fmla="*/ 550 w 938"/>
                <a:gd name="T11" fmla="*/ 729 h 915"/>
                <a:gd name="T12" fmla="*/ 60 w 938"/>
                <a:gd name="T13" fmla="*/ 549 h 915"/>
                <a:gd name="T14" fmla="*/ 183 w 938"/>
                <a:gd name="T15" fmla="*/ 260 h 91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38" h="915">
                  <a:moveTo>
                    <a:pt x="136" y="326"/>
                  </a:moveTo>
                  <a:cubicBezTo>
                    <a:pt x="181" y="220"/>
                    <a:pt x="226" y="99"/>
                    <a:pt x="317" y="53"/>
                  </a:cubicBezTo>
                  <a:cubicBezTo>
                    <a:pt x="408" y="7"/>
                    <a:pt x="589" y="0"/>
                    <a:pt x="680" y="53"/>
                  </a:cubicBezTo>
                  <a:cubicBezTo>
                    <a:pt x="771" y="106"/>
                    <a:pt x="832" y="265"/>
                    <a:pt x="862" y="371"/>
                  </a:cubicBezTo>
                  <a:cubicBezTo>
                    <a:pt x="892" y="477"/>
                    <a:pt x="938" y="598"/>
                    <a:pt x="862" y="689"/>
                  </a:cubicBezTo>
                  <a:cubicBezTo>
                    <a:pt x="786" y="780"/>
                    <a:pt x="544" y="915"/>
                    <a:pt x="408" y="915"/>
                  </a:cubicBezTo>
                  <a:cubicBezTo>
                    <a:pt x="272" y="915"/>
                    <a:pt x="90" y="787"/>
                    <a:pt x="45" y="689"/>
                  </a:cubicBezTo>
                  <a:cubicBezTo>
                    <a:pt x="0" y="591"/>
                    <a:pt x="91" y="432"/>
                    <a:pt x="136" y="326"/>
                  </a:cubicBezTo>
                  <a:close/>
                </a:path>
              </a:pathLst>
            </a:custGeom>
            <a:solidFill>
              <a:srgbClr val="C0C0C0"/>
            </a:solidFill>
            <a:ln w="9525">
              <a:round/>
              <a:headEnd/>
              <a:tailEnd/>
            </a:ln>
            <a:scene3d>
              <a:camera prst="legacyPerspectiveRight">
                <a:rot lat="0" lon="300000" rev="0"/>
              </a:camera>
              <a:lightRig rig="legacyFlat2" dir="b"/>
            </a:scene3d>
            <a:sp3d extrusionH="887400" prstMaterial="legacyMatte">
              <a:bevelT w="13500" h="13500" prst="angle"/>
              <a:bevelB w="13500" h="13500" prst="angle"/>
              <a:extrusionClr>
                <a:srgbClr val="C0C0C0"/>
              </a:extrusionClr>
              <a:contourClr>
                <a:srgbClr val="C0C0C0"/>
              </a:contourClr>
            </a:sp3d>
          </p:spPr>
          <p:txBody>
            <a:bodyPr>
              <a:flatTx/>
            </a:bodyPr>
            <a:lstStyle/>
            <a:p>
              <a:endParaRPr lang="zh-CN" altLang="en-US"/>
            </a:p>
          </p:txBody>
        </p:sp>
        <p:sp>
          <p:nvSpPr>
            <p:cNvPr id="9232" name="Freeform 10">
              <a:extLst>
                <a:ext uri="{FF2B5EF4-FFF2-40B4-BE49-F238E27FC236}">
                  <a16:creationId xmlns:a16="http://schemas.microsoft.com/office/drawing/2014/main" id="{4ADCF9A4-7CBB-8F29-EF91-FD0337D263E8}"/>
                </a:ext>
              </a:extLst>
            </p:cNvPr>
            <p:cNvSpPr>
              <a:spLocks noChangeArrowheads="1"/>
            </p:cNvSpPr>
            <p:nvPr/>
          </p:nvSpPr>
          <p:spPr bwMode="auto">
            <a:xfrm>
              <a:off x="1883" y="3294"/>
              <a:ext cx="861" cy="272"/>
            </a:xfrm>
            <a:custGeom>
              <a:avLst/>
              <a:gdLst>
                <a:gd name="T0" fmla="*/ 0 w 680"/>
                <a:gd name="T1" fmla="*/ 19 h 242"/>
                <a:gd name="T2" fmla="*/ 436 w 680"/>
                <a:gd name="T3" fmla="*/ 19 h 242"/>
                <a:gd name="T4" fmla="*/ 799 w 680"/>
                <a:gd name="T5" fmla="*/ 134 h 242"/>
                <a:gd name="T6" fmla="*/ 1090 w 680"/>
                <a:gd name="T7" fmla="*/ 306 h 24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80" h="242">
                  <a:moveTo>
                    <a:pt x="0" y="15"/>
                  </a:moveTo>
                  <a:cubicBezTo>
                    <a:pt x="94" y="7"/>
                    <a:pt x="189" y="0"/>
                    <a:pt x="272" y="15"/>
                  </a:cubicBezTo>
                  <a:cubicBezTo>
                    <a:pt x="355" y="30"/>
                    <a:pt x="430" y="68"/>
                    <a:pt x="498" y="106"/>
                  </a:cubicBezTo>
                  <a:cubicBezTo>
                    <a:pt x="566" y="144"/>
                    <a:pt x="650" y="219"/>
                    <a:pt x="680" y="242"/>
                  </a:cubicBezTo>
                </a:path>
              </a:pathLst>
            </a:custGeom>
            <a:noFill/>
            <a:ln w="25400">
              <a:solidFill>
                <a:srgbClr val="B4B4B4"/>
              </a:solidFill>
              <a:round/>
              <a:headEnd/>
              <a:tailEnd/>
            </a:ln>
            <a:scene3d>
              <a:camera prst="legacyObliqueTopRight">
                <a:rot lat="20999996" lon="0" rev="0"/>
              </a:camera>
              <a:lightRig rig="legacyFlat3" dir="b"/>
            </a:scene3d>
            <a:sp3d extrusionH="3021000" prstMaterial="legacyMatte">
              <a:bevelT w="13500" h="13500" prst="angle"/>
              <a:bevelB w="13500" h="13500" prst="angle"/>
              <a:extrusionClr>
                <a:srgbClr val="B4B4B4"/>
              </a:extrusionClr>
              <a:contourClr>
                <a:srgbClr val="B4B4B4"/>
              </a:contourClr>
            </a:sp3d>
            <a:extLst>
              <a:ext uri="{909E8E84-426E-40DD-AFC4-6F175D3DCCD1}">
                <a14:hiddenFill xmlns:a14="http://schemas.microsoft.com/office/drawing/2010/main">
                  <a:solidFill>
                    <a:srgbClr val="FFFFFF"/>
                  </a:solidFill>
                </a14:hiddenFill>
              </a:ext>
            </a:extLst>
          </p:spPr>
          <p:txBody>
            <a:bodyPr>
              <a:flatTx/>
            </a:bodyPr>
            <a:lstStyle/>
            <a:p>
              <a:endParaRPr lang="zh-CN" altLang="en-US"/>
            </a:p>
          </p:txBody>
        </p:sp>
        <p:grpSp>
          <p:nvGrpSpPr>
            <p:cNvPr id="9233" name="Group 11">
              <a:extLst>
                <a:ext uri="{FF2B5EF4-FFF2-40B4-BE49-F238E27FC236}">
                  <a16:creationId xmlns:a16="http://schemas.microsoft.com/office/drawing/2014/main" id="{DB690C23-0412-85FD-301B-7FBC682A8590}"/>
                </a:ext>
              </a:extLst>
            </p:cNvPr>
            <p:cNvGrpSpPr>
              <a:grpSpLocks/>
            </p:cNvGrpSpPr>
            <p:nvPr/>
          </p:nvGrpSpPr>
          <p:grpSpPr bwMode="auto">
            <a:xfrm>
              <a:off x="3696" y="3203"/>
              <a:ext cx="813" cy="325"/>
              <a:chOff x="3923" y="3097"/>
              <a:chExt cx="813" cy="325"/>
            </a:xfrm>
          </p:grpSpPr>
          <p:sp>
            <p:nvSpPr>
              <p:cNvPr id="9239" name="Oval 12">
                <a:extLst>
                  <a:ext uri="{FF2B5EF4-FFF2-40B4-BE49-F238E27FC236}">
                    <a16:creationId xmlns:a16="http://schemas.microsoft.com/office/drawing/2014/main" id="{3A41C7CE-19D3-1062-B6CF-D594E4CE888F}"/>
                  </a:ext>
                </a:extLst>
              </p:cNvPr>
              <p:cNvSpPr>
                <a:spLocks noChangeArrowheads="1"/>
              </p:cNvSpPr>
              <p:nvPr/>
            </p:nvSpPr>
            <p:spPr bwMode="auto">
              <a:xfrm>
                <a:off x="3923" y="3111"/>
                <a:ext cx="96" cy="91"/>
              </a:xfrm>
              <a:prstGeom prst="ellipse">
                <a:avLst/>
              </a:prstGeom>
              <a:solidFill>
                <a:srgbClr val="646464"/>
              </a:solidFill>
              <a:ln w="9525">
                <a:solidFill>
                  <a:srgbClr val="3D3D3D"/>
                </a:solidFill>
                <a:round/>
                <a:headEnd/>
                <a:tailEnd/>
              </a:ln>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9240" name="Freeform 13">
                <a:extLst>
                  <a:ext uri="{FF2B5EF4-FFF2-40B4-BE49-F238E27FC236}">
                    <a16:creationId xmlns:a16="http://schemas.microsoft.com/office/drawing/2014/main" id="{53261577-93F6-9A8F-E4A9-84516835F0D7}"/>
                  </a:ext>
                </a:extLst>
              </p:cNvPr>
              <p:cNvSpPr>
                <a:spLocks noChangeArrowheads="1"/>
              </p:cNvSpPr>
              <p:nvPr/>
            </p:nvSpPr>
            <p:spPr bwMode="auto">
              <a:xfrm>
                <a:off x="3975" y="3113"/>
                <a:ext cx="729" cy="226"/>
              </a:xfrm>
              <a:custGeom>
                <a:avLst/>
                <a:gdLst>
                  <a:gd name="T0" fmla="*/ 0 w 590"/>
                  <a:gd name="T1" fmla="*/ 7 h 332"/>
                  <a:gd name="T2" fmla="*/ 346 w 590"/>
                  <a:gd name="T3" fmla="*/ 7 h 332"/>
                  <a:gd name="T4" fmla="*/ 623 w 590"/>
                  <a:gd name="T5" fmla="*/ 49 h 332"/>
                  <a:gd name="T6" fmla="*/ 901 w 590"/>
                  <a:gd name="T7" fmla="*/ 154 h 3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90" h="332">
                    <a:moveTo>
                      <a:pt x="0" y="15"/>
                    </a:moveTo>
                    <a:cubicBezTo>
                      <a:pt x="79" y="7"/>
                      <a:pt x="159" y="0"/>
                      <a:pt x="227" y="15"/>
                    </a:cubicBezTo>
                    <a:cubicBezTo>
                      <a:pt x="295" y="30"/>
                      <a:pt x="347" y="53"/>
                      <a:pt x="408" y="106"/>
                    </a:cubicBezTo>
                    <a:cubicBezTo>
                      <a:pt x="469" y="159"/>
                      <a:pt x="560" y="295"/>
                      <a:pt x="590" y="332"/>
                    </a:cubicBezTo>
                  </a:path>
                </a:pathLst>
              </a:custGeom>
              <a:noFill/>
              <a:ln w="50800">
                <a:solidFill>
                  <a:srgbClr val="696969"/>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41" name="Freeform 14">
                <a:extLst>
                  <a:ext uri="{FF2B5EF4-FFF2-40B4-BE49-F238E27FC236}">
                    <a16:creationId xmlns:a16="http://schemas.microsoft.com/office/drawing/2014/main" id="{C46C0372-DFFC-9C8F-D7DC-8571006577D7}"/>
                  </a:ext>
                </a:extLst>
              </p:cNvPr>
              <p:cNvSpPr>
                <a:spLocks noChangeArrowheads="1"/>
              </p:cNvSpPr>
              <p:nvPr/>
            </p:nvSpPr>
            <p:spPr bwMode="auto">
              <a:xfrm>
                <a:off x="3965" y="3185"/>
                <a:ext cx="688" cy="226"/>
              </a:xfrm>
              <a:custGeom>
                <a:avLst/>
                <a:gdLst>
                  <a:gd name="T0" fmla="*/ 0 w 590"/>
                  <a:gd name="T1" fmla="*/ 7 h 332"/>
                  <a:gd name="T2" fmla="*/ 309 w 590"/>
                  <a:gd name="T3" fmla="*/ 7 h 332"/>
                  <a:gd name="T4" fmla="*/ 555 w 590"/>
                  <a:gd name="T5" fmla="*/ 49 h 332"/>
                  <a:gd name="T6" fmla="*/ 802 w 590"/>
                  <a:gd name="T7" fmla="*/ 154 h 3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90" h="332">
                    <a:moveTo>
                      <a:pt x="0" y="15"/>
                    </a:moveTo>
                    <a:cubicBezTo>
                      <a:pt x="79" y="7"/>
                      <a:pt x="159" y="0"/>
                      <a:pt x="227" y="15"/>
                    </a:cubicBezTo>
                    <a:cubicBezTo>
                      <a:pt x="295" y="30"/>
                      <a:pt x="347" y="53"/>
                      <a:pt x="408" y="106"/>
                    </a:cubicBezTo>
                    <a:cubicBezTo>
                      <a:pt x="469" y="159"/>
                      <a:pt x="560" y="295"/>
                      <a:pt x="590" y="332"/>
                    </a:cubicBezTo>
                  </a:path>
                </a:pathLst>
              </a:custGeom>
              <a:noFill/>
              <a:ln w="9525">
                <a:solidFill>
                  <a:srgbClr val="9B9B9B"/>
                </a:solidFill>
                <a:round/>
                <a:headEnd/>
                <a:tailEnd/>
              </a:ln>
              <a:scene3d>
                <a:camera prst="legacyObliqueTopRight"/>
                <a:lightRig rig="legacyFlat3" dir="b"/>
              </a:scene3d>
              <a:sp3d extrusionH="227000" prstMaterial="legacyMatte">
                <a:bevelT w="13500" h="13500" prst="angle"/>
                <a:bevelB w="13500" h="13500" prst="angle"/>
                <a:extrusionClr>
                  <a:srgbClr val="9B9B9B"/>
                </a:extrusionClr>
                <a:contourClr>
                  <a:srgbClr val="9B9B9B"/>
                </a:contourClr>
              </a:sp3d>
              <a:extLst>
                <a:ext uri="{909E8E84-426E-40DD-AFC4-6F175D3DCCD1}">
                  <a14:hiddenFill xmlns:a14="http://schemas.microsoft.com/office/drawing/2010/main">
                    <a:solidFill>
                      <a:srgbClr val="FFFFFF"/>
                    </a:solidFill>
                  </a14:hiddenFill>
                </a:ext>
              </a:extLst>
            </p:spPr>
            <p:txBody>
              <a:bodyPr>
                <a:flatTx/>
              </a:bodyPr>
              <a:lstStyle/>
              <a:p>
                <a:endParaRPr lang="zh-CN" altLang="en-US"/>
              </a:p>
            </p:txBody>
          </p:sp>
          <p:sp>
            <p:nvSpPr>
              <p:cNvPr id="9242" name="Oval 15">
                <a:extLst>
                  <a:ext uri="{FF2B5EF4-FFF2-40B4-BE49-F238E27FC236}">
                    <a16:creationId xmlns:a16="http://schemas.microsoft.com/office/drawing/2014/main" id="{78494DA8-361F-FA5B-F6C7-89BBA9F9DFA6}"/>
                  </a:ext>
                </a:extLst>
              </p:cNvPr>
              <p:cNvSpPr>
                <a:spLocks noChangeArrowheads="1"/>
              </p:cNvSpPr>
              <p:nvPr/>
            </p:nvSpPr>
            <p:spPr bwMode="auto">
              <a:xfrm>
                <a:off x="4638" y="3331"/>
                <a:ext cx="98" cy="91"/>
              </a:xfrm>
              <a:prstGeom prst="ellipse">
                <a:avLst/>
              </a:prstGeom>
              <a:solidFill>
                <a:srgbClr val="9B9B9B"/>
              </a:solidFill>
              <a:ln w="15875">
                <a:solidFill>
                  <a:schemeClr val="tx1"/>
                </a:solidFill>
                <a:round/>
                <a:headEnd/>
                <a:tailEnd/>
              </a:ln>
            </p:spPr>
            <p:txBody>
              <a:bodyPr wrap="none"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9243" name="Freeform 16">
                <a:extLst>
                  <a:ext uri="{FF2B5EF4-FFF2-40B4-BE49-F238E27FC236}">
                    <a16:creationId xmlns:a16="http://schemas.microsoft.com/office/drawing/2014/main" id="{C0CEF399-9C07-3DB0-F2CC-10C697B8158D}"/>
                  </a:ext>
                </a:extLst>
              </p:cNvPr>
              <p:cNvSpPr>
                <a:spLocks noChangeArrowheads="1"/>
              </p:cNvSpPr>
              <p:nvPr/>
            </p:nvSpPr>
            <p:spPr bwMode="auto">
              <a:xfrm>
                <a:off x="3929" y="3189"/>
                <a:ext cx="729" cy="226"/>
              </a:xfrm>
              <a:custGeom>
                <a:avLst/>
                <a:gdLst>
                  <a:gd name="T0" fmla="*/ 0 w 590"/>
                  <a:gd name="T1" fmla="*/ 7 h 332"/>
                  <a:gd name="T2" fmla="*/ 346 w 590"/>
                  <a:gd name="T3" fmla="*/ 7 h 332"/>
                  <a:gd name="T4" fmla="*/ 623 w 590"/>
                  <a:gd name="T5" fmla="*/ 49 h 332"/>
                  <a:gd name="T6" fmla="*/ 901 w 590"/>
                  <a:gd name="T7" fmla="*/ 154 h 3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90" h="332">
                    <a:moveTo>
                      <a:pt x="0" y="15"/>
                    </a:moveTo>
                    <a:cubicBezTo>
                      <a:pt x="79" y="7"/>
                      <a:pt x="159" y="0"/>
                      <a:pt x="227" y="15"/>
                    </a:cubicBezTo>
                    <a:cubicBezTo>
                      <a:pt x="295" y="30"/>
                      <a:pt x="347" y="53"/>
                      <a:pt x="408" y="106"/>
                    </a:cubicBezTo>
                    <a:cubicBezTo>
                      <a:pt x="469" y="159"/>
                      <a:pt x="560" y="295"/>
                      <a:pt x="590" y="332"/>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44" name="Freeform 17">
                <a:extLst>
                  <a:ext uri="{FF2B5EF4-FFF2-40B4-BE49-F238E27FC236}">
                    <a16:creationId xmlns:a16="http://schemas.microsoft.com/office/drawing/2014/main" id="{F15846FC-DA06-D40B-4024-B9E31A83EF14}"/>
                  </a:ext>
                </a:extLst>
              </p:cNvPr>
              <p:cNvSpPr>
                <a:spLocks noChangeArrowheads="1"/>
              </p:cNvSpPr>
              <p:nvPr/>
            </p:nvSpPr>
            <p:spPr bwMode="auto">
              <a:xfrm>
                <a:off x="3975" y="3097"/>
                <a:ext cx="729" cy="226"/>
              </a:xfrm>
              <a:custGeom>
                <a:avLst/>
                <a:gdLst>
                  <a:gd name="T0" fmla="*/ 0 w 590"/>
                  <a:gd name="T1" fmla="*/ 7 h 332"/>
                  <a:gd name="T2" fmla="*/ 346 w 590"/>
                  <a:gd name="T3" fmla="*/ 7 h 332"/>
                  <a:gd name="T4" fmla="*/ 623 w 590"/>
                  <a:gd name="T5" fmla="*/ 49 h 332"/>
                  <a:gd name="T6" fmla="*/ 901 w 590"/>
                  <a:gd name="T7" fmla="*/ 154 h 3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90" h="332">
                    <a:moveTo>
                      <a:pt x="0" y="15"/>
                    </a:moveTo>
                    <a:cubicBezTo>
                      <a:pt x="79" y="7"/>
                      <a:pt x="159" y="0"/>
                      <a:pt x="227" y="15"/>
                    </a:cubicBezTo>
                    <a:cubicBezTo>
                      <a:pt x="295" y="30"/>
                      <a:pt x="347" y="53"/>
                      <a:pt x="408" y="106"/>
                    </a:cubicBezTo>
                    <a:cubicBezTo>
                      <a:pt x="469" y="159"/>
                      <a:pt x="560" y="295"/>
                      <a:pt x="590" y="332"/>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9234" name="Oval 18">
              <a:extLst>
                <a:ext uri="{FF2B5EF4-FFF2-40B4-BE49-F238E27FC236}">
                  <a16:creationId xmlns:a16="http://schemas.microsoft.com/office/drawing/2014/main" id="{1B218D52-870F-751A-D16D-A805E4225CD3}"/>
                </a:ext>
              </a:extLst>
            </p:cNvPr>
            <p:cNvSpPr>
              <a:spLocks noChangeAspect="1" noChangeArrowheads="1"/>
            </p:cNvSpPr>
            <p:nvPr/>
          </p:nvSpPr>
          <p:spPr bwMode="auto">
            <a:xfrm>
              <a:off x="5013" y="3349"/>
              <a:ext cx="125" cy="126"/>
            </a:xfrm>
            <a:prstGeom prst="ellipse">
              <a:avLst/>
            </a:prstGeom>
            <a:gradFill rotWithShape="1">
              <a:gsLst>
                <a:gs pos="0">
                  <a:srgbClr val="2A2A2A"/>
                </a:gs>
                <a:gs pos="100000">
                  <a:srgbClr val="9F9F9F"/>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9235" name="Rectangle 19">
              <a:extLst>
                <a:ext uri="{FF2B5EF4-FFF2-40B4-BE49-F238E27FC236}">
                  <a16:creationId xmlns:a16="http://schemas.microsoft.com/office/drawing/2014/main" id="{3AAEE658-2CF4-5B25-4514-CBE9C7983BD9}"/>
                </a:ext>
              </a:extLst>
            </p:cNvPr>
            <p:cNvSpPr>
              <a:spLocks noChangeArrowheads="1"/>
            </p:cNvSpPr>
            <p:nvPr/>
          </p:nvSpPr>
          <p:spPr bwMode="auto">
            <a:xfrm>
              <a:off x="477" y="3657"/>
              <a:ext cx="113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r>
                <a:rPr lang="zh-CN" altLang="en-US" sz="2000">
                  <a:solidFill>
                    <a:schemeClr val="tx1"/>
                  </a:solidFill>
                  <a:ea typeface="宋体" panose="02010600030101010101" pitchFamily="2" charset="-122"/>
                </a:rPr>
                <a:t>体分布</a:t>
              </a:r>
              <a:r>
                <a:rPr lang="zh-CN" altLang="en-US" sz="2000">
                  <a:solidFill>
                    <a:schemeClr val="tx1"/>
                  </a:solidFill>
                  <a:ea typeface="宋体" panose="02010600030101010101" pitchFamily="2" charset="-122"/>
                  <a:sym typeface="Symbol" panose="05050102010706020507" pitchFamily="18" charset="2"/>
                </a:rPr>
                <a:t>电荷</a:t>
              </a:r>
            </a:p>
          </p:txBody>
        </p:sp>
        <p:sp>
          <p:nvSpPr>
            <p:cNvPr id="9236" name="Rectangle 20">
              <a:extLst>
                <a:ext uri="{FF2B5EF4-FFF2-40B4-BE49-F238E27FC236}">
                  <a16:creationId xmlns:a16="http://schemas.microsoft.com/office/drawing/2014/main" id="{C9EDE320-5366-71A5-86C2-5F6F1F3AA3EA}"/>
                </a:ext>
              </a:extLst>
            </p:cNvPr>
            <p:cNvSpPr>
              <a:spLocks noChangeArrowheads="1"/>
            </p:cNvSpPr>
            <p:nvPr/>
          </p:nvSpPr>
          <p:spPr bwMode="auto">
            <a:xfrm>
              <a:off x="3606" y="3612"/>
              <a:ext cx="104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50000"/>
                </a:spcBef>
              </a:pPr>
              <a:r>
                <a:rPr lang="zh-CN" altLang="en-US" sz="2000">
                  <a:solidFill>
                    <a:schemeClr val="tx1"/>
                  </a:solidFill>
                  <a:ea typeface="宋体" panose="02010600030101010101" pitchFamily="2" charset="-122"/>
                </a:rPr>
                <a:t>线分布</a:t>
              </a:r>
              <a:r>
                <a:rPr lang="zh-CN" altLang="en-US" sz="2000">
                  <a:solidFill>
                    <a:schemeClr val="tx1"/>
                  </a:solidFill>
                  <a:ea typeface="宋体" panose="02010600030101010101" pitchFamily="2" charset="-122"/>
                  <a:sym typeface="Symbol" panose="05050102010706020507" pitchFamily="18" charset="2"/>
                </a:rPr>
                <a:t>电荷</a:t>
              </a:r>
            </a:p>
          </p:txBody>
        </p:sp>
        <p:sp>
          <p:nvSpPr>
            <p:cNvPr id="9237" name="Rectangle 21">
              <a:extLst>
                <a:ext uri="{FF2B5EF4-FFF2-40B4-BE49-F238E27FC236}">
                  <a16:creationId xmlns:a16="http://schemas.microsoft.com/office/drawing/2014/main" id="{4E94A453-9B7C-2369-5BD8-0292073D2F1D}"/>
                </a:ext>
              </a:extLst>
            </p:cNvPr>
            <p:cNvSpPr>
              <a:spLocks noChangeArrowheads="1"/>
            </p:cNvSpPr>
            <p:nvPr/>
          </p:nvSpPr>
          <p:spPr bwMode="auto">
            <a:xfrm>
              <a:off x="2110" y="3657"/>
              <a:ext cx="104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50000"/>
                </a:spcBef>
              </a:pPr>
              <a:r>
                <a:rPr lang="zh-CN" altLang="en-US" sz="2000">
                  <a:solidFill>
                    <a:schemeClr val="tx1"/>
                  </a:solidFill>
                  <a:ea typeface="宋体" panose="02010600030101010101" pitchFamily="2" charset="-122"/>
                </a:rPr>
                <a:t>面分布</a:t>
              </a:r>
              <a:r>
                <a:rPr lang="zh-CN" altLang="en-US" sz="2000">
                  <a:solidFill>
                    <a:schemeClr val="tx1"/>
                  </a:solidFill>
                  <a:ea typeface="宋体" panose="02010600030101010101" pitchFamily="2" charset="-122"/>
                  <a:sym typeface="Symbol" panose="05050102010706020507" pitchFamily="18" charset="2"/>
                </a:rPr>
                <a:t>电荷</a:t>
              </a:r>
            </a:p>
          </p:txBody>
        </p:sp>
        <p:sp>
          <p:nvSpPr>
            <p:cNvPr id="9238" name="Rectangle 22">
              <a:extLst>
                <a:ext uri="{FF2B5EF4-FFF2-40B4-BE49-F238E27FC236}">
                  <a16:creationId xmlns:a16="http://schemas.microsoft.com/office/drawing/2014/main" id="{76E1E746-A67A-D19E-7CE0-39E4CDF6E2C6}"/>
                </a:ext>
              </a:extLst>
            </p:cNvPr>
            <p:cNvSpPr>
              <a:spLocks noChangeArrowheads="1"/>
            </p:cNvSpPr>
            <p:nvPr/>
          </p:nvSpPr>
          <p:spPr bwMode="auto">
            <a:xfrm>
              <a:off x="4695" y="3588"/>
              <a:ext cx="8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50000"/>
                </a:spcBef>
              </a:pPr>
              <a:r>
                <a:rPr lang="zh-CN" altLang="en-US" sz="2000">
                  <a:solidFill>
                    <a:schemeClr val="tx1"/>
                  </a:solidFill>
                  <a:ea typeface="宋体" panose="02010600030101010101" pitchFamily="2" charset="-122"/>
                </a:rPr>
                <a:t>点</a:t>
              </a:r>
              <a:r>
                <a:rPr lang="zh-CN" altLang="en-US" sz="2000">
                  <a:solidFill>
                    <a:schemeClr val="tx1"/>
                  </a:solidFill>
                  <a:ea typeface="宋体" panose="02010600030101010101" pitchFamily="2" charset="-122"/>
                  <a:sym typeface="Symbol" panose="05050102010706020507" pitchFamily="18" charset="2"/>
                </a:rPr>
                <a:t>电荷</a:t>
              </a:r>
            </a:p>
          </p:txBody>
        </p:sp>
      </p:grpSp>
      <p:sp>
        <p:nvSpPr>
          <p:cNvPr id="691223" name="Text Box 23">
            <a:extLst>
              <a:ext uri="{FF2B5EF4-FFF2-40B4-BE49-F238E27FC236}">
                <a16:creationId xmlns:a16="http://schemas.microsoft.com/office/drawing/2014/main" id="{8B886B25-9650-3035-2D45-0640F3871D0B}"/>
              </a:ext>
            </a:extLst>
          </p:cNvPr>
          <p:cNvSpPr txBox="1">
            <a:spLocks noChangeArrowheads="1"/>
          </p:cNvSpPr>
          <p:nvPr/>
        </p:nvSpPr>
        <p:spPr bwMode="auto">
          <a:xfrm>
            <a:off x="250825" y="692150"/>
            <a:ext cx="6696075"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latinLnBrk="1" hangingPunct="1">
              <a:lnSpc>
                <a:spcPct val="90000"/>
              </a:lnSpc>
              <a:spcBef>
                <a:spcPct val="20000"/>
              </a:spcBef>
            </a:pPr>
            <a:r>
              <a:rPr lang="en-US" altLang="zh-CN">
                <a:latin typeface="Times New Roman" panose="02020603050405020304" pitchFamily="18" charset="0"/>
                <a:ea typeface="幼圆" panose="02010509060101010101" pitchFamily="49" charset="-122"/>
              </a:rPr>
              <a:t>2.1.1  </a:t>
            </a:r>
            <a:r>
              <a:rPr lang="zh-CN" altLang="en-US">
                <a:latin typeface="Times New Roman" panose="02020603050405020304" pitchFamily="18" charset="0"/>
                <a:ea typeface="幼圆" panose="02010509060101010101" pitchFamily="49" charset="-122"/>
              </a:rPr>
              <a:t>电荷与电荷密度</a:t>
            </a:r>
            <a:endParaRPr lang="zh-CN" altLang="en-US">
              <a:latin typeface="Times New Roman" panose="02020603050405020304" pitchFamily="18" charset="0"/>
            </a:endParaRPr>
          </a:p>
        </p:txBody>
      </p:sp>
      <p:pic>
        <p:nvPicPr>
          <p:cNvPr id="7" name="图片 6">
            <a:extLst>
              <a:ext uri="{FF2B5EF4-FFF2-40B4-BE49-F238E27FC236}">
                <a16:creationId xmlns:a16="http://schemas.microsoft.com/office/drawing/2014/main" id="{D6CA0617-1797-5454-A395-3DF79DFDAEB8}"/>
              </a:ext>
            </a:extLst>
          </p:cNvPr>
          <p:cNvPicPr>
            <a:picLocks noChangeAspect="1"/>
          </p:cNvPicPr>
          <p:nvPr/>
        </p:nvPicPr>
        <p:blipFill>
          <a:blip r:embed="rId4"/>
          <a:stretch>
            <a:fillRect/>
          </a:stretch>
        </p:blipFill>
        <p:spPr>
          <a:xfrm>
            <a:off x="60145" y="5748623"/>
            <a:ext cx="8312330" cy="652152"/>
          </a:xfrm>
          <a:prstGeom prst="rect">
            <a:avLst/>
          </a:prstGeom>
        </p:spPr>
      </p:pic>
    </p:spTree>
    <p:extLst>
      <p:ext uri="{BB962C8B-B14F-4D97-AF65-F5344CB8AC3E}">
        <p14:creationId xmlns:p14="http://schemas.microsoft.com/office/powerpoint/2010/main" val="1827122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7D3E0383-69B8-22B8-BA5A-AEB6C8DFF52A}"/>
              </a:ext>
            </a:extLst>
          </p:cNvPr>
          <p:cNvPicPr>
            <a:picLocks noChangeAspect="1"/>
          </p:cNvPicPr>
          <p:nvPr/>
        </p:nvPicPr>
        <p:blipFill>
          <a:blip r:embed="rId3"/>
          <a:stretch>
            <a:fillRect/>
          </a:stretch>
        </p:blipFill>
        <p:spPr>
          <a:xfrm>
            <a:off x="1619672" y="2060575"/>
            <a:ext cx="3648075" cy="657225"/>
          </a:xfrm>
          <a:prstGeom prst="rect">
            <a:avLst/>
          </a:prstGeom>
        </p:spPr>
      </p:pic>
      <p:sp>
        <p:nvSpPr>
          <p:cNvPr id="11266" name="灯片编号占位符 3">
            <a:extLst>
              <a:ext uri="{FF2B5EF4-FFF2-40B4-BE49-F238E27FC236}">
                <a16:creationId xmlns:a16="http://schemas.microsoft.com/office/drawing/2014/main" id="{2B43DA39-5FCE-8582-5833-52435B14A00F}"/>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A1B19802-A912-4935-BE17-FC4E4F9C81BB}" type="slidenum">
              <a:rPr altLang="zh-CN" sz="1400" b="0">
                <a:solidFill>
                  <a:schemeClr val="tx1"/>
                </a:solidFill>
                <a:ea typeface="宋体" panose="02010600030101010101" pitchFamily="2" charset="-122"/>
              </a:rPr>
              <a:pPr/>
              <a:t>6</a:t>
            </a:fld>
            <a:endParaRPr lang="zh-CN" altLang="zh-CN" sz="1400" b="0">
              <a:solidFill>
                <a:schemeClr val="tx1"/>
              </a:solidFill>
              <a:ea typeface="宋体" panose="02010600030101010101" pitchFamily="2" charset="-122"/>
            </a:endParaRPr>
          </a:p>
        </p:txBody>
      </p:sp>
      <p:sp>
        <p:nvSpPr>
          <p:cNvPr id="674818" name="Text Box 2">
            <a:extLst>
              <a:ext uri="{FF2B5EF4-FFF2-40B4-BE49-F238E27FC236}">
                <a16:creationId xmlns:a16="http://schemas.microsoft.com/office/drawing/2014/main" id="{A6645D1E-B2B4-DE1D-C924-ED36743E4EE3}"/>
              </a:ext>
            </a:extLst>
          </p:cNvPr>
          <p:cNvSpPr txBox="1">
            <a:spLocks noChangeArrowheads="1"/>
          </p:cNvSpPr>
          <p:nvPr/>
        </p:nvSpPr>
        <p:spPr bwMode="auto">
          <a:xfrm>
            <a:off x="323850" y="620713"/>
            <a:ext cx="81375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40000"/>
              </a:lnSpc>
              <a:spcBef>
                <a:spcPct val="20000"/>
              </a:spcBef>
            </a:pPr>
            <a:r>
              <a:rPr lang="en-US" altLang="zh-CN">
                <a:solidFill>
                  <a:srgbClr val="F8A6A6"/>
                </a:solidFill>
                <a:latin typeface="Times New Roman" panose="02020603050405020304" pitchFamily="18" charset="0"/>
              </a:rPr>
              <a:t>1.  </a:t>
            </a:r>
            <a:r>
              <a:rPr lang="zh-CN" altLang="en-US">
                <a:solidFill>
                  <a:srgbClr val="F8A6A6"/>
                </a:solidFill>
                <a:latin typeface="Times New Roman" panose="02020603050405020304" pitchFamily="18" charset="0"/>
                <a:ea typeface="宋体" panose="02010600030101010101" pitchFamily="2" charset="-122"/>
              </a:rPr>
              <a:t>体分布电荷与电荷体密度</a:t>
            </a:r>
          </a:p>
        </p:txBody>
      </p:sp>
      <p:sp>
        <p:nvSpPr>
          <p:cNvPr id="674821" name="Text Box 5">
            <a:extLst>
              <a:ext uri="{FF2B5EF4-FFF2-40B4-BE49-F238E27FC236}">
                <a16:creationId xmlns:a16="http://schemas.microsoft.com/office/drawing/2014/main" id="{D082454C-6C19-FAE2-E22E-C3C23CFB83E3}"/>
              </a:ext>
            </a:extLst>
          </p:cNvPr>
          <p:cNvSpPr txBox="1">
            <a:spLocks noChangeArrowheads="1"/>
          </p:cNvSpPr>
          <p:nvPr/>
        </p:nvSpPr>
        <p:spPr bwMode="auto">
          <a:xfrm>
            <a:off x="322263" y="2781300"/>
            <a:ext cx="3744912"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40000"/>
              </a:lnSpc>
              <a:spcBef>
                <a:spcPct val="20000"/>
              </a:spcBef>
            </a:pPr>
            <a:r>
              <a:rPr lang="zh-CN" altLang="en-US">
                <a:latin typeface="楷体_GB2312" pitchFamily="49" charset="-122"/>
              </a:rPr>
              <a:t>单位：</a:t>
            </a:r>
            <a:r>
              <a:rPr lang="en-US" altLang="zh-CN" b="0">
                <a:latin typeface="Times New Roman" panose="02020603050405020304" pitchFamily="18" charset="0"/>
                <a:ea typeface="幼圆" panose="02010509060101010101" pitchFamily="49" charset="-122"/>
              </a:rPr>
              <a:t>C/m</a:t>
            </a:r>
            <a:r>
              <a:rPr lang="en-US" altLang="zh-CN" baseline="30000">
                <a:latin typeface="Times New Roman" panose="02020603050405020304" pitchFamily="18" charset="0"/>
                <a:ea typeface="幼圆" panose="02010509060101010101" pitchFamily="49" charset="-122"/>
              </a:rPr>
              <a:t>3</a:t>
            </a:r>
            <a:r>
              <a:rPr lang="en-US" altLang="zh-CN">
                <a:latin typeface="Times New Roman" panose="02020603050405020304" pitchFamily="18" charset="0"/>
              </a:rPr>
              <a:t> </a:t>
            </a:r>
            <a:r>
              <a:rPr lang="en-US" altLang="zh-CN">
                <a:latin typeface="Times New Roman" panose="02020603050405020304" pitchFamily="18" charset="0"/>
                <a:ea typeface="幼圆" panose="02010509060101010101" pitchFamily="49" charset="-122"/>
              </a:rPr>
              <a:t>(</a:t>
            </a:r>
            <a:r>
              <a:rPr lang="zh-CN" altLang="en-US">
                <a:latin typeface="Times New Roman" panose="02020603050405020304" pitchFamily="18" charset="0"/>
              </a:rPr>
              <a:t>库</a:t>
            </a:r>
            <a:r>
              <a:rPr lang="en-US" altLang="zh-CN">
                <a:latin typeface="Times New Roman" panose="02020603050405020304" pitchFamily="18" charset="0"/>
              </a:rPr>
              <a:t>/</a:t>
            </a:r>
            <a:r>
              <a:rPr lang="zh-CN" altLang="en-US">
                <a:latin typeface="Times New Roman" panose="02020603050405020304" pitchFamily="18" charset="0"/>
              </a:rPr>
              <a:t>米</a:t>
            </a:r>
            <a:r>
              <a:rPr lang="en-US" altLang="zh-CN" baseline="30000">
                <a:latin typeface="Times New Roman" panose="02020603050405020304" pitchFamily="18" charset="0"/>
              </a:rPr>
              <a:t>3</a:t>
            </a:r>
            <a:r>
              <a:rPr lang="en-US" altLang="zh-CN" baseline="30000">
                <a:latin typeface="Times New Roman" panose="02020603050405020304" pitchFamily="18" charset="0"/>
                <a:ea typeface="幼圆" panose="02010509060101010101" pitchFamily="49" charset="-122"/>
              </a:rPr>
              <a:t> </a:t>
            </a:r>
            <a:r>
              <a:rPr lang="en-US" altLang="zh-CN">
                <a:latin typeface="Times New Roman" panose="02020603050405020304" pitchFamily="18" charset="0"/>
                <a:ea typeface="幼圆" panose="02010509060101010101" pitchFamily="49" charset="-122"/>
              </a:rPr>
              <a:t>)</a:t>
            </a:r>
          </a:p>
        </p:txBody>
      </p:sp>
      <p:sp>
        <p:nvSpPr>
          <p:cNvPr id="674822" name="Text Box 6">
            <a:extLst>
              <a:ext uri="{FF2B5EF4-FFF2-40B4-BE49-F238E27FC236}">
                <a16:creationId xmlns:a16="http://schemas.microsoft.com/office/drawing/2014/main" id="{3BF536B1-39FA-D1AE-EAA9-5D8CE77FF82C}"/>
              </a:ext>
            </a:extLst>
          </p:cNvPr>
          <p:cNvSpPr txBox="1">
            <a:spLocks noChangeArrowheads="1"/>
          </p:cNvSpPr>
          <p:nvPr/>
        </p:nvSpPr>
        <p:spPr bwMode="auto">
          <a:xfrm>
            <a:off x="323850" y="3644900"/>
            <a:ext cx="5184775" cy="165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40000"/>
              </a:lnSpc>
              <a:spcBef>
                <a:spcPct val="20000"/>
              </a:spcBef>
            </a:pPr>
            <a:r>
              <a:rPr lang="en-US" altLang="zh-CN" sz="2000" dirty="0">
                <a:latin typeface="楷体_GB2312" pitchFamily="49" charset="-122"/>
              </a:rPr>
              <a:t>    </a:t>
            </a:r>
            <a:r>
              <a:rPr lang="zh-CN" altLang="en-US" dirty="0">
                <a:latin typeface="Times New Roman" panose="02020603050405020304" pitchFamily="18" charset="0"/>
              </a:rPr>
              <a:t>根据电荷密度的定义，如果已知某空间区域</a:t>
            </a:r>
            <a:r>
              <a:rPr lang="en-US" altLang="zh-CN" b="0" i="1" dirty="0">
                <a:latin typeface="Times New Roman" panose="02020603050405020304" pitchFamily="18" charset="0"/>
              </a:rPr>
              <a:t>V </a:t>
            </a:r>
            <a:r>
              <a:rPr lang="zh-CN" altLang="en-US" dirty="0">
                <a:latin typeface="Times New Roman" panose="02020603050405020304" pitchFamily="18" charset="0"/>
              </a:rPr>
              <a:t>中的电荷体密度，则区域</a:t>
            </a:r>
            <a:r>
              <a:rPr lang="en-US" altLang="zh-CN" b="0" i="1" dirty="0">
                <a:latin typeface="Times New Roman" panose="02020603050405020304" pitchFamily="18" charset="0"/>
              </a:rPr>
              <a:t>V </a:t>
            </a:r>
            <a:r>
              <a:rPr lang="zh-CN" altLang="en-US" dirty="0">
                <a:latin typeface="Times New Roman" panose="02020603050405020304" pitchFamily="18" charset="0"/>
              </a:rPr>
              <a:t>中的总电荷</a:t>
            </a:r>
            <a:r>
              <a:rPr lang="en-US" altLang="zh-CN" i="1" dirty="0">
                <a:latin typeface="Times New Roman" panose="02020603050405020304" pitchFamily="18" charset="0"/>
              </a:rPr>
              <a:t>q</a:t>
            </a:r>
            <a:r>
              <a:rPr lang="zh-CN" altLang="en-US" dirty="0">
                <a:latin typeface="Times New Roman" panose="02020603050405020304" pitchFamily="18" charset="0"/>
              </a:rPr>
              <a:t>为</a:t>
            </a:r>
            <a:r>
              <a:rPr lang="zh-CN" altLang="en-US" dirty="0">
                <a:latin typeface="楷体_GB2312" pitchFamily="49" charset="-122"/>
              </a:rPr>
              <a:t>  </a:t>
            </a:r>
          </a:p>
        </p:txBody>
      </p:sp>
      <p:sp>
        <p:nvSpPr>
          <p:cNvPr id="674823" name="Rectangle 7">
            <a:extLst>
              <a:ext uri="{FF2B5EF4-FFF2-40B4-BE49-F238E27FC236}">
                <a16:creationId xmlns:a16="http://schemas.microsoft.com/office/drawing/2014/main" id="{D2158448-FD58-7CE5-66EF-2B710DDECDF2}"/>
              </a:ext>
            </a:extLst>
          </p:cNvPr>
          <p:cNvSpPr>
            <a:spLocks noChangeArrowheads="1"/>
          </p:cNvSpPr>
          <p:nvPr/>
        </p:nvSpPr>
        <p:spPr bwMode="auto">
          <a:xfrm>
            <a:off x="755650" y="1531938"/>
            <a:ext cx="79930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fontAlgn="ctr" hangingPunct="1"/>
            <a:r>
              <a:rPr lang="zh-CN" altLang="en-US">
                <a:latin typeface="Times New Roman" panose="02020603050405020304" pitchFamily="18" charset="0"/>
              </a:rPr>
              <a:t>电荷连续分布于体积</a:t>
            </a:r>
            <a:r>
              <a:rPr lang="en-US" altLang="zh-CN" b="0" i="1">
                <a:latin typeface="Times New Roman" panose="02020603050405020304" pitchFamily="18" charset="0"/>
              </a:rPr>
              <a:t>V </a:t>
            </a:r>
            <a:r>
              <a:rPr lang="zh-CN" altLang="en-US">
                <a:latin typeface="Times New Roman" panose="02020603050405020304" pitchFamily="18" charset="0"/>
              </a:rPr>
              <a:t>内，用电荷体密度来描述其分布</a:t>
            </a:r>
            <a:endParaRPr lang="zh-CN" altLang="en-US">
              <a:latin typeface="Times New Roman" panose="02020603050405020304" pitchFamily="18" charset="0"/>
              <a:cs typeface="Times New Roman" panose="02020603050405020304" pitchFamily="18" charset="0"/>
            </a:endParaRPr>
          </a:p>
        </p:txBody>
      </p:sp>
      <p:sp>
        <p:nvSpPr>
          <p:cNvPr id="11274" name="AutoShape 25">
            <a:hlinkClick r:id="rId4" action="ppaction://hlinksldjump" highlightClick="1"/>
            <a:extLst>
              <a:ext uri="{FF2B5EF4-FFF2-40B4-BE49-F238E27FC236}">
                <a16:creationId xmlns:a16="http://schemas.microsoft.com/office/drawing/2014/main" id="{6DB254AC-0600-0CAC-53FE-CE25F869F023}"/>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11275" name="AutoShape 26">
            <a:hlinkClick r:id="" action="ppaction://hlinkshowjump?jump=previousslide" highlightClick="1"/>
            <a:extLst>
              <a:ext uri="{FF2B5EF4-FFF2-40B4-BE49-F238E27FC236}">
                <a16:creationId xmlns:a16="http://schemas.microsoft.com/office/drawing/2014/main" id="{9DDF6213-313E-00A1-1706-1D4AA2A936B0}"/>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11276" name="AutoShape 27">
            <a:hlinkClick r:id="" action="ppaction://hlinkshowjump?jump=nextslide" highlightClick="1"/>
            <a:extLst>
              <a:ext uri="{FF2B5EF4-FFF2-40B4-BE49-F238E27FC236}">
                <a16:creationId xmlns:a16="http://schemas.microsoft.com/office/drawing/2014/main" id="{8C603519-78DC-EAE3-B15D-357EFB2AC423}"/>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11277" name="AutoShape 28">
            <a:hlinkClick r:id="" action="ppaction://hlinkshowjump?jump=lastslide" highlightClick="1"/>
            <a:extLst>
              <a:ext uri="{FF2B5EF4-FFF2-40B4-BE49-F238E27FC236}">
                <a16:creationId xmlns:a16="http://schemas.microsoft.com/office/drawing/2014/main" id="{EA434C64-289F-E7C1-4D78-A30D131ACA5C}"/>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nvGrpSpPr>
          <p:cNvPr id="3" name="Group 29">
            <a:extLst>
              <a:ext uri="{FF2B5EF4-FFF2-40B4-BE49-F238E27FC236}">
                <a16:creationId xmlns:a16="http://schemas.microsoft.com/office/drawing/2014/main" id="{EDDB933B-37CE-A463-082F-749866FEDF8F}"/>
              </a:ext>
            </a:extLst>
          </p:cNvPr>
          <p:cNvGrpSpPr>
            <a:grpSpLocks/>
          </p:cNvGrpSpPr>
          <p:nvPr/>
        </p:nvGrpSpPr>
        <p:grpSpPr bwMode="auto">
          <a:xfrm>
            <a:off x="3175310" y="1996130"/>
            <a:ext cx="4745038" cy="711200"/>
            <a:chOff x="2529" y="723"/>
            <a:chExt cx="2989" cy="448"/>
          </a:xfrm>
        </p:grpSpPr>
        <p:sp>
          <p:nvSpPr>
            <p:cNvPr id="11279" name="Rectangle 30">
              <a:extLst>
                <a:ext uri="{FF2B5EF4-FFF2-40B4-BE49-F238E27FC236}">
                  <a16:creationId xmlns:a16="http://schemas.microsoft.com/office/drawing/2014/main" id="{ED1447D9-0578-456B-3513-770BEFF57CA0}"/>
                </a:ext>
              </a:extLst>
            </p:cNvPr>
            <p:cNvSpPr>
              <a:spLocks noChangeArrowheads="1"/>
            </p:cNvSpPr>
            <p:nvPr/>
          </p:nvSpPr>
          <p:spPr bwMode="auto">
            <a:xfrm>
              <a:off x="4293" y="723"/>
              <a:ext cx="1225" cy="448"/>
            </a:xfrm>
            <a:prstGeom prst="rect">
              <a:avLst/>
            </a:prstGeom>
            <a:solidFill>
              <a:srgbClr val="FFD1E8"/>
            </a:solidFill>
            <a:ln w="9525">
              <a:solidFill>
                <a:srgbClr val="FF0000"/>
              </a:solidFill>
              <a:prstDash val="dash"/>
              <a:miter lim="800000"/>
              <a:headEnd/>
              <a:tailEnd/>
            </a:ln>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r>
                <a:rPr lang="zh-CN" altLang="en-US" sz="2000" dirty="0">
                  <a:solidFill>
                    <a:srgbClr val="990000"/>
                  </a:solidFill>
                  <a:latin typeface="Times New Roman" panose="02020603050405020304" pitchFamily="18" charset="0"/>
                  <a:ea typeface="宋体" panose="02010600030101010101" pitchFamily="2" charset="-122"/>
                </a:rPr>
                <a:t>体积元</a:t>
              </a:r>
              <a:r>
                <a:rPr lang="zh-CN" altLang="en-US" sz="2000" dirty="0">
                  <a:solidFill>
                    <a:srgbClr val="990000"/>
                  </a:solidFill>
                  <a:latin typeface="Times New Roman" panose="02020603050405020304" pitchFamily="18" charset="0"/>
                  <a:ea typeface="宋体" panose="02010600030101010101" pitchFamily="2" charset="-122"/>
                  <a:sym typeface="Symbol" panose="05050102010706020507" pitchFamily="18" charset="2"/>
                </a:rPr>
                <a:t></a:t>
              </a:r>
              <a:r>
                <a:rPr lang="en-US" altLang="zh-CN" sz="2000" i="1" dirty="0">
                  <a:solidFill>
                    <a:srgbClr val="990000"/>
                  </a:solidFill>
                  <a:latin typeface="Times New Roman" panose="02020603050405020304" pitchFamily="18" charset="0"/>
                  <a:ea typeface="宋体" panose="02010600030101010101" pitchFamily="2" charset="-122"/>
                </a:rPr>
                <a:t>V’ </a:t>
              </a:r>
              <a:r>
                <a:rPr lang="zh-CN" altLang="en-US" sz="2000" dirty="0">
                  <a:solidFill>
                    <a:srgbClr val="990000"/>
                  </a:solidFill>
                  <a:latin typeface="Times New Roman" panose="02020603050405020304" pitchFamily="18" charset="0"/>
                  <a:ea typeface="宋体" panose="02010600030101010101" pitchFamily="2" charset="-122"/>
                </a:rPr>
                <a:t>中的电荷电量</a:t>
              </a:r>
            </a:p>
          </p:txBody>
        </p:sp>
        <p:sp>
          <p:nvSpPr>
            <p:cNvPr id="11281" name="Line 32">
              <a:extLst>
                <a:ext uri="{FF2B5EF4-FFF2-40B4-BE49-F238E27FC236}">
                  <a16:creationId xmlns:a16="http://schemas.microsoft.com/office/drawing/2014/main" id="{3970D9C8-8BB7-78C9-E10D-59EE9C179ADA}"/>
                </a:ext>
              </a:extLst>
            </p:cNvPr>
            <p:cNvSpPr>
              <a:spLocks noChangeShapeType="1"/>
            </p:cNvSpPr>
            <p:nvPr/>
          </p:nvSpPr>
          <p:spPr bwMode="auto">
            <a:xfrm>
              <a:off x="2864" y="739"/>
              <a:ext cx="1417" cy="0"/>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0" name="Oval 31">
              <a:extLst>
                <a:ext uri="{FF2B5EF4-FFF2-40B4-BE49-F238E27FC236}">
                  <a16:creationId xmlns:a16="http://schemas.microsoft.com/office/drawing/2014/main" id="{16BDF731-05AE-A20D-26A3-EC3C122F7974}"/>
                </a:ext>
              </a:extLst>
            </p:cNvPr>
            <p:cNvSpPr>
              <a:spLocks noChangeArrowheads="1"/>
            </p:cNvSpPr>
            <p:nvPr/>
          </p:nvSpPr>
          <p:spPr bwMode="auto">
            <a:xfrm>
              <a:off x="2529" y="741"/>
              <a:ext cx="567" cy="317"/>
            </a:xfrm>
            <a:prstGeom prst="ellipse">
              <a:avLst/>
            </a:prstGeom>
            <a:noFill/>
            <a:ln w="9525">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pic>
        <p:nvPicPr>
          <p:cNvPr id="11" name="图片 10">
            <a:extLst>
              <a:ext uri="{FF2B5EF4-FFF2-40B4-BE49-F238E27FC236}">
                <a16:creationId xmlns:a16="http://schemas.microsoft.com/office/drawing/2014/main" id="{4D8B79E0-99F3-DBAD-FAF4-92EC2405C721}"/>
              </a:ext>
            </a:extLst>
          </p:cNvPr>
          <p:cNvPicPr>
            <a:picLocks noChangeAspect="1"/>
          </p:cNvPicPr>
          <p:nvPr/>
        </p:nvPicPr>
        <p:blipFill>
          <a:blip r:embed="rId5"/>
          <a:stretch>
            <a:fillRect/>
          </a:stretch>
        </p:blipFill>
        <p:spPr>
          <a:xfrm>
            <a:off x="1493838" y="5360195"/>
            <a:ext cx="2038350" cy="781050"/>
          </a:xfrm>
          <a:prstGeom prst="rect">
            <a:avLst/>
          </a:prstGeom>
        </p:spPr>
      </p:pic>
      <p:pic>
        <p:nvPicPr>
          <p:cNvPr id="15" name="图片 14">
            <a:extLst>
              <a:ext uri="{FF2B5EF4-FFF2-40B4-BE49-F238E27FC236}">
                <a16:creationId xmlns:a16="http://schemas.microsoft.com/office/drawing/2014/main" id="{286CE148-CB9B-E3A9-E812-88593A4B867D}"/>
              </a:ext>
            </a:extLst>
          </p:cNvPr>
          <p:cNvPicPr>
            <a:picLocks noChangeAspect="1"/>
          </p:cNvPicPr>
          <p:nvPr/>
        </p:nvPicPr>
        <p:blipFill>
          <a:blip r:embed="rId6"/>
          <a:stretch>
            <a:fillRect/>
          </a:stretch>
        </p:blipFill>
        <p:spPr>
          <a:xfrm>
            <a:off x="5895181" y="3187701"/>
            <a:ext cx="3048000" cy="2533650"/>
          </a:xfrm>
          <a:prstGeom prst="rect">
            <a:avLst/>
          </a:prstGeom>
        </p:spPr>
      </p:pic>
    </p:spTree>
    <p:extLst>
      <p:ext uri="{BB962C8B-B14F-4D97-AF65-F5344CB8AC3E}">
        <p14:creationId xmlns:p14="http://schemas.microsoft.com/office/powerpoint/2010/main" val="3956813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A6D26C68-DEAC-E909-746E-BB8BF6EB99E9}"/>
              </a:ext>
            </a:extLst>
          </p:cNvPr>
          <p:cNvPicPr>
            <a:picLocks noChangeAspect="1"/>
          </p:cNvPicPr>
          <p:nvPr/>
        </p:nvPicPr>
        <p:blipFill>
          <a:blip r:embed="rId3"/>
          <a:stretch>
            <a:fillRect/>
          </a:stretch>
        </p:blipFill>
        <p:spPr>
          <a:xfrm>
            <a:off x="1060336" y="3017838"/>
            <a:ext cx="4295775" cy="962025"/>
          </a:xfrm>
          <a:prstGeom prst="rect">
            <a:avLst/>
          </a:prstGeom>
        </p:spPr>
      </p:pic>
      <p:sp>
        <p:nvSpPr>
          <p:cNvPr id="13314" name="灯片编号占位符 3">
            <a:extLst>
              <a:ext uri="{FF2B5EF4-FFF2-40B4-BE49-F238E27FC236}">
                <a16:creationId xmlns:a16="http://schemas.microsoft.com/office/drawing/2014/main" id="{ED779F7C-2B72-0A26-7217-53634398049D}"/>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2CFCD3DF-0295-4490-831B-2ECFFAEDDC56}" type="slidenum">
              <a:rPr altLang="zh-CN" sz="1400" b="0">
                <a:solidFill>
                  <a:schemeClr val="tx1"/>
                </a:solidFill>
                <a:ea typeface="宋体" panose="02010600030101010101" pitchFamily="2" charset="-122"/>
              </a:rPr>
              <a:pPr/>
              <a:t>7</a:t>
            </a:fld>
            <a:endParaRPr lang="zh-CN" altLang="zh-CN" sz="1400" b="0">
              <a:solidFill>
                <a:schemeClr val="tx1"/>
              </a:solidFill>
              <a:ea typeface="宋体" panose="02010600030101010101" pitchFamily="2" charset="-122"/>
            </a:endParaRPr>
          </a:p>
        </p:txBody>
      </p:sp>
      <p:sp>
        <p:nvSpPr>
          <p:cNvPr id="415761" name="Text Box 17">
            <a:extLst>
              <a:ext uri="{FF2B5EF4-FFF2-40B4-BE49-F238E27FC236}">
                <a16:creationId xmlns:a16="http://schemas.microsoft.com/office/drawing/2014/main" id="{8C3C4A57-D7A3-F89C-2FBE-3B487E1EDE6B}"/>
              </a:ext>
            </a:extLst>
          </p:cNvPr>
          <p:cNvSpPr txBox="1">
            <a:spLocks noChangeArrowheads="1"/>
          </p:cNvSpPr>
          <p:nvPr/>
        </p:nvSpPr>
        <p:spPr bwMode="auto">
          <a:xfrm>
            <a:off x="266700" y="969169"/>
            <a:ext cx="8610600"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30000"/>
              </a:lnSpc>
            </a:pPr>
            <a:r>
              <a:rPr lang="en-US" altLang="zh-CN" sz="2000" dirty="0"/>
              <a:t>         </a:t>
            </a:r>
            <a:r>
              <a:rPr lang="zh-CN" altLang="en-US" dirty="0"/>
              <a:t>若电荷分布在薄层上</a:t>
            </a:r>
            <a:r>
              <a:rPr lang="zh-CN" altLang="en-US" dirty="0">
                <a:ea typeface="幼圆" panose="02010509060101010101" pitchFamily="49" charset="-122"/>
              </a:rPr>
              <a:t>，</a:t>
            </a:r>
            <a:r>
              <a:rPr lang="zh-CN" altLang="en-US" dirty="0">
                <a:latin typeface="幼圆" panose="02010509060101010101" pitchFamily="49" charset="-122"/>
              </a:rPr>
              <a:t>当仅考虑薄层外、距薄层的距离要比薄层的厚度大得多处的电场，而不分析和计算该薄层内的电场时，可将该薄层的厚度忽略，认为电荷是面分布。面分布的电荷可用电荷面密度表示</a:t>
            </a:r>
            <a:r>
              <a:rPr lang="zh-CN" altLang="en-US" dirty="0">
                <a:latin typeface="宋体" panose="02010600030101010101" pitchFamily="2" charset="-122"/>
              </a:rPr>
              <a:t>。</a:t>
            </a:r>
            <a:r>
              <a:rPr lang="zh-CN" altLang="en-US" dirty="0">
                <a:latin typeface="宋体" panose="02010600030101010101" pitchFamily="2" charset="-122"/>
                <a:ea typeface="宋体" panose="02010600030101010101" pitchFamily="2" charset="-122"/>
              </a:rPr>
              <a:t> </a:t>
            </a:r>
          </a:p>
        </p:txBody>
      </p:sp>
      <p:sp>
        <p:nvSpPr>
          <p:cNvPr id="415762" name="Text Box 18">
            <a:extLst>
              <a:ext uri="{FF2B5EF4-FFF2-40B4-BE49-F238E27FC236}">
                <a16:creationId xmlns:a16="http://schemas.microsoft.com/office/drawing/2014/main" id="{7EAADED3-B915-E447-8C0C-269B76117DB4}"/>
              </a:ext>
            </a:extLst>
          </p:cNvPr>
          <p:cNvSpPr txBox="1">
            <a:spLocks noChangeArrowheads="1"/>
          </p:cNvSpPr>
          <p:nvPr/>
        </p:nvSpPr>
        <p:spPr bwMode="auto">
          <a:xfrm>
            <a:off x="371475" y="549275"/>
            <a:ext cx="4560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r>
              <a:rPr lang="en-US" altLang="zh-CN">
                <a:solidFill>
                  <a:srgbClr val="F8A6A6"/>
                </a:solidFill>
                <a:latin typeface="Times New Roman" panose="02020603050405020304" pitchFamily="18" charset="0"/>
              </a:rPr>
              <a:t>2.  </a:t>
            </a:r>
            <a:r>
              <a:rPr lang="zh-CN" altLang="en-US">
                <a:solidFill>
                  <a:srgbClr val="F8A6A6"/>
                </a:solidFill>
                <a:latin typeface="Times New Roman" panose="02020603050405020304" pitchFamily="18" charset="0"/>
                <a:ea typeface="宋体" panose="02010600030101010101" pitchFamily="2" charset="-122"/>
              </a:rPr>
              <a:t>面分布电荷与电荷面密度</a:t>
            </a:r>
          </a:p>
        </p:txBody>
      </p:sp>
      <p:sp>
        <p:nvSpPr>
          <p:cNvPr id="415764" name="Text Box 20">
            <a:extLst>
              <a:ext uri="{FF2B5EF4-FFF2-40B4-BE49-F238E27FC236}">
                <a16:creationId xmlns:a16="http://schemas.microsoft.com/office/drawing/2014/main" id="{0EC136E8-174B-355C-F257-102534B671F5}"/>
              </a:ext>
            </a:extLst>
          </p:cNvPr>
          <p:cNvSpPr txBox="1">
            <a:spLocks noChangeArrowheads="1"/>
          </p:cNvSpPr>
          <p:nvPr/>
        </p:nvSpPr>
        <p:spPr bwMode="auto">
          <a:xfrm>
            <a:off x="323850" y="3979863"/>
            <a:ext cx="34559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r>
              <a:rPr lang="zh-CN" altLang="en-US">
                <a:latin typeface="Times New Roman" panose="02020603050405020304" pitchFamily="18" charset="0"/>
              </a:rPr>
              <a:t>单位</a:t>
            </a:r>
            <a:r>
              <a:rPr lang="en-US" altLang="zh-CN">
                <a:latin typeface="Times New Roman" panose="02020603050405020304" pitchFamily="18" charset="0"/>
              </a:rPr>
              <a:t>: </a:t>
            </a:r>
            <a:r>
              <a:rPr lang="en-US" altLang="zh-CN" b="0">
                <a:latin typeface="Times New Roman" panose="02020603050405020304" pitchFamily="18" charset="0"/>
                <a:ea typeface="宋体" panose="02010600030101010101" pitchFamily="2" charset="-122"/>
              </a:rPr>
              <a:t>C/m</a:t>
            </a:r>
            <a:r>
              <a:rPr lang="en-US" altLang="zh-CN" baseline="30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rPr>
              <a:t> </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rPr>
              <a:t>库</a:t>
            </a:r>
            <a:r>
              <a:rPr lang="en-US" altLang="zh-CN">
                <a:latin typeface="Times New Roman" panose="02020603050405020304" pitchFamily="18" charset="0"/>
              </a:rPr>
              <a:t>/</a:t>
            </a:r>
            <a:r>
              <a:rPr lang="zh-CN" altLang="en-US">
                <a:latin typeface="Times New Roman" panose="02020603050405020304" pitchFamily="18" charset="0"/>
              </a:rPr>
              <a:t>米</a:t>
            </a:r>
            <a:r>
              <a:rPr lang="en-US" altLang="zh-CN" baseline="30000">
                <a:latin typeface="Times New Roman" panose="02020603050405020304" pitchFamily="18" charset="0"/>
              </a:rPr>
              <a:t>2</a:t>
            </a:r>
            <a:r>
              <a:rPr lang="en-US" altLang="zh-CN">
                <a:latin typeface="Times New Roman" panose="02020603050405020304" pitchFamily="18" charset="0"/>
                <a:ea typeface="宋体" panose="02010600030101010101" pitchFamily="2" charset="-122"/>
              </a:rPr>
              <a:t>)</a:t>
            </a:r>
            <a:r>
              <a:rPr lang="en-US" altLang="zh-CN" b="0">
                <a:ea typeface="幼圆" panose="02010509060101010101" pitchFamily="49" charset="-122"/>
              </a:rPr>
              <a:t> </a:t>
            </a:r>
          </a:p>
        </p:txBody>
      </p:sp>
      <p:sp>
        <p:nvSpPr>
          <p:cNvPr id="415765" name="Text Box 21">
            <a:extLst>
              <a:ext uri="{FF2B5EF4-FFF2-40B4-BE49-F238E27FC236}">
                <a16:creationId xmlns:a16="http://schemas.microsoft.com/office/drawing/2014/main" id="{0C3FC752-317B-4B5C-182D-90A6BCEFD24A}"/>
              </a:ext>
            </a:extLst>
          </p:cNvPr>
          <p:cNvSpPr txBox="1">
            <a:spLocks noChangeArrowheads="1"/>
          </p:cNvSpPr>
          <p:nvPr/>
        </p:nvSpPr>
        <p:spPr bwMode="auto">
          <a:xfrm>
            <a:off x="323850" y="4437063"/>
            <a:ext cx="511175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30000"/>
              </a:lnSpc>
            </a:pPr>
            <a:r>
              <a:rPr lang="en-US" altLang="zh-CN" sz="2000">
                <a:latin typeface="楷体_GB2312" pitchFamily="49" charset="-122"/>
              </a:rPr>
              <a:t>    </a:t>
            </a:r>
            <a:r>
              <a:rPr lang="zh-CN" altLang="en-US">
                <a:latin typeface="楷体_GB2312" pitchFamily="49" charset="-122"/>
              </a:rPr>
              <a:t>如果已知某空间曲面</a:t>
            </a:r>
            <a:r>
              <a:rPr lang="en-US" altLang="zh-CN" b="0" i="1">
                <a:latin typeface="Times New Roman" panose="02020603050405020304" pitchFamily="18" charset="0"/>
              </a:rPr>
              <a:t>S </a:t>
            </a:r>
            <a:r>
              <a:rPr lang="zh-CN" altLang="en-US">
                <a:latin typeface="楷体_GB2312" pitchFamily="49" charset="-122"/>
              </a:rPr>
              <a:t>上的电荷面密度，则该曲面上的总电荷</a:t>
            </a:r>
            <a:r>
              <a:rPr lang="en-US" altLang="zh-CN" i="1">
                <a:latin typeface="Times New Roman" panose="02020603050405020304" pitchFamily="18" charset="0"/>
              </a:rPr>
              <a:t>q </a:t>
            </a:r>
            <a:r>
              <a:rPr lang="zh-CN" altLang="en-US">
                <a:latin typeface="楷体_GB2312" pitchFamily="49" charset="-122"/>
              </a:rPr>
              <a:t>为</a:t>
            </a:r>
          </a:p>
        </p:txBody>
      </p:sp>
      <p:sp>
        <p:nvSpPr>
          <p:cNvPr id="13322" name="AutoShape 64">
            <a:hlinkClick r:id="rId4" action="ppaction://hlinksldjump" highlightClick="1"/>
            <a:extLst>
              <a:ext uri="{FF2B5EF4-FFF2-40B4-BE49-F238E27FC236}">
                <a16:creationId xmlns:a16="http://schemas.microsoft.com/office/drawing/2014/main" id="{2ECADF7A-B12D-3C75-8F61-F7E90A9D2CF5}"/>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13323" name="AutoShape 65">
            <a:hlinkClick r:id="" action="ppaction://hlinkshowjump?jump=previousslide" highlightClick="1"/>
            <a:extLst>
              <a:ext uri="{FF2B5EF4-FFF2-40B4-BE49-F238E27FC236}">
                <a16:creationId xmlns:a16="http://schemas.microsoft.com/office/drawing/2014/main" id="{B54914BD-B257-3A83-6291-709E0F523B34}"/>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13324" name="AutoShape 66">
            <a:hlinkClick r:id="" action="ppaction://hlinkshowjump?jump=nextslide" highlightClick="1"/>
            <a:extLst>
              <a:ext uri="{FF2B5EF4-FFF2-40B4-BE49-F238E27FC236}">
                <a16:creationId xmlns:a16="http://schemas.microsoft.com/office/drawing/2014/main" id="{5BAF91AF-5E43-5373-5619-F29C92CD0532}"/>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13325" name="AutoShape 67">
            <a:hlinkClick r:id="" action="ppaction://hlinkshowjump?jump=lastslide" highlightClick="1"/>
            <a:extLst>
              <a:ext uri="{FF2B5EF4-FFF2-40B4-BE49-F238E27FC236}">
                <a16:creationId xmlns:a16="http://schemas.microsoft.com/office/drawing/2014/main" id="{F0134A47-E3DE-3D84-FA12-6619F6770403}"/>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nvGrpSpPr>
          <p:cNvPr id="3" name="Group 68">
            <a:extLst>
              <a:ext uri="{FF2B5EF4-FFF2-40B4-BE49-F238E27FC236}">
                <a16:creationId xmlns:a16="http://schemas.microsoft.com/office/drawing/2014/main" id="{426C9499-C706-DCF3-8C8D-66365FE86606}"/>
              </a:ext>
            </a:extLst>
          </p:cNvPr>
          <p:cNvGrpSpPr>
            <a:grpSpLocks/>
          </p:cNvGrpSpPr>
          <p:nvPr/>
        </p:nvGrpSpPr>
        <p:grpSpPr bwMode="auto">
          <a:xfrm>
            <a:off x="3095628" y="2953360"/>
            <a:ext cx="4502152" cy="711200"/>
            <a:chOff x="2585" y="568"/>
            <a:chExt cx="2836" cy="448"/>
          </a:xfrm>
        </p:grpSpPr>
        <p:sp>
          <p:nvSpPr>
            <p:cNvPr id="13327" name="Rectangle 69">
              <a:extLst>
                <a:ext uri="{FF2B5EF4-FFF2-40B4-BE49-F238E27FC236}">
                  <a16:creationId xmlns:a16="http://schemas.microsoft.com/office/drawing/2014/main" id="{C8AB9B9B-06EB-A68A-2EFE-D87BCE380899}"/>
                </a:ext>
              </a:extLst>
            </p:cNvPr>
            <p:cNvSpPr>
              <a:spLocks noChangeArrowheads="1"/>
            </p:cNvSpPr>
            <p:nvPr/>
          </p:nvSpPr>
          <p:spPr bwMode="auto">
            <a:xfrm>
              <a:off x="4196" y="568"/>
              <a:ext cx="1225" cy="448"/>
            </a:xfrm>
            <a:prstGeom prst="rect">
              <a:avLst/>
            </a:prstGeom>
            <a:solidFill>
              <a:srgbClr val="FFD1E8"/>
            </a:solidFill>
            <a:ln w="9525">
              <a:solidFill>
                <a:srgbClr val="FF0000"/>
              </a:solidFill>
              <a:prstDash val="dash"/>
              <a:miter lim="800000"/>
              <a:headEnd/>
              <a:tailEnd/>
            </a:ln>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r>
                <a:rPr lang="zh-CN" altLang="en-US" sz="2000" dirty="0">
                  <a:solidFill>
                    <a:srgbClr val="990000"/>
                  </a:solidFill>
                  <a:latin typeface="Times New Roman" panose="02020603050405020304" pitchFamily="18" charset="0"/>
                  <a:ea typeface="宋体" panose="02010600030101010101" pitchFamily="2" charset="-122"/>
                </a:rPr>
                <a:t>面积元</a:t>
              </a:r>
              <a:r>
                <a:rPr lang="zh-CN" altLang="en-US" sz="2000" dirty="0">
                  <a:solidFill>
                    <a:srgbClr val="990000"/>
                  </a:solidFill>
                  <a:latin typeface="Times New Roman" panose="02020603050405020304" pitchFamily="18" charset="0"/>
                  <a:ea typeface="宋体" panose="02010600030101010101" pitchFamily="2" charset="-122"/>
                  <a:sym typeface="Symbol" panose="05050102010706020507" pitchFamily="18" charset="2"/>
                </a:rPr>
                <a:t></a:t>
              </a:r>
              <a:r>
                <a:rPr lang="en-US" altLang="zh-CN" sz="2000" i="1" dirty="0">
                  <a:solidFill>
                    <a:srgbClr val="990000"/>
                  </a:solidFill>
                  <a:latin typeface="Times New Roman" panose="02020603050405020304" pitchFamily="18" charset="0"/>
                  <a:ea typeface="宋体" panose="02010600030101010101" pitchFamily="2" charset="-122"/>
                </a:rPr>
                <a:t>S’ </a:t>
              </a:r>
              <a:r>
                <a:rPr lang="zh-CN" altLang="en-US" sz="2000" dirty="0">
                  <a:solidFill>
                    <a:srgbClr val="990000"/>
                  </a:solidFill>
                  <a:latin typeface="Times New Roman" panose="02020603050405020304" pitchFamily="18" charset="0"/>
                  <a:ea typeface="宋体" panose="02010600030101010101" pitchFamily="2" charset="-122"/>
                </a:rPr>
                <a:t>中的电荷电量</a:t>
              </a:r>
            </a:p>
          </p:txBody>
        </p:sp>
        <p:sp>
          <p:nvSpPr>
            <p:cNvPr id="13328" name="Oval 70">
              <a:extLst>
                <a:ext uri="{FF2B5EF4-FFF2-40B4-BE49-F238E27FC236}">
                  <a16:creationId xmlns:a16="http://schemas.microsoft.com/office/drawing/2014/main" id="{102EB376-AC6B-24F9-33EC-22A748F27342}"/>
                </a:ext>
              </a:extLst>
            </p:cNvPr>
            <p:cNvSpPr>
              <a:spLocks noChangeArrowheads="1"/>
            </p:cNvSpPr>
            <p:nvPr/>
          </p:nvSpPr>
          <p:spPr bwMode="auto">
            <a:xfrm>
              <a:off x="2585" y="568"/>
              <a:ext cx="622" cy="317"/>
            </a:xfrm>
            <a:prstGeom prst="ellipse">
              <a:avLst/>
            </a:prstGeom>
            <a:noFill/>
            <a:ln w="9525">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13329" name="Line 71">
              <a:extLst>
                <a:ext uri="{FF2B5EF4-FFF2-40B4-BE49-F238E27FC236}">
                  <a16:creationId xmlns:a16="http://schemas.microsoft.com/office/drawing/2014/main" id="{D691BAA6-9990-B44B-3377-8C2C1D4E40BB}"/>
                </a:ext>
              </a:extLst>
            </p:cNvPr>
            <p:cNvSpPr>
              <a:spLocks noChangeShapeType="1"/>
            </p:cNvSpPr>
            <p:nvPr/>
          </p:nvSpPr>
          <p:spPr bwMode="auto">
            <a:xfrm>
              <a:off x="3016" y="568"/>
              <a:ext cx="1362" cy="0"/>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pic>
        <p:nvPicPr>
          <p:cNvPr id="9" name="图片 8">
            <a:extLst>
              <a:ext uri="{FF2B5EF4-FFF2-40B4-BE49-F238E27FC236}">
                <a16:creationId xmlns:a16="http://schemas.microsoft.com/office/drawing/2014/main" id="{04B2CEB5-8B8E-19C5-5776-D333BE5F4526}"/>
              </a:ext>
            </a:extLst>
          </p:cNvPr>
          <p:cNvPicPr>
            <a:picLocks noChangeAspect="1"/>
          </p:cNvPicPr>
          <p:nvPr/>
        </p:nvPicPr>
        <p:blipFill>
          <a:blip r:embed="rId5"/>
          <a:stretch>
            <a:fillRect/>
          </a:stretch>
        </p:blipFill>
        <p:spPr>
          <a:xfrm>
            <a:off x="1086452" y="5574440"/>
            <a:ext cx="2219325" cy="838200"/>
          </a:xfrm>
          <a:prstGeom prst="rect">
            <a:avLst/>
          </a:prstGeom>
        </p:spPr>
      </p:pic>
      <p:pic>
        <p:nvPicPr>
          <p:cNvPr id="15" name="图片 14">
            <a:extLst>
              <a:ext uri="{FF2B5EF4-FFF2-40B4-BE49-F238E27FC236}">
                <a16:creationId xmlns:a16="http://schemas.microsoft.com/office/drawing/2014/main" id="{28310ACF-D18F-0094-196F-B92A5453EC3F}"/>
              </a:ext>
            </a:extLst>
          </p:cNvPr>
          <p:cNvPicPr>
            <a:picLocks noChangeAspect="1"/>
          </p:cNvPicPr>
          <p:nvPr/>
        </p:nvPicPr>
        <p:blipFill>
          <a:blip r:embed="rId6"/>
          <a:stretch>
            <a:fillRect/>
          </a:stretch>
        </p:blipFill>
        <p:spPr>
          <a:xfrm>
            <a:off x="5653091" y="3904873"/>
            <a:ext cx="2807341" cy="2339451"/>
          </a:xfrm>
          <a:prstGeom prst="rect">
            <a:avLst/>
          </a:prstGeom>
        </p:spPr>
      </p:pic>
    </p:spTree>
    <p:extLst>
      <p:ext uri="{BB962C8B-B14F-4D97-AF65-F5344CB8AC3E}">
        <p14:creationId xmlns:p14="http://schemas.microsoft.com/office/powerpoint/2010/main" val="948060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128AE222-FCFA-03C2-1BBB-6BE7BB6D2C41}"/>
              </a:ext>
            </a:extLst>
          </p:cNvPr>
          <p:cNvPicPr>
            <a:picLocks noChangeAspect="1"/>
          </p:cNvPicPr>
          <p:nvPr/>
        </p:nvPicPr>
        <p:blipFill>
          <a:blip r:embed="rId3"/>
          <a:stretch>
            <a:fillRect/>
          </a:stretch>
        </p:blipFill>
        <p:spPr>
          <a:xfrm>
            <a:off x="854473" y="3196836"/>
            <a:ext cx="3581400" cy="676275"/>
          </a:xfrm>
          <a:prstGeom prst="rect">
            <a:avLst/>
          </a:prstGeom>
        </p:spPr>
      </p:pic>
      <p:sp>
        <p:nvSpPr>
          <p:cNvPr id="15362" name="灯片编号占位符 3">
            <a:extLst>
              <a:ext uri="{FF2B5EF4-FFF2-40B4-BE49-F238E27FC236}">
                <a16:creationId xmlns:a16="http://schemas.microsoft.com/office/drawing/2014/main" id="{46437FFF-1517-379B-B241-E2CAA0F82326}"/>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BC2F5B58-47E0-456B-8480-7D01CAC28D54}" type="slidenum">
              <a:rPr altLang="zh-CN" sz="1400" b="0">
                <a:solidFill>
                  <a:schemeClr val="tx1"/>
                </a:solidFill>
                <a:ea typeface="宋体" panose="02010600030101010101" pitchFamily="2" charset="-122"/>
              </a:rPr>
              <a:pPr/>
              <a:t>8</a:t>
            </a:fld>
            <a:endParaRPr lang="zh-CN" altLang="zh-CN" sz="1400" b="0">
              <a:solidFill>
                <a:schemeClr val="tx1"/>
              </a:solidFill>
              <a:ea typeface="宋体" panose="02010600030101010101" pitchFamily="2" charset="-122"/>
            </a:endParaRPr>
          </a:p>
        </p:txBody>
      </p:sp>
      <p:sp>
        <p:nvSpPr>
          <p:cNvPr id="416794" name="Text Box 26">
            <a:extLst>
              <a:ext uri="{FF2B5EF4-FFF2-40B4-BE49-F238E27FC236}">
                <a16:creationId xmlns:a16="http://schemas.microsoft.com/office/drawing/2014/main" id="{83BB8C15-0D36-465A-4F15-920981B6C5DD}"/>
              </a:ext>
            </a:extLst>
          </p:cNvPr>
          <p:cNvSpPr txBox="1">
            <a:spLocks noChangeArrowheads="1"/>
          </p:cNvSpPr>
          <p:nvPr/>
        </p:nvSpPr>
        <p:spPr bwMode="auto">
          <a:xfrm>
            <a:off x="323850" y="1050925"/>
            <a:ext cx="8496300"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30000"/>
              </a:lnSpc>
            </a:pPr>
            <a:r>
              <a:rPr lang="en-US" altLang="zh-CN" sz="2000" dirty="0"/>
              <a:t>       </a:t>
            </a:r>
            <a:r>
              <a:rPr lang="zh-CN" altLang="en-US" dirty="0"/>
              <a:t>若电荷分布在细线上，</a:t>
            </a:r>
            <a:r>
              <a:rPr lang="zh-CN" altLang="en-US" dirty="0">
                <a:latin typeface="幼圆" panose="02010509060101010101" pitchFamily="49" charset="-122"/>
              </a:rPr>
              <a:t>当仅考虑细线外、距细线的距离要比细线的直径大得多处的电场，而不分析和计算线内的电场时，可将线的直径忽略，认为电荷是线分布。</a:t>
            </a:r>
            <a:r>
              <a:rPr lang="zh-CN" altLang="en-US" dirty="0"/>
              <a:t>线分布的电荷可用电荷线密度表示。</a:t>
            </a:r>
            <a:r>
              <a:rPr lang="zh-CN" altLang="en-US" dirty="0">
                <a:latin typeface="幼圆" panose="02010509060101010101" pitchFamily="49" charset="-122"/>
                <a:ea typeface="幼圆" panose="02010509060101010101" pitchFamily="49" charset="-122"/>
              </a:rPr>
              <a:t> </a:t>
            </a:r>
          </a:p>
        </p:txBody>
      </p:sp>
      <p:sp>
        <p:nvSpPr>
          <p:cNvPr id="416795" name="Text Box 27">
            <a:extLst>
              <a:ext uri="{FF2B5EF4-FFF2-40B4-BE49-F238E27FC236}">
                <a16:creationId xmlns:a16="http://schemas.microsoft.com/office/drawing/2014/main" id="{FF6CC6DE-AE92-D7FD-910E-E59968A63252}"/>
              </a:ext>
            </a:extLst>
          </p:cNvPr>
          <p:cNvSpPr txBox="1">
            <a:spLocks noChangeArrowheads="1"/>
          </p:cNvSpPr>
          <p:nvPr/>
        </p:nvSpPr>
        <p:spPr bwMode="auto">
          <a:xfrm>
            <a:off x="323850" y="619125"/>
            <a:ext cx="43195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r>
              <a:rPr lang="en-US" altLang="zh-CN">
                <a:solidFill>
                  <a:srgbClr val="F8A6A6"/>
                </a:solidFill>
                <a:latin typeface="Times New Roman" panose="02020603050405020304" pitchFamily="18" charset="0"/>
              </a:rPr>
              <a:t>3.</a:t>
            </a:r>
            <a:r>
              <a:rPr lang="zh-CN" altLang="en-US">
                <a:solidFill>
                  <a:srgbClr val="F8A6A6"/>
                </a:solidFill>
                <a:latin typeface="Times New Roman" panose="02020603050405020304" pitchFamily="18" charset="0"/>
                <a:ea typeface="宋体" panose="02010600030101010101" pitchFamily="2" charset="-122"/>
              </a:rPr>
              <a:t>线分布电荷和电荷线密度</a:t>
            </a:r>
          </a:p>
        </p:txBody>
      </p:sp>
      <p:sp>
        <p:nvSpPr>
          <p:cNvPr id="416798" name="Text Box 30">
            <a:extLst>
              <a:ext uri="{FF2B5EF4-FFF2-40B4-BE49-F238E27FC236}">
                <a16:creationId xmlns:a16="http://schemas.microsoft.com/office/drawing/2014/main" id="{2EFFA748-7016-7A56-C5AA-E86ED21F7CB0}"/>
              </a:ext>
            </a:extLst>
          </p:cNvPr>
          <p:cNvSpPr txBox="1">
            <a:spLocks noChangeArrowheads="1"/>
          </p:cNvSpPr>
          <p:nvPr/>
        </p:nvSpPr>
        <p:spPr bwMode="auto">
          <a:xfrm>
            <a:off x="323850" y="4475163"/>
            <a:ext cx="5111750"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40000"/>
              </a:lnSpc>
            </a:pPr>
            <a:r>
              <a:rPr lang="en-US" altLang="zh-CN" dirty="0">
                <a:latin typeface="楷体_GB2312" pitchFamily="49" charset="-122"/>
              </a:rPr>
              <a:t>    </a:t>
            </a:r>
            <a:r>
              <a:rPr lang="zh-CN" altLang="en-US" dirty="0">
                <a:latin typeface="楷体_GB2312" pitchFamily="49" charset="-122"/>
              </a:rPr>
              <a:t>如果已知某空间曲线上的电荷线密度，则该曲线上的总电荷</a:t>
            </a:r>
            <a:r>
              <a:rPr lang="en-US" altLang="zh-CN" i="1" dirty="0">
                <a:latin typeface="Times New Roman" panose="02020603050405020304" pitchFamily="18" charset="0"/>
              </a:rPr>
              <a:t>q </a:t>
            </a:r>
            <a:r>
              <a:rPr lang="zh-CN" altLang="en-US" dirty="0">
                <a:latin typeface="楷体_GB2312" pitchFamily="49" charset="-122"/>
              </a:rPr>
              <a:t>为</a:t>
            </a:r>
            <a:r>
              <a:rPr lang="zh-CN" altLang="en-US" dirty="0">
                <a:latin typeface="宋体" panose="02010600030101010101" pitchFamily="2" charset="-122"/>
                <a:ea typeface="宋体" panose="02010600030101010101" pitchFamily="2" charset="-122"/>
              </a:rPr>
              <a:t> </a:t>
            </a:r>
          </a:p>
        </p:txBody>
      </p:sp>
      <p:sp>
        <p:nvSpPr>
          <p:cNvPr id="416802" name="Text Box 34">
            <a:extLst>
              <a:ext uri="{FF2B5EF4-FFF2-40B4-BE49-F238E27FC236}">
                <a16:creationId xmlns:a16="http://schemas.microsoft.com/office/drawing/2014/main" id="{B738C7F5-9605-427F-88B2-7AC282717623}"/>
              </a:ext>
            </a:extLst>
          </p:cNvPr>
          <p:cNvSpPr txBox="1">
            <a:spLocks noChangeArrowheads="1"/>
          </p:cNvSpPr>
          <p:nvPr/>
        </p:nvSpPr>
        <p:spPr bwMode="auto">
          <a:xfrm>
            <a:off x="395287" y="3980434"/>
            <a:ext cx="34559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r>
              <a:rPr lang="zh-CN" altLang="en-US" dirty="0">
                <a:latin typeface="Times New Roman" panose="02020603050405020304" pitchFamily="18" charset="0"/>
              </a:rPr>
              <a:t>单位</a:t>
            </a:r>
            <a:r>
              <a:rPr lang="en-US" altLang="zh-CN" dirty="0">
                <a:latin typeface="Times New Roman" panose="02020603050405020304" pitchFamily="18" charset="0"/>
              </a:rPr>
              <a:t>: </a:t>
            </a:r>
            <a:r>
              <a:rPr lang="en-US" altLang="zh-CN" b="0" dirty="0">
                <a:latin typeface="Times New Roman" panose="02020603050405020304" pitchFamily="18" charset="0"/>
                <a:ea typeface="宋体" panose="02010600030101010101" pitchFamily="2" charset="-122"/>
              </a:rPr>
              <a:t>C </a:t>
            </a:r>
            <a:r>
              <a:rPr lang="en-US" altLang="zh-CN" dirty="0">
                <a:latin typeface="Times New Roman" panose="02020603050405020304" pitchFamily="18" charset="0"/>
                <a:ea typeface="宋体" panose="02010600030101010101" pitchFamily="2" charset="-122"/>
              </a:rPr>
              <a:t>/ </a:t>
            </a:r>
            <a:r>
              <a:rPr lang="en-US" altLang="zh-CN" b="0" dirty="0">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rPr>
              <a:t> (</a:t>
            </a:r>
            <a:r>
              <a:rPr lang="zh-CN" altLang="en-US" dirty="0">
                <a:latin typeface="Times New Roman" panose="02020603050405020304" pitchFamily="18" charset="0"/>
              </a:rPr>
              <a:t>库</a:t>
            </a:r>
            <a:r>
              <a:rPr lang="en-US" altLang="zh-CN" dirty="0">
                <a:latin typeface="Times New Roman" panose="02020603050405020304" pitchFamily="18" charset="0"/>
              </a:rPr>
              <a:t>/</a:t>
            </a:r>
            <a:r>
              <a:rPr lang="zh-CN" altLang="en-US" dirty="0">
                <a:latin typeface="Times New Roman" panose="02020603050405020304" pitchFamily="18" charset="0"/>
              </a:rPr>
              <a:t>米</a:t>
            </a:r>
            <a:r>
              <a:rPr lang="en-US" altLang="zh-CN" dirty="0">
                <a:latin typeface="Times New Roman" panose="02020603050405020304" pitchFamily="18" charset="0"/>
              </a:rPr>
              <a:t>)</a:t>
            </a:r>
          </a:p>
        </p:txBody>
      </p:sp>
      <p:sp>
        <p:nvSpPr>
          <p:cNvPr id="15370" name="AutoShape 70">
            <a:hlinkClick r:id="rId4" action="ppaction://hlinksldjump" highlightClick="1"/>
            <a:extLst>
              <a:ext uri="{FF2B5EF4-FFF2-40B4-BE49-F238E27FC236}">
                <a16:creationId xmlns:a16="http://schemas.microsoft.com/office/drawing/2014/main" id="{10BCA34F-3FD0-CA93-8B1B-F9D74642FEAD}"/>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15371" name="AutoShape 71">
            <a:hlinkClick r:id="" action="ppaction://hlinkshowjump?jump=previousslide" highlightClick="1"/>
            <a:extLst>
              <a:ext uri="{FF2B5EF4-FFF2-40B4-BE49-F238E27FC236}">
                <a16:creationId xmlns:a16="http://schemas.microsoft.com/office/drawing/2014/main" id="{EDAAEFA7-BFF3-99EA-9BA9-49A9B1BF73DD}"/>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15372" name="AutoShape 72">
            <a:hlinkClick r:id="" action="ppaction://hlinkshowjump?jump=nextslide" highlightClick="1"/>
            <a:extLst>
              <a:ext uri="{FF2B5EF4-FFF2-40B4-BE49-F238E27FC236}">
                <a16:creationId xmlns:a16="http://schemas.microsoft.com/office/drawing/2014/main" id="{A8F75329-2EF9-6274-DF19-71D6588A1A46}"/>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15373" name="AutoShape 73">
            <a:hlinkClick r:id="" action="ppaction://hlinkshowjump?jump=lastslide" highlightClick="1"/>
            <a:extLst>
              <a:ext uri="{FF2B5EF4-FFF2-40B4-BE49-F238E27FC236}">
                <a16:creationId xmlns:a16="http://schemas.microsoft.com/office/drawing/2014/main" id="{73502F1B-F025-E4DB-8542-E4C76CD1F68E}"/>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nvGrpSpPr>
          <p:cNvPr id="3" name="Group 74">
            <a:extLst>
              <a:ext uri="{FF2B5EF4-FFF2-40B4-BE49-F238E27FC236}">
                <a16:creationId xmlns:a16="http://schemas.microsoft.com/office/drawing/2014/main" id="{A811A388-BB56-8D7D-4283-94E63512D275}"/>
              </a:ext>
            </a:extLst>
          </p:cNvPr>
          <p:cNvGrpSpPr>
            <a:grpSpLocks/>
          </p:cNvGrpSpPr>
          <p:nvPr/>
        </p:nvGrpSpPr>
        <p:grpSpPr bwMode="auto">
          <a:xfrm>
            <a:off x="2411919" y="3068326"/>
            <a:ext cx="5040313" cy="711200"/>
            <a:chOff x="1431" y="1331"/>
            <a:chExt cx="3175" cy="448"/>
          </a:xfrm>
        </p:grpSpPr>
        <p:sp>
          <p:nvSpPr>
            <p:cNvPr id="15375" name="Rectangle 75">
              <a:extLst>
                <a:ext uri="{FF2B5EF4-FFF2-40B4-BE49-F238E27FC236}">
                  <a16:creationId xmlns:a16="http://schemas.microsoft.com/office/drawing/2014/main" id="{E0857659-D533-AAAF-45CF-3F64F270B3FC}"/>
                </a:ext>
              </a:extLst>
            </p:cNvPr>
            <p:cNvSpPr>
              <a:spLocks noChangeArrowheads="1"/>
            </p:cNvSpPr>
            <p:nvPr/>
          </p:nvSpPr>
          <p:spPr bwMode="auto">
            <a:xfrm>
              <a:off x="3336" y="1331"/>
              <a:ext cx="1270" cy="448"/>
            </a:xfrm>
            <a:prstGeom prst="rect">
              <a:avLst/>
            </a:prstGeom>
            <a:solidFill>
              <a:srgbClr val="FFD1E8"/>
            </a:solidFill>
            <a:ln w="9525">
              <a:solidFill>
                <a:srgbClr val="FF0000"/>
              </a:solidFill>
              <a:prstDash val="dash"/>
              <a:miter lim="800000"/>
              <a:headEnd/>
              <a:tailEnd/>
            </a:ln>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r>
                <a:rPr lang="zh-CN" altLang="en-US" sz="2000" dirty="0">
                  <a:solidFill>
                    <a:srgbClr val="990000"/>
                  </a:solidFill>
                  <a:latin typeface="Times New Roman" panose="02020603050405020304" pitchFamily="18" charset="0"/>
                  <a:ea typeface="宋体" panose="02010600030101010101" pitchFamily="2" charset="-122"/>
                </a:rPr>
                <a:t>长度元</a:t>
              </a:r>
              <a:r>
                <a:rPr lang="zh-CN" altLang="en-US" sz="2000" dirty="0">
                  <a:solidFill>
                    <a:srgbClr val="990000"/>
                  </a:solidFill>
                  <a:latin typeface="Times New Roman" panose="02020603050405020304" pitchFamily="18" charset="0"/>
                  <a:ea typeface="宋体" panose="02010600030101010101" pitchFamily="2" charset="-122"/>
                  <a:sym typeface="Symbol" panose="05050102010706020507" pitchFamily="18" charset="2"/>
                </a:rPr>
                <a:t></a:t>
              </a:r>
              <a:r>
                <a:rPr lang="en-US" altLang="zh-CN" sz="2000" i="1" dirty="0">
                  <a:solidFill>
                    <a:srgbClr val="990000"/>
                  </a:solidFill>
                  <a:latin typeface="Times New Roman" panose="02020603050405020304" pitchFamily="18" charset="0"/>
                  <a:ea typeface="宋体" panose="02010600030101010101" pitchFamily="2" charset="-122"/>
                </a:rPr>
                <a:t>l’ </a:t>
              </a:r>
              <a:r>
                <a:rPr lang="zh-CN" altLang="en-US" sz="2000" dirty="0">
                  <a:solidFill>
                    <a:srgbClr val="990000"/>
                  </a:solidFill>
                  <a:latin typeface="Times New Roman" panose="02020603050405020304" pitchFamily="18" charset="0"/>
                  <a:ea typeface="宋体" panose="02010600030101010101" pitchFamily="2" charset="-122"/>
                </a:rPr>
                <a:t>中的电荷电量</a:t>
              </a:r>
            </a:p>
          </p:txBody>
        </p:sp>
        <p:sp>
          <p:nvSpPr>
            <p:cNvPr id="15376" name="Oval 76">
              <a:extLst>
                <a:ext uri="{FF2B5EF4-FFF2-40B4-BE49-F238E27FC236}">
                  <a16:creationId xmlns:a16="http://schemas.microsoft.com/office/drawing/2014/main" id="{1B0D4B06-8BB9-F1B7-0200-A790FC556FE6}"/>
                </a:ext>
              </a:extLst>
            </p:cNvPr>
            <p:cNvSpPr>
              <a:spLocks noChangeArrowheads="1"/>
            </p:cNvSpPr>
            <p:nvPr/>
          </p:nvSpPr>
          <p:spPr bwMode="auto">
            <a:xfrm>
              <a:off x="1431" y="1331"/>
              <a:ext cx="635" cy="317"/>
            </a:xfrm>
            <a:prstGeom prst="ellipse">
              <a:avLst/>
            </a:prstGeom>
            <a:noFill/>
            <a:ln w="9525">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15377" name="Line 77">
              <a:extLst>
                <a:ext uri="{FF2B5EF4-FFF2-40B4-BE49-F238E27FC236}">
                  <a16:creationId xmlns:a16="http://schemas.microsoft.com/office/drawing/2014/main" id="{88CA5473-5F34-08EE-2C0F-418DC359812F}"/>
                </a:ext>
              </a:extLst>
            </p:cNvPr>
            <p:cNvSpPr>
              <a:spLocks noChangeShapeType="1"/>
            </p:cNvSpPr>
            <p:nvPr/>
          </p:nvSpPr>
          <p:spPr bwMode="auto">
            <a:xfrm>
              <a:off x="1749" y="1331"/>
              <a:ext cx="1587" cy="0"/>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pic>
        <p:nvPicPr>
          <p:cNvPr id="5" name="图片 4">
            <a:extLst>
              <a:ext uri="{FF2B5EF4-FFF2-40B4-BE49-F238E27FC236}">
                <a16:creationId xmlns:a16="http://schemas.microsoft.com/office/drawing/2014/main" id="{A2E632D8-74BD-AEF6-9C54-479CA4682088}"/>
              </a:ext>
            </a:extLst>
          </p:cNvPr>
          <p:cNvPicPr>
            <a:picLocks noChangeAspect="1"/>
          </p:cNvPicPr>
          <p:nvPr/>
        </p:nvPicPr>
        <p:blipFill>
          <a:blip r:embed="rId5"/>
          <a:stretch>
            <a:fillRect/>
          </a:stretch>
        </p:blipFill>
        <p:spPr>
          <a:xfrm>
            <a:off x="5435600" y="3889375"/>
            <a:ext cx="3079750" cy="2566458"/>
          </a:xfrm>
          <a:prstGeom prst="rect">
            <a:avLst/>
          </a:prstGeom>
        </p:spPr>
      </p:pic>
      <p:pic>
        <p:nvPicPr>
          <p:cNvPr id="7" name="图片 6">
            <a:extLst>
              <a:ext uri="{FF2B5EF4-FFF2-40B4-BE49-F238E27FC236}">
                <a16:creationId xmlns:a16="http://schemas.microsoft.com/office/drawing/2014/main" id="{5DCAF07B-B6D5-E9CF-1FEF-D07008728B77}"/>
              </a:ext>
            </a:extLst>
          </p:cNvPr>
          <p:cNvPicPr>
            <a:picLocks noChangeAspect="1"/>
          </p:cNvPicPr>
          <p:nvPr/>
        </p:nvPicPr>
        <p:blipFill>
          <a:blip r:embed="rId6"/>
          <a:stretch>
            <a:fillRect/>
          </a:stretch>
        </p:blipFill>
        <p:spPr>
          <a:xfrm>
            <a:off x="1316544" y="5627117"/>
            <a:ext cx="2190750" cy="762000"/>
          </a:xfrm>
          <a:prstGeom prst="rect">
            <a:avLst/>
          </a:prstGeom>
        </p:spPr>
      </p:pic>
    </p:spTree>
    <p:extLst>
      <p:ext uri="{BB962C8B-B14F-4D97-AF65-F5344CB8AC3E}">
        <p14:creationId xmlns:p14="http://schemas.microsoft.com/office/powerpoint/2010/main" val="5574143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3">
            <a:extLst>
              <a:ext uri="{FF2B5EF4-FFF2-40B4-BE49-F238E27FC236}">
                <a16:creationId xmlns:a16="http://schemas.microsoft.com/office/drawing/2014/main" id="{81E33DAC-C1BB-E524-8015-D701088BFEF3}"/>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8DD4164B-EB22-4BB1-B8DC-94CDA455B458}" type="slidenum">
              <a:rPr altLang="zh-CN" sz="1400" b="0">
                <a:solidFill>
                  <a:schemeClr val="tx1"/>
                </a:solidFill>
                <a:ea typeface="宋体" panose="02010600030101010101" pitchFamily="2" charset="-122"/>
              </a:rPr>
              <a:pPr/>
              <a:t>9</a:t>
            </a:fld>
            <a:endParaRPr lang="zh-CN" altLang="zh-CN" sz="1400" b="0">
              <a:solidFill>
                <a:schemeClr val="tx1"/>
              </a:solidFill>
              <a:ea typeface="宋体" panose="02010600030101010101" pitchFamily="2" charset="-122"/>
            </a:endParaRPr>
          </a:p>
        </p:txBody>
      </p:sp>
      <p:sp>
        <p:nvSpPr>
          <p:cNvPr id="417797" name="Text Box 5">
            <a:extLst>
              <a:ext uri="{FF2B5EF4-FFF2-40B4-BE49-F238E27FC236}">
                <a16:creationId xmlns:a16="http://schemas.microsoft.com/office/drawing/2014/main" id="{55544C77-B511-5E46-B280-A49716A20544}"/>
              </a:ext>
            </a:extLst>
          </p:cNvPr>
          <p:cNvSpPr txBox="1">
            <a:spLocks noChangeArrowheads="1"/>
          </p:cNvSpPr>
          <p:nvPr/>
        </p:nvSpPr>
        <p:spPr bwMode="auto">
          <a:xfrm>
            <a:off x="395288" y="765175"/>
            <a:ext cx="8569325" cy="246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30000"/>
              </a:lnSpc>
            </a:pPr>
            <a:r>
              <a:rPr lang="en-US" altLang="zh-CN" sz="2000">
                <a:latin typeface="楷体_GB2312" pitchFamily="49" charset="-122"/>
              </a:rPr>
              <a:t>    </a:t>
            </a:r>
            <a:r>
              <a:rPr lang="zh-CN" altLang="en-US">
                <a:latin typeface="Times New Roman" panose="02020603050405020304" pitchFamily="18" charset="0"/>
              </a:rPr>
              <a:t>对于总电荷为 </a:t>
            </a:r>
            <a:r>
              <a:rPr lang="en-US" altLang="zh-CN" b="0" i="1">
                <a:latin typeface="Times New Roman" panose="02020603050405020304" pitchFamily="18" charset="0"/>
              </a:rPr>
              <a:t>q</a:t>
            </a:r>
            <a:r>
              <a:rPr lang="en-US" altLang="zh-CN" i="1">
                <a:latin typeface="Times New Roman" panose="02020603050405020304" pitchFamily="18" charset="0"/>
              </a:rPr>
              <a:t> </a:t>
            </a:r>
            <a:r>
              <a:rPr lang="zh-CN" altLang="en-US">
                <a:latin typeface="Times New Roman" panose="02020603050405020304" pitchFamily="18" charset="0"/>
              </a:rPr>
              <a:t>的电荷集中在很小区域 </a:t>
            </a:r>
            <a:r>
              <a:rPr lang="en-US" altLang="zh-CN" i="1">
                <a:latin typeface="Times New Roman" panose="02020603050405020304" pitchFamily="18" charset="0"/>
              </a:rPr>
              <a:t>V </a:t>
            </a:r>
            <a:r>
              <a:rPr lang="zh-CN" altLang="en-US">
                <a:latin typeface="Times New Roman" panose="02020603050405020304" pitchFamily="18" charset="0"/>
              </a:rPr>
              <a:t>的情况，当不分析和计算该电荷所在的小区域中的电场，而仅需要分析和计算电场的区域又距离电荷区很远，即场点距源点的距离远大于电荷所在的源区的线度时，小体积 </a:t>
            </a:r>
            <a:r>
              <a:rPr lang="en-US" altLang="zh-CN" i="1">
                <a:latin typeface="Times New Roman" panose="02020603050405020304" pitchFamily="18" charset="0"/>
              </a:rPr>
              <a:t>V </a:t>
            </a:r>
            <a:r>
              <a:rPr lang="zh-CN" altLang="en-US">
                <a:latin typeface="Times New Roman" panose="02020603050405020304" pitchFamily="18" charset="0"/>
              </a:rPr>
              <a:t>中的电荷可看作位于该区域中心、电荷为 </a:t>
            </a:r>
            <a:r>
              <a:rPr lang="en-US" altLang="zh-CN" b="0" i="1">
                <a:latin typeface="Times New Roman" panose="02020603050405020304" pitchFamily="18" charset="0"/>
              </a:rPr>
              <a:t>q</a:t>
            </a:r>
            <a:r>
              <a:rPr lang="en-US" altLang="zh-CN" i="1">
                <a:latin typeface="Times New Roman" panose="02020603050405020304" pitchFamily="18" charset="0"/>
              </a:rPr>
              <a:t> </a:t>
            </a:r>
            <a:r>
              <a:rPr lang="zh-CN" altLang="en-US">
                <a:latin typeface="Times New Roman" panose="02020603050405020304" pitchFamily="18" charset="0"/>
              </a:rPr>
              <a:t>的点电荷。 </a:t>
            </a:r>
          </a:p>
        </p:txBody>
      </p:sp>
      <p:sp>
        <p:nvSpPr>
          <p:cNvPr id="417798" name="Text Box 6">
            <a:extLst>
              <a:ext uri="{FF2B5EF4-FFF2-40B4-BE49-F238E27FC236}">
                <a16:creationId xmlns:a16="http://schemas.microsoft.com/office/drawing/2014/main" id="{CA40EEF5-57B0-BE6A-F652-F8B9AF6ABAC5}"/>
              </a:ext>
            </a:extLst>
          </p:cNvPr>
          <p:cNvSpPr txBox="1">
            <a:spLocks noChangeArrowheads="1"/>
          </p:cNvSpPr>
          <p:nvPr/>
        </p:nvSpPr>
        <p:spPr bwMode="auto">
          <a:xfrm>
            <a:off x="323850" y="3284538"/>
            <a:ext cx="3529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r>
              <a:rPr lang="zh-CN" altLang="en-US">
                <a:latin typeface="Times New Roman" panose="02020603050405020304" pitchFamily="18" charset="0"/>
              </a:rPr>
              <a:t>点电荷的电荷密度表示</a:t>
            </a:r>
            <a:endParaRPr lang="zh-CN" altLang="en-US">
              <a:latin typeface="楷体_GB2312" pitchFamily="49" charset="-122"/>
            </a:endParaRPr>
          </a:p>
        </p:txBody>
      </p:sp>
      <p:sp>
        <p:nvSpPr>
          <p:cNvPr id="417800" name="Text Box 8">
            <a:extLst>
              <a:ext uri="{FF2B5EF4-FFF2-40B4-BE49-F238E27FC236}">
                <a16:creationId xmlns:a16="http://schemas.microsoft.com/office/drawing/2014/main" id="{CBFA4AEE-99F9-8191-8C21-5EE7506BA73E}"/>
              </a:ext>
            </a:extLst>
          </p:cNvPr>
          <p:cNvSpPr txBox="1">
            <a:spLocks noChangeArrowheads="1"/>
          </p:cNvSpPr>
          <p:nvPr/>
        </p:nvSpPr>
        <p:spPr bwMode="auto">
          <a:xfrm>
            <a:off x="468313" y="476250"/>
            <a:ext cx="27352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r>
              <a:rPr lang="en-US" altLang="zh-CN">
                <a:solidFill>
                  <a:srgbClr val="F8A6A6"/>
                </a:solidFill>
                <a:latin typeface="Times New Roman" panose="02020603050405020304" pitchFamily="18" charset="0"/>
              </a:rPr>
              <a:t>4.   </a:t>
            </a:r>
            <a:r>
              <a:rPr lang="zh-CN" altLang="en-US">
                <a:solidFill>
                  <a:srgbClr val="F8A6A6"/>
                </a:solidFill>
                <a:latin typeface="Times New Roman" panose="02020603050405020304" pitchFamily="18" charset="0"/>
                <a:ea typeface="宋体" panose="02010600030101010101" pitchFamily="2" charset="-122"/>
              </a:rPr>
              <a:t>点电荷</a:t>
            </a:r>
          </a:p>
        </p:txBody>
      </p:sp>
      <p:grpSp>
        <p:nvGrpSpPr>
          <p:cNvPr id="2" name="Group 34">
            <a:extLst>
              <a:ext uri="{FF2B5EF4-FFF2-40B4-BE49-F238E27FC236}">
                <a16:creationId xmlns:a16="http://schemas.microsoft.com/office/drawing/2014/main" id="{426F3389-81BE-DD2C-D39F-8A105F0A9F5B}"/>
              </a:ext>
            </a:extLst>
          </p:cNvPr>
          <p:cNvGrpSpPr>
            <a:grpSpLocks/>
          </p:cNvGrpSpPr>
          <p:nvPr/>
        </p:nvGrpSpPr>
        <p:grpSpPr bwMode="auto">
          <a:xfrm>
            <a:off x="5724525" y="2852738"/>
            <a:ext cx="3024188" cy="2520950"/>
            <a:chOff x="3742" y="2024"/>
            <a:chExt cx="1905" cy="1588"/>
          </a:xfrm>
        </p:grpSpPr>
        <p:sp>
          <p:nvSpPr>
            <p:cNvPr id="17425" name="Rectangle 12">
              <a:extLst>
                <a:ext uri="{FF2B5EF4-FFF2-40B4-BE49-F238E27FC236}">
                  <a16:creationId xmlns:a16="http://schemas.microsoft.com/office/drawing/2014/main" id="{3F4B5A6E-7995-5F0A-19CE-E4BE18CD818C}"/>
                </a:ext>
              </a:extLst>
            </p:cNvPr>
            <p:cNvSpPr>
              <a:spLocks noChangeArrowheads="1"/>
            </p:cNvSpPr>
            <p:nvPr/>
          </p:nvSpPr>
          <p:spPr bwMode="auto">
            <a:xfrm>
              <a:off x="3742" y="2024"/>
              <a:ext cx="1905" cy="1588"/>
            </a:xfrm>
            <a:prstGeom prst="rect">
              <a:avLst/>
            </a:prstGeom>
            <a:solidFill>
              <a:srgbClr val="CCFFFF"/>
            </a:solidFill>
            <a:ln w="9525">
              <a:solidFill>
                <a:srgbClr val="FF0000"/>
              </a:solidFill>
              <a:miter lim="800000"/>
              <a:headEnd/>
              <a:tailEnd/>
            </a:ln>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17426" name="Line 13">
              <a:extLst>
                <a:ext uri="{FF2B5EF4-FFF2-40B4-BE49-F238E27FC236}">
                  <a16:creationId xmlns:a16="http://schemas.microsoft.com/office/drawing/2014/main" id="{DB8C13EA-9D28-4E17-55DF-AFE6E3E7B0B7}"/>
                </a:ext>
              </a:extLst>
            </p:cNvPr>
            <p:cNvSpPr>
              <a:spLocks noChangeShapeType="1"/>
            </p:cNvSpPr>
            <p:nvPr/>
          </p:nvSpPr>
          <p:spPr bwMode="auto">
            <a:xfrm flipV="1">
              <a:off x="4241" y="2115"/>
              <a:ext cx="0" cy="907"/>
            </a:xfrm>
            <a:prstGeom prst="line">
              <a:avLst/>
            </a:prstGeom>
            <a:noFill/>
            <a:ln w="254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27" name="Line 14">
              <a:extLst>
                <a:ext uri="{FF2B5EF4-FFF2-40B4-BE49-F238E27FC236}">
                  <a16:creationId xmlns:a16="http://schemas.microsoft.com/office/drawing/2014/main" id="{9A712A45-7EEF-AC06-B033-AEC17B05193C}"/>
                </a:ext>
              </a:extLst>
            </p:cNvPr>
            <p:cNvSpPr>
              <a:spLocks noChangeShapeType="1"/>
            </p:cNvSpPr>
            <p:nvPr/>
          </p:nvSpPr>
          <p:spPr bwMode="auto">
            <a:xfrm flipH="1">
              <a:off x="3878" y="3022"/>
              <a:ext cx="363" cy="363"/>
            </a:xfrm>
            <a:prstGeom prst="line">
              <a:avLst/>
            </a:prstGeom>
            <a:noFill/>
            <a:ln w="254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28" name="Line 15">
              <a:extLst>
                <a:ext uri="{FF2B5EF4-FFF2-40B4-BE49-F238E27FC236}">
                  <a16:creationId xmlns:a16="http://schemas.microsoft.com/office/drawing/2014/main" id="{7FF0F961-7E2C-77A1-D148-373F49EE7979}"/>
                </a:ext>
              </a:extLst>
            </p:cNvPr>
            <p:cNvSpPr>
              <a:spLocks noChangeShapeType="1"/>
            </p:cNvSpPr>
            <p:nvPr/>
          </p:nvSpPr>
          <p:spPr bwMode="auto">
            <a:xfrm rot="5400000" flipV="1">
              <a:off x="4808" y="2455"/>
              <a:ext cx="0" cy="1134"/>
            </a:xfrm>
            <a:prstGeom prst="line">
              <a:avLst/>
            </a:prstGeom>
            <a:noFill/>
            <a:ln w="254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7429" name="Object 16">
              <a:extLst>
                <a:ext uri="{FF2B5EF4-FFF2-40B4-BE49-F238E27FC236}">
                  <a16:creationId xmlns:a16="http://schemas.microsoft.com/office/drawing/2014/main" id="{27387535-9700-6D8A-F147-4217BD9978D7}"/>
                </a:ext>
              </a:extLst>
            </p:cNvPr>
            <p:cNvGraphicFramePr>
              <a:graphicFrameLocks noChangeAspect="1"/>
            </p:cNvGraphicFramePr>
            <p:nvPr>
              <p:extLst>
                <p:ext uri="{D42A27DB-BD31-4B8C-83A1-F6EECF244321}">
                  <p14:modId xmlns:p14="http://schemas.microsoft.com/office/powerpoint/2010/main" val="2145913710"/>
                </p:ext>
              </p:extLst>
            </p:nvPr>
          </p:nvGraphicFramePr>
          <p:xfrm>
            <a:off x="5375" y="2977"/>
            <a:ext cx="177" cy="196"/>
          </p:xfrm>
          <a:graphic>
            <a:graphicData uri="http://schemas.openxmlformats.org/presentationml/2006/ole">
              <mc:AlternateContent xmlns:mc="http://schemas.openxmlformats.org/markup-compatibility/2006">
                <mc:Choice xmlns:v="urn:schemas-microsoft-com:vml" Requires="v">
                  <p:oleObj r:id="rId3" imgW="50765" imgH="82712" progId="Equation.DSMT4">
                    <p:embed/>
                  </p:oleObj>
                </mc:Choice>
                <mc:Fallback>
                  <p:oleObj r:id="rId3" imgW="50765" imgH="82712" progId="Equation.DSMT4">
                    <p:embed/>
                    <p:pic>
                      <p:nvPicPr>
                        <p:cNvPr id="17429" name="Object 16">
                          <a:extLst>
                            <a:ext uri="{FF2B5EF4-FFF2-40B4-BE49-F238E27FC236}">
                              <a16:creationId xmlns:a16="http://schemas.microsoft.com/office/drawing/2014/main" id="{27387535-9700-6D8A-F147-4217BD9978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75" y="2977"/>
                          <a:ext cx="177"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430" name="Object 17">
              <a:extLst>
                <a:ext uri="{FF2B5EF4-FFF2-40B4-BE49-F238E27FC236}">
                  <a16:creationId xmlns:a16="http://schemas.microsoft.com/office/drawing/2014/main" id="{E36F3B3B-8D96-16BC-1EF7-A35F3623B1BA}"/>
                </a:ext>
              </a:extLst>
            </p:cNvPr>
            <p:cNvGraphicFramePr>
              <a:graphicFrameLocks noChangeAspect="1"/>
            </p:cNvGraphicFramePr>
            <p:nvPr>
              <p:extLst>
                <p:ext uri="{D42A27DB-BD31-4B8C-83A1-F6EECF244321}">
                  <p14:modId xmlns:p14="http://schemas.microsoft.com/office/powerpoint/2010/main" val="2734887618"/>
                </p:ext>
              </p:extLst>
            </p:nvPr>
          </p:nvGraphicFramePr>
          <p:xfrm>
            <a:off x="3878" y="3340"/>
            <a:ext cx="161" cy="165"/>
          </p:xfrm>
          <a:graphic>
            <a:graphicData uri="http://schemas.openxmlformats.org/presentationml/2006/ole">
              <mc:AlternateContent xmlns:mc="http://schemas.openxmlformats.org/markup-compatibility/2006">
                <mc:Choice xmlns:v="urn:schemas-microsoft-com:vml" Requires="v">
                  <p:oleObj r:id="rId5" imgW="44524" imgH="50708" progId="Equation.DSMT4">
                    <p:embed/>
                  </p:oleObj>
                </mc:Choice>
                <mc:Fallback>
                  <p:oleObj r:id="rId5" imgW="44524" imgH="50708" progId="Equation.DSMT4">
                    <p:embed/>
                    <p:pic>
                      <p:nvPicPr>
                        <p:cNvPr id="17430" name="Object 17">
                          <a:extLst>
                            <a:ext uri="{FF2B5EF4-FFF2-40B4-BE49-F238E27FC236}">
                              <a16:creationId xmlns:a16="http://schemas.microsoft.com/office/drawing/2014/main" id="{E36F3B3B-8D96-16BC-1EF7-A35F3623B1B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78" y="3340"/>
                          <a:ext cx="161"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431" name="Object 18">
              <a:extLst>
                <a:ext uri="{FF2B5EF4-FFF2-40B4-BE49-F238E27FC236}">
                  <a16:creationId xmlns:a16="http://schemas.microsoft.com/office/drawing/2014/main" id="{B5C9D946-C09D-3FD0-461B-180CD43C0F5D}"/>
                </a:ext>
              </a:extLst>
            </p:cNvPr>
            <p:cNvGraphicFramePr>
              <a:graphicFrameLocks noChangeAspect="1"/>
            </p:cNvGraphicFramePr>
            <p:nvPr>
              <p:extLst>
                <p:ext uri="{D42A27DB-BD31-4B8C-83A1-F6EECF244321}">
                  <p14:modId xmlns:p14="http://schemas.microsoft.com/office/powerpoint/2010/main" val="3735669684"/>
                </p:ext>
              </p:extLst>
            </p:nvPr>
          </p:nvGraphicFramePr>
          <p:xfrm>
            <a:off x="4059" y="2024"/>
            <a:ext cx="227" cy="211"/>
          </p:xfrm>
          <a:graphic>
            <a:graphicData uri="http://schemas.openxmlformats.org/presentationml/2006/ole">
              <mc:AlternateContent xmlns:mc="http://schemas.openxmlformats.org/markup-compatibility/2006">
                <mc:Choice xmlns:v="urn:schemas-microsoft-com:vml" Requires="v">
                  <p:oleObj r:id="rId7" imgW="44524" imgH="50708" progId="Equation.DSMT4">
                    <p:embed/>
                  </p:oleObj>
                </mc:Choice>
                <mc:Fallback>
                  <p:oleObj r:id="rId7" imgW="44524" imgH="50708" progId="Equation.DSMT4">
                    <p:embed/>
                    <p:pic>
                      <p:nvPicPr>
                        <p:cNvPr id="17431" name="Object 18">
                          <a:extLst>
                            <a:ext uri="{FF2B5EF4-FFF2-40B4-BE49-F238E27FC236}">
                              <a16:creationId xmlns:a16="http://schemas.microsoft.com/office/drawing/2014/main" id="{B5C9D946-C09D-3FD0-461B-180CD43C0F5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59" y="2024"/>
                          <a:ext cx="22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432" name="Object 19">
              <a:extLst>
                <a:ext uri="{FF2B5EF4-FFF2-40B4-BE49-F238E27FC236}">
                  <a16:creationId xmlns:a16="http://schemas.microsoft.com/office/drawing/2014/main" id="{0DE7A18E-3EE7-1C96-4EF9-87AA6B5AB5A6}"/>
                </a:ext>
              </a:extLst>
            </p:cNvPr>
            <p:cNvGraphicFramePr>
              <a:graphicFrameLocks noChangeAspect="1"/>
            </p:cNvGraphicFramePr>
            <p:nvPr>
              <p:extLst>
                <p:ext uri="{D42A27DB-BD31-4B8C-83A1-F6EECF244321}">
                  <p14:modId xmlns:p14="http://schemas.microsoft.com/office/powerpoint/2010/main" val="2588709927"/>
                </p:ext>
              </p:extLst>
            </p:nvPr>
          </p:nvGraphicFramePr>
          <p:xfrm>
            <a:off x="4195" y="3015"/>
            <a:ext cx="161" cy="165"/>
          </p:xfrm>
          <a:graphic>
            <a:graphicData uri="http://schemas.openxmlformats.org/presentationml/2006/ole">
              <mc:AlternateContent xmlns:mc="http://schemas.openxmlformats.org/markup-compatibility/2006">
                <mc:Choice xmlns:v="urn:schemas-microsoft-com:vml" Requires="v">
                  <p:oleObj r:id="rId9" imgW="44524" imgH="50708" progId="Equation.DSMT4">
                    <p:embed/>
                  </p:oleObj>
                </mc:Choice>
                <mc:Fallback>
                  <p:oleObj r:id="rId9" imgW="44524" imgH="50708" progId="Equation.DSMT4">
                    <p:embed/>
                    <p:pic>
                      <p:nvPicPr>
                        <p:cNvPr id="17432" name="Object 19">
                          <a:extLst>
                            <a:ext uri="{FF2B5EF4-FFF2-40B4-BE49-F238E27FC236}">
                              <a16:creationId xmlns:a16="http://schemas.microsoft.com/office/drawing/2014/main" id="{0DE7A18E-3EE7-1C96-4EF9-87AA6B5AB5A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95" y="3015"/>
                          <a:ext cx="161"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433" name="Object 20">
              <a:extLst>
                <a:ext uri="{FF2B5EF4-FFF2-40B4-BE49-F238E27FC236}">
                  <a16:creationId xmlns:a16="http://schemas.microsoft.com/office/drawing/2014/main" id="{E9A0E819-3875-3579-7FC3-A3962CD10BB4}"/>
                </a:ext>
              </a:extLst>
            </p:cNvPr>
            <p:cNvGraphicFramePr>
              <a:graphicFrameLocks noChangeAspect="1"/>
            </p:cNvGraphicFramePr>
            <p:nvPr>
              <p:extLst>
                <p:ext uri="{D42A27DB-BD31-4B8C-83A1-F6EECF244321}">
                  <p14:modId xmlns:p14="http://schemas.microsoft.com/office/powerpoint/2010/main" val="2186436531"/>
                </p:ext>
              </p:extLst>
            </p:nvPr>
          </p:nvGraphicFramePr>
          <p:xfrm>
            <a:off x="4472" y="2690"/>
            <a:ext cx="193" cy="195"/>
          </p:xfrm>
          <a:graphic>
            <a:graphicData uri="http://schemas.openxmlformats.org/presentationml/2006/ole">
              <mc:AlternateContent xmlns:mc="http://schemas.openxmlformats.org/markup-compatibility/2006">
                <mc:Choice xmlns:v="urn:schemas-microsoft-com:vml" Requires="v">
                  <p:oleObj r:id="rId11" imgW="69906" imgH="82712" progId="Equation.DSMT4">
                    <p:embed/>
                  </p:oleObj>
                </mc:Choice>
                <mc:Fallback>
                  <p:oleObj r:id="rId11" imgW="69906" imgH="82712" progId="Equation.DSMT4">
                    <p:embed/>
                    <p:pic>
                      <p:nvPicPr>
                        <p:cNvPr id="17433" name="Object 20">
                          <a:extLst>
                            <a:ext uri="{FF2B5EF4-FFF2-40B4-BE49-F238E27FC236}">
                              <a16:creationId xmlns:a16="http://schemas.microsoft.com/office/drawing/2014/main" id="{E9A0E819-3875-3579-7FC3-A3962CD10BB4}"/>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72" y="2690"/>
                          <a:ext cx="193"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434" name="Object 21">
              <a:extLst>
                <a:ext uri="{FF2B5EF4-FFF2-40B4-BE49-F238E27FC236}">
                  <a16:creationId xmlns:a16="http://schemas.microsoft.com/office/drawing/2014/main" id="{4247E40E-11C4-61DA-C8A6-4E677842B746}"/>
                </a:ext>
              </a:extLst>
            </p:cNvPr>
            <p:cNvGraphicFramePr>
              <a:graphicFrameLocks noChangeAspect="1"/>
            </p:cNvGraphicFramePr>
            <p:nvPr>
              <p:extLst>
                <p:ext uri="{D42A27DB-BD31-4B8C-83A1-F6EECF244321}">
                  <p14:modId xmlns:p14="http://schemas.microsoft.com/office/powerpoint/2010/main" val="2143843532"/>
                </p:ext>
              </p:extLst>
            </p:nvPr>
          </p:nvGraphicFramePr>
          <p:xfrm>
            <a:off x="4785" y="2236"/>
            <a:ext cx="160" cy="196"/>
          </p:xfrm>
          <a:graphic>
            <a:graphicData uri="http://schemas.openxmlformats.org/presentationml/2006/ole">
              <mc:AlternateContent xmlns:mc="http://schemas.openxmlformats.org/markup-compatibility/2006">
                <mc:Choice xmlns:v="urn:schemas-microsoft-com:vml" Requires="v">
                  <p:oleObj r:id="rId13" imgW="44524" imgH="82712" progId="Equation.DSMT4">
                    <p:embed/>
                  </p:oleObj>
                </mc:Choice>
                <mc:Fallback>
                  <p:oleObj r:id="rId13" imgW="44524" imgH="82712" progId="Equation.DSMT4">
                    <p:embed/>
                    <p:pic>
                      <p:nvPicPr>
                        <p:cNvPr id="17434" name="Object 21">
                          <a:extLst>
                            <a:ext uri="{FF2B5EF4-FFF2-40B4-BE49-F238E27FC236}">
                              <a16:creationId xmlns:a16="http://schemas.microsoft.com/office/drawing/2014/main" id="{4247E40E-11C4-61DA-C8A6-4E677842B746}"/>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85" y="2236"/>
                          <a:ext cx="160"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17824" name="Oval 32">
              <a:extLst>
                <a:ext uri="{FF2B5EF4-FFF2-40B4-BE49-F238E27FC236}">
                  <a16:creationId xmlns:a16="http://schemas.microsoft.com/office/drawing/2014/main" id="{911D4244-884C-4DD3-0F1E-B3626F1D4D2C}"/>
                </a:ext>
              </a:extLst>
            </p:cNvPr>
            <p:cNvSpPr>
              <a:spLocks noChangeArrowheads="1"/>
            </p:cNvSpPr>
            <p:nvPr/>
          </p:nvSpPr>
          <p:spPr bwMode="auto">
            <a:xfrm>
              <a:off x="4657" y="2288"/>
              <a:ext cx="136" cy="136"/>
            </a:xfrm>
            <a:prstGeom prst="ellipse">
              <a:avLst/>
            </a:prstGeom>
            <a:gradFill rotWithShape="1">
              <a:gsLst>
                <a:gs pos="0">
                  <a:schemeClr val="hlink">
                    <a:gamma/>
                    <a:shade val="26275"/>
                    <a:invGamma/>
                  </a:schemeClr>
                </a:gs>
                <a:gs pos="100000">
                  <a:schemeClr val="hlink"/>
                </a:gs>
              </a:gsLst>
              <a:lin ang="18900000" scaled="1"/>
            </a:gradFill>
            <a:ln w="9525">
              <a:noFill/>
              <a:round/>
            </a:ln>
            <a:effectLst/>
          </p:spPr>
          <p:txBody>
            <a:bodyPr wrap="none" anchor="ctr">
              <a:spAutoFit/>
            </a:bodyPr>
            <a:lstStyle/>
            <a:p>
              <a:pPr algn="ctr" eaLnBrk="1" hangingPunct="1">
                <a:spcBef>
                  <a:spcPct val="15000"/>
                </a:spcBef>
                <a:defRPr/>
              </a:pPr>
              <a:endParaRPr lang="zh-CN" altLang="en-US" b="0"/>
            </a:p>
          </p:txBody>
        </p:sp>
        <p:sp>
          <p:nvSpPr>
            <p:cNvPr id="17436" name="Line 33">
              <a:extLst>
                <a:ext uri="{FF2B5EF4-FFF2-40B4-BE49-F238E27FC236}">
                  <a16:creationId xmlns:a16="http://schemas.microsoft.com/office/drawing/2014/main" id="{DA80F9AD-DF1E-D3B3-8206-1E2C0D7B039F}"/>
                </a:ext>
              </a:extLst>
            </p:cNvPr>
            <p:cNvSpPr>
              <a:spLocks noChangeShapeType="1"/>
            </p:cNvSpPr>
            <p:nvPr/>
          </p:nvSpPr>
          <p:spPr bwMode="auto">
            <a:xfrm flipV="1">
              <a:off x="4241" y="2342"/>
              <a:ext cx="499" cy="68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7416" name="AutoShape 39">
            <a:hlinkClick r:id="rId15" action="ppaction://hlinksldjump" highlightClick="1"/>
            <a:extLst>
              <a:ext uri="{FF2B5EF4-FFF2-40B4-BE49-F238E27FC236}">
                <a16:creationId xmlns:a16="http://schemas.microsoft.com/office/drawing/2014/main" id="{FF7CC588-2E82-C030-576A-9B0152276DC5}"/>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17417" name="AutoShape 40">
            <a:hlinkClick r:id="" action="ppaction://hlinkshowjump?jump=previousslide" highlightClick="1"/>
            <a:extLst>
              <a:ext uri="{FF2B5EF4-FFF2-40B4-BE49-F238E27FC236}">
                <a16:creationId xmlns:a16="http://schemas.microsoft.com/office/drawing/2014/main" id="{F7A10880-F39B-AF8D-5584-D0932AC3B39B}"/>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17418" name="AutoShape 41">
            <a:hlinkClick r:id="" action="ppaction://hlinkshowjump?jump=nextslide" highlightClick="1"/>
            <a:extLst>
              <a:ext uri="{FF2B5EF4-FFF2-40B4-BE49-F238E27FC236}">
                <a16:creationId xmlns:a16="http://schemas.microsoft.com/office/drawing/2014/main" id="{3BCC002E-0844-2F1B-CB24-721013344053}"/>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17419" name="AutoShape 42">
            <a:hlinkClick r:id="" action="ppaction://hlinkshowjump?jump=lastslide" highlightClick="1"/>
            <a:extLst>
              <a:ext uri="{FF2B5EF4-FFF2-40B4-BE49-F238E27FC236}">
                <a16:creationId xmlns:a16="http://schemas.microsoft.com/office/drawing/2014/main" id="{93DD66CB-2837-820A-48A3-ECBB1722102A}"/>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aphicFrame>
        <p:nvGraphicFramePr>
          <p:cNvPr id="417835" name="Object 43">
            <a:extLst>
              <a:ext uri="{FF2B5EF4-FFF2-40B4-BE49-F238E27FC236}">
                <a16:creationId xmlns:a16="http://schemas.microsoft.com/office/drawing/2014/main" id="{8BF11230-61D0-316F-55DF-10715DA08CD7}"/>
              </a:ext>
            </a:extLst>
          </p:cNvPr>
          <p:cNvGraphicFramePr>
            <a:graphicFrameLocks noChangeAspect="1"/>
          </p:cNvGraphicFramePr>
          <p:nvPr>
            <p:extLst>
              <p:ext uri="{D42A27DB-BD31-4B8C-83A1-F6EECF244321}">
                <p14:modId xmlns:p14="http://schemas.microsoft.com/office/powerpoint/2010/main" val="1201216938"/>
              </p:ext>
            </p:extLst>
          </p:nvPr>
        </p:nvGraphicFramePr>
        <p:xfrm>
          <a:off x="250825" y="4525963"/>
          <a:ext cx="3168650" cy="1952625"/>
        </p:xfrm>
        <a:graphic>
          <a:graphicData uri="http://schemas.openxmlformats.org/presentationml/2006/ole">
            <mc:AlternateContent xmlns:mc="http://schemas.openxmlformats.org/markup-compatibility/2006">
              <mc:Choice xmlns:v="urn:schemas-microsoft-com:vml" Requires="v">
                <p:oleObj r:id="rId16" imgW="850943" imgH="565265" progId="Equation.3">
                  <p:embed/>
                </p:oleObj>
              </mc:Choice>
              <mc:Fallback>
                <p:oleObj r:id="rId16" imgW="850943" imgH="565265" progId="Equation.3">
                  <p:embed/>
                  <p:pic>
                    <p:nvPicPr>
                      <p:cNvPr id="417835" name="Object 43">
                        <a:extLst>
                          <a:ext uri="{FF2B5EF4-FFF2-40B4-BE49-F238E27FC236}">
                            <a16:creationId xmlns:a16="http://schemas.microsoft.com/office/drawing/2014/main" id="{8BF11230-61D0-316F-55DF-10715DA08CD7}"/>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50825" y="4525963"/>
                        <a:ext cx="3168650" cy="195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17837" name="Text Box 45">
            <a:extLst>
              <a:ext uri="{FF2B5EF4-FFF2-40B4-BE49-F238E27FC236}">
                <a16:creationId xmlns:a16="http://schemas.microsoft.com/office/drawing/2014/main" id="{70358DDE-A7BA-AE14-6318-D214FEEBEACA}"/>
              </a:ext>
            </a:extLst>
          </p:cNvPr>
          <p:cNvSpPr txBox="1">
            <a:spLocks noChangeArrowheads="1"/>
          </p:cNvSpPr>
          <p:nvPr/>
        </p:nvSpPr>
        <p:spPr bwMode="auto">
          <a:xfrm>
            <a:off x="3348038" y="5553075"/>
            <a:ext cx="41036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r>
              <a:rPr lang="zh-CN" altLang="en-US" sz="2000">
                <a:latin typeface="Times New Roman" panose="02020603050405020304" pitchFamily="18" charset="0"/>
              </a:rPr>
              <a:t>，积分区域不包含              的点</a:t>
            </a:r>
            <a:endParaRPr lang="zh-CN" altLang="en-US" sz="2000">
              <a:latin typeface="楷体_GB2312" pitchFamily="49" charset="-122"/>
            </a:endParaRPr>
          </a:p>
        </p:txBody>
      </p:sp>
      <p:graphicFrame>
        <p:nvGraphicFramePr>
          <p:cNvPr id="417838" name="Object 46">
            <a:extLst>
              <a:ext uri="{FF2B5EF4-FFF2-40B4-BE49-F238E27FC236}">
                <a16:creationId xmlns:a16="http://schemas.microsoft.com/office/drawing/2014/main" id="{8EE9B076-C969-F337-E3BF-9D7442A9C830}"/>
              </a:ext>
            </a:extLst>
          </p:cNvPr>
          <p:cNvGraphicFramePr>
            <a:graphicFrameLocks noChangeAspect="1"/>
          </p:cNvGraphicFramePr>
          <p:nvPr>
            <p:extLst>
              <p:ext uri="{D42A27DB-BD31-4B8C-83A1-F6EECF244321}">
                <p14:modId xmlns:p14="http://schemas.microsoft.com/office/powerpoint/2010/main" val="3350573311"/>
              </p:ext>
            </p:extLst>
          </p:nvPr>
        </p:nvGraphicFramePr>
        <p:xfrm>
          <a:off x="5508625" y="5561013"/>
          <a:ext cx="928688" cy="350837"/>
        </p:xfrm>
        <a:graphic>
          <a:graphicData uri="http://schemas.openxmlformats.org/presentationml/2006/ole">
            <mc:AlternateContent xmlns:mc="http://schemas.openxmlformats.org/markup-compatibility/2006">
              <mc:Choice xmlns:v="urn:schemas-microsoft-com:vml" Requires="v">
                <p:oleObj r:id="rId18" imgW="272968" imgH="82712" progId="Equation.3">
                  <p:embed/>
                </p:oleObj>
              </mc:Choice>
              <mc:Fallback>
                <p:oleObj r:id="rId18" imgW="272968" imgH="82712" progId="Equation.3">
                  <p:embed/>
                  <p:pic>
                    <p:nvPicPr>
                      <p:cNvPr id="417838" name="Object 46">
                        <a:extLst>
                          <a:ext uri="{FF2B5EF4-FFF2-40B4-BE49-F238E27FC236}">
                            <a16:creationId xmlns:a16="http://schemas.microsoft.com/office/drawing/2014/main" id="{8EE9B076-C969-F337-E3BF-9D7442A9C830}"/>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508625" y="5561013"/>
                        <a:ext cx="928688"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17839" name="Text Box 47">
            <a:extLst>
              <a:ext uri="{FF2B5EF4-FFF2-40B4-BE49-F238E27FC236}">
                <a16:creationId xmlns:a16="http://schemas.microsoft.com/office/drawing/2014/main" id="{E806CA79-5EE8-6B6C-BA9E-DED276F01DBD}"/>
              </a:ext>
            </a:extLst>
          </p:cNvPr>
          <p:cNvSpPr txBox="1">
            <a:spLocks noChangeArrowheads="1"/>
          </p:cNvSpPr>
          <p:nvPr/>
        </p:nvSpPr>
        <p:spPr bwMode="auto">
          <a:xfrm>
            <a:off x="3348038" y="6021388"/>
            <a:ext cx="41036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r>
              <a:rPr lang="zh-CN" altLang="en-US" sz="2000">
                <a:latin typeface="Times New Roman" panose="02020603050405020304" pitchFamily="18" charset="0"/>
              </a:rPr>
              <a:t>，积分区域包含              的点</a:t>
            </a:r>
            <a:endParaRPr lang="zh-CN" altLang="en-US" sz="2000">
              <a:latin typeface="楷体_GB2312" pitchFamily="49" charset="-122"/>
            </a:endParaRPr>
          </a:p>
        </p:txBody>
      </p:sp>
      <p:graphicFrame>
        <p:nvGraphicFramePr>
          <p:cNvPr id="417840" name="Object 48">
            <a:extLst>
              <a:ext uri="{FF2B5EF4-FFF2-40B4-BE49-F238E27FC236}">
                <a16:creationId xmlns:a16="http://schemas.microsoft.com/office/drawing/2014/main" id="{59D2F6C8-3D14-3132-5375-CD2A93CDBB85}"/>
              </a:ext>
            </a:extLst>
          </p:cNvPr>
          <p:cNvGraphicFramePr>
            <a:graphicFrameLocks noChangeAspect="1"/>
          </p:cNvGraphicFramePr>
          <p:nvPr>
            <p:extLst>
              <p:ext uri="{D42A27DB-BD31-4B8C-83A1-F6EECF244321}">
                <p14:modId xmlns:p14="http://schemas.microsoft.com/office/powerpoint/2010/main" val="2052742713"/>
              </p:ext>
            </p:extLst>
          </p:nvPr>
        </p:nvGraphicFramePr>
        <p:xfrm>
          <a:off x="5233988" y="6015038"/>
          <a:ext cx="928687" cy="350837"/>
        </p:xfrm>
        <a:graphic>
          <a:graphicData uri="http://schemas.openxmlformats.org/presentationml/2006/ole">
            <mc:AlternateContent xmlns:mc="http://schemas.openxmlformats.org/markup-compatibility/2006">
              <mc:Choice xmlns:v="urn:schemas-microsoft-com:vml" Requires="v">
                <p:oleObj r:id="rId20" imgW="272968" imgH="82712" progId="Equation.3">
                  <p:embed/>
                </p:oleObj>
              </mc:Choice>
              <mc:Fallback>
                <p:oleObj r:id="rId20" imgW="272968" imgH="82712" progId="Equation.3">
                  <p:embed/>
                  <p:pic>
                    <p:nvPicPr>
                      <p:cNvPr id="417840" name="Object 48">
                        <a:extLst>
                          <a:ext uri="{FF2B5EF4-FFF2-40B4-BE49-F238E27FC236}">
                            <a16:creationId xmlns:a16="http://schemas.microsoft.com/office/drawing/2014/main" id="{59D2F6C8-3D14-3132-5375-CD2A93CDBB85}"/>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233988" y="6015038"/>
                        <a:ext cx="928687"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4" name="图片 3">
            <a:extLst>
              <a:ext uri="{FF2B5EF4-FFF2-40B4-BE49-F238E27FC236}">
                <a16:creationId xmlns:a16="http://schemas.microsoft.com/office/drawing/2014/main" id="{E8E36FAA-8E44-97B6-B731-09D9F6219474}"/>
              </a:ext>
            </a:extLst>
          </p:cNvPr>
          <p:cNvPicPr>
            <a:picLocks noChangeAspect="1"/>
          </p:cNvPicPr>
          <p:nvPr/>
        </p:nvPicPr>
        <p:blipFill>
          <a:blip r:embed="rId22"/>
          <a:stretch>
            <a:fillRect/>
          </a:stretch>
        </p:blipFill>
        <p:spPr>
          <a:xfrm>
            <a:off x="1259632" y="3871913"/>
            <a:ext cx="2409825" cy="428625"/>
          </a:xfrm>
          <a:prstGeom prst="rect">
            <a:avLst/>
          </a:prstGeom>
        </p:spPr>
      </p:pic>
    </p:spTree>
    <p:extLst>
      <p:ext uri="{BB962C8B-B14F-4D97-AF65-F5344CB8AC3E}">
        <p14:creationId xmlns:p14="http://schemas.microsoft.com/office/powerpoint/2010/main" val="40285564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3">
            <a:extLst>
              <a:ext uri="{FF2B5EF4-FFF2-40B4-BE49-F238E27FC236}">
                <a16:creationId xmlns:a16="http://schemas.microsoft.com/office/drawing/2014/main" id="{DF0CA760-7942-258D-BED6-AD2C028FCCEF}"/>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3BE4F797-DECC-4B38-AF9D-8A3BE25B4F0C}" type="slidenum">
              <a:rPr altLang="zh-CN" sz="1400" b="0">
                <a:solidFill>
                  <a:schemeClr val="tx1"/>
                </a:solidFill>
                <a:ea typeface="宋体" panose="02010600030101010101" pitchFamily="2" charset="-122"/>
              </a:rPr>
              <a:pPr/>
              <a:t>10</a:t>
            </a:fld>
            <a:endParaRPr lang="zh-CN" altLang="zh-CN" sz="1400" b="0">
              <a:solidFill>
                <a:schemeClr val="tx1"/>
              </a:solidFill>
              <a:ea typeface="宋体" panose="02010600030101010101" pitchFamily="2" charset="-122"/>
            </a:endParaRPr>
          </a:p>
        </p:txBody>
      </p:sp>
      <p:sp>
        <p:nvSpPr>
          <p:cNvPr id="245765" name="Text Box 5">
            <a:extLst>
              <a:ext uri="{FF2B5EF4-FFF2-40B4-BE49-F238E27FC236}">
                <a16:creationId xmlns:a16="http://schemas.microsoft.com/office/drawing/2014/main" id="{2874004D-A974-AB60-82AD-75FFC43EC8B0}"/>
              </a:ext>
            </a:extLst>
          </p:cNvPr>
          <p:cNvSpPr txBox="1">
            <a:spLocks noChangeArrowheads="1"/>
          </p:cNvSpPr>
          <p:nvPr/>
        </p:nvSpPr>
        <p:spPr bwMode="auto">
          <a:xfrm>
            <a:off x="323850" y="549275"/>
            <a:ext cx="4464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r>
              <a:rPr lang="en-US" altLang="zh-CN">
                <a:latin typeface="Times New Roman" panose="02020603050405020304" pitchFamily="18" charset="0"/>
                <a:ea typeface="幼圆" panose="02010509060101010101" pitchFamily="49" charset="-122"/>
              </a:rPr>
              <a:t>2.1.2</a:t>
            </a:r>
            <a:r>
              <a:rPr lang="en-US" altLang="zh-CN">
                <a:latin typeface="幼圆" panose="02010509060101010101" pitchFamily="49" charset="-122"/>
                <a:ea typeface="幼圆" panose="02010509060101010101" pitchFamily="49" charset="-122"/>
              </a:rPr>
              <a:t>  </a:t>
            </a:r>
            <a:r>
              <a:rPr lang="zh-CN" altLang="en-US">
                <a:latin typeface="幼圆" panose="02010509060101010101" pitchFamily="49" charset="-122"/>
                <a:ea typeface="幼圆" panose="02010509060101010101" pitchFamily="49" charset="-122"/>
              </a:rPr>
              <a:t>电流与电流密度</a:t>
            </a:r>
          </a:p>
        </p:txBody>
      </p:sp>
      <p:sp>
        <p:nvSpPr>
          <p:cNvPr id="245766" name="Text Box 6">
            <a:extLst>
              <a:ext uri="{FF2B5EF4-FFF2-40B4-BE49-F238E27FC236}">
                <a16:creationId xmlns:a16="http://schemas.microsoft.com/office/drawing/2014/main" id="{3A8A2BE0-E3CE-B8CE-389B-B9E4300EF465}"/>
              </a:ext>
            </a:extLst>
          </p:cNvPr>
          <p:cNvSpPr txBox="1">
            <a:spLocks noChangeArrowheads="1"/>
          </p:cNvSpPr>
          <p:nvPr/>
        </p:nvSpPr>
        <p:spPr bwMode="auto">
          <a:xfrm>
            <a:off x="323850" y="5411788"/>
            <a:ext cx="8675688"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30000"/>
              </a:lnSpc>
            </a:pPr>
            <a:r>
              <a:rPr lang="zh-CN" altLang="en-US">
                <a:latin typeface="楷体_GB2312" pitchFamily="49" charset="-122"/>
              </a:rPr>
              <a:t>电流通常是时间的函数。</a:t>
            </a:r>
          </a:p>
          <a:p>
            <a:pPr eaLnBrk="1" hangingPunct="1">
              <a:lnSpc>
                <a:spcPct val="130000"/>
              </a:lnSpc>
            </a:pPr>
            <a:r>
              <a:rPr lang="zh-CN" altLang="en-US">
                <a:latin typeface="楷体_GB2312" pitchFamily="49" charset="-122"/>
              </a:rPr>
              <a:t>不随时间变化的电流称为</a:t>
            </a:r>
            <a:r>
              <a:rPr lang="zh-CN" altLang="en-US">
                <a:solidFill>
                  <a:srgbClr val="FF9900"/>
                </a:solidFill>
                <a:latin typeface="宋体" panose="02010600030101010101" pitchFamily="2" charset="-122"/>
                <a:ea typeface="宋体" panose="02010600030101010101" pitchFamily="2" charset="-122"/>
              </a:rPr>
              <a:t>恒定电流</a:t>
            </a:r>
            <a:r>
              <a:rPr lang="zh-CN" altLang="en-US">
                <a:latin typeface="楷体_GB2312" pitchFamily="49" charset="-122"/>
              </a:rPr>
              <a:t>，用</a:t>
            </a:r>
            <a:r>
              <a:rPr lang="en-US" altLang="zh-CN" i="1">
                <a:latin typeface="楷体_GB2312" pitchFamily="49" charset="-122"/>
              </a:rPr>
              <a:t>I</a:t>
            </a:r>
            <a:r>
              <a:rPr lang="en-US" altLang="zh-CN" b="0" i="1">
                <a:latin typeface="楷体_GB2312" pitchFamily="49" charset="-122"/>
              </a:rPr>
              <a:t> </a:t>
            </a:r>
            <a:r>
              <a:rPr lang="zh-CN" altLang="en-US">
                <a:latin typeface="楷体_GB2312" pitchFamily="49" charset="-122"/>
              </a:rPr>
              <a:t>表示。</a:t>
            </a:r>
          </a:p>
        </p:txBody>
      </p:sp>
      <p:sp>
        <p:nvSpPr>
          <p:cNvPr id="245772" name="Text Box 12">
            <a:extLst>
              <a:ext uri="{FF2B5EF4-FFF2-40B4-BE49-F238E27FC236}">
                <a16:creationId xmlns:a16="http://schemas.microsoft.com/office/drawing/2014/main" id="{5C048688-86C3-C751-C3A6-BD05BF523680}"/>
              </a:ext>
            </a:extLst>
          </p:cNvPr>
          <p:cNvSpPr txBox="1">
            <a:spLocks noChangeArrowheads="1"/>
          </p:cNvSpPr>
          <p:nvPr/>
        </p:nvSpPr>
        <p:spPr bwMode="auto">
          <a:xfrm>
            <a:off x="898525" y="4187825"/>
            <a:ext cx="50419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30000"/>
              </a:lnSpc>
              <a:buFontTx/>
              <a:buChar char="•"/>
            </a:pPr>
            <a:r>
              <a:rPr lang="en-US" altLang="zh-CN">
                <a:latin typeface="楷体_GB2312" pitchFamily="49" charset="-122"/>
              </a:rPr>
              <a:t> </a:t>
            </a:r>
            <a:r>
              <a:rPr lang="zh-CN" altLang="en-US">
                <a:latin typeface="楷体_GB2312" pitchFamily="49" charset="-122"/>
              </a:rPr>
              <a:t>存在可以自由移动的电荷</a:t>
            </a:r>
            <a:r>
              <a:rPr lang="en-US" altLang="zh-CN">
                <a:latin typeface="楷体_GB2312" pitchFamily="49" charset="-122"/>
              </a:rPr>
              <a:t>;</a:t>
            </a:r>
          </a:p>
          <a:p>
            <a:pPr eaLnBrk="1" hangingPunct="1">
              <a:lnSpc>
                <a:spcPct val="130000"/>
              </a:lnSpc>
              <a:buFontTx/>
              <a:buChar char="•"/>
            </a:pPr>
            <a:r>
              <a:rPr lang="en-US" altLang="zh-CN">
                <a:latin typeface="楷体_GB2312" pitchFamily="49" charset="-122"/>
              </a:rPr>
              <a:t> </a:t>
            </a:r>
            <a:r>
              <a:rPr lang="zh-CN" altLang="en-US">
                <a:latin typeface="楷体_GB2312" pitchFamily="49" charset="-122"/>
              </a:rPr>
              <a:t>存在电场。</a:t>
            </a:r>
          </a:p>
        </p:txBody>
      </p:sp>
      <p:sp>
        <p:nvSpPr>
          <p:cNvPr id="245776" name="Rectangle 16">
            <a:extLst>
              <a:ext uri="{FF2B5EF4-FFF2-40B4-BE49-F238E27FC236}">
                <a16:creationId xmlns:a16="http://schemas.microsoft.com/office/drawing/2014/main" id="{3878BD0B-6B77-5361-D135-16246D0FFB98}"/>
              </a:ext>
            </a:extLst>
          </p:cNvPr>
          <p:cNvSpPr>
            <a:spLocks noChangeArrowheads="1"/>
          </p:cNvSpPr>
          <p:nvPr/>
        </p:nvSpPr>
        <p:spPr bwMode="auto">
          <a:xfrm>
            <a:off x="1552575" y="2708275"/>
            <a:ext cx="3524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r>
              <a:rPr lang="zh-CN" altLang="en-US">
                <a:latin typeface="Times New Roman" panose="02020603050405020304" pitchFamily="18" charset="0"/>
              </a:rPr>
              <a:t>单位</a:t>
            </a:r>
            <a:r>
              <a:rPr lang="en-US" altLang="zh-CN">
                <a:latin typeface="Times New Roman" panose="02020603050405020304" pitchFamily="18" charset="0"/>
              </a:rPr>
              <a:t>: A </a:t>
            </a:r>
            <a:r>
              <a:rPr lang="zh-CN" altLang="en-US">
                <a:latin typeface="Times New Roman" panose="02020603050405020304" pitchFamily="18" charset="0"/>
              </a:rPr>
              <a:t>（安培）</a:t>
            </a:r>
          </a:p>
        </p:txBody>
      </p:sp>
      <p:sp>
        <p:nvSpPr>
          <p:cNvPr id="245777" name="Rectangle 17">
            <a:extLst>
              <a:ext uri="{FF2B5EF4-FFF2-40B4-BE49-F238E27FC236}">
                <a16:creationId xmlns:a16="http://schemas.microsoft.com/office/drawing/2014/main" id="{F3A65344-E20E-0022-8649-67CD1D64B402}"/>
              </a:ext>
            </a:extLst>
          </p:cNvPr>
          <p:cNvSpPr>
            <a:spLocks noChangeArrowheads="1"/>
          </p:cNvSpPr>
          <p:nvPr/>
        </p:nvSpPr>
        <p:spPr bwMode="auto">
          <a:xfrm>
            <a:off x="1547813" y="3076575"/>
            <a:ext cx="5761037"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30000"/>
              </a:lnSpc>
            </a:pPr>
            <a:r>
              <a:rPr lang="zh-CN" altLang="en-US">
                <a:latin typeface="楷体_GB2312" pitchFamily="49" charset="-122"/>
              </a:rPr>
              <a:t>电流方向</a:t>
            </a:r>
            <a:r>
              <a:rPr lang="en-US" altLang="zh-CN">
                <a:latin typeface="楷体_GB2312" pitchFamily="49" charset="-122"/>
              </a:rPr>
              <a:t>: </a:t>
            </a:r>
            <a:r>
              <a:rPr lang="zh-CN" altLang="en-US">
                <a:latin typeface="楷体_GB2312" pitchFamily="49" charset="-122"/>
              </a:rPr>
              <a:t>正电荷的流动方向</a:t>
            </a:r>
          </a:p>
        </p:txBody>
      </p:sp>
      <p:graphicFrame>
        <p:nvGraphicFramePr>
          <p:cNvPr id="245788" name="Object 28">
            <a:extLst>
              <a:ext uri="{FF2B5EF4-FFF2-40B4-BE49-F238E27FC236}">
                <a16:creationId xmlns:a16="http://schemas.microsoft.com/office/drawing/2014/main" id="{FDE22805-0B9B-63F4-9AE8-EBAEB434E00C}"/>
              </a:ext>
            </a:extLst>
          </p:cNvPr>
          <p:cNvGraphicFramePr>
            <a:graphicFrameLocks noChangeAspect="1"/>
          </p:cNvGraphicFramePr>
          <p:nvPr>
            <p:extLst>
              <p:ext uri="{D42A27DB-BD31-4B8C-83A1-F6EECF244321}">
                <p14:modId xmlns:p14="http://schemas.microsoft.com/office/powerpoint/2010/main" val="775923664"/>
              </p:ext>
            </p:extLst>
          </p:nvPr>
        </p:nvGraphicFramePr>
        <p:xfrm>
          <a:off x="2771775" y="2133600"/>
          <a:ext cx="3671888" cy="606425"/>
        </p:xfrm>
        <a:graphic>
          <a:graphicData uri="http://schemas.openxmlformats.org/presentationml/2006/ole">
            <mc:AlternateContent xmlns:mc="http://schemas.openxmlformats.org/markup-compatibility/2006">
              <mc:Choice xmlns:v="urn:schemas-microsoft-com:vml" Requires="v">
                <p:oleObj r:id="rId3" imgW="1225442" imgH="171658" progId="Equation.DSMT4">
                  <p:embed/>
                </p:oleObj>
              </mc:Choice>
              <mc:Fallback>
                <p:oleObj r:id="rId3" imgW="1225442" imgH="171658" progId="Equation.DSMT4">
                  <p:embed/>
                  <p:pic>
                    <p:nvPicPr>
                      <p:cNvPr id="245788" name="Object 28">
                        <a:extLst>
                          <a:ext uri="{FF2B5EF4-FFF2-40B4-BE49-F238E27FC236}">
                            <a16:creationId xmlns:a16="http://schemas.microsoft.com/office/drawing/2014/main" id="{FDE22805-0B9B-63F4-9AE8-EBAEB434E0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775" y="2133600"/>
                        <a:ext cx="36718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45793" name="Rectangle 33">
            <a:extLst>
              <a:ext uri="{FF2B5EF4-FFF2-40B4-BE49-F238E27FC236}">
                <a16:creationId xmlns:a16="http://schemas.microsoft.com/office/drawing/2014/main" id="{A7C5D67B-BF0D-4114-C8DD-E0749C7416B1}"/>
              </a:ext>
            </a:extLst>
          </p:cNvPr>
          <p:cNvSpPr>
            <a:spLocks noChangeArrowheads="1"/>
          </p:cNvSpPr>
          <p:nvPr/>
        </p:nvSpPr>
        <p:spPr bwMode="auto">
          <a:xfrm>
            <a:off x="323850" y="1050925"/>
            <a:ext cx="8748713"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30000"/>
              </a:lnSpc>
            </a:pPr>
            <a:r>
              <a:rPr lang="zh-CN" altLang="en-US">
                <a:solidFill>
                  <a:srgbClr val="FFCC66"/>
                </a:solidFill>
                <a:latin typeface="宋体" panose="02010600030101010101" pitchFamily="2" charset="-122"/>
                <a:ea typeface="宋体" panose="02010600030101010101" pitchFamily="2" charset="-122"/>
              </a:rPr>
              <a:t>电流</a:t>
            </a:r>
            <a:r>
              <a:rPr lang="en-US" altLang="zh-CN">
                <a:solidFill>
                  <a:srgbClr val="FFCC66"/>
                </a:solidFill>
                <a:latin typeface="宋体" panose="02010600030101010101" pitchFamily="2" charset="-122"/>
                <a:ea typeface="宋体" panose="02010600030101010101" pitchFamily="2" charset="-122"/>
              </a:rPr>
              <a:t>:</a:t>
            </a:r>
            <a:r>
              <a:rPr lang="zh-CN" altLang="en-US" u="sng">
                <a:solidFill>
                  <a:srgbClr val="F03E3E"/>
                </a:solidFill>
                <a:latin typeface="Times New Roman" panose="02020603050405020304" pitchFamily="18" charset="0"/>
              </a:rPr>
              <a:t>电荷的定向运动</a:t>
            </a:r>
            <a:r>
              <a:rPr lang="zh-CN" altLang="en-US">
                <a:solidFill>
                  <a:srgbClr val="F03E3E"/>
                </a:solidFill>
                <a:latin typeface="Times New Roman" panose="02020603050405020304" pitchFamily="18" charset="0"/>
              </a:rPr>
              <a:t>而形成电流</a:t>
            </a:r>
            <a:r>
              <a:rPr lang="zh-CN" altLang="en-US">
                <a:latin typeface="Times New Roman" panose="02020603050405020304" pitchFamily="18" charset="0"/>
              </a:rPr>
              <a:t>，用</a:t>
            </a:r>
            <a:r>
              <a:rPr lang="en-US" altLang="zh-CN" b="0" i="1">
                <a:latin typeface="Times New Roman" panose="02020603050405020304" pitchFamily="18" charset="0"/>
              </a:rPr>
              <a:t>i </a:t>
            </a:r>
            <a:r>
              <a:rPr lang="zh-CN" altLang="en-US">
                <a:latin typeface="Times New Roman" panose="02020603050405020304" pitchFamily="18" charset="0"/>
              </a:rPr>
              <a:t>表示，其大小定义为</a:t>
            </a:r>
            <a:r>
              <a:rPr lang="zh-CN" altLang="en-US">
                <a:solidFill>
                  <a:srgbClr val="FF3300"/>
                </a:solidFill>
                <a:latin typeface="Times New Roman" panose="02020603050405020304" pitchFamily="18" charset="0"/>
              </a:rPr>
              <a:t>单位时间内通过某一横截面</a:t>
            </a:r>
            <a:r>
              <a:rPr lang="en-US" altLang="zh-CN" i="1">
                <a:solidFill>
                  <a:srgbClr val="FF3300"/>
                </a:solidFill>
                <a:latin typeface="Times New Roman" panose="02020603050405020304" pitchFamily="18" charset="0"/>
              </a:rPr>
              <a:t>S </a:t>
            </a:r>
            <a:r>
              <a:rPr lang="zh-CN" altLang="en-US">
                <a:solidFill>
                  <a:srgbClr val="FF3300"/>
                </a:solidFill>
                <a:latin typeface="Times New Roman" panose="02020603050405020304" pitchFamily="18" charset="0"/>
              </a:rPr>
              <a:t>的电荷量</a:t>
            </a:r>
            <a:r>
              <a:rPr lang="zh-CN" altLang="en-US">
                <a:latin typeface="Times New Roman" panose="02020603050405020304" pitchFamily="18" charset="0"/>
              </a:rPr>
              <a:t>，即</a:t>
            </a:r>
          </a:p>
        </p:txBody>
      </p:sp>
      <p:sp>
        <p:nvSpPr>
          <p:cNvPr id="245795" name="Text Box 35">
            <a:extLst>
              <a:ext uri="{FF2B5EF4-FFF2-40B4-BE49-F238E27FC236}">
                <a16:creationId xmlns:a16="http://schemas.microsoft.com/office/drawing/2014/main" id="{53A78284-64F1-F8CD-E2D8-DBBB6F7AEE29}"/>
              </a:ext>
            </a:extLst>
          </p:cNvPr>
          <p:cNvSpPr txBox="1">
            <a:spLocks noChangeArrowheads="1"/>
          </p:cNvSpPr>
          <p:nvPr/>
        </p:nvSpPr>
        <p:spPr bwMode="auto">
          <a:xfrm>
            <a:off x="323850" y="3611563"/>
            <a:ext cx="4679950"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30000"/>
              </a:lnSpc>
            </a:pPr>
            <a:r>
              <a:rPr lang="zh-CN" altLang="en-US">
                <a:solidFill>
                  <a:srgbClr val="FFCC66"/>
                </a:solidFill>
                <a:latin typeface="宋体" panose="02010600030101010101" pitchFamily="2" charset="-122"/>
                <a:ea typeface="宋体" panose="02010600030101010101" pitchFamily="2" charset="-122"/>
              </a:rPr>
              <a:t>形成电流的条件：</a:t>
            </a:r>
          </a:p>
        </p:txBody>
      </p:sp>
      <p:sp>
        <p:nvSpPr>
          <p:cNvPr id="19467" name="AutoShape 40">
            <a:hlinkClick r:id="rId5" action="ppaction://hlinksldjump" highlightClick="1"/>
            <a:extLst>
              <a:ext uri="{FF2B5EF4-FFF2-40B4-BE49-F238E27FC236}">
                <a16:creationId xmlns:a16="http://schemas.microsoft.com/office/drawing/2014/main" id="{139B19D8-E689-3C42-A26A-5B64716EE892}"/>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19468" name="AutoShape 41">
            <a:hlinkClick r:id="" action="ppaction://hlinkshowjump?jump=previousslide" highlightClick="1"/>
            <a:extLst>
              <a:ext uri="{FF2B5EF4-FFF2-40B4-BE49-F238E27FC236}">
                <a16:creationId xmlns:a16="http://schemas.microsoft.com/office/drawing/2014/main" id="{F0F43C95-AFF5-2C04-42DC-3B5238DE1DBD}"/>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19469" name="AutoShape 42">
            <a:hlinkClick r:id="" action="ppaction://hlinkshowjump?jump=nextslide" highlightClick="1"/>
            <a:extLst>
              <a:ext uri="{FF2B5EF4-FFF2-40B4-BE49-F238E27FC236}">
                <a16:creationId xmlns:a16="http://schemas.microsoft.com/office/drawing/2014/main" id="{083CA743-2DE5-B6DF-276C-6832DC99C843}"/>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19470" name="AutoShape 43">
            <a:hlinkClick r:id="" action="ppaction://hlinkshowjump?jump=lastslide" highlightClick="1"/>
            <a:extLst>
              <a:ext uri="{FF2B5EF4-FFF2-40B4-BE49-F238E27FC236}">
                <a16:creationId xmlns:a16="http://schemas.microsoft.com/office/drawing/2014/main" id="{6FC952D6-B084-37CD-6442-7C8E18C50A03}"/>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Tree>
    <p:extLst>
      <p:ext uri="{BB962C8B-B14F-4D97-AF65-F5344CB8AC3E}">
        <p14:creationId xmlns:p14="http://schemas.microsoft.com/office/powerpoint/2010/main" val="1485044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3">
            <a:extLst>
              <a:ext uri="{FF2B5EF4-FFF2-40B4-BE49-F238E27FC236}">
                <a16:creationId xmlns:a16="http://schemas.microsoft.com/office/drawing/2014/main" id="{7B3D4565-B32E-EA44-B3A2-AF953464F076}"/>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0010C059-94BC-4BD3-BA4F-C172EDCB796A}" type="slidenum">
              <a:rPr altLang="zh-CN" sz="1400" b="0">
                <a:solidFill>
                  <a:schemeClr val="tx1"/>
                </a:solidFill>
                <a:ea typeface="宋体" panose="02010600030101010101" pitchFamily="2" charset="-122"/>
              </a:rPr>
              <a:pPr/>
              <a:t>11</a:t>
            </a:fld>
            <a:endParaRPr lang="zh-CN" altLang="zh-CN" sz="1400" b="0">
              <a:solidFill>
                <a:schemeClr val="tx1"/>
              </a:solidFill>
              <a:ea typeface="宋体" panose="02010600030101010101" pitchFamily="2" charset="-122"/>
            </a:endParaRPr>
          </a:p>
        </p:txBody>
      </p:sp>
      <p:sp>
        <p:nvSpPr>
          <p:cNvPr id="21507" name="AutoShape 2">
            <a:hlinkClick r:id="rId3" action="ppaction://hlinksldjump" highlightClick="1"/>
            <a:extLst>
              <a:ext uri="{FF2B5EF4-FFF2-40B4-BE49-F238E27FC236}">
                <a16:creationId xmlns:a16="http://schemas.microsoft.com/office/drawing/2014/main" id="{B5524965-5BAA-BFD7-B804-F35423E6CC50}"/>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1508" name="AutoShape 3">
            <a:hlinkClick r:id="" action="ppaction://hlinkshowjump?jump=previousslide" highlightClick="1"/>
            <a:extLst>
              <a:ext uri="{FF2B5EF4-FFF2-40B4-BE49-F238E27FC236}">
                <a16:creationId xmlns:a16="http://schemas.microsoft.com/office/drawing/2014/main" id="{EBB4F9AB-A0F8-7C9F-F53F-9AF4DEF90D42}"/>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1509" name="AutoShape 4">
            <a:hlinkClick r:id="" action="ppaction://hlinkshowjump?jump=nextslide" highlightClick="1"/>
            <a:extLst>
              <a:ext uri="{FF2B5EF4-FFF2-40B4-BE49-F238E27FC236}">
                <a16:creationId xmlns:a16="http://schemas.microsoft.com/office/drawing/2014/main" id="{1FDB12E5-5BDB-2933-B2EE-9B9104327FA7}"/>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1510" name="AutoShape 5">
            <a:hlinkClick r:id="" action="ppaction://hlinkshowjump?jump=lastslide" highlightClick="1"/>
            <a:extLst>
              <a:ext uri="{FF2B5EF4-FFF2-40B4-BE49-F238E27FC236}">
                <a16:creationId xmlns:a16="http://schemas.microsoft.com/office/drawing/2014/main" id="{050CCEF5-93E1-7564-4099-0A1D06446E26}"/>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690182" name="Rectangle 6">
            <a:extLst>
              <a:ext uri="{FF2B5EF4-FFF2-40B4-BE49-F238E27FC236}">
                <a16:creationId xmlns:a16="http://schemas.microsoft.com/office/drawing/2014/main" id="{8BA2B53F-6385-F4F9-3385-B18EFEFBAA66}"/>
              </a:ext>
            </a:extLst>
          </p:cNvPr>
          <p:cNvSpPr>
            <a:spLocks noChangeArrowheads="1"/>
          </p:cNvSpPr>
          <p:nvPr/>
        </p:nvSpPr>
        <p:spPr bwMode="auto">
          <a:xfrm>
            <a:off x="70644" y="1413417"/>
            <a:ext cx="6337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r>
              <a:rPr lang="zh-CN" altLang="en-US" dirty="0">
                <a:ea typeface="宋体" panose="02010600030101010101" pitchFamily="2" charset="-122"/>
              </a:rPr>
              <a:t>电流的分布：</a:t>
            </a:r>
            <a:endParaRPr lang="zh-CN" altLang="en-US" dirty="0">
              <a:sym typeface="Monotype Sorts" pitchFamily="2" charset="2"/>
            </a:endParaRPr>
          </a:p>
        </p:txBody>
      </p:sp>
      <p:grpSp>
        <p:nvGrpSpPr>
          <p:cNvPr id="2" name="Group 7">
            <a:extLst>
              <a:ext uri="{FF2B5EF4-FFF2-40B4-BE49-F238E27FC236}">
                <a16:creationId xmlns:a16="http://schemas.microsoft.com/office/drawing/2014/main" id="{278D168A-E92A-22DD-5CE6-565DE2DC7F12}"/>
              </a:ext>
            </a:extLst>
          </p:cNvPr>
          <p:cNvGrpSpPr>
            <a:grpSpLocks/>
          </p:cNvGrpSpPr>
          <p:nvPr/>
        </p:nvGrpSpPr>
        <p:grpSpPr bwMode="auto">
          <a:xfrm>
            <a:off x="445294" y="3136971"/>
            <a:ext cx="8497887" cy="2592388"/>
            <a:chOff x="158" y="2069"/>
            <a:chExt cx="5353" cy="1633"/>
          </a:xfrm>
        </p:grpSpPr>
        <p:sp>
          <p:nvSpPr>
            <p:cNvPr id="21538" name="Rectangle 8">
              <a:extLst>
                <a:ext uri="{FF2B5EF4-FFF2-40B4-BE49-F238E27FC236}">
                  <a16:creationId xmlns:a16="http://schemas.microsoft.com/office/drawing/2014/main" id="{7E1EA6F3-0032-0017-99DF-7FA8FCBD98E2}"/>
                </a:ext>
              </a:extLst>
            </p:cNvPr>
            <p:cNvSpPr>
              <a:spLocks noChangeArrowheads="1"/>
            </p:cNvSpPr>
            <p:nvPr/>
          </p:nvSpPr>
          <p:spPr bwMode="auto">
            <a:xfrm>
              <a:off x="158" y="2069"/>
              <a:ext cx="1815" cy="1633"/>
            </a:xfrm>
            <a:prstGeom prst="rect">
              <a:avLst/>
            </a:prstGeom>
            <a:solidFill>
              <a:srgbClr val="CCFFFF"/>
            </a:solidFill>
            <a:ln w="9525">
              <a:solidFill>
                <a:srgbClr val="800000"/>
              </a:solidFill>
              <a:miter lim="800000"/>
              <a:headEnd/>
              <a:tailEnd/>
            </a:ln>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1539" name="Text Box 9">
              <a:extLst>
                <a:ext uri="{FF2B5EF4-FFF2-40B4-BE49-F238E27FC236}">
                  <a16:creationId xmlns:a16="http://schemas.microsoft.com/office/drawing/2014/main" id="{1949BDC8-7541-AE63-7C6B-621C86C1658F}"/>
                </a:ext>
              </a:extLst>
            </p:cNvPr>
            <p:cNvSpPr txBox="1">
              <a:spLocks noChangeArrowheads="1"/>
            </p:cNvSpPr>
            <p:nvPr/>
          </p:nvSpPr>
          <p:spPr bwMode="auto">
            <a:xfrm>
              <a:off x="393" y="3414"/>
              <a:ext cx="1346"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r>
                <a:rPr lang="zh-CN" altLang="en-US" sz="2000">
                  <a:solidFill>
                    <a:schemeClr val="tx1"/>
                  </a:solidFill>
                  <a:latin typeface="Times New Roman" panose="02020603050405020304" pitchFamily="18" charset="0"/>
                  <a:ea typeface="宋体" panose="02010600030101010101" pitchFamily="2" charset="-122"/>
                </a:rPr>
                <a:t>体电流</a:t>
              </a:r>
              <a:r>
                <a:rPr lang="zh-CN" altLang="en-US" sz="2000">
                  <a:solidFill>
                    <a:srgbClr val="F03E3E"/>
                  </a:solidFill>
                  <a:latin typeface="Times New Roman" panose="02020603050405020304" pitchFamily="18" charset="0"/>
                  <a:ea typeface="宋体" panose="02010600030101010101" pitchFamily="2" charset="-122"/>
                </a:rPr>
                <a:t>场</a:t>
              </a:r>
              <a:endParaRPr lang="zh-CN" altLang="en-US" sz="2000">
                <a:solidFill>
                  <a:srgbClr val="F03E3E"/>
                </a:solidFill>
                <a:ea typeface="幼圆" panose="02010509060101010101" pitchFamily="49" charset="-122"/>
              </a:endParaRPr>
            </a:p>
          </p:txBody>
        </p:sp>
        <p:sp>
          <p:nvSpPr>
            <p:cNvPr id="21540" name="Rectangle 10">
              <a:extLst>
                <a:ext uri="{FF2B5EF4-FFF2-40B4-BE49-F238E27FC236}">
                  <a16:creationId xmlns:a16="http://schemas.microsoft.com/office/drawing/2014/main" id="{722416F1-8E92-0FA2-1B96-F0C66D47AC2C}"/>
                </a:ext>
              </a:extLst>
            </p:cNvPr>
            <p:cNvSpPr>
              <a:spLocks noChangeArrowheads="1"/>
            </p:cNvSpPr>
            <p:nvPr/>
          </p:nvSpPr>
          <p:spPr bwMode="auto">
            <a:xfrm>
              <a:off x="1972" y="2069"/>
              <a:ext cx="1950" cy="1633"/>
            </a:xfrm>
            <a:prstGeom prst="rect">
              <a:avLst/>
            </a:prstGeom>
            <a:solidFill>
              <a:srgbClr val="CCFFFF"/>
            </a:solidFill>
            <a:ln w="9525">
              <a:solidFill>
                <a:srgbClr val="800000"/>
              </a:solidFill>
              <a:miter lim="800000"/>
              <a:headEnd/>
              <a:tailEnd/>
            </a:ln>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1541" name="Text Box 11">
              <a:extLst>
                <a:ext uri="{FF2B5EF4-FFF2-40B4-BE49-F238E27FC236}">
                  <a16:creationId xmlns:a16="http://schemas.microsoft.com/office/drawing/2014/main" id="{D848D965-68DF-E177-C487-462898CD7FB5}"/>
                </a:ext>
              </a:extLst>
            </p:cNvPr>
            <p:cNvSpPr txBox="1">
              <a:spLocks noChangeArrowheads="1"/>
            </p:cNvSpPr>
            <p:nvPr/>
          </p:nvSpPr>
          <p:spPr bwMode="auto">
            <a:xfrm>
              <a:off x="2154" y="3421"/>
              <a:ext cx="1455"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r>
                <a:rPr lang="zh-CN" altLang="en-US" sz="2000">
                  <a:solidFill>
                    <a:schemeClr val="tx1"/>
                  </a:solidFill>
                  <a:latin typeface="Times New Roman" panose="02020603050405020304" pitchFamily="18" charset="0"/>
                  <a:ea typeface="宋体" panose="02010600030101010101" pitchFamily="2" charset="-122"/>
                </a:rPr>
                <a:t>面电流</a:t>
              </a:r>
              <a:r>
                <a:rPr lang="zh-CN" altLang="en-US" sz="2000">
                  <a:solidFill>
                    <a:srgbClr val="F03E3E"/>
                  </a:solidFill>
                  <a:latin typeface="Times New Roman" panose="02020603050405020304" pitchFamily="18" charset="0"/>
                  <a:ea typeface="宋体" panose="02010600030101010101" pitchFamily="2" charset="-122"/>
                </a:rPr>
                <a:t>场</a:t>
              </a:r>
              <a:endParaRPr lang="zh-CN" altLang="en-US" sz="2000">
                <a:solidFill>
                  <a:srgbClr val="F03E3E"/>
                </a:solidFill>
                <a:ea typeface="幼圆" panose="02010509060101010101" pitchFamily="49" charset="-122"/>
              </a:endParaRPr>
            </a:p>
          </p:txBody>
        </p:sp>
        <p:grpSp>
          <p:nvGrpSpPr>
            <p:cNvPr id="21542" name="Group 12">
              <a:extLst>
                <a:ext uri="{FF2B5EF4-FFF2-40B4-BE49-F238E27FC236}">
                  <a16:creationId xmlns:a16="http://schemas.microsoft.com/office/drawing/2014/main" id="{DEB7342D-1CD9-8107-58E8-37078FC0A905}"/>
                </a:ext>
              </a:extLst>
            </p:cNvPr>
            <p:cNvGrpSpPr>
              <a:grpSpLocks/>
            </p:cNvGrpSpPr>
            <p:nvPr/>
          </p:nvGrpSpPr>
          <p:grpSpPr bwMode="auto">
            <a:xfrm>
              <a:off x="2018" y="2341"/>
              <a:ext cx="1758" cy="981"/>
              <a:chOff x="2211" y="1618"/>
              <a:chExt cx="1982" cy="1115"/>
            </a:xfrm>
          </p:grpSpPr>
          <p:sp>
            <p:nvSpPr>
              <p:cNvPr id="21567" name="AutoShape 13">
                <a:extLst>
                  <a:ext uri="{FF2B5EF4-FFF2-40B4-BE49-F238E27FC236}">
                    <a16:creationId xmlns:a16="http://schemas.microsoft.com/office/drawing/2014/main" id="{D8D3A3C4-93DA-4D60-5CD5-4965844672C4}"/>
                  </a:ext>
                </a:extLst>
              </p:cNvPr>
              <p:cNvSpPr>
                <a:spLocks noChangeArrowheads="1"/>
              </p:cNvSpPr>
              <p:nvPr/>
            </p:nvSpPr>
            <p:spPr bwMode="auto">
              <a:xfrm rot="712297">
                <a:off x="2348" y="2122"/>
                <a:ext cx="997" cy="384"/>
              </a:xfrm>
              <a:prstGeom prst="parallelogram">
                <a:avLst>
                  <a:gd name="adj" fmla="val 64909"/>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1568" name="AutoShape 14">
                <a:extLst>
                  <a:ext uri="{FF2B5EF4-FFF2-40B4-BE49-F238E27FC236}">
                    <a16:creationId xmlns:a16="http://schemas.microsoft.com/office/drawing/2014/main" id="{D397B5C8-CD53-89C2-2BC5-41881546B64E}"/>
                  </a:ext>
                </a:extLst>
              </p:cNvPr>
              <p:cNvSpPr>
                <a:spLocks noChangeArrowheads="1"/>
              </p:cNvSpPr>
              <p:nvPr/>
            </p:nvSpPr>
            <p:spPr bwMode="auto">
              <a:xfrm rot="1733871">
                <a:off x="2667" y="1882"/>
                <a:ext cx="851" cy="384"/>
              </a:xfrm>
              <a:prstGeom prst="parallelogram">
                <a:avLst>
                  <a:gd name="adj" fmla="val 55404"/>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1569" name="AutoShape 15">
                <a:extLst>
                  <a:ext uri="{FF2B5EF4-FFF2-40B4-BE49-F238E27FC236}">
                    <a16:creationId xmlns:a16="http://schemas.microsoft.com/office/drawing/2014/main" id="{024C9461-B8C1-584D-48DB-B0EDFF55BE91}"/>
                  </a:ext>
                </a:extLst>
              </p:cNvPr>
              <p:cNvSpPr>
                <a:spLocks noChangeArrowheads="1"/>
              </p:cNvSpPr>
              <p:nvPr/>
            </p:nvSpPr>
            <p:spPr bwMode="auto">
              <a:xfrm rot="3018857">
                <a:off x="3096" y="1780"/>
                <a:ext cx="642" cy="377"/>
              </a:xfrm>
              <a:prstGeom prst="parallelogram">
                <a:avLst>
                  <a:gd name="adj" fmla="val 42573"/>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1570" name="AutoShape 16">
                <a:extLst>
                  <a:ext uri="{FF2B5EF4-FFF2-40B4-BE49-F238E27FC236}">
                    <a16:creationId xmlns:a16="http://schemas.microsoft.com/office/drawing/2014/main" id="{CF62FD11-5A83-8D0E-7C28-C59537AF9A9B}"/>
                  </a:ext>
                </a:extLst>
              </p:cNvPr>
              <p:cNvSpPr>
                <a:spLocks noChangeArrowheads="1"/>
              </p:cNvSpPr>
              <p:nvPr/>
            </p:nvSpPr>
            <p:spPr bwMode="auto">
              <a:xfrm rot="-9845546">
                <a:off x="3375" y="1839"/>
                <a:ext cx="751" cy="272"/>
              </a:xfrm>
              <a:prstGeom prst="triangle">
                <a:avLst>
                  <a:gd name="adj" fmla="val 50000"/>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1571" name="Freeform 17">
                <a:extLst>
                  <a:ext uri="{FF2B5EF4-FFF2-40B4-BE49-F238E27FC236}">
                    <a16:creationId xmlns:a16="http://schemas.microsoft.com/office/drawing/2014/main" id="{2EA5DE30-B693-7490-348F-F50AF43799C4}"/>
                  </a:ext>
                </a:extLst>
              </p:cNvPr>
              <p:cNvSpPr>
                <a:spLocks noChangeArrowheads="1"/>
              </p:cNvSpPr>
              <p:nvPr/>
            </p:nvSpPr>
            <p:spPr bwMode="auto">
              <a:xfrm rot="350794">
                <a:off x="3353" y="1796"/>
                <a:ext cx="815" cy="119"/>
              </a:xfrm>
              <a:custGeom>
                <a:avLst/>
                <a:gdLst>
                  <a:gd name="T0" fmla="*/ 0 w 1260"/>
                  <a:gd name="T1" fmla="*/ 11 h 182"/>
                  <a:gd name="T2" fmla="*/ 226 w 1260"/>
                  <a:gd name="T3" fmla="*/ 11 h 182"/>
                  <a:gd name="T4" fmla="*/ 527 w 1260"/>
                  <a:gd name="T5" fmla="*/ 78 h 182"/>
                  <a:gd name="T6" fmla="*/ 0 60000 65536"/>
                  <a:gd name="T7" fmla="*/ 0 60000 65536"/>
                  <a:gd name="T8" fmla="*/ 0 60000 65536"/>
                </a:gdLst>
                <a:ahLst/>
                <a:cxnLst>
                  <a:cxn ang="T6">
                    <a:pos x="T0" y="T1"/>
                  </a:cxn>
                  <a:cxn ang="T7">
                    <a:pos x="T2" y="T3"/>
                  </a:cxn>
                  <a:cxn ang="T8">
                    <a:pos x="T4" y="T5"/>
                  </a:cxn>
                </a:cxnLst>
                <a:rect l="0" t="0" r="r" b="b"/>
                <a:pathLst>
                  <a:path w="1260" h="182">
                    <a:moveTo>
                      <a:pt x="0" y="26"/>
                    </a:moveTo>
                    <a:cubicBezTo>
                      <a:pt x="165" y="13"/>
                      <a:pt x="330" y="0"/>
                      <a:pt x="540" y="26"/>
                    </a:cubicBezTo>
                    <a:cubicBezTo>
                      <a:pt x="750" y="52"/>
                      <a:pt x="1140" y="156"/>
                      <a:pt x="1260" y="182"/>
                    </a:cubicBezTo>
                  </a:path>
                </a:pathLst>
              </a:custGeom>
              <a:noFill/>
              <a:ln w="28575">
                <a:solidFill>
                  <a:srgbClr val="EAEAEA"/>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72" name="Freeform 18">
                <a:extLst>
                  <a:ext uri="{FF2B5EF4-FFF2-40B4-BE49-F238E27FC236}">
                    <a16:creationId xmlns:a16="http://schemas.microsoft.com/office/drawing/2014/main" id="{27F1EF12-676E-9B5D-D8F4-910F3C3F5679}"/>
                  </a:ext>
                </a:extLst>
              </p:cNvPr>
              <p:cNvSpPr>
                <a:spLocks noChangeArrowheads="1"/>
              </p:cNvSpPr>
              <p:nvPr/>
            </p:nvSpPr>
            <p:spPr bwMode="auto">
              <a:xfrm rot="-263685">
                <a:off x="2233" y="2452"/>
                <a:ext cx="816" cy="119"/>
              </a:xfrm>
              <a:custGeom>
                <a:avLst/>
                <a:gdLst>
                  <a:gd name="T0" fmla="*/ 0 w 1260"/>
                  <a:gd name="T1" fmla="*/ 11 h 182"/>
                  <a:gd name="T2" fmla="*/ 227 w 1260"/>
                  <a:gd name="T3" fmla="*/ 11 h 182"/>
                  <a:gd name="T4" fmla="*/ 528 w 1260"/>
                  <a:gd name="T5" fmla="*/ 78 h 182"/>
                  <a:gd name="T6" fmla="*/ 0 60000 65536"/>
                  <a:gd name="T7" fmla="*/ 0 60000 65536"/>
                  <a:gd name="T8" fmla="*/ 0 60000 65536"/>
                </a:gdLst>
                <a:ahLst/>
                <a:cxnLst>
                  <a:cxn ang="T6">
                    <a:pos x="T0" y="T1"/>
                  </a:cxn>
                  <a:cxn ang="T7">
                    <a:pos x="T2" y="T3"/>
                  </a:cxn>
                  <a:cxn ang="T8">
                    <a:pos x="T4" y="T5"/>
                  </a:cxn>
                </a:cxnLst>
                <a:rect l="0" t="0" r="r" b="b"/>
                <a:pathLst>
                  <a:path w="1260" h="182">
                    <a:moveTo>
                      <a:pt x="0" y="26"/>
                    </a:moveTo>
                    <a:cubicBezTo>
                      <a:pt x="165" y="13"/>
                      <a:pt x="330" y="0"/>
                      <a:pt x="540" y="26"/>
                    </a:cubicBezTo>
                    <a:cubicBezTo>
                      <a:pt x="750" y="52"/>
                      <a:pt x="1140" y="156"/>
                      <a:pt x="1260" y="182"/>
                    </a:cubicBezTo>
                  </a:path>
                </a:pathLst>
              </a:custGeom>
              <a:noFill/>
              <a:ln w="28575">
                <a:solidFill>
                  <a:srgbClr val="EAEAEA"/>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73" name="Freeform 19">
                <a:extLst>
                  <a:ext uri="{FF2B5EF4-FFF2-40B4-BE49-F238E27FC236}">
                    <a16:creationId xmlns:a16="http://schemas.microsoft.com/office/drawing/2014/main" id="{609A0D94-67B1-7F32-9B9D-576B06BCCD51}"/>
                  </a:ext>
                </a:extLst>
              </p:cNvPr>
              <p:cNvSpPr>
                <a:spLocks noChangeArrowheads="1"/>
              </p:cNvSpPr>
              <p:nvPr/>
            </p:nvSpPr>
            <p:spPr bwMode="auto">
              <a:xfrm rot="-263685">
                <a:off x="2274" y="2416"/>
                <a:ext cx="813" cy="121"/>
              </a:xfrm>
              <a:custGeom>
                <a:avLst/>
                <a:gdLst>
                  <a:gd name="T0" fmla="*/ 0 w 1260"/>
                  <a:gd name="T1" fmla="*/ 11 h 182"/>
                  <a:gd name="T2" fmla="*/ 225 w 1260"/>
                  <a:gd name="T3" fmla="*/ 11 h 182"/>
                  <a:gd name="T4" fmla="*/ 525 w 1260"/>
                  <a:gd name="T5" fmla="*/ 80 h 182"/>
                  <a:gd name="T6" fmla="*/ 0 60000 65536"/>
                  <a:gd name="T7" fmla="*/ 0 60000 65536"/>
                  <a:gd name="T8" fmla="*/ 0 60000 65536"/>
                </a:gdLst>
                <a:ahLst/>
                <a:cxnLst>
                  <a:cxn ang="T6">
                    <a:pos x="T0" y="T1"/>
                  </a:cxn>
                  <a:cxn ang="T7">
                    <a:pos x="T2" y="T3"/>
                  </a:cxn>
                  <a:cxn ang="T8">
                    <a:pos x="T4" y="T5"/>
                  </a:cxn>
                </a:cxnLst>
                <a:rect l="0" t="0" r="r" b="b"/>
                <a:pathLst>
                  <a:path w="1260" h="182">
                    <a:moveTo>
                      <a:pt x="0" y="26"/>
                    </a:moveTo>
                    <a:cubicBezTo>
                      <a:pt x="165" y="13"/>
                      <a:pt x="330" y="0"/>
                      <a:pt x="540" y="26"/>
                    </a:cubicBezTo>
                    <a:cubicBezTo>
                      <a:pt x="750" y="52"/>
                      <a:pt x="1140" y="156"/>
                      <a:pt x="1260" y="182"/>
                    </a:cubicBezTo>
                  </a:path>
                </a:pathLst>
              </a:custGeom>
              <a:noFill/>
              <a:ln w="44450">
                <a:solidFill>
                  <a:srgbClr val="EAEAEA"/>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74" name="Freeform 20">
                <a:extLst>
                  <a:ext uri="{FF2B5EF4-FFF2-40B4-BE49-F238E27FC236}">
                    <a16:creationId xmlns:a16="http://schemas.microsoft.com/office/drawing/2014/main" id="{2FAD72DA-24C5-35DD-B534-25A6EB52AC61}"/>
                  </a:ext>
                </a:extLst>
              </p:cNvPr>
              <p:cNvSpPr>
                <a:spLocks noChangeArrowheads="1"/>
              </p:cNvSpPr>
              <p:nvPr/>
            </p:nvSpPr>
            <p:spPr bwMode="auto">
              <a:xfrm rot="-263685">
                <a:off x="2299" y="2382"/>
                <a:ext cx="816" cy="119"/>
              </a:xfrm>
              <a:custGeom>
                <a:avLst/>
                <a:gdLst>
                  <a:gd name="T0" fmla="*/ 0 w 1260"/>
                  <a:gd name="T1" fmla="*/ 11 h 182"/>
                  <a:gd name="T2" fmla="*/ 227 w 1260"/>
                  <a:gd name="T3" fmla="*/ 11 h 182"/>
                  <a:gd name="T4" fmla="*/ 528 w 1260"/>
                  <a:gd name="T5" fmla="*/ 78 h 182"/>
                  <a:gd name="T6" fmla="*/ 0 60000 65536"/>
                  <a:gd name="T7" fmla="*/ 0 60000 65536"/>
                  <a:gd name="T8" fmla="*/ 0 60000 65536"/>
                </a:gdLst>
                <a:ahLst/>
                <a:cxnLst>
                  <a:cxn ang="T6">
                    <a:pos x="T0" y="T1"/>
                  </a:cxn>
                  <a:cxn ang="T7">
                    <a:pos x="T2" y="T3"/>
                  </a:cxn>
                  <a:cxn ang="T8">
                    <a:pos x="T4" y="T5"/>
                  </a:cxn>
                </a:cxnLst>
                <a:rect l="0" t="0" r="r" b="b"/>
                <a:pathLst>
                  <a:path w="1260" h="182">
                    <a:moveTo>
                      <a:pt x="0" y="26"/>
                    </a:moveTo>
                    <a:cubicBezTo>
                      <a:pt x="165" y="13"/>
                      <a:pt x="330" y="0"/>
                      <a:pt x="540" y="26"/>
                    </a:cubicBezTo>
                    <a:cubicBezTo>
                      <a:pt x="750" y="52"/>
                      <a:pt x="1140" y="156"/>
                      <a:pt x="1260" y="182"/>
                    </a:cubicBezTo>
                  </a:path>
                </a:pathLst>
              </a:custGeom>
              <a:noFill/>
              <a:ln w="28575">
                <a:solidFill>
                  <a:srgbClr val="EAEAEA"/>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75" name="Freeform 21">
                <a:extLst>
                  <a:ext uri="{FF2B5EF4-FFF2-40B4-BE49-F238E27FC236}">
                    <a16:creationId xmlns:a16="http://schemas.microsoft.com/office/drawing/2014/main" id="{2DE4D503-A37F-F472-3B70-E791A5FD7FDD}"/>
                  </a:ext>
                </a:extLst>
              </p:cNvPr>
              <p:cNvSpPr>
                <a:spLocks noChangeArrowheads="1"/>
              </p:cNvSpPr>
              <p:nvPr/>
            </p:nvSpPr>
            <p:spPr bwMode="auto">
              <a:xfrm rot="662350">
                <a:off x="2348" y="1643"/>
                <a:ext cx="932" cy="923"/>
              </a:xfrm>
              <a:custGeom>
                <a:avLst/>
                <a:gdLst>
                  <a:gd name="T0" fmla="*/ 0 w 1440"/>
                  <a:gd name="T1" fmla="*/ 607 h 1404"/>
                  <a:gd name="T2" fmla="*/ 227 w 1440"/>
                  <a:gd name="T3" fmla="*/ 270 h 1404"/>
                  <a:gd name="T4" fmla="*/ 603 w 1440"/>
                  <a:gd name="T5" fmla="*/ 0 h 1404"/>
                  <a:gd name="T6" fmla="*/ 0 60000 65536"/>
                  <a:gd name="T7" fmla="*/ 0 60000 65536"/>
                  <a:gd name="T8" fmla="*/ 0 60000 65536"/>
                </a:gdLst>
                <a:ahLst/>
                <a:cxnLst>
                  <a:cxn ang="T6">
                    <a:pos x="T0" y="T1"/>
                  </a:cxn>
                  <a:cxn ang="T7">
                    <a:pos x="T2" y="T3"/>
                  </a:cxn>
                  <a:cxn ang="T8">
                    <a:pos x="T4" y="T5"/>
                  </a:cxn>
                </a:cxnLst>
                <a:rect l="0" t="0" r="r" b="b"/>
                <a:pathLst>
                  <a:path w="1440" h="1404">
                    <a:moveTo>
                      <a:pt x="0" y="1404"/>
                    </a:moveTo>
                    <a:cubicBezTo>
                      <a:pt x="150" y="1131"/>
                      <a:pt x="300" y="858"/>
                      <a:pt x="540" y="624"/>
                    </a:cubicBezTo>
                    <a:cubicBezTo>
                      <a:pt x="780" y="390"/>
                      <a:pt x="1290" y="104"/>
                      <a:pt x="1440" y="0"/>
                    </a:cubicBezTo>
                  </a:path>
                </a:pathLst>
              </a:custGeom>
              <a:noFill/>
              <a:ln w="34925">
                <a:solidFill>
                  <a:srgbClr val="EAEAEA"/>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76" name="Freeform 22">
                <a:extLst>
                  <a:ext uri="{FF2B5EF4-FFF2-40B4-BE49-F238E27FC236}">
                    <a16:creationId xmlns:a16="http://schemas.microsoft.com/office/drawing/2014/main" id="{87CF2598-0146-27C5-764F-77AEED130173}"/>
                  </a:ext>
                </a:extLst>
              </p:cNvPr>
              <p:cNvSpPr>
                <a:spLocks noChangeArrowheads="1"/>
              </p:cNvSpPr>
              <p:nvPr/>
            </p:nvSpPr>
            <p:spPr bwMode="auto">
              <a:xfrm rot="17008955" flipH="1">
                <a:off x="2308" y="1637"/>
                <a:ext cx="947" cy="908"/>
              </a:xfrm>
              <a:custGeom>
                <a:avLst/>
                <a:gdLst>
                  <a:gd name="T0" fmla="*/ 0 w 1440"/>
                  <a:gd name="T1" fmla="*/ 587 h 1404"/>
                  <a:gd name="T2" fmla="*/ 233 w 1440"/>
                  <a:gd name="T3" fmla="*/ 261 h 1404"/>
                  <a:gd name="T4" fmla="*/ 623 w 1440"/>
                  <a:gd name="T5" fmla="*/ 0 h 1404"/>
                  <a:gd name="T6" fmla="*/ 0 60000 65536"/>
                  <a:gd name="T7" fmla="*/ 0 60000 65536"/>
                  <a:gd name="T8" fmla="*/ 0 60000 65536"/>
                </a:gdLst>
                <a:ahLst/>
                <a:cxnLst>
                  <a:cxn ang="T6">
                    <a:pos x="T0" y="T1"/>
                  </a:cxn>
                  <a:cxn ang="T7">
                    <a:pos x="T2" y="T3"/>
                  </a:cxn>
                  <a:cxn ang="T8">
                    <a:pos x="T4" y="T5"/>
                  </a:cxn>
                </a:cxnLst>
                <a:rect l="0" t="0" r="r" b="b"/>
                <a:pathLst>
                  <a:path w="1440" h="1404">
                    <a:moveTo>
                      <a:pt x="0" y="1404"/>
                    </a:moveTo>
                    <a:cubicBezTo>
                      <a:pt x="150" y="1131"/>
                      <a:pt x="300" y="858"/>
                      <a:pt x="540" y="624"/>
                    </a:cubicBezTo>
                    <a:cubicBezTo>
                      <a:pt x="780" y="390"/>
                      <a:pt x="1290" y="104"/>
                      <a:pt x="1440" y="0"/>
                    </a:cubicBezTo>
                  </a:path>
                </a:pathLst>
              </a:custGeom>
              <a:solidFill>
                <a:srgbClr val="EAEAEA"/>
              </a:solidFill>
              <a:ln w="41275">
                <a:solidFill>
                  <a:srgbClr val="EAEAEA"/>
                </a:solidFill>
                <a:round/>
                <a:headEnd/>
                <a:tailEnd/>
              </a:ln>
            </p:spPr>
            <p:txBody>
              <a:bodyPr/>
              <a:lstStyle/>
              <a:p>
                <a:endParaRPr lang="zh-CN" altLang="en-US"/>
              </a:p>
            </p:txBody>
          </p:sp>
          <p:sp>
            <p:nvSpPr>
              <p:cNvPr id="21577" name="Freeform 23">
                <a:extLst>
                  <a:ext uri="{FF2B5EF4-FFF2-40B4-BE49-F238E27FC236}">
                    <a16:creationId xmlns:a16="http://schemas.microsoft.com/office/drawing/2014/main" id="{3404EC0F-FE22-3773-5878-C27348FDC85F}"/>
                  </a:ext>
                </a:extLst>
              </p:cNvPr>
              <p:cNvSpPr>
                <a:spLocks noChangeArrowheads="1"/>
              </p:cNvSpPr>
              <p:nvPr/>
            </p:nvSpPr>
            <p:spPr bwMode="auto">
              <a:xfrm>
                <a:off x="2231" y="1734"/>
                <a:ext cx="1097" cy="744"/>
              </a:xfrm>
              <a:custGeom>
                <a:avLst/>
                <a:gdLst>
                  <a:gd name="T0" fmla="*/ 1097 w 1097"/>
                  <a:gd name="T1" fmla="*/ 0 h 744"/>
                  <a:gd name="T2" fmla="*/ 524 w 1097"/>
                  <a:gd name="T3" fmla="*/ 228 h 744"/>
                  <a:gd name="T4" fmla="*/ 192 w 1097"/>
                  <a:gd name="T5" fmla="*/ 506 h 744"/>
                  <a:gd name="T6" fmla="*/ 0 w 1097"/>
                  <a:gd name="T7" fmla="*/ 744 h 7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97" h="744">
                    <a:moveTo>
                      <a:pt x="1097" y="0"/>
                    </a:moveTo>
                    <a:cubicBezTo>
                      <a:pt x="901" y="55"/>
                      <a:pt x="675" y="144"/>
                      <a:pt x="524" y="228"/>
                    </a:cubicBezTo>
                    <a:cubicBezTo>
                      <a:pt x="373" y="312"/>
                      <a:pt x="279" y="420"/>
                      <a:pt x="192" y="506"/>
                    </a:cubicBezTo>
                    <a:cubicBezTo>
                      <a:pt x="105" y="592"/>
                      <a:pt x="40" y="695"/>
                      <a:pt x="0" y="744"/>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78" name="Freeform 24">
                <a:extLst>
                  <a:ext uri="{FF2B5EF4-FFF2-40B4-BE49-F238E27FC236}">
                    <a16:creationId xmlns:a16="http://schemas.microsoft.com/office/drawing/2014/main" id="{36FAF58C-14E3-C512-371C-0748B595B623}"/>
                  </a:ext>
                </a:extLst>
              </p:cNvPr>
              <p:cNvSpPr>
                <a:spLocks noChangeArrowheads="1"/>
              </p:cNvSpPr>
              <p:nvPr/>
            </p:nvSpPr>
            <p:spPr bwMode="auto">
              <a:xfrm rot="1043917">
                <a:off x="3144" y="1812"/>
                <a:ext cx="932" cy="921"/>
              </a:xfrm>
              <a:custGeom>
                <a:avLst/>
                <a:gdLst>
                  <a:gd name="T0" fmla="*/ 0 w 1440"/>
                  <a:gd name="T1" fmla="*/ 604 h 1404"/>
                  <a:gd name="T2" fmla="*/ 227 w 1440"/>
                  <a:gd name="T3" fmla="*/ 268 h 1404"/>
                  <a:gd name="T4" fmla="*/ 603 w 1440"/>
                  <a:gd name="T5" fmla="*/ 0 h 1404"/>
                  <a:gd name="T6" fmla="*/ 0 60000 65536"/>
                  <a:gd name="T7" fmla="*/ 0 60000 65536"/>
                  <a:gd name="T8" fmla="*/ 0 60000 65536"/>
                </a:gdLst>
                <a:ahLst/>
                <a:cxnLst>
                  <a:cxn ang="T6">
                    <a:pos x="T0" y="T1"/>
                  </a:cxn>
                  <a:cxn ang="T7">
                    <a:pos x="T2" y="T3"/>
                  </a:cxn>
                  <a:cxn ang="T8">
                    <a:pos x="T4" y="T5"/>
                  </a:cxn>
                </a:cxnLst>
                <a:rect l="0" t="0" r="r" b="b"/>
                <a:pathLst>
                  <a:path w="1440" h="1404">
                    <a:moveTo>
                      <a:pt x="0" y="1404"/>
                    </a:moveTo>
                    <a:cubicBezTo>
                      <a:pt x="150" y="1131"/>
                      <a:pt x="300" y="858"/>
                      <a:pt x="540" y="624"/>
                    </a:cubicBezTo>
                    <a:cubicBezTo>
                      <a:pt x="780" y="390"/>
                      <a:pt x="1290" y="104"/>
                      <a:pt x="1440" y="0"/>
                    </a:cubicBezTo>
                  </a:path>
                </a:pathLst>
              </a:custGeom>
              <a:noFill/>
              <a:ln w="31750">
                <a:solidFill>
                  <a:srgbClr val="B2B2B2"/>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79" name="Freeform 25">
                <a:extLst>
                  <a:ext uri="{FF2B5EF4-FFF2-40B4-BE49-F238E27FC236}">
                    <a16:creationId xmlns:a16="http://schemas.microsoft.com/office/drawing/2014/main" id="{D45F83B0-BF2C-2406-00DB-54782380BE91}"/>
                  </a:ext>
                </a:extLst>
              </p:cNvPr>
              <p:cNvSpPr>
                <a:spLocks noChangeArrowheads="1"/>
              </p:cNvSpPr>
              <p:nvPr/>
            </p:nvSpPr>
            <p:spPr bwMode="auto">
              <a:xfrm rot="-167156">
                <a:off x="2217" y="2470"/>
                <a:ext cx="815" cy="119"/>
              </a:xfrm>
              <a:custGeom>
                <a:avLst/>
                <a:gdLst>
                  <a:gd name="T0" fmla="*/ 0 w 1260"/>
                  <a:gd name="T1" fmla="*/ 11 h 182"/>
                  <a:gd name="T2" fmla="*/ 226 w 1260"/>
                  <a:gd name="T3" fmla="*/ 11 h 182"/>
                  <a:gd name="T4" fmla="*/ 527 w 1260"/>
                  <a:gd name="T5" fmla="*/ 78 h 182"/>
                  <a:gd name="T6" fmla="*/ 0 60000 65536"/>
                  <a:gd name="T7" fmla="*/ 0 60000 65536"/>
                  <a:gd name="T8" fmla="*/ 0 60000 65536"/>
                </a:gdLst>
                <a:ahLst/>
                <a:cxnLst>
                  <a:cxn ang="T6">
                    <a:pos x="T0" y="T1"/>
                  </a:cxn>
                  <a:cxn ang="T7">
                    <a:pos x="T2" y="T3"/>
                  </a:cxn>
                  <a:cxn ang="T8">
                    <a:pos x="T4" y="T5"/>
                  </a:cxn>
                </a:cxnLst>
                <a:rect l="0" t="0" r="r" b="b"/>
                <a:pathLst>
                  <a:path w="1260" h="182">
                    <a:moveTo>
                      <a:pt x="0" y="26"/>
                    </a:moveTo>
                    <a:cubicBezTo>
                      <a:pt x="165" y="13"/>
                      <a:pt x="330" y="0"/>
                      <a:pt x="540" y="26"/>
                    </a:cubicBezTo>
                    <a:cubicBezTo>
                      <a:pt x="750" y="52"/>
                      <a:pt x="1140" y="156"/>
                      <a:pt x="1260" y="182"/>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80" name="Line 26">
                <a:extLst>
                  <a:ext uri="{FF2B5EF4-FFF2-40B4-BE49-F238E27FC236}">
                    <a16:creationId xmlns:a16="http://schemas.microsoft.com/office/drawing/2014/main" id="{99BFF16A-2A22-D377-5756-A6545E63EA55}"/>
                  </a:ext>
                </a:extLst>
              </p:cNvPr>
              <p:cNvSpPr>
                <a:spLocks noChangeShapeType="1"/>
              </p:cNvSpPr>
              <p:nvPr/>
            </p:nvSpPr>
            <p:spPr bwMode="auto">
              <a:xfrm rot="-10329977">
                <a:off x="2211" y="2472"/>
                <a:ext cx="0" cy="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81" name="Line 27">
                <a:extLst>
                  <a:ext uri="{FF2B5EF4-FFF2-40B4-BE49-F238E27FC236}">
                    <a16:creationId xmlns:a16="http://schemas.microsoft.com/office/drawing/2014/main" id="{79D1A5AC-2CF9-F8FF-10A0-FFE1884D0C2B}"/>
                  </a:ext>
                </a:extLst>
              </p:cNvPr>
              <p:cNvSpPr>
                <a:spLocks noChangeShapeType="1"/>
              </p:cNvSpPr>
              <p:nvPr/>
            </p:nvSpPr>
            <p:spPr bwMode="auto">
              <a:xfrm rot="-10329977">
                <a:off x="4175" y="1953"/>
                <a:ext cx="2" cy="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82" name="Line 28">
                <a:extLst>
                  <a:ext uri="{FF2B5EF4-FFF2-40B4-BE49-F238E27FC236}">
                    <a16:creationId xmlns:a16="http://schemas.microsoft.com/office/drawing/2014/main" id="{2F9C2B74-9D46-756D-900E-F3E5E72C0824}"/>
                  </a:ext>
                </a:extLst>
              </p:cNvPr>
              <p:cNvSpPr>
                <a:spLocks noChangeShapeType="1"/>
              </p:cNvSpPr>
              <p:nvPr/>
            </p:nvSpPr>
            <p:spPr bwMode="auto">
              <a:xfrm rot="-10530386">
                <a:off x="3022" y="2547"/>
                <a:ext cx="1" cy="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83" name="Freeform 29">
                <a:extLst>
                  <a:ext uri="{FF2B5EF4-FFF2-40B4-BE49-F238E27FC236}">
                    <a16:creationId xmlns:a16="http://schemas.microsoft.com/office/drawing/2014/main" id="{3931CEAC-3DD8-F789-8998-2D5A54877ED5}"/>
                  </a:ext>
                </a:extLst>
              </p:cNvPr>
              <p:cNvSpPr>
                <a:spLocks noChangeArrowheads="1"/>
              </p:cNvSpPr>
              <p:nvPr/>
            </p:nvSpPr>
            <p:spPr bwMode="auto">
              <a:xfrm rot="-167156">
                <a:off x="2225" y="2470"/>
                <a:ext cx="814" cy="119"/>
              </a:xfrm>
              <a:custGeom>
                <a:avLst/>
                <a:gdLst>
                  <a:gd name="T0" fmla="*/ 0 w 1260"/>
                  <a:gd name="T1" fmla="*/ 11 h 182"/>
                  <a:gd name="T2" fmla="*/ 225 w 1260"/>
                  <a:gd name="T3" fmla="*/ 11 h 182"/>
                  <a:gd name="T4" fmla="*/ 526 w 1260"/>
                  <a:gd name="T5" fmla="*/ 78 h 182"/>
                  <a:gd name="T6" fmla="*/ 0 60000 65536"/>
                  <a:gd name="T7" fmla="*/ 0 60000 65536"/>
                  <a:gd name="T8" fmla="*/ 0 60000 65536"/>
                </a:gdLst>
                <a:ahLst/>
                <a:cxnLst>
                  <a:cxn ang="T6">
                    <a:pos x="T0" y="T1"/>
                  </a:cxn>
                  <a:cxn ang="T7">
                    <a:pos x="T2" y="T3"/>
                  </a:cxn>
                  <a:cxn ang="T8">
                    <a:pos x="T4" y="T5"/>
                  </a:cxn>
                </a:cxnLst>
                <a:rect l="0" t="0" r="r" b="b"/>
                <a:pathLst>
                  <a:path w="1260" h="182">
                    <a:moveTo>
                      <a:pt x="0" y="26"/>
                    </a:moveTo>
                    <a:cubicBezTo>
                      <a:pt x="165" y="13"/>
                      <a:pt x="330" y="0"/>
                      <a:pt x="540" y="26"/>
                    </a:cubicBezTo>
                    <a:cubicBezTo>
                      <a:pt x="750" y="52"/>
                      <a:pt x="1140" y="156"/>
                      <a:pt x="1260" y="182"/>
                    </a:cubicBezTo>
                  </a:path>
                </a:pathLst>
              </a:custGeom>
              <a:noFill/>
              <a:ln w="28575">
                <a:solidFill>
                  <a:srgbClr val="B2B2B2"/>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84" name="Freeform 30">
                <a:extLst>
                  <a:ext uri="{FF2B5EF4-FFF2-40B4-BE49-F238E27FC236}">
                    <a16:creationId xmlns:a16="http://schemas.microsoft.com/office/drawing/2014/main" id="{FB92734E-FC5E-51FB-97DF-1C642574AD57}"/>
                  </a:ext>
                </a:extLst>
              </p:cNvPr>
              <p:cNvSpPr>
                <a:spLocks noChangeArrowheads="1"/>
              </p:cNvSpPr>
              <p:nvPr/>
            </p:nvSpPr>
            <p:spPr bwMode="auto">
              <a:xfrm rot="-167156">
                <a:off x="2225" y="2488"/>
                <a:ext cx="815" cy="119"/>
              </a:xfrm>
              <a:custGeom>
                <a:avLst/>
                <a:gdLst>
                  <a:gd name="T0" fmla="*/ 0 w 1260"/>
                  <a:gd name="T1" fmla="*/ 11 h 182"/>
                  <a:gd name="T2" fmla="*/ 226 w 1260"/>
                  <a:gd name="T3" fmla="*/ 11 h 182"/>
                  <a:gd name="T4" fmla="*/ 527 w 1260"/>
                  <a:gd name="T5" fmla="*/ 78 h 182"/>
                  <a:gd name="T6" fmla="*/ 0 60000 65536"/>
                  <a:gd name="T7" fmla="*/ 0 60000 65536"/>
                  <a:gd name="T8" fmla="*/ 0 60000 65536"/>
                </a:gdLst>
                <a:ahLst/>
                <a:cxnLst>
                  <a:cxn ang="T6">
                    <a:pos x="T0" y="T1"/>
                  </a:cxn>
                  <a:cxn ang="T7">
                    <a:pos x="T2" y="T3"/>
                  </a:cxn>
                  <a:cxn ang="T8">
                    <a:pos x="T4" y="T5"/>
                  </a:cxn>
                </a:cxnLst>
                <a:rect l="0" t="0" r="r" b="b"/>
                <a:pathLst>
                  <a:path w="1260" h="182">
                    <a:moveTo>
                      <a:pt x="0" y="26"/>
                    </a:moveTo>
                    <a:cubicBezTo>
                      <a:pt x="165" y="13"/>
                      <a:pt x="330" y="0"/>
                      <a:pt x="540" y="26"/>
                    </a:cubicBezTo>
                    <a:cubicBezTo>
                      <a:pt x="750" y="52"/>
                      <a:pt x="1140" y="156"/>
                      <a:pt x="1260" y="182"/>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85" name="Freeform 31">
                <a:extLst>
                  <a:ext uri="{FF2B5EF4-FFF2-40B4-BE49-F238E27FC236}">
                    <a16:creationId xmlns:a16="http://schemas.microsoft.com/office/drawing/2014/main" id="{07D4C031-1264-56F6-3819-30EA78106C18}"/>
                  </a:ext>
                </a:extLst>
              </p:cNvPr>
              <p:cNvSpPr>
                <a:spLocks noChangeArrowheads="1"/>
              </p:cNvSpPr>
              <p:nvPr/>
            </p:nvSpPr>
            <p:spPr bwMode="auto">
              <a:xfrm rot="-167156">
                <a:off x="2224" y="2460"/>
                <a:ext cx="815" cy="119"/>
              </a:xfrm>
              <a:custGeom>
                <a:avLst/>
                <a:gdLst>
                  <a:gd name="T0" fmla="*/ 0 w 1260"/>
                  <a:gd name="T1" fmla="*/ 11 h 182"/>
                  <a:gd name="T2" fmla="*/ 226 w 1260"/>
                  <a:gd name="T3" fmla="*/ 11 h 182"/>
                  <a:gd name="T4" fmla="*/ 527 w 1260"/>
                  <a:gd name="T5" fmla="*/ 78 h 182"/>
                  <a:gd name="T6" fmla="*/ 0 60000 65536"/>
                  <a:gd name="T7" fmla="*/ 0 60000 65536"/>
                  <a:gd name="T8" fmla="*/ 0 60000 65536"/>
                </a:gdLst>
                <a:ahLst/>
                <a:cxnLst>
                  <a:cxn ang="T6">
                    <a:pos x="T0" y="T1"/>
                  </a:cxn>
                  <a:cxn ang="T7">
                    <a:pos x="T2" y="T3"/>
                  </a:cxn>
                  <a:cxn ang="T8">
                    <a:pos x="T4" y="T5"/>
                  </a:cxn>
                </a:cxnLst>
                <a:rect l="0" t="0" r="r" b="b"/>
                <a:pathLst>
                  <a:path w="1260" h="182">
                    <a:moveTo>
                      <a:pt x="0" y="26"/>
                    </a:moveTo>
                    <a:cubicBezTo>
                      <a:pt x="165" y="13"/>
                      <a:pt x="330" y="0"/>
                      <a:pt x="540" y="26"/>
                    </a:cubicBezTo>
                    <a:cubicBezTo>
                      <a:pt x="750" y="52"/>
                      <a:pt x="1140" y="156"/>
                      <a:pt x="1260" y="182"/>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86" name="Freeform 32">
                <a:extLst>
                  <a:ext uri="{FF2B5EF4-FFF2-40B4-BE49-F238E27FC236}">
                    <a16:creationId xmlns:a16="http://schemas.microsoft.com/office/drawing/2014/main" id="{E1FDDF86-2A95-95B2-D4FD-3A663BE649F7}"/>
                  </a:ext>
                </a:extLst>
              </p:cNvPr>
              <p:cNvSpPr>
                <a:spLocks noChangeArrowheads="1"/>
              </p:cNvSpPr>
              <p:nvPr/>
            </p:nvSpPr>
            <p:spPr bwMode="auto">
              <a:xfrm>
                <a:off x="3018" y="1950"/>
                <a:ext cx="1144" cy="609"/>
              </a:xfrm>
              <a:custGeom>
                <a:avLst/>
                <a:gdLst>
                  <a:gd name="T0" fmla="*/ 0 w 1074"/>
                  <a:gd name="T1" fmla="*/ 609 h 609"/>
                  <a:gd name="T2" fmla="*/ 528 w 1074"/>
                  <a:gd name="T3" fmla="*/ 218 h 609"/>
                  <a:gd name="T4" fmla="*/ 1219 w 1074"/>
                  <a:gd name="T5" fmla="*/ 0 h 609"/>
                  <a:gd name="T6" fmla="*/ 0 60000 65536"/>
                  <a:gd name="T7" fmla="*/ 0 60000 65536"/>
                  <a:gd name="T8" fmla="*/ 0 60000 65536"/>
                </a:gdLst>
                <a:ahLst/>
                <a:cxnLst>
                  <a:cxn ang="T6">
                    <a:pos x="T0" y="T1"/>
                  </a:cxn>
                  <a:cxn ang="T7">
                    <a:pos x="T2" y="T3"/>
                  </a:cxn>
                  <a:cxn ang="T8">
                    <a:pos x="T4" y="T5"/>
                  </a:cxn>
                </a:cxnLst>
                <a:rect l="0" t="0" r="r" b="b"/>
                <a:pathLst>
                  <a:path w="1074" h="609">
                    <a:moveTo>
                      <a:pt x="0" y="609"/>
                    </a:moveTo>
                    <a:cubicBezTo>
                      <a:pt x="140" y="465"/>
                      <a:pt x="287" y="320"/>
                      <a:pt x="466" y="218"/>
                    </a:cubicBezTo>
                    <a:cubicBezTo>
                      <a:pt x="645" y="116"/>
                      <a:pt x="947" y="45"/>
                      <a:pt x="1074" y="0"/>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87" name="Freeform 33">
                <a:extLst>
                  <a:ext uri="{FF2B5EF4-FFF2-40B4-BE49-F238E27FC236}">
                    <a16:creationId xmlns:a16="http://schemas.microsoft.com/office/drawing/2014/main" id="{3AC54CDE-E936-30B0-9F55-E584A6A67965}"/>
                  </a:ext>
                </a:extLst>
              </p:cNvPr>
              <p:cNvSpPr>
                <a:spLocks noChangeArrowheads="1"/>
              </p:cNvSpPr>
              <p:nvPr/>
            </p:nvSpPr>
            <p:spPr bwMode="auto">
              <a:xfrm rot="1043917">
                <a:off x="3150" y="1837"/>
                <a:ext cx="894" cy="894"/>
              </a:xfrm>
              <a:custGeom>
                <a:avLst/>
                <a:gdLst>
                  <a:gd name="T0" fmla="*/ 0 w 1440"/>
                  <a:gd name="T1" fmla="*/ 569 h 1404"/>
                  <a:gd name="T2" fmla="*/ 208 w 1440"/>
                  <a:gd name="T3" fmla="*/ 253 h 1404"/>
                  <a:gd name="T4" fmla="*/ 555 w 1440"/>
                  <a:gd name="T5" fmla="*/ 0 h 1404"/>
                  <a:gd name="T6" fmla="*/ 0 60000 65536"/>
                  <a:gd name="T7" fmla="*/ 0 60000 65536"/>
                  <a:gd name="T8" fmla="*/ 0 60000 65536"/>
                </a:gdLst>
                <a:ahLst/>
                <a:cxnLst>
                  <a:cxn ang="T6">
                    <a:pos x="T0" y="T1"/>
                  </a:cxn>
                  <a:cxn ang="T7">
                    <a:pos x="T2" y="T3"/>
                  </a:cxn>
                  <a:cxn ang="T8">
                    <a:pos x="T4" y="T5"/>
                  </a:cxn>
                </a:cxnLst>
                <a:rect l="0" t="0" r="r" b="b"/>
                <a:pathLst>
                  <a:path w="1440" h="1404">
                    <a:moveTo>
                      <a:pt x="0" y="1404"/>
                    </a:moveTo>
                    <a:cubicBezTo>
                      <a:pt x="150" y="1131"/>
                      <a:pt x="300" y="858"/>
                      <a:pt x="540" y="624"/>
                    </a:cubicBezTo>
                    <a:cubicBezTo>
                      <a:pt x="780" y="390"/>
                      <a:pt x="1290" y="104"/>
                      <a:pt x="1440" y="0"/>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88" name="Freeform 34">
                <a:extLst>
                  <a:ext uri="{FF2B5EF4-FFF2-40B4-BE49-F238E27FC236}">
                    <a16:creationId xmlns:a16="http://schemas.microsoft.com/office/drawing/2014/main" id="{CFA212A9-420C-0459-0A59-17336B1CB625}"/>
                  </a:ext>
                </a:extLst>
              </p:cNvPr>
              <p:cNvSpPr>
                <a:spLocks noChangeArrowheads="1"/>
              </p:cNvSpPr>
              <p:nvPr/>
            </p:nvSpPr>
            <p:spPr bwMode="auto">
              <a:xfrm>
                <a:off x="2935" y="1934"/>
                <a:ext cx="1016" cy="544"/>
              </a:xfrm>
              <a:custGeom>
                <a:avLst/>
                <a:gdLst>
                  <a:gd name="T0" fmla="*/ 1016 w 1016"/>
                  <a:gd name="T1" fmla="*/ 0 h 544"/>
                  <a:gd name="T2" fmla="*/ 521 w 1016"/>
                  <a:gd name="T3" fmla="*/ 151 h 544"/>
                  <a:gd name="T4" fmla="*/ 228 w 1016"/>
                  <a:gd name="T5" fmla="*/ 333 h 544"/>
                  <a:gd name="T6" fmla="*/ 0 w 1016"/>
                  <a:gd name="T7" fmla="*/ 544 h 5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16" h="544">
                    <a:moveTo>
                      <a:pt x="1016" y="0"/>
                    </a:moveTo>
                    <a:cubicBezTo>
                      <a:pt x="934" y="25"/>
                      <a:pt x="652" y="96"/>
                      <a:pt x="521" y="151"/>
                    </a:cubicBezTo>
                    <a:cubicBezTo>
                      <a:pt x="390" y="206"/>
                      <a:pt x="315" y="268"/>
                      <a:pt x="228" y="333"/>
                    </a:cubicBezTo>
                    <a:cubicBezTo>
                      <a:pt x="141" y="398"/>
                      <a:pt x="47" y="500"/>
                      <a:pt x="0" y="544"/>
                    </a:cubicBezTo>
                  </a:path>
                </a:pathLst>
              </a:custGeom>
              <a:noFill/>
              <a:ln w="22225">
                <a:solidFill>
                  <a:srgbClr val="FF0000"/>
                </a:solidFill>
                <a:round/>
                <a:headEnd type="stealth" w="sm" len="lg"/>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89" name="Freeform 35">
                <a:extLst>
                  <a:ext uri="{FF2B5EF4-FFF2-40B4-BE49-F238E27FC236}">
                    <a16:creationId xmlns:a16="http://schemas.microsoft.com/office/drawing/2014/main" id="{85588B6F-50C6-FA35-4975-1478766722D3}"/>
                  </a:ext>
                </a:extLst>
              </p:cNvPr>
              <p:cNvSpPr>
                <a:spLocks noChangeArrowheads="1"/>
              </p:cNvSpPr>
              <p:nvPr/>
            </p:nvSpPr>
            <p:spPr bwMode="auto">
              <a:xfrm>
                <a:off x="2590" y="1834"/>
                <a:ext cx="975" cy="605"/>
              </a:xfrm>
              <a:custGeom>
                <a:avLst/>
                <a:gdLst>
                  <a:gd name="T0" fmla="*/ 975 w 975"/>
                  <a:gd name="T1" fmla="*/ 0 h 605"/>
                  <a:gd name="T2" fmla="*/ 471 w 975"/>
                  <a:gd name="T3" fmla="*/ 201 h 605"/>
                  <a:gd name="T4" fmla="*/ 0 w 975"/>
                  <a:gd name="T5" fmla="*/ 605 h 605"/>
                  <a:gd name="T6" fmla="*/ 0 60000 65536"/>
                  <a:gd name="T7" fmla="*/ 0 60000 65536"/>
                  <a:gd name="T8" fmla="*/ 0 60000 65536"/>
                </a:gdLst>
                <a:ahLst/>
                <a:cxnLst>
                  <a:cxn ang="T6">
                    <a:pos x="T0" y="T1"/>
                  </a:cxn>
                  <a:cxn ang="T7">
                    <a:pos x="T2" y="T3"/>
                  </a:cxn>
                  <a:cxn ang="T8">
                    <a:pos x="T4" y="T5"/>
                  </a:cxn>
                </a:cxnLst>
                <a:rect l="0" t="0" r="r" b="b"/>
                <a:pathLst>
                  <a:path w="975" h="605">
                    <a:moveTo>
                      <a:pt x="975" y="0"/>
                    </a:moveTo>
                    <a:cubicBezTo>
                      <a:pt x="891" y="32"/>
                      <a:pt x="633" y="100"/>
                      <a:pt x="471" y="201"/>
                    </a:cubicBezTo>
                    <a:cubicBezTo>
                      <a:pt x="309" y="302"/>
                      <a:pt x="78" y="537"/>
                      <a:pt x="0" y="605"/>
                    </a:cubicBezTo>
                  </a:path>
                </a:pathLst>
              </a:custGeom>
              <a:noFill/>
              <a:ln w="22225">
                <a:solidFill>
                  <a:srgbClr val="FF0000"/>
                </a:solidFill>
                <a:round/>
                <a:headEnd type="stealth" w="sm" len="lg"/>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90" name="Freeform 36">
                <a:extLst>
                  <a:ext uri="{FF2B5EF4-FFF2-40B4-BE49-F238E27FC236}">
                    <a16:creationId xmlns:a16="http://schemas.microsoft.com/office/drawing/2014/main" id="{A19F46F4-DD90-BAA7-79FE-FB9B75E6CD5A}"/>
                  </a:ext>
                </a:extLst>
              </p:cNvPr>
              <p:cNvSpPr>
                <a:spLocks noChangeArrowheads="1"/>
              </p:cNvSpPr>
              <p:nvPr/>
            </p:nvSpPr>
            <p:spPr bwMode="auto">
              <a:xfrm>
                <a:off x="2401" y="1781"/>
                <a:ext cx="1010" cy="677"/>
              </a:xfrm>
              <a:custGeom>
                <a:avLst/>
                <a:gdLst>
                  <a:gd name="T0" fmla="*/ 1010 w 1010"/>
                  <a:gd name="T1" fmla="*/ 0 h 677"/>
                  <a:gd name="T2" fmla="*/ 442 w 1010"/>
                  <a:gd name="T3" fmla="*/ 242 h 677"/>
                  <a:gd name="T4" fmla="*/ 0 w 1010"/>
                  <a:gd name="T5" fmla="*/ 677 h 677"/>
                  <a:gd name="T6" fmla="*/ 0 60000 65536"/>
                  <a:gd name="T7" fmla="*/ 0 60000 65536"/>
                  <a:gd name="T8" fmla="*/ 0 60000 65536"/>
                </a:gdLst>
                <a:ahLst/>
                <a:cxnLst>
                  <a:cxn ang="T6">
                    <a:pos x="T0" y="T1"/>
                  </a:cxn>
                  <a:cxn ang="T7">
                    <a:pos x="T2" y="T3"/>
                  </a:cxn>
                  <a:cxn ang="T8">
                    <a:pos x="T4" y="T5"/>
                  </a:cxn>
                </a:cxnLst>
                <a:rect l="0" t="0" r="r" b="b"/>
                <a:pathLst>
                  <a:path w="1010" h="677">
                    <a:moveTo>
                      <a:pt x="1010" y="0"/>
                    </a:moveTo>
                    <a:cubicBezTo>
                      <a:pt x="915" y="39"/>
                      <a:pt x="610" y="129"/>
                      <a:pt x="442" y="242"/>
                    </a:cubicBezTo>
                    <a:cubicBezTo>
                      <a:pt x="274" y="355"/>
                      <a:pt x="74" y="605"/>
                      <a:pt x="0" y="677"/>
                    </a:cubicBezTo>
                  </a:path>
                </a:pathLst>
              </a:custGeom>
              <a:noFill/>
              <a:ln w="22225">
                <a:solidFill>
                  <a:srgbClr val="FF0000"/>
                </a:solidFill>
                <a:round/>
                <a:headEnd type="stealth" w="sm" len="lg"/>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91" name="Freeform 37">
                <a:extLst>
                  <a:ext uri="{FF2B5EF4-FFF2-40B4-BE49-F238E27FC236}">
                    <a16:creationId xmlns:a16="http://schemas.microsoft.com/office/drawing/2014/main" id="{F2013A36-50A7-D109-227C-55C365093C9E}"/>
                  </a:ext>
                </a:extLst>
              </p:cNvPr>
              <p:cNvSpPr>
                <a:spLocks noChangeArrowheads="1"/>
              </p:cNvSpPr>
              <p:nvPr/>
            </p:nvSpPr>
            <p:spPr bwMode="auto">
              <a:xfrm>
                <a:off x="3327" y="1709"/>
                <a:ext cx="866" cy="270"/>
              </a:xfrm>
              <a:custGeom>
                <a:avLst/>
                <a:gdLst>
                  <a:gd name="T0" fmla="*/ 0 w 813"/>
                  <a:gd name="T1" fmla="*/ 9 h 270"/>
                  <a:gd name="T2" fmla="*/ 49 w 813"/>
                  <a:gd name="T3" fmla="*/ 6 h 270"/>
                  <a:gd name="T4" fmla="*/ 95 w 813"/>
                  <a:gd name="T5" fmla="*/ 36 h 270"/>
                  <a:gd name="T6" fmla="*/ 175 w 813"/>
                  <a:gd name="T7" fmla="*/ 44 h 270"/>
                  <a:gd name="T8" fmla="*/ 229 w 813"/>
                  <a:gd name="T9" fmla="*/ 60 h 270"/>
                  <a:gd name="T10" fmla="*/ 277 w 813"/>
                  <a:gd name="T11" fmla="*/ 83 h 270"/>
                  <a:gd name="T12" fmla="*/ 395 w 813"/>
                  <a:gd name="T13" fmla="*/ 90 h 270"/>
                  <a:gd name="T14" fmla="*/ 591 w 813"/>
                  <a:gd name="T15" fmla="*/ 144 h 270"/>
                  <a:gd name="T16" fmla="*/ 639 w 813"/>
                  <a:gd name="T17" fmla="*/ 167 h 270"/>
                  <a:gd name="T18" fmla="*/ 741 w 813"/>
                  <a:gd name="T19" fmla="*/ 190 h 270"/>
                  <a:gd name="T20" fmla="*/ 812 w 813"/>
                  <a:gd name="T21" fmla="*/ 214 h 270"/>
                  <a:gd name="T22" fmla="*/ 882 w 813"/>
                  <a:gd name="T23" fmla="*/ 252 h 270"/>
                  <a:gd name="T24" fmla="*/ 899 w 813"/>
                  <a:gd name="T25" fmla="*/ 249 h 270"/>
                  <a:gd name="T26" fmla="*/ 921 w 813"/>
                  <a:gd name="T27" fmla="*/ 267 h 270"/>
                  <a:gd name="T28" fmla="*/ 913 w 813"/>
                  <a:gd name="T29" fmla="*/ 267 h 27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13" h="270">
                    <a:moveTo>
                      <a:pt x="0" y="9"/>
                    </a:moveTo>
                    <a:cubicBezTo>
                      <a:pt x="12" y="12"/>
                      <a:pt x="32" y="0"/>
                      <a:pt x="43" y="6"/>
                    </a:cubicBezTo>
                    <a:cubicBezTo>
                      <a:pt x="58" y="13"/>
                      <a:pt x="68" y="34"/>
                      <a:pt x="84" y="36"/>
                    </a:cubicBezTo>
                    <a:cubicBezTo>
                      <a:pt x="107" y="39"/>
                      <a:pt x="130" y="42"/>
                      <a:pt x="154" y="44"/>
                    </a:cubicBezTo>
                    <a:cubicBezTo>
                      <a:pt x="162" y="47"/>
                      <a:pt x="192" y="54"/>
                      <a:pt x="202" y="60"/>
                    </a:cubicBezTo>
                    <a:cubicBezTo>
                      <a:pt x="222" y="70"/>
                      <a:pt x="221" y="80"/>
                      <a:pt x="244" y="83"/>
                    </a:cubicBezTo>
                    <a:cubicBezTo>
                      <a:pt x="278" y="87"/>
                      <a:pt x="313" y="88"/>
                      <a:pt x="348" y="90"/>
                    </a:cubicBezTo>
                    <a:cubicBezTo>
                      <a:pt x="405" y="111"/>
                      <a:pt x="463" y="126"/>
                      <a:pt x="521" y="144"/>
                    </a:cubicBezTo>
                    <a:cubicBezTo>
                      <a:pt x="574" y="161"/>
                      <a:pt x="508" y="140"/>
                      <a:pt x="563" y="167"/>
                    </a:cubicBezTo>
                    <a:cubicBezTo>
                      <a:pt x="599" y="185"/>
                      <a:pt x="613" y="184"/>
                      <a:pt x="653" y="190"/>
                    </a:cubicBezTo>
                    <a:cubicBezTo>
                      <a:pt x="673" y="198"/>
                      <a:pt x="697" y="200"/>
                      <a:pt x="715" y="214"/>
                    </a:cubicBezTo>
                    <a:cubicBezTo>
                      <a:pt x="763" y="249"/>
                      <a:pt x="741" y="239"/>
                      <a:pt x="777" y="252"/>
                    </a:cubicBezTo>
                    <a:cubicBezTo>
                      <a:pt x="784" y="249"/>
                      <a:pt x="785" y="246"/>
                      <a:pt x="792" y="249"/>
                    </a:cubicBezTo>
                    <a:cubicBezTo>
                      <a:pt x="800" y="253"/>
                      <a:pt x="809" y="259"/>
                      <a:pt x="812" y="267"/>
                    </a:cubicBezTo>
                    <a:cubicBezTo>
                      <a:pt x="813" y="270"/>
                      <a:pt x="807" y="267"/>
                      <a:pt x="805" y="267"/>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92" name="Freeform 38">
                <a:extLst>
                  <a:ext uri="{FF2B5EF4-FFF2-40B4-BE49-F238E27FC236}">
                    <a16:creationId xmlns:a16="http://schemas.microsoft.com/office/drawing/2014/main" id="{97829AE7-FB35-7108-799E-60845CF96E0A}"/>
                  </a:ext>
                </a:extLst>
              </p:cNvPr>
              <p:cNvSpPr>
                <a:spLocks noChangeArrowheads="1"/>
              </p:cNvSpPr>
              <p:nvPr/>
            </p:nvSpPr>
            <p:spPr bwMode="auto">
              <a:xfrm>
                <a:off x="2789" y="1888"/>
                <a:ext cx="971" cy="578"/>
              </a:xfrm>
              <a:custGeom>
                <a:avLst/>
                <a:gdLst>
                  <a:gd name="T0" fmla="*/ 971 w 971"/>
                  <a:gd name="T1" fmla="*/ 0 h 578"/>
                  <a:gd name="T2" fmla="*/ 423 w 971"/>
                  <a:gd name="T3" fmla="*/ 201 h 578"/>
                  <a:gd name="T4" fmla="*/ 0 w 971"/>
                  <a:gd name="T5" fmla="*/ 578 h 578"/>
                  <a:gd name="T6" fmla="*/ 0 60000 65536"/>
                  <a:gd name="T7" fmla="*/ 0 60000 65536"/>
                  <a:gd name="T8" fmla="*/ 0 60000 65536"/>
                </a:gdLst>
                <a:ahLst/>
                <a:cxnLst>
                  <a:cxn ang="T6">
                    <a:pos x="T0" y="T1"/>
                  </a:cxn>
                  <a:cxn ang="T7">
                    <a:pos x="T2" y="T3"/>
                  </a:cxn>
                  <a:cxn ang="T8">
                    <a:pos x="T4" y="T5"/>
                  </a:cxn>
                </a:cxnLst>
                <a:rect l="0" t="0" r="r" b="b"/>
                <a:pathLst>
                  <a:path w="971" h="578">
                    <a:moveTo>
                      <a:pt x="971" y="0"/>
                    </a:moveTo>
                    <a:cubicBezTo>
                      <a:pt x="880" y="33"/>
                      <a:pt x="585" y="105"/>
                      <a:pt x="423" y="201"/>
                    </a:cubicBezTo>
                    <a:cubicBezTo>
                      <a:pt x="261" y="297"/>
                      <a:pt x="88" y="500"/>
                      <a:pt x="0" y="578"/>
                    </a:cubicBezTo>
                  </a:path>
                </a:pathLst>
              </a:custGeom>
              <a:noFill/>
              <a:ln w="22225">
                <a:solidFill>
                  <a:srgbClr val="FF0000"/>
                </a:solidFill>
                <a:round/>
                <a:headEnd type="stealth" w="sm" len="lg"/>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1543" name="Group 39">
              <a:extLst>
                <a:ext uri="{FF2B5EF4-FFF2-40B4-BE49-F238E27FC236}">
                  <a16:creationId xmlns:a16="http://schemas.microsoft.com/office/drawing/2014/main" id="{CC10D5D5-CF6E-BF32-DA94-73A8040304EA}"/>
                </a:ext>
              </a:extLst>
            </p:cNvPr>
            <p:cNvGrpSpPr>
              <a:grpSpLocks/>
            </p:cNvGrpSpPr>
            <p:nvPr/>
          </p:nvGrpSpPr>
          <p:grpSpPr bwMode="auto">
            <a:xfrm>
              <a:off x="292" y="2432"/>
              <a:ext cx="1544" cy="836"/>
              <a:chOff x="338" y="1888"/>
              <a:chExt cx="1544" cy="836"/>
            </a:xfrm>
          </p:grpSpPr>
          <p:sp>
            <p:nvSpPr>
              <p:cNvPr id="21551" name="Oval 40">
                <a:extLst>
                  <a:ext uri="{FF2B5EF4-FFF2-40B4-BE49-F238E27FC236}">
                    <a16:creationId xmlns:a16="http://schemas.microsoft.com/office/drawing/2014/main" id="{34AD6ADD-7DC5-14AA-5309-2F138A9CDCC3}"/>
                  </a:ext>
                </a:extLst>
              </p:cNvPr>
              <p:cNvSpPr>
                <a:spLocks noChangeAspect="1" noChangeArrowheads="1"/>
              </p:cNvSpPr>
              <p:nvPr/>
            </p:nvSpPr>
            <p:spPr bwMode="auto">
              <a:xfrm rot="-774918">
                <a:off x="358" y="2205"/>
                <a:ext cx="155" cy="453"/>
              </a:xfrm>
              <a:prstGeom prst="ellipse">
                <a:avLst/>
              </a:prstGeom>
              <a:gradFill rotWithShape="1">
                <a:gsLst>
                  <a:gs pos="0">
                    <a:srgbClr val="353535"/>
                  </a:gs>
                  <a:gs pos="100000">
                    <a:srgbClr val="999999"/>
                  </a:gs>
                </a:gsLst>
                <a:lin ang="18900000" scaled="1"/>
              </a:gradFill>
              <a:ln w="22225">
                <a:solidFill>
                  <a:srgbClr val="000000"/>
                </a:solidFill>
                <a:round/>
                <a:headEnd/>
                <a:tailEnd/>
              </a:ln>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1552" name="Freeform 41">
                <a:extLst>
                  <a:ext uri="{FF2B5EF4-FFF2-40B4-BE49-F238E27FC236}">
                    <a16:creationId xmlns:a16="http://schemas.microsoft.com/office/drawing/2014/main" id="{EE59FBE7-9A87-DAE7-11A7-A75EF369C13C}"/>
                  </a:ext>
                </a:extLst>
              </p:cNvPr>
              <p:cNvSpPr>
                <a:spLocks noChangeArrowheads="1"/>
              </p:cNvSpPr>
              <p:nvPr/>
            </p:nvSpPr>
            <p:spPr bwMode="auto">
              <a:xfrm>
                <a:off x="393" y="1902"/>
                <a:ext cx="1245" cy="822"/>
              </a:xfrm>
              <a:custGeom>
                <a:avLst/>
                <a:gdLst>
                  <a:gd name="T0" fmla="*/ 109 w 1179"/>
                  <a:gd name="T1" fmla="*/ 877 h 704"/>
                  <a:gd name="T2" fmla="*/ 0 w 1179"/>
                  <a:gd name="T3" fmla="*/ 341 h 704"/>
                  <a:gd name="T4" fmla="*/ 367 w 1179"/>
                  <a:gd name="T5" fmla="*/ 98 h 704"/>
                  <a:gd name="T6" fmla="*/ 636 w 1179"/>
                  <a:gd name="T7" fmla="*/ 0 h 704"/>
                  <a:gd name="T8" fmla="*/ 1063 w 1179"/>
                  <a:gd name="T9" fmla="*/ 11 h 704"/>
                  <a:gd name="T10" fmla="*/ 1315 w 1179"/>
                  <a:gd name="T11" fmla="*/ 95 h 704"/>
                  <a:gd name="T12" fmla="*/ 1163 w 1179"/>
                  <a:gd name="T13" fmla="*/ 960 h 704"/>
                  <a:gd name="T14" fmla="*/ 939 w 1179"/>
                  <a:gd name="T15" fmla="*/ 786 h 704"/>
                  <a:gd name="T16" fmla="*/ 600 w 1179"/>
                  <a:gd name="T17" fmla="*/ 709 h 704"/>
                  <a:gd name="T18" fmla="*/ 333 w 1179"/>
                  <a:gd name="T19" fmla="*/ 753 h 704"/>
                  <a:gd name="T20" fmla="*/ 118 w 1179"/>
                  <a:gd name="T21" fmla="*/ 872 h 7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179" h="704">
                    <a:moveTo>
                      <a:pt x="98" y="643"/>
                    </a:moveTo>
                    <a:lnTo>
                      <a:pt x="0" y="250"/>
                    </a:lnTo>
                    <a:lnTo>
                      <a:pt x="330" y="72"/>
                    </a:lnTo>
                    <a:lnTo>
                      <a:pt x="570" y="0"/>
                    </a:lnTo>
                    <a:lnTo>
                      <a:pt x="954" y="8"/>
                    </a:lnTo>
                    <a:lnTo>
                      <a:pt x="1179" y="69"/>
                    </a:lnTo>
                    <a:lnTo>
                      <a:pt x="1043" y="704"/>
                    </a:lnTo>
                    <a:lnTo>
                      <a:pt x="842" y="576"/>
                    </a:lnTo>
                    <a:lnTo>
                      <a:pt x="538" y="520"/>
                    </a:lnTo>
                    <a:lnTo>
                      <a:pt x="298" y="552"/>
                    </a:lnTo>
                    <a:lnTo>
                      <a:pt x="106" y="640"/>
                    </a:lnTo>
                  </a:path>
                </a:pathLst>
              </a:custGeom>
              <a:gradFill rotWithShape="1">
                <a:gsLst>
                  <a:gs pos="0">
                    <a:srgbClr val="C0C0C0"/>
                  </a:gs>
                  <a:gs pos="100000">
                    <a:srgbClr val="595959"/>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553" name="Freeform 42">
                <a:extLst>
                  <a:ext uri="{FF2B5EF4-FFF2-40B4-BE49-F238E27FC236}">
                    <a16:creationId xmlns:a16="http://schemas.microsoft.com/office/drawing/2014/main" id="{03816CA3-1ED7-E940-299E-F7FAAD783FD4}"/>
                  </a:ext>
                </a:extLst>
              </p:cNvPr>
              <p:cNvSpPr>
                <a:spLocks noChangeAspect="1" noChangeArrowheads="1"/>
              </p:cNvSpPr>
              <p:nvPr/>
            </p:nvSpPr>
            <p:spPr bwMode="auto">
              <a:xfrm>
                <a:off x="385" y="1888"/>
                <a:ext cx="1256" cy="320"/>
              </a:xfrm>
              <a:custGeom>
                <a:avLst/>
                <a:gdLst>
                  <a:gd name="T0" fmla="*/ 0 w 1217"/>
                  <a:gd name="T1" fmla="*/ 352 h 291"/>
                  <a:gd name="T2" fmla="*/ 213 w 1217"/>
                  <a:gd name="T3" fmla="*/ 199 h 291"/>
                  <a:gd name="T4" fmla="*/ 459 w 1217"/>
                  <a:gd name="T5" fmla="*/ 65 h 291"/>
                  <a:gd name="T6" fmla="*/ 760 w 1217"/>
                  <a:gd name="T7" fmla="*/ 8 h 291"/>
                  <a:gd name="T8" fmla="*/ 1052 w 1217"/>
                  <a:gd name="T9" fmla="*/ 21 h 291"/>
                  <a:gd name="T10" fmla="*/ 1296 w 1217"/>
                  <a:gd name="T11" fmla="*/ 112 h 29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17" h="291">
                    <a:moveTo>
                      <a:pt x="0" y="291"/>
                    </a:moveTo>
                    <a:cubicBezTo>
                      <a:pt x="33" y="272"/>
                      <a:pt x="128" y="204"/>
                      <a:pt x="200" y="165"/>
                    </a:cubicBezTo>
                    <a:cubicBezTo>
                      <a:pt x="272" y="126"/>
                      <a:pt x="344" y="80"/>
                      <a:pt x="431" y="54"/>
                    </a:cubicBezTo>
                    <a:cubicBezTo>
                      <a:pt x="516" y="27"/>
                      <a:pt x="620" y="12"/>
                      <a:pt x="713" y="6"/>
                    </a:cubicBezTo>
                    <a:cubicBezTo>
                      <a:pt x="806" y="0"/>
                      <a:pt x="903" y="3"/>
                      <a:pt x="987" y="17"/>
                    </a:cubicBezTo>
                    <a:cubicBezTo>
                      <a:pt x="1071" y="31"/>
                      <a:pt x="1169" y="77"/>
                      <a:pt x="1217" y="93"/>
                    </a:cubicBezTo>
                  </a:path>
                </a:pathLst>
              </a:custGeom>
              <a:solidFill>
                <a:srgbClr val="C0C0C0"/>
              </a:solidFill>
              <a:ln w="22225">
                <a:solidFill>
                  <a:srgbClr val="000000"/>
                </a:solidFill>
                <a:round/>
                <a:headEnd/>
                <a:tailEnd/>
              </a:ln>
            </p:spPr>
            <p:txBody>
              <a:bodyPr/>
              <a:lstStyle/>
              <a:p>
                <a:endParaRPr lang="zh-CN" altLang="en-US"/>
              </a:p>
            </p:txBody>
          </p:sp>
          <p:sp>
            <p:nvSpPr>
              <p:cNvPr id="21554" name="Freeform 43">
                <a:extLst>
                  <a:ext uri="{FF2B5EF4-FFF2-40B4-BE49-F238E27FC236}">
                    <a16:creationId xmlns:a16="http://schemas.microsoft.com/office/drawing/2014/main" id="{51032605-E514-79CA-F601-9A51490CF4F0}"/>
                  </a:ext>
                </a:extLst>
              </p:cNvPr>
              <p:cNvSpPr>
                <a:spLocks noChangeAspect="1" noChangeArrowheads="1"/>
              </p:cNvSpPr>
              <p:nvPr/>
            </p:nvSpPr>
            <p:spPr bwMode="auto">
              <a:xfrm>
                <a:off x="503" y="2503"/>
                <a:ext cx="985" cy="201"/>
              </a:xfrm>
              <a:custGeom>
                <a:avLst/>
                <a:gdLst>
                  <a:gd name="T0" fmla="*/ 0 w 985"/>
                  <a:gd name="T1" fmla="*/ 139 h 201"/>
                  <a:gd name="T2" fmla="*/ 82 w 985"/>
                  <a:gd name="T3" fmla="*/ 84 h 201"/>
                  <a:gd name="T4" fmla="*/ 302 w 985"/>
                  <a:gd name="T5" fmla="*/ 30 h 201"/>
                  <a:gd name="T6" fmla="*/ 539 w 985"/>
                  <a:gd name="T7" fmla="*/ 11 h 201"/>
                  <a:gd name="T8" fmla="*/ 823 w 985"/>
                  <a:gd name="T9" fmla="*/ 94 h 201"/>
                  <a:gd name="T10" fmla="*/ 985 w 985"/>
                  <a:gd name="T11" fmla="*/ 201 h 2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85" h="201">
                    <a:moveTo>
                      <a:pt x="0" y="139"/>
                    </a:moveTo>
                    <a:cubicBezTo>
                      <a:pt x="14" y="128"/>
                      <a:pt x="32" y="102"/>
                      <a:pt x="82" y="84"/>
                    </a:cubicBezTo>
                    <a:cubicBezTo>
                      <a:pt x="132" y="66"/>
                      <a:pt x="226" y="42"/>
                      <a:pt x="302" y="30"/>
                    </a:cubicBezTo>
                    <a:cubicBezTo>
                      <a:pt x="378" y="18"/>
                      <a:pt x="452" y="0"/>
                      <a:pt x="539" y="11"/>
                    </a:cubicBezTo>
                    <a:cubicBezTo>
                      <a:pt x="626" y="22"/>
                      <a:pt x="749" y="62"/>
                      <a:pt x="823" y="94"/>
                    </a:cubicBezTo>
                    <a:cubicBezTo>
                      <a:pt x="897" y="126"/>
                      <a:pt x="951" y="179"/>
                      <a:pt x="985" y="201"/>
                    </a:cubicBezTo>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55" name="Freeform 44">
                <a:extLst>
                  <a:ext uri="{FF2B5EF4-FFF2-40B4-BE49-F238E27FC236}">
                    <a16:creationId xmlns:a16="http://schemas.microsoft.com/office/drawing/2014/main" id="{13614CC6-92EB-D880-4B00-8C416EA7C11C}"/>
                  </a:ext>
                </a:extLst>
              </p:cNvPr>
              <p:cNvSpPr>
                <a:spLocks noChangeAspect="1" noChangeArrowheads="1"/>
              </p:cNvSpPr>
              <p:nvPr/>
            </p:nvSpPr>
            <p:spPr bwMode="auto">
              <a:xfrm>
                <a:off x="490" y="2141"/>
                <a:ext cx="176" cy="107"/>
              </a:xfrm>
              <a:custGeom>
                <a:avLst/>
                <a:gdLst>
                  <a:gd name="T0" fmla="*/ 44 w 615"/>
                  <a:gd name="T1" fmla="*/ 0 h 330"/>
                  <a:gd name="T2" fmla="*/ 15 w 615"/>
                  <a:gd name="T3" fmla="*/ 6 h 330"/>
                  <a:gd name="T4" fmla="*/ 7 w 615"/>
                  <a:gd name="T5" fmla="*/ 9 h 330"/>
                  <a:gd name="T6" fmla="*/ 0 w 615"/>
                  <a:gd name="T7" fmla="*/ 16 h 330"/>
                  <a:gd name="T8" fmla="*/ 1 w 615"/>
                  <a:gd name="T9" fmla="*/ 20 h 330"/>
                  <a:gd name="T10" fmla="*/ 9 w 615"/>
                  <a:gd name="T11" fmla="*/ 27 h 330"/>
                  <a:gd name="T12" fmla="*/ 13 w 615"/>
                  <a:gd name="T13" fmla="*/ 35 h 330"/>
                  <a:gd name="T14" fmla="*/ 28 w 615"/>
                  <a:gd name="T15" fmla="*/ 27 h 330"/>
                  <a:gd name="T16" fmla="*/ 35 w 615"/>
                  <a:gd name="T17" fmla="*/ 24 h 330"/>
                  <a:gd name="T18" fmla="*/ 39 w 615"/>
                  <a:gd name="T19" fmla="*/ 22 h 330"/>
                  <a:gd name="T20" fmla="*/ 43 w 615"/>
                  <a:gd name="T21" fmla="*/ 20 h 330"/>
                  <a:gd name="T22" fmla="*/ 50 w 615"/>
                  <a:gd name="T23" fmla="*/ 8 h 330"/>
                  <a:gd name="T24" fmla="*/ 49 w 615"/>
                  <a:gd name="T25" fmla="*/ 3 h 330"/>
                  <a:gd name="T26" fmla="*/ 44 w 615"/>
                  <a:gd name="T27" fmla="*/ 0 h 3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5" h="330">
                    <a:moveTo>
                      <a:pt x="540" y="0"/>
                    </a:moveTo>
                    <a:cubicBezTo>
                      <a:pt x="403" y="34"/>
                      <a:pt x="335" y="48"/>
                      <a:pt x="180" y="60"/>
                    </a:cubicBezTo>
                    <a:cubicBezTo>
                      <a:pt x="150" y="70"/>
                      <a:pt x="120" y="80"/>
                      <a:pt x="90" y="90"/>
                    </a:cubicBezTo>
                    <a:cubicBezTo>
                      <a:pt x="56" y="101"/>
                      <a:pt x="0" y="150"/>
                      <a:pt x="0" y="150"/>
                    </a:cubicBezTo>
                    <a:cubicBezTo>
                      <a:pt x="5" y="165"/>
                      <a:pt x="4" y="184"/>
                      <a:pt x="15" y="195"/>
                    </a:cubicBezTo>
                    <a:cubicBezTo>
                      <a:pt x="40" y="220"/>
                      <a:pt x="105" y="255"/>
                      <a:pt x="105" y="255"/>
                    </a:cubicBezTo>
                    <a:cubicBezTo>
                      <a:pt x="114" y="283"/>
                      <a:pt x="120" y="330"/>
                      <a:pt x="165" y="330"/>
                    </a:cubicBezTo>
                    <a:cubicBezTo>
                      <a:pt x="236" y="330"/>
                      <a:pt x="286" y="281"/>
                      <a:pt x="345" y="255"/>
                    </a:cubicBezTo>
                    <a:cubicBezTo>
                      <a:pt x="374" y="242"/>
                      <a:pt x="405" y="235"/>
                      <a:pt x="435" y="225"/>
                    </a:cubicBezTo>
                    <a:cubicBezTo>
                      <a:pt x="450" y="220"/>
                      <a:pt x="465" y="215"/>
                      <a:pt x="480" y="210"/>
                    </a:cubicBezTo>
                    <a:cubicBezTo>
                      <a:pt x="495" y="205"/>
                      <a:pt x="525" y="195"/>
                      <a:pt x="525" y="195"/>
                    </a:cubicBezTo>
                    <a:cubicBezTo>
                      <a:pt x="565" y="134"/>
                      <a:pt x="592" y="143"/>
                      <a:pt x="615" y="75"/>
                    </a:cubicBezTo>
                    <a:cubicBezTo>
                      <a:pt x="610" y="60"/>
                      <a:pt x="611" y="41"/>
                      <a:pt x="600" y="30"/>
                    </a:cubicBezTo>
                    <a:cubicBezTo>
                      <a:pt x="571" y="1"/>
                      <a:pt x="564" y="24"/>
                      <a:pt x="540" y="0"/>
                    </a:cubicBez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556" name="Freeform 45">
                <a:extLst>
                  <a:ext uri="{FF2B5EF4-FFF2-40B4-BE49-F238E27FC236}">
                    <a16:creationId xmlns:a16="http://schemas.microsoft.com/office/drawing/2014/main" id="{D8FDA0AC-87A4-0980-3451-D350B4DB0704}"/>
                  </a:ext>
                </a:extLst>
              </p:cNvPr>
              <p:cNvSpPr>
                <a:spLocks noChangeAspect="1" noChangeArrowheads="1"/>
              </p:cNvSpPr>
              <p:nvPr/>
            </p:nvSpPr>
            <p:spPr bwMode="auto">
              <a:xfrm>
                <a:off x="1486" y="2523"/>
                <a:ext cx="137" cy="77"/>
              </a:xfrm>
              <a:custGeom>
                <a:avLst/>
                <a:gdLst>
                  <a:gd name="T0" fmla="*/ 0 w 480"/>
                  <a:gd name="T1" fmla="*/ 0 h 240"/>
                  <a:gd name="T2" fmla="*/ 11 w 480"/>
                  <a:gd name="T3" fmla="*/ 6 h 240"/>
                  <a:gd name="T4" fmla="*/ 22 w 480"/>
                  <a:gd name="T5" fmla="*/ 14 h 240"/>
                  <a:gd name="T6" fmla="*/ 39 w 480"/>
                  <a:gd name="T7" fmla="*/ 25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0" h="240">
                    <a:moveTo>
                      <a:pt x="0" y="0"/>
                    </a:moveTo>
                    <a:cubicBezTo>
                      <a:pt x="71" y="48"/>
                      <a:pt x="28" y="24"/>
                      <a:pt x="135" y="60"/>
                    </a:cubicBezTo>
                    <a:cubicBezTo>
                      <a:pt x="168" y="71"/>
                      <a:pt x="236" y="120"/>
                      <a:pt x="270" y="135"/>
                    </a:cubicBezTo>
                    <a:cubicBezTo>
                      <a:pt x="358" y="174"/>
                      <a:pt x="411" y="171"/>
                      <a:pt x="480" y="240"/>
                    </a:cubicBez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57" name="Freeform 46">
                <a:extLst>
                  <a:ext uri="{FF2B5EF4-FFF2-40B4-BE49-F238E27FC236}">
                    <a16:creationId xmlns:a16="http://schemas.microsoft.com/office/drawing/2014/main" id="{0CFFA520-4EE1-5FD1-0D08-5D371DE72F5D}"/>
                  </a:ext>
                </a:extLst>
              </p:cNvPr>
              <p:cNvSpPr>
                <a:spLocks noChangeArrowheads="1"/>
              </p:cNvSpPr>
              <p:nvPr/>
            </p:nvSpPr>
            <p:spPr bwMode="auto">
              <a:xfrm>
                <a:off x="338" y="1980"/>
                <a:ext cx="1264" cy="358"/>
              </a:xfrm>
              <a:custGeom>
                <a:avLst/>
                <a:gdLst>
                  <a:gd name="T0" fmla="*/ 0 w 1225"/>
                  <a:gd name="T1" fmla="*/ 394 h 325"/>
                  <a:gd name="T2" fmla="*/ 434 w 1225"/>
                  <a:gd name="T3" fmla="*/ 120 h 325"/>
                  <a:gd name="T4" fmla="*/ 870 w 1225"/>
                  <a:gd name="T5" fmla="*/ 10 h 325"/>
                  <a:gd name="T6" fmla="*/ 1160 w 1225"/>
                  <a:gd name="T7" fmla="*/ 64 h 325"/>
                  <a:gd name="T8" fmla="*/ 1304 w 1225"/>
                  <a:gd name="T9" fmla="*/ 120 h 3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25" h="325">
                    <a:moveTo>
                      <a:pt x="0" y="325"/>
                    </a:moveTo>
                    <a:cubicBezTo>
                      <a:pt x="136" y="238"/>
                      <a:pt x="272" y="152"/>
                      <a:pt x="408" y="99"/>
                    </a:cubicBezTo>
                    <a:cubicBezTo>
                      <a:pt x="544" y="46"/>
                      <a:pt x="704" y="16"/>
                      <a:pt x="817" y="8"/>
                    </a:cubicBezTo>
                    <a:cubicBezTo>
                      <a:pt x="930" y="0"/>
                      <a:pt x="1021" y="38"/>
                      <a:pt x="1089" y="53"/>
                    </a:cubicBezTo>
                    <a:cubicBezTo>
                      <a:pt x="1157" y="68"/>
                      <a:pt x="1191" y="83"/>
                      <a:pt x="1225" y="99"/>
                    </a:cubicBezTo>
                  </a:path>
                </a:pathLst>
              </a:custGeom>
              <a:noFill/>
              <a:ln w="25400">
                <a:solidFill>
                  <a:srgbClr val="FF0000"/>
                </a:solidFill>
                <a:prstDash val="lg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58" name="Freeform 47">
                <a:extLst>
                  <a:ext uri="{FF2B5EF4-FFF2-40B4-BE49-F238E27FC236}">
                    <a16:creationId xmlns:a16="http://schemas.microsoft.com/office/drawing/2014/main" id="{88E5B4AA-3811-26AB-0477-07D4A956CA1E}"/>
                  </a:ext>
                </a:extLst>
              </p:cNvPr>
              <p:cNvSpPr>
                <a:spLocks noChangeArrowheads="1"/>
              </p:cNvSpPr>
              <p:nvPr/>
            </p:nvSpPr>
            <p:spPr bwMode="auto">
              <a:xfrm>
                <a:off x="338" y="2106"/>
                <a:ext cx="1263" cy="323"/>
              </a:xfrm>
              <a:custGeom>
                <a:avLst/>
                <a:gdLst>
                  <a:gd name="T0" fmla="*/ 0 w 1224"/>
                  <a:gd name="T1" fmla="*/ 356 h 293"/>
                  <a:gd name="T2" fmla="*/ 447 w 1224"/>
                  <a:gd name="T3" fmla="*/ 91 h 293"/>
                  <a:gd name="T4" fmla="*/ 709 w 1224"/>
                  <a:gd name="T5" fmla="*/ 13 h 293"/>
                  <a:gd name="T6" fmla="*/ 884 w 1224"/>
                  <a:gd name="T7" fmla="*/ 13 h 293"/>
                  <a:gd name="T8" fmla="*/ 1138 w 1224"/>
                  <a:gd name="T9" fmla="*/ 69 h 293"/>
                  <a:gd name="T10" fmla="*/ 1303 w 1224"/>
                  <a:gd name="T11" fmla="*/ 169 h 29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24" h="293">
                    <a:moveTo>
                      <a:pt x="0" y="293"/>
                    </a:moveTo>
                    <a:cubicBezTo>
                      <a:pt x="70" y="257"/>
                      <a:pt x="309" y="122"/>
                      <a:pt x="420" y="75"/>
                    </a:cubicBezTo>
                    <a:cubicBezTo>
                      <a:pt x="531" y="28"/>
                      <a:pt x="598" y="22"/>
                      <a:pt x="666" y="11"/>
                    </a:cubicBezTo>
                    <a:cubicBezTo>
                      <a:pt x="734" y="0"/>
                      <a:pt x="764" y="3"/>
                      <a:pt x="831" y="11"/>
                    </a:cubicBezTo>
                    <a:cubicBezTo>
                      <a:pt x="898" y="19"/>
                      <a:pt x="1003" y="36"/>
                      <a:pt x="1069" y="57"/>
                    </a:cubicBezTo>
                    <a:cubicBezTo>
                      <a:pt x="1135" y="78"/>
                      <a:pt x="1192" y="122"/>
                      <a:pt x="1224" y="139"/>
                    </a:cubicBezTo>
                  </a:path>
                </a:pathLst>
              </a:custGeom>
              <a:noFill/>
              <a:ln w="25400">
                <a:solidFill>
                  <a:srgbClr val="FF0000"/>
                </a:solidFill>
                <a:prstDash val="lg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59" name="Freeform 48">
                <a:extLst>
                  <a:ext uri="{FF2B5EF4-FFF2-40B4-BE49-F238E27FC236}">
                    <a16:creationId xmlns:a16="http://schemas.microsoft.com/office/drawing/2014/main" id="{7F5A76E7-88EC-6316-EA01-5B4FFADC2209}"/>
                  </a:ext>
                </a:extLst>
              </p:cNvPr>
              <p:cNvSpPr>
                <a:spLocks noChangeArrowheads="1"/>
              </p:cNvSpPr>
              <p:nvPr/>
            </p:nvSpPr>
            <p:spPr bwMode="auto">
              <a:xfrm>
                <a:off x="374" y="2225"/>
                <a:ext cx="1235" cy="310"/>
              </a:xfrm>
              <a:custGeom>
                <a:avLst/>
                <a:gdLst>
                  <a:gd name="T0" fmla="*/ 0 w 1197"/>
                  <a:gd name="T1" fmla="*/ 341 h 282"/>
                  <a:gd name="T2" fmla="*/ 447 w 1197"/>
                  <a:gd name="T3" fmla="*/ 77 h 282"/>
                  <a:gd name="T4" fmla="*/ 719 w 1197"/>
                  <a:gd name="T5" fmla="*/ 5 h 282"/>
                  <a:gd name="T6" fmla="*/ 963 w 1197"/>
                  <a:gd name="T7" fmla="*/ 40 h 282"/>
                  <a:gd name="T8" fmla="*/ 1108 w 1197"/>
                  <a:gd name="T9" fmla="*/ 84 h 282"/>
                  <a:gd name="T10" fmla="*/ 1274 w 1197"/>
                  <a:gd name="T11" fmla="*/ 217 h 2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7" h="282">
                    <a:moveTo>
                      <a:pt x="0" y="282"/>
                    </a:moveTo>
                    <a:cubicBezTo>
                      <a:pt x="70" y="246"/>
                      <a:pt x="307" y="110"/>
                      <a:pt x="420" y="64"/>
                    </a:cubicBezTo>
                    <a:cubicBezTo>
                      <a:pt x="533" y="18"/>
                      <a:pt x="595" y="10"/>
                      <a:pt x="676" y="5"/>
                    </a:cubicBezTo>
                    <a:cubicBezTo>
                      <a:pt x="757" y="0"/>
                      <a:pt x="843" y="22"/>
                      <a:pt x="904" y="33"/>
                    </a:cubicBezTo>
                    <a:cubicBezTo>
                      <a:pt x="965" y="44"/>
                      <a:pt x="992" y="45"/>
                      <a:pt x="1041" y="69"/>
                    </a:cubicBezTo>
                    <a:cubicBezTo>
                      <a:pt x="1090" y="93"/>
                      <a:pt x="1165" y="156"/>
                      <a:pt x="1197" y="179"/>
                    </a:cubicBezTo>
                  </a:path>
                </a:pathLst>
              </a:custGeom>
              <a:noFill/>
              <a:ln w="25400">
                <a:solidFill>
                  <a:srgbClr val="FF0000"/>
                </a:solidFill>
                <a:prstDash val="lg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60" name="Freeform 49">
                <a:extLst>
                  <a:ext uri="{FF2B5EF4-FFF2-40B4-BE49-F238E27FC236}">
                    <a16:creationId xmlns:a16="http://schemas.microsoft.com/office/drawing/2014/main" id="{7A00D817-45E1-50A0-B736-2EFE0B9E896A}"/>
                  </a:ext>
                </a:extLst>
              </p:cNvPr>
              <p:cNvSpPr>
                <a:spLocks noChangeArrowheads="1"/>
              </p:cNvSpPr>
              <p:nvPr/>
            </p:nvSpPr>
            <p:spPr bwMode="auto">
              <a:xfrm rot="180000">
                <a:off x="426" y="2390"/>
                <a:ext cx="1123" cy="259"/>
              </a:xfrm>
              <a:custGeom>
                <a:avLst/>
                <a:gdLst>
                  <a:gd name="T0" fmla="*/ 0 w 1197"/>
                  <a:gd name="T1" fmla="*/ 238 h 282"/>
                  <a:gd name="T2" fmla="*/ 370 w 1197"/>
                  <a:gd name="T3" fmla="*/ 54 h 282"/>
                  <a:gd name="T4" fmla="*/ 595 w 1197"/>
                  <a:gd name="T5" fmla="*/ 5 h 282"/>
                  <a:gd name="T6" fmla="*/ 796 w 1197"/>
                  <a:gd name="T7" fmla="*/ 28 h 282"/>
                  <a:gd name="T8" fmla="*/ 917 w 1197"/>
                  <a:gd name="T9" fmla="*/ 58 h 282"/>
                  <a:gd name="T10" fmla="*/ 1054 w 1197"/>
                  <a:gd name="T11" fmla="*/ 151 h 2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7" h="282">
                    <a:moveTo>
                      <a:pt x="0" y="282"/>
                    </a:moveTo>
                    <a:cubicBezTo>
                      <a:pt x="70" y="246"/>
                      <a:pt x="307" y="110"/>
                      <a:pt x="420" y="64"/>
                    </a:cubicBezTo>
                    <a:cubicBezTo>
                      <a:pt x="533" y="18"/>
                      <a:pt x="595" y="10"/>
                      <a:pt x="676" y="5"/>
                    </a:cubicBezTo>
                    <a:cubicBezTo>
                      <a:pt x="757" y="0"/>
                      <a:pt x="843" y="22"/>
                      <a:pt x="904" y="33"/>
                    </a:cubicBezTo>
                    <a:cubicBezTo>
                      <a:pt x="965" y="44"/>
                      <a:pt x="992" y="45"/>
                      <a:pt x="1041" y="69"/>
                    </a:cubicBezTo>
                    <a:cubicBezTo>
                      <a:pt x="1090" y="93"/>
                      <a:pt x="1165" y="156"/>
                      <a:pt x="1197" y="179"/>
                    </a:cubicBezTo>
                  </a:path>
                </a:pathLst>
              </a:custGeom>
              <a:noFill/>
              <a:ln w="25400">
                <a:solidFill>
                  <a:srgbClr val="FF0000"/>
                </a:solidFill>
                <a:prstDash val="lg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21561" name="Object 50">
                <a:extLst>
                  <a:ext uri="{FF2B5EF4-FFF2-40B4-BE49-F238E27FC236}">
                    <a16:creationId xmlns:a16="http://schemas.microsoft.com/office/drawing/2014/main" id="{E218F53A-7292-B14E-9E94-0EB9EF681B55}"/>
                  </a:ext>
                </a:extLst>
              </p:cNvPr>
              <p:cNvGraphicFramePr>
                <a:graphicFrameLocks noChangeAspect="1"/>
              </p:cNvGraphicFramePr>
              <p:nvPr>
                <p:extLst>
                  <p:ext uri="{D42A27DB-BD31-4B8C-83A1-F6EECF244321}">
                    <p14:modId xmlns:p14="http://schemas.microsoft.com/office/powerpoint/2010/main" val="904761978"/>
                  </p:ext>
                </p:extLst>
              </p:nvPr>
            </p:nvGraphicFramePr>
            <p:xfrm>
              <a:off x="1188" y="2093"/>
              <a:ext cx="177" cy="275"/>
            </p:xfrm>
            <a:graphic>
              <a:graphicData uri="http://schemas.openxmlformats.org/presentationml/2006/ole">
                <mc:AlternateContent xmlns:mc="http://schemas.openxmlformats.org/markup-compatibility/2006">
                  <mc:Choice xmlns:v="urn:schemas-microsoft-com:vml" Requires="v">
                    <p:oleObj r:id="rId4" imgW="50765" imgH="120535" progId="Equation.DSMT4">
                      <p:embed/>
                    </p:oleObj>
                  </mc:Choice>
                  <mc:Fallback>
                    <p:oleObj r:id="rId4" imgW="50765" imgH="120535" progId="Equation.DSMT4">
                      <p:embed/>
                      <p:pic>
                        <p:nvPicPr>
                          <p:cNvPr id="21561" name="Object 50">
                            <a:extLst>
                              <a:ext uri="{FF2B5EF4-FFF2-40B4-BE49-F238E27FC236}">
                                <a16:creationId xmlns:a16="http://schemas.microsoft.com/office/drawing/2014/main" id="{E218F53A-7292-B14E-9E94-0EB9EF681B5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8" y="2093"/>
                            <a:ext cx="177"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1562" name="Oval 51">
                <a:extLst>
                  <a:ext uri="{FF2B5EF4-FFF2-40B4-BE49-F238E27FC236}">
                    <a16:creationId xmlns:a16="http://schemas.microsoft.com/office/drawing/2014/main" id="{A015196E-F5DF-4B1E-C94E-D465281F5056}"/>
                  </a:ext>
                </a:extLst>
              </p:cNvPr>
              <p:cNvSpPr>
                <a:spLocks noChangeAspect="1" noChangeArrowheads="1"/>
              </p:cNvSpPr>
              <p:nvPr/>
            </p:nvSpPr>
            <p:spPr bwMode="auto">
              <a:xfrm rot="741733">
                <a:off x="1486" y="1994"/>
                <a:ext cx="207" cy="730"/>
              </a:xfrm>
              <a:prstGeom prst="ellipse">
                <a:avLst/>
              </a:prstGeom>
              <a:gradFill rotWithShape="1">
                <a:gsLst>
                  <a:gs pos="0">
                    <a:srgbClr val="C0C0C0"/>
                  </a:gs>
                  <a:gs pos="100000">
                    <a:srgbClr val="595959"/>
                  </a:gs>
                </a:gsLst>
                <a:lin ang="5400000" scaled="1"/>
              </a:gradFill>
              <a:ln w="22225">
                <a:solidFill>
                  <a:srgbClr val="000000"/>
                </a:solidFill>
                <a:round/>
                <a:headEnd/>
                <a:tailEnd/>
              </a:ln>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1563" name="Freeform 52">
                <a:extLst>
                  <a:ext uri="{FF2B5EF4-FFF2-40B4-BE49-F238E27FC236}">
                    <a16:creationId xmlns:a16="http://schemas.microsoft.com/office/drawing/2014/main" id="{07FA5447-25D4-1DA2-E486-2F199DFF1EA2}"/>
                  </a:ext>
                </a:extLst>
              </p:cNvPr>
              <p:cNvSpPr>
                <a:spLocks noChangeArrowheads="1"/>
              </p:cNvSpPr>
              <p:nvPr/>
            </p:nvSpPr>
            <p:spPr bwMode="auto">
              <a:xfrm>
                <a:off x="1642" y="2110"/>
                <a:ext cx="240" cy="160"/>
              </a:xfrm>
              <a:custGeom>
                <a:avLst/>
                <a:gdLst>
                  <a:gd name="T0" fmla="*/ 0 w 227"/>
                  <a:gd name="T1" fmla="*/ 0 h 136"/>
                  <a:gd name="T2" fmla="*/ 254 w 227"/>
                  <a:gd name="T3" fmla="*/ 188 h 136"/>
                  <a:gd name="T4" fmla="*/ 0 60000 65536"/>
                  <a:gd name="T5" fmla="*/ 0 60000 65536"/>
                </a:gdLst>
                <a:ahLst/>
                <a:cxnLst>
                  <a:cxn ang="T4">
                    <a:pos x="T0" y="T1"/>
                  </a:cxn>
                  <a:cxn ang="T5">
                    <a:pos x="T2" y="T3"/>
                  </a:cxn>
                </a:cxnLst>
                <a:rect l="0" t="0" r="r" b="b"/>
                <a:pathLst>
                  <a:path w="227" h="136">
                    <a:moveTo>
                      <a:pt x="0" y="0"/>
                    </a:moveTo>
                    <a:cubicBezTo>
                      <a:pt x="94" y="56"/>
                      <a:pt x="189" y="113"/>
                      <a:pt x="227" y="136"/>
                    </a:cubicBezTo>
                  </a:path>
                </a:pathLst>
              </a:custGeom>
              <a:noFill/>
              <a:ln w="25400">
                <a:solidFill>
                  <a:srgbClr val="FF0000"/>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64" name="Freeform 53">
                <a:extLst>
                  <a:ext uri="{FF2B5EF4-FFF2-40B4-BE49-F238E27FC236}">
                    <a16:creationId xmlns:a16="http://schemas.microsoft.com/office/drawing/2014/main" id="{8B3DE970-CEC7-A948-CE5C-083CE4426682}"/>
                  </a:ext>
                </a:extLst>
              </p:cNvPr>
              <p:cNvSpPr>
                <a:spLocks noChangeArrowheads="1"/>
              </p:cNvSpPr>
              <p:nvPr/>
            </p:nvSpPr>
            <p:spPr bwMode="auto">
              <a:xfrm rot="356310">
                <a:off x="1576" y="2255"/>
                <a:ext cx="240" cy="159"/>
              </a:xfrm>
              <a:custGeom>
                <a:avLst/>
                <a:gdLst>
                  <a:gd name="T0" fmla="*/ 0 w 227"/>
                  <a:gd name="T1" fmla="*/ 0 h 136"/>
                  <a:gd name="T2" fmla="*/ 254 w 227"/>
                  <a:gd name="T3" fmla="*/ 186 h 136"/>
                  <a:gd name="T4" fmla="*/ 0 60000 65536"/>
                  <a:gd name="T5" fmla="*/ 0 60000 65536"/>
                </a:gdLst>
                <a:ahLst/>
                <a:cxnLst>
                  <a:cxn ang="T4">
                    <a:pos x="T0" y="T1"/>
                  </a:cxn>
                  <a:cxn ang="T5">
                    <a:pos x="T2" y="T3"/>
                  </a:cxn>
                </a:cxnLst>
                <a:rect l="0" t="0" r="r" b="b"/>
                <a:pathLst>
                  <a:path w="227" h="136">
                    <a:moveTo>
                      <a:pt x="0" y="0"/>
                    </a:moveTo>
                    <a:cubicBezTo>
                      <a:pt x="94" y="56"/>
                      <a:pt x="189" y="113"/>
                      <a:pt x="227" y="136"/>
                    </a:cubicBezTo>
                  </a:path>
                </a:pathLst>
              </a:custGeom>
              <a:noFill/>
              <a:ln w="25400">
                <a:solidFill>
                  <a:srgbClr val="FF0000"/>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65" name="Freeform 54">
                <a:extLst>
                  <a:ext uri="{FF2B5EF4-FFF2-40B4-BE49-F238E27FC236}">
                    <a16:creationId xmlns:a16="http://schemas.microsoft.com/office/drawing/2014/main" id="{BCD724D2-85E7-10C8-5281-166BD997D063}"/>
                  </a:ext>
                </a:extLst>
              </p:cNvPr>
              <p:cNvSpPr>
                <a:spLocks noChangeArrowheads="1"/>
              </p:cNvSpPr>
              <p:nvPr/>
            </p:nvSpPr>
            <p:spPr bwMode="auto">
              <a:xfrm rot="457413">
                <a:off x="1555" y="2404"/>
                <a:ext cx="239" cy="158"/>
              </a:xfrm>
              <a:custGeom>
                <a:avLst/>
                <a:gdLst>
                  <a:gd name="T0" fmla="*/ 0 w 227"/>
                  <a:gd name="T1" fmla="*/ 0 h 136"/>
                  <a:gd name="T2" fmla="*/ 252 w 227"/>
                  <a:gd name="T3" fmla="*/ 184 h 136"/>
                  <a:gd name="T4" fmla="*/ 0 60000 65536"/>
                  <a:gd name="T5" fmla="*/ 0 60000 65536"/>
                </a:gdLst>
                <a:ahLst/>
                <a:cxnLst>
                  <a:cxn ang="T4">
                    <a:pos x="T0" y="T1"/>
                  </a:cxn>
                  <a:cxn ang="T5">
                    <a:pos x="T2" y="T3"/>
                  </a:cxn>
                </a:cxnLst>
                <a:rect l="0" t="0" r="r" b="b"/>
                <a:pathLst>
                  <a:path w="227" h="136">
                    <a:moveTo>
                      <a:pt x="0" y="0"/>
                    </a:moveTo>
                    <a:cubicBezTo>
                      <a:pt x="94" y="56"/>
                      <a:pt x="189" y="113"/>
                      <a:pt x="227" y="136"/>
                    </a:cubicBezTo>
                  </a:path>
                </a:pathLst>
              </a:custGeom>
              <a:noFill/>
              <a:ln w="25400">
                <a:solidFill>
                  <a:srgbClr val="FF0000"/>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66" name="Freeform 55">
                <a:extLst>
                  <a:ext uri="{FF2B5EF4-FFF2-40B4-BE49-F238E27FC236}">
                    <a16:creationId xmlns:a16="http://schemas.microsoft.com/office/drawing/2014/main" id="{15C082D2-FCBF-F32D-D9F6-8324E42962B0}"/>
                  </a:ext>
                </a:extLst>
              </p:cNvPr>
              <p:cNvSpPr>
                <a:spLocks noChangeArrowheads="1"/>
              </p:cNvSpPr>
              <p:nvPr/>
            </p:nvSpPr>
            <p:spPr bwMode="auto">
              <a:xfrm rot="660000">
                <a:off x="1489" y="2563"/>
                <a:ext cx="239" cy="159"/>
              </a:xfrm>
              <a:custGeom>
                <a:avLst/>
                <a:gdLst>
                  <a:gd name="T0" fmla="*/ 0 w 227"/>
                  <a:gd name="T1" fmla="*/ 0 h 136"/>
                  <a:gd name="T2" fmla="*/ 252 w 227"/>
                  <a:gd name="T3" fmla="*/ 186 h 136"/>
                  <a:gd name="T4" fmla="*/ 0 60000 65536"/>
                  <a:gd name="T5" fmla="*/ 0 60000 65536"/>
                </a:gdLst>
                <a:ahLst/>
                <a:cxnLst>
                  <a:cxn ang="T4">
                    <a:pos x="T0" y="T1"/>
                  </a:cxn>
                  <a:cxn ang="T5">
                    <a:pos x="T2" y="T3"/>
                  </a:cxn>
                </a:cxnLst>
                <a:rect l="0" t="0" r="r" b="b"/>
                <a:pathLst>
                  <a:path w="227" h="136">
                    <a:moveTo>
                      <a:pt x="0" y="0"/>
                    </a:moveTo>
                    <a:cubicBezTo>
                      <a:pt x="94" y="56"/>
                      <a:pt x="189" y="113"/>
                      <a:pt x="227" y="136"/>
                    </a:cubicBezTo>
                  </a:path>
                </a:pathLst>
              </a:custGeom>
              <a:noFill/>
              <a:ln w="25400">
                <a:solidFill>
                  <a:srgbClr val="FF0000"/>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aphicFrame>
          <p:nvGraphicFramePr>
            <p:cNvPr id="21544" name="Object 56">
              <a:extLst>
                <a:ext uri="{FF2B5EF4-FFF2-40B4-BE49-F238E27FC236}">
                  <a16:creationId xmlns:a16="http://schemas.microsoft.com/office/drawing/2014/main" id="{A0CB5A62-ABB0-2150-E2CD-38DC1C7DA16C}"/>
                </a:ext>
              </a:extLst>
            </p:cNvPr>
            <p:cNvGraphicFramePr>
              <a:graphicFrameLocks noChangeAspect="1"/>
            </p:cNvGraphicFramePr>
            <p:nvPr>
              <p:extLst>
                <p:ext uri="{D42A27DB-BD31-4B8C-83A1-F6EECF244321}">
                  <p14:modId xmlns:p14="http://schemas.microsoft.com/office/powerpoint/2010/main" val="3475024152"/>
                </p:ext>
              </p:extLst>
            </p:nvPr>
          </p:nvGraphicFramePr>
          <p:xfrm>
            <a:off x="3242" y="2341"/>
            <a:ext cx="242" cy="324"/>
          </p:xfrm>
          <a:graphic>
            <a:graphicData uri="http://schemas.openxmlformats.org/presentationml/2006/ole">
              <mc:AlternateContent xmlns:mc="http://schemas.openxmlformats.org/markup-compatibility/2006">
                <mc:Choice xmlns:v="urn:schemas-microsoft-com:vml" Requires="v">
                  <p:oleObj r:id="rId6" imgW="101531" imgH="152539" progId="Equation.DSMT4">
                    <p:embed/>
                  </p:oleObj>
                </mc:Choice>
                <mc:Fallback>
                  <p:oleObj r:id="rId6" imgW="101531" imgH="152539" progId="Equation.DSMT4">
                    <p:embed/>
                    <p:pic>
                      <p:nvPicPr>
                        <p:cNvPr id="21544" name="Object 56">
                          <a:extLst>
                            <a:ext uri="{FF2B5EF4-FFF2-40B4-BE49-F238E27FC236}">
                              <a16:creationId xmlns:a16="http://schemas.microsoft.com/office/drawing/2014/main" id="{A0CB5A62-ABB0-2150-E2CD-38DC1C7DA16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42" y="2341"/>
                          <a:ext cx="242"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1545" name="Rectangle 57">
              <a:extLst>
                <a:ext uri="{FF2B5EF4-FFF2-40B4-BE49-F238E27FC236}">
                  <a16:creationId xmlns:a16="http://schemas.microsoft.com/office/drawing/2014/main" id="{46E8E040-79BE-1E35-4894-79D94824AD59}"/>
                </a:ext>
              </a:extLst>
            </p:cNvPr>
            <p:cNvSpPr>
              <a:spLocks noChangeArrowheads="1"/>
            </p:cNvSpPr>
            <p:nvPr/>
          </p:nvSpPr>
          <p:spPr bwMode="auto">
            <a:xfrm>
              <a:off x="3914" y="2069"/>
              <a:ext cx="1597" cy="1633"/>
            </a:xfrm>
            <a:prstGeom prst="rect">
              <a:avLst/>
            </a:prstGeom>
            <a:solidFill>
              <a:srgbClr val="CCFFFF"/>
            </a:solidFill>
            <a:ln w="9525">
              <a:solidFill>
                <a:srgbClr val="800000"/>
              </a:solidFill>
              <a:miter lim="800000"/>
              <a:headEnd/>
              <a:tailEnd/>
            </a:ln>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nvGrpSpPr>
            <p:cNvPr id="21546" name="Group 58">
              <a:extLst>
                <a:ext uri="{FF2B5EF4-FFF2-40B4-BE49-F238E27FC236}">
                  <a16:creationId xmlns:a16="http://schemas.microsoft.com/office/drawing/2014/main" id="{48777EAA-2F23-B05E-259D-4D5D23EEF154}"/>
                </a:ext>
              </a:extLst>
            </p:cNvPr>
            <p:cNvGrpSpPr>
              <a:grpSpLocks/>
            </p:cNvGrpSpPr>
            <p:nvPr/>
          </p:nvGrpSpPr>
          <p:grpSpPr bwMode="auto">
            <a:xfrm>
              <a:off x="4263" y="2296"/>
              <a:ext cx="982" cy="1088"/>
              <a:chOff x="4332" y="1752"/>
              <a:chExt cx="1027" cy="1149"/>
            </a:xfrm>
          </p:grpSpPr>
          <p:sp>
            <p:nvSpPr>
              <p:cNvPr id="21549" name="Freeform 59">
                <a:extLst>
                  <a:ext uri="{FF2B5EF4-FFF2-40B4-BE49-F238E27FC236}">
                    <a16:creationId xmlns:a16="http://schemas.microsoft.com/office/drawing/2014/main" id="{ACD566B6-B490-1F69-C675-3DC60D2FA020}"/>
                  </a:ext>
                </a:extLst>
              </p:cNvPr>
              <p:cNvSpPr>
                <a:spLocks noChangeArrowheads="1"/>
              </p:cNvSpPr>
              <p:nvPr/>
            </p:nvSpPr>
            <p:spPr bwMode="auto">
              <a:xfrm>
                <a:off x="4332" y="1752"/>
                <a:ext cx="1027" cy="1149"/>
              </a:xfrm>
              <a:custGeom>
                <a:avLst/>
                <a:gdLst>
                  <a:gd name="T0" fmla="*/ 77 w 1164"/>
                  <a:gd name="T1" fmla="*/ 640 h 1172"/>
                  <a:gd name="T2" fmla="*/ 218 w 1164"/>
                  <a:gd name="T3" fmla="*/ 161 h 1172"/>
                  <a:gd name="T4" fmla="*/ 606 w 1164"/>
                  <a:gd name="T5" fmla="*/ 28 h 1172"/>
                  <a:gd name="T6" fmla="*/ 854 w 1164"/>
                  <a:gd name="T7" fmla="*/ 334 h 1172"/>
                  <a:gd name="T8" fmla="*/ 818 w 1164"/>
                  <a:gd name="T9" fmla="*/ 857 h 1172"/>
                  <a:gd name="T10" fmla="*/ 324 w 1164"/>
                  <a:gd name="T11" fmla="*/ 1119 h 1172"/>
                  <a:gd name="T12" fmla="*/ 41 w 1164"/>
                  <a:gd name="T13" fmla="*/ 902 h 1172"/>
                  <a:gd name="T14" fmla="*/ 77 w 1164"/>
                  <a:gd name="T15" fmla="*/ 640 h 117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164" h="1172">
                    <a:moveTo>
                      <a:pt x="99" y="666"/>
                    </a:moveTo>
                    <a:cubicBezTo>
                      <a:pt x="137" y="538"/>
                      <a:pt x="167" y="273"/>
                      <a:pt x="280" y="167"/>
                    </a:cubicBezTo>
                    <a:cubicBezTo>
                      <a:pt x="393" y="61"/>
                      <a:pt x="643" y="0"/>
                      <a:pt x="779" y="30"/>
                    </a:cubicBezTo>
                    <a:cubicBezTo>
                      <a:pt x="915" y="60"/>
                      <a:pt x="1052" y="204"/>
                      <a:pt x="1097" y="348"/>
                    </a:cubicBezTo>
                    <a:cubicBezTo>
                      <a:pt x="1142" y="492"/>
                      <a:pt x="1164" y="756"/>
                      <a:pt x="1051" y="892"/>
                    </a:cubicBezTo>
                    <a:cubicBezTo>
                      <a:pt x="938" y="1028"/>
                      <a:pt x="582" y="1156"/>
                      <a:pt x="416" y="1164"/>
                    </a:cubicBezTo>
                    <a:cubicBezTo>
                      <a:pt x="250" y="1172"/>
                      <a:pt x="106" y="1029"/>
                      <a:pt x="53" y="938"/>
                    </a:cubicBezTo>
                    <a:cubicBezTo>
                      <a:pt x="0" y="847"/>
                      <a:pt x="61" y="794"/>
                      <a:pt x="99" y="666"/>
                    </a:cubicBezTo>
                    <a:close/>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50" name="Line 60">
                <a:extLst>
                  <a:ext uri="{FF2B5EF4-FFF2-40B4-BE49-F238E27FC236}">
                    <a16:creationId xmlns:a16="http://schemas.microsoft.com/office/drawing/2014/main" id="{252F5097-767D-1649-2F63-CB53CEBACD39}"/>
                  </a:ext>
                </a:extLst>
              </p:cNvPr>
              <p:cNvSpPr>
                <a:spLocks noChangeShapeType="1"/>
              </p:cNvSpPr>
              <p:nvPr/>
            </p:nvSpPr>
            <p:spPr bwMode="auto">
              <a:xfrm>
                <a:off x="5329" y="2205"/>
                <a:ext cx="0" cy="182"/>
              </a:xfrm>
              <a:prstGeom prst="line">
                <a:avLst/>
              </a:prstGeom>
              <a:noFill/>
              <a:ln w="22225">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21547" name="Object 61">
              <a:extLst>
                <a:ext uri="{FF2B5EF4-FFF2-40B4-BE49-F238E27FC236}">
                  <a16:creationId xmlns:a16="http://schemas.microsoft.com/office/drawing/2014/main" id="{E97A75F8-9543-AB8E-F1D0-F204BCF6D843}"/>
                </a:ext>
              </a:extLst>
            </p:cNvPr>
            <p:cNvGraphicFramePr>
              <a:graphicFrameLocks noChangeAspect="1"/>
            </p:cNvGraphicFramePr>
            <p:nvPr>
              <p:extLst>
                <p:ext uri="{D42A27DB-BD31-4B8C-83A1-F6EECF244321}">
                  <p14:modId xmlns:p14="http://schemas.microsoft.com/office/powerpoint/2010/main" val="4058799475"/>
                </p:ext>
              </p:extLst>
            </p:nvPr>
          </p:nvGraphicFramePr>
          <p:xfrm>
            <a:off x="5007" y="2625"/>
            <a:ext cx="162" cy="210"/>
          </p:xfrm>
          <a:graphic>
            <a:graphicData uri="http://schemas.openxmlformats.org/presentationml/2006/ole">
              <mc:AlternateContent xmlns:mc="http://schemas.openxmlformats.org/markup-compatibility/2006">
                <mc:Choice xmlns:v="urn:schemas-microsoft-com:vml" Requires="v">
                  <p:oleObj r:id="rId8" imgW="44524" imgH="82712" progId="Equation.DSMT4">
                    <p:embed/>
                  </p:oleObj>
                </mc:Choice>
                <mc:Fallback>
                  <p:oleObj r:id="rId8" imgW="44524" imgH="82712" progId="Equation.DSMT4">
                    <p:embed/>
                    <p:pic>
                      <p:nvPicPr>
                        <p:cNvPr id="21547" name="Object 61">
                          <a:extLst>
                            <a:ext uri="{FF2B5EF4-FFF2-40B4-BE49-F238E27FC236}">
                              <a16:creationId xmlns:a16="http://schemas.microsoft.com/office/drawing/2014/main" id="{E97A75F8-9543-AB8E-F1D0-F204BCF6D84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07" y="2625"/>
                          <a:ext cx="162"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1548" name="Text Box 62">
              <a:extLst>
                <a:ext uri="{FF2B5EF4-FFF2-40B4-BE49-F238E27FC236}">
                  <a16:creationId xmlns:a16="http://schemas.microsoft.com/office/drawing/2014/main" id="{C2DAB17D-B16A-30A1-9E48-F45594900C1D}"/>
                </a:ext>
              </a:extLst>
            </p:cNvPr>
            <p:cNvSpPr txBox="1">
              <a:spLocks noChangeArrowheads="1"/>
            </p:cNvSpPr>
            <p:nvPr/>
          </p:nvSpPr>
          <p:spPr bwMode="auto">
            <a:xfrm>
              <a:off x="3969" y="3430"/>
              <a:ext cx="1455"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r>
                <a:rPr lang="zh-CN" altLang="en-US" sz="2000">
                  <a:solidFill>
                    <a:schemeClr val="tx1"/>
                  </a:solidFill>
                  <a:latin typeface="Times New Roman" panose="02020603050405020304" pitchFamily="18" charset="0"/>
                  <a:ea typeface="宋体" panose="02010600030101010101" pitchFamily="2" charset="-122"/>
                </a:rPr>
                <a:t>线电流</a:t>
              </a:r>
              <a:r>
                <a:rPr lang="zh-CN" altLang="en-US" sz="2000">
                  <a:solidFill>
                    <a:srgbClr val="F03E3E"/>
                  </a:solidFill>
                  <a:latin typeface="Times New Roman" panose="02020603050405020304" pitchFamily="18" charset="0"/>
                  <a:ea typeface="宋体" panose="02010600030101010101" pitchFamily="2" charset="-122"/>
                </a:rPr>
                <a:t>场</a:t>
              </a:r>
              <a:endParaRPr lang="zh-CN" altLang="en-US" sz="2000">
                <a:solidFill>
                  <a:srgbClr val="F03E3E"/>
                </a:solidFill>
                <a:ea typeface="幼圆" panose="02010509060101010101" pitchFamily="49" charset="-122"/>
              </a:endParaRPr>
            </a:p>
          </p:txBody>
        </p:sp>
      </p:grpSp>
      <p:sp>
        <p:nvSpPr>
          <p:cNvPr id="690239" name="Rectangle 63">
            <a:extLst>
              <a:ext uri="{FF2B5EF4-FFF2-40B4-BE49-F238E27FC236}">
                <a16:creationId xmlns:a16="http://schemas.microsoft.com/office/drawing/2014/main" id="{8506EBCE-C975-06B2-704C-11AC76406964}"/>
              </a:ext>
            </a:extLst>
          </p:cNvPr>
          <p:cNvSpPr>
            <a:spLocks noChangeArrowheads="1"/>
          </p:cNvSpPr>
          <p:nvPr/>
        </p:nvSpPr>
        <p:spPr bwMode="auto">
          <a:xfrm>
            <a:off x="1806126" y="1430440"/>
            <a:ext cx="7561262" cy="151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30000"/>
              </a:lnSpc>
              <a:buFontTx/>
              <a:buChar char="•"/>
            </a:pPr>
            <a:r>
              <a:rPr lang="en-US" altLang="zh-CN" dirty="0">
                <a:solidFill>
                  <a:srgbClr val="FFCCCC"/>
                </a:solidFill>
                <a:latin typeface="Times New Roman" panose="02020603050405020304" pitchFamily="18" charset="0"/>
              </a:rPr>
              <a:t> </a:t>
            </a:r>
            <a:r>
              <a:rPr lang="zh-CN" altLang="en-US" dirty="0">
                <a:solidFill>
                  <a:srgbClr val="FFCC66"/>
                </a:solidFill>
                <a:latin typeface="宋体" panose="02010600030101010101" pitchFamily="2" charset="-122"/>
                <a:ea typeface="宋体" panose="02010600030101010101" pitchFamily="2" charset="-122"/>
              </a:rPr>
              <a:t>体电流</a:t>
            </a:r>
            <a:r>
              <a:rPr lang="en-US" altLang="zh-CN" b="0" dirty="0">
                <a:sym typeface="Symbol" panose="05050102010706020507" pitchFamily="18" charset="2"/>
              </a:rPr>
              <a:t>——</a:t>
            </a:r>
            <a:r>
              <a:rPr lang="zh-CN" altLang="en-US" dirty="0">
                <a:sym typeface="Symbol" panose="05050102010706020507" pitchFamily="18" charset="2"/>
              </a:rPr>
              <a:t>分布在一体积内。</a:t>
            </a:r>
            <a:endParaRPr lang="zh-CN" altLang="en-US" dirty="0">
              <a:latin typeface="Times New Roman" panose="02020603050405020304" pitchFamily="18" charset="0"/>
            </a:endParaRPr>
          </a:p>
          <a:p>
            <a:pPr eaLnBrk="1" hangingPunct="1">
              <a:lnSpc>
                <a:spcPct val="130000"/>
              </a:lnSpc>
              <a:buFontTx/>
              <a:buChar char="•"/>
            </a:pPr>
            <a:r>
              <a:rPr lang="zh-CN" altLang="en-US" dirty="0">
                <a:solidFill>
                  <a:srgbClr val="FFCCCC"/>
                </a:solidFill>
                <a:sym typeface="Monotype Sorts" pitchFamily="2" charset="2"/>
              </a:rPr>
              <a:t> </a:t>
            </a:r>
            <a:r>
              <a:rPr lang="zh-CN" altLang="en-US" dirty="0">
                <a:solidFill>
                  <a:srgbClr val="FFCC66"/>
                </a:solidFill>
                <a:latin typeface="宋体" panose="02010600030101010101" pitchFamily="2" charset="-122"/>
                <a:ea typeface="宋体" panose="02010600030101010101" pitchFamily="2" charset="-122"/>
                <a:sym typeface="Monotype Sorts" pitchFamily="2" charset="2"/>
              </a:rPr>
              <a:t>面电流</a:t>
            </a:r>
            <a:r>
              <a:rPr lang="en-US" altLang="zh-CN" b="0" dirty="0">
                <a:sym typeface="Symbol" panose="05050102010706020507" pitchFamily="18" charset="2"/>
              </a:rPr>
              <a:t>——</a:t>
            </a:r>
            <a:r>
              <a:rPr lang="zh-CN" altLang="en-US" dirty="0">
                <a:sym typeface="Symbol" panose="05050102010706020507" pitchFamily="18" charset="2"/>
              </a:rPr>
              <a:t>分布在一个薄层上，厚度可以忽略。</a:t>
            </a:r>
          </a:p>
          <a:p>
            <a:pPr eaLnBrk="1" hangingPunct="1">
              <a:lnSpc>
                <a:spcPct val="130000"/>
              </a:lnSpc>
              <a:buFontTx/>
              <a:buChar char="•"/>
            </a:pPr>
            <a:r>
              <a:rPr lang="zh-CN" altLang="en-US" dirty="0">
                <a:solidFill>
                  <a:srgbClr val="FFCCCC"/>
                </a:solidFill>
                <a:sym typeface="Monotype Sorts" pitchFamily="2" charset="2"/>
              </a:rPr>
              <a:t> </a:t>
            </a:r>
            <a:r>
              <a:rPr lang="zh-CN" altLang="en-US" dirty="0">
                <a:solidFill>
                  <a:srgbClr val="FFCC66"/>
                </a:solidFill>
                <a:latin typeface="宋体" panose="02010600030101010101" pitchFamily="2" charset="-122"/>
                <a:ea typeface="宋体" panose="02010600030101010101" pitchFamily="2" charset="-122"/>
                <a:sym typeface="Monotype Sorts" pitchFamily="2" charset="2"/>
              </a:rPr>
              <a:t>线电流</a:t>
            </a:r>
            <a:r>
              <a:rPr lang="en-US" altLang="zh-CN" b="0" dirty="0">
                <a:sym typeface="Symbol" panose="05050102010706020507" pitchFamily="18" charset="2"/>
              </a:rPr>
              <a:t>——</a:t>
            </a:r>
            <a:r>
              <a:rPr lang="zh-CN" altLang="en-US" dirty="0"/>
              <a:t>分布在一根细线上，横截面积可以忽略。</a:t>
            </a:r>
            <a:r>
              <a:rPr lang="zh-CN" altLang="en-US" b="0" dirty="0">
                <a:solidFill>
                  <a:schemeClr val="tx1"/>
                </a:solidFill>
              </a:rPr>
              <a:t> </a:t>
            </a:r>
          </a:p>
        </p:txBody>
      </p:sp>
      <p:sp>
        <p:nvSpPr>
          <p:cNvPr id="690240" name="Rectangle 64">
            <a:extLst>
              <a:ext uri="{FF2B5EF4-FFF2-40B4-BE49-F238E27FC236}">
                <a16:creationId xmlns:a16="http://schemas.microsoft.com/office/drawing/2014/main" id="{0353CD5F-F4DA-D3D6-A514-6E7D8C0FA68A}"/>
              </a:ext>
            </a:extLst>
          </p:cNvPr>
          <p:cNvSpPr>
            <a:spLocks noChangeArrowheads="1"/>
          </p:cNvSpPr>
          <p:nvPr/>
        </p:nvSpPr>
        <p:spPr bwMode="auto">
          <a:xfrm>
            <a:off x="360363" y="333375"/>
            <a:ext cx="7235825"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30000"/>
              </a:lnSpc>
            </a:pPr>
            <a:r>
              <a:rPr lang="zh-CN" altLang="en-US">
                <a:solidFill>
                  <a:srgbClr val="F03E3E"/>
                </a:solidFill>
                <a:latin typeface="楷体_GB2312" pitchFamily="49" charset="-122"/>
              </a:rPr>
              <a:t>在空间不同的点</a:t>
            </a:r>
            <a:r>
              <a:rPr lang="zh-CN" altLang="en-US">
                <a:latin typeface="楷体_GB2312" pitchFamily="49" charset="-122"/>
              </a:rPr>
              <a:t>，电流的大小和方向往往是不同的。</a:t>
            </a:r>
          </a:p>
        </p:txBody>
      </p:sp>
      <p:grpSp>
        <p:nvGrpSpPr>
          <p:cNvPr id="6" name="Group 65">
            <a:extLst>
              <a:ext uri="{FF2B5EF4-FFF2-40B4-BE49-F238E27FC236}">
                <a16:creationId xmlns:a16="http://schemas.microsoft.com/office/drawing/2014/main" id="{27E748E2-F5CC-D3ED-A3B3-D64C3DFA27D5}"/>
              </a:ext>
            </a:extLst>
          </p:cNvPr>
          <p:cNvGrpSpPr>
            <a:grpSpLocks/>
          </p:cNvGrpSpPr>
          <p:nvPr/>
        </p:nvGrpSpPr>
        <p:grpSpPr bwMode="auto">
          <a:xfrm>
            <a:off x="543266" y="1555643"/>
            <a:ext cx="8353425" cy="2016125"/>
            <a:chOff x="295" y="2750"/>
            <a:chExt cx="5262" cy="1270"/>
          </a:xfrm>
        </p:grpSpPr>
        <p:sp>
          <p:nvSpPr>
            <p:cNvPr id="21523" name="Rectangle 66">
              <a:extLst>
                <a:ext uri="{FF2B5EF4-FFF2-40B4-BE49-F238E27FC236}">
                  <a16:creationId xmlns:a16="http://schemas.microsoft.com/office/drawing/2014/main" id="{6557828E-B390-85BD-AF56-ED155A4C3D46}"/>
                </a:ext>
              </a:extLst>
            </p:cNvPr>
            <p:cNvSpPr>
              <a:spLocks noChangeArrowheads="1"/>
            </p:cNvSpPr>
            <p:nvPr/>
          </p:nvSpPr>
          <p:spPr bwMode="auto">
            <a:xfrm>
              <a:off x="295" y="2750"/>
              <a:ext cx="5262" cy="1270"/>
            </a:xfrm>
            <a:prstGeom prst="rect">
              <a:avLst/>
            </a:prstGeom>
            <a:solidFill>
              <a:srgbClr val="CCFFFF"/>
            </a:solidFill>
            <a:ln w="9525">
              <a:solidFill>
                <a:schemeClr val="tx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1524" name="Freeform 67">
              <a:extLst>
                <a:ext uri="{FF2B5EF4-FFF2-40B4-BE49-F238E27FC236}">
                  <a16:creationId xmlns:a16="http://schemas.microsoft.com/office/drawing/2014/main" id="{CDA98EC1-2816-4DD3-5149-F6C38C922E71}"/>
                </a:ext>
              </a:extLst>
            </p:cNvPr>
            <p:cNvSpPr>
              <a:spLocks/>
            </p:cNvSpPr>
            <p:nvPr/>
          </p:nvSpPr>
          <p:spPr bwMode="auto">
            <a:xfrm>
              <a:off x="431" y="2840"/>
              <a:ext cx="1089" cy="817"/>
            </a:xfrm>
            <a:custGeom>
              <a:avLst/>
              <a:gdLst>
                <a:gd name="T0" fmla="*/ 183 w 938"/>
                <a:gd name="T1" fmla="*/ 260 h 915"/>
                <a:gd name="T2" fmla="*/ 427 w 938"/>
                <a:gd name="T3" fmla="*/ 42 h 915"/>
                <a:gd name="T4" fmla="*/ 916 w 938"/>
                <a:gd name="T5" fmla="*/ 42 h 915"/>
                <a:gd name="T6" fmla="*/ 1162 w 938"/>
                <a:gd name="T7" fmla="*/ 296 h 915"/>
                <a:gd name="T8" fmla="*/ 1162 w 938"/>
                <a:gd name="T9" fmla="*/ 549 h 915"/>
                <a:gd name="T10" fmla="*/ 550 w 938"/>
                <a:gd name="T11" fmla="*/ 729 h 915"/>
                <a:gd name="T12" fmla="*/ 60 w 938"/>
                <a:gd name="T13" fmla="*/ 549 h 915"/>
                <a:gd name="T14" fmla="*/ 183 w 938"/>
                <a:gd name="T15" fmla="*/ 260 h 91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38" h="915">
                  <a:moveTo>
                    <a:pt x="136" y="326"/>
                  </a:moveTo>
                  <a:cubicBezTo>
                    <a:pt x="181" y="220"/>
                    <a:pt x="226" y="99"/>
                    <a:pt x="317" y="53"/>
                  </a:cubicBezTo>
                  <a:cubicBezTo>
                    <a:pt x="408" y="7"/>
                    <a:pt x="589" y="0"/>
                    <a:pt x="680" y="53"/>
                  </a:cubicBezTo>
                  <a:cubicBezTo>
                    <a:pt x="771" y="106"/>
                    <a:pt x="832" y="265"/>
                    <a:pt x="862" y="371"/>
                  </a:cubicBezTo>
                  <a:cubicBezTo>
                    <a:pt x="892" y="477"/>
                    <a:pt x="938" y="598"/>
                    <a:pt x="862" y="689"/>
                  </a:cubicBezTo>
                  <a:cubicBezTo>
                    <a:pt x="786" y="780"/>
                    <a:pt x="544" y="915"/>
                    <a:pt x="408" y="915"/>
                  </a:cubicBezTo>
                  <a:cubicBezTo>
                    <a:pt x="272" y="915"/>
                    <a:pt x="90" y="787"/>
                    <a:pt x="45" y="689"/>
                  </a:cubicBezTo>
                  <a:cubicBezTo>
                    <a:pt x="0" y="591"/>
                    <a:pt x="91" y="432"/>
                    <a:pt x="136" y="326"/>
                  </a:cubicBezTo>
                  <a:close/>
                </a:path>
              </a:pathLst>
            </a:custGeom>
            <a:solidFill>
              <a:srgbClr val="C0C0C0"/>
            </a:solidFill>
            <a:ln w="9525">
              <a:round/>
              <a:headEnd/>
              <a:tailEnd/>
            </a:ln>
            <a:scene3d>
              <a:camera prst="legacyPerspectiveRight">
                <a:rot lat="0" lon="300000" rev="0"/>
              </a:camera>
              <a:lightRig rig="legacyFlat2" dir="b"/>
            </a:scene3d>
            <a:sp3d extrusionH="887400" prstMaterial="legacyMatte">
              <a:bevelT w="13500" h="13500" prst="angle"/>
              <a:bevelB w="13500" h="13500" prst="angle"/>
              <a:extrusionClr>
                <a:srgbClr val="C0C0C0"/>
              </a:extrusionClr>
              <a:contourClr>
                <a:srgbClr val="C0C0C0"/>
              </a:contourClr>
            </a:sp3d>
          </p:spPr>
          <p:txBody>
            <a:bodyPr>
              <a:flatTx/>
            </a:bodyPr>
            <a:lstStyle/>
            <a:p>
              <a:endParaRPr lang="zh-CN" altLang="en-US"/>
            </a:p>
          </p:txBody>
        </p:sp>
        <p:sp>
          <p:nvSpPr>
            <p:cNvPr id="21525" name="Freeform 68">
              <a:extLst>
                <a:ext uri="{FF2B5EF4-FFF2-40B4-BE49-F238E27FC236}">
                  <a16:creationId xmlns:a16="http://schemas.microsoft.com/office/drawing/2014/main" id="{C1EBE26D-CA81-46C3-14F6-13B111EE7F26}"/>
                </a:ext>
              </a:extLst>
            </p:cNvPr>
            <p:cNvSpPr>
              <a:spLocks noChangeArrowheads="1"/>
            </p:cNvSpPr>
            <p:nvPr/>
          </p:nvSpPr>
          <p:spPr bwMode="auto">
            <a:xfrm>
              <a:off x="1883" y="3294"/>
              <a:ext cx="861" cy="272"/>
            </a:xfrm>
            <a:custGeom>
              <a:avLst/>
              <a:gdLst>
                <a:gd name="T0" fmla="*/ 0 w 680"/>
                <a:gd name="T1" fmla="*/ 19 h 242"/>
                <a:gd name="T2" fmla="*/ 436 w 680"/>
                <a:gd name="T3" fmla="*/ 19 h 242"/>
                <a:gd name="T4" fmla="*/ 799 w 680"/>
                <a:gd name="T5" fmla="*/ 134 h 242"/>
                <a:gd name="T6" fmla="*/ 1090 w 680"/>
                <a:gd name="T7" fmla="*/ 306 h 24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80" h="242">
                  <a:moveTo>
                    <a:pt x="0" y="15"/>
                  </a:moveTo>
                  <a:cubicBezTo>
                    <a:pt x="94" y="7"/>
                    <a:pt x="189" y="0"/>
                    <a:pt x="272" y="15"/>
                  </a:cubicBezTo>
                  <a:cubicBezTo>
                    <a:pt x="355" y="30"/>
                    <a:pt x="430" y="68"/>
                    <a:pt x="498" y="106"/>
                  </a:cubicBezTo>
                  <a:cubicBezTo>
                    <a:pt x="566" y="144"/>
                    <a:pt x="650" y="219"/>
                    <a:pt x="680" y="242"/>
                  </a:cubicBezTo>
                </a:path>
              </a:pathLst>
            </a:custGeom>
            <a:noFill/>
            <a:ln w="25400">
              <a:solidFill>
                <a:srgbClr val="B4B4B4"/>
              </a:solidFill>
              <a:round/>
              <a:headEnd/>
              <a:tailEnd/>
            </a:ln>
            <a:scene3d>
              <a:camera prst="legacyObliqueTopRight">
                <a:rot lat="20999996" lon="0" rev="0"/>
              </a:camera>
              <a:lightRig rig="legacyFlat3" dir="b"/>
            </a:scene3d>
            <a:sp3d extrusionH="3021000" prstMaterial="legacyMatte">
              <a:bevelT w="13500" h="13500" prst="angle"/>
              <a:bevelB w="13500" h="13500" prst="angle"/>
              <a:extrusionClr>
                <a:srgbClr val="B4B4B4"/>
              </a:extrusionClr>
              <a:contourClr>
                <a:srgbClr val="B4B4B4"/>
              </a:contourClr>
            </a:sp3d>
            <a:extLst>
              <a:ext uri="{909E8E84-426E-40DD-AFC4-6F175D3DCCD1}">
                <a14:hiddenFill xmlns:a14="http://schemas.microsoft.com/office/drawing/2010/main">
                  <a:solidFill>
                    <a:srgbClr val="FFFFFF"/>
                  </a:solidFill>
                </a14:hiddenFill>
              </a:ext>
            </a:extLst>
          </p:spPr>
          <p:txBody>
            <a:bodyPr>
              <a:flatTx/>
            </a:bodyPr>
            <a:lstStyle/>
            <a:p>
              <a:endParaRPr lang="zh-CN" altLang="en-US"/>
            </a:p>
          </p:txBody>
        </p:sp>
        <p:grpSp>
          <p:nvGrpSpPr>
            <p:cNvPr id="21526" name="Group 69">
              <a:extLst>
                <a:ext uri="{FF2B5EF4-FFF2-40B4-BE49-F238E27FC236}">
                  <a16:creationId xmlns:a16="http://schemas.microsoft.com/office/drawing/2014/main" id="{F025804F-D3ED-AB80-50BD-D7E4EE88407E}"/>
                </a:ext>
              </a:extLst>
            </p:cNvPr>
            <p:cNvGrpSpPr>
              <a:grpSpLocks/>
            </p:cNvGrpSpPr>
            <p:nvPr/>
          </p:nvGrpSpPr>
          <p:grpSpPr bwMode="auto">
            <a:xfrm>
              <a:off x="3696" y="3203"/>
              <a:ext cx="813" cy="325"/>
              <a:chOff x="3923" y="3097"/>
              <a:chExt cx="813" cy="325"/>
            </a:xfrm>
          </p:grpSpPr>
          <p:sp>
            <p:nvSpPr>
              <p:cNvPr id="21532" name="Oval 70">
                <a:extLst>
                  <a:ext uri="{FF2B5EF4-FFF2-40B4-BE49-F238E27FC236}">
                    <a16:creationId xmlns:a16="http://schemas.microsoft.com/office/drawing/2014/main" id="{06690458-2E29-E622-645E-592B0EFC2C68}"/>
                  </a:ext>
                </a:extLst>
              </p:cNvPr>
              <p:cNvSpPr>
                <a:spLocks noChangeArrowheads="1"/>
              </p:cNvSpPr>
              <p:nvPr/>
            </p:nvSpPr>
            <p:spPr bwMode="auto">
              <a:xfrm>
                <a:off x="3923" y="3111"/>
                <a:ext cx="96" cy="91"/>
              </a:xfrm>
              <a:prstGeom prst="ellipse">
                <a:avLst/>
              </a:prstGeom>
              <a:solidFill>
                <a:srgbClr val="646464"/>
              </a:solidFill>
              <a:ln w="9525">
                <a:solidFill>
                  <a:srgbClr val="3D3D3D"/>
                </a:solidFill>
                <a:round/>
                <a:headEnd/>
                <a:tailEnd/>
              </a:ln>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1533" name="Freeform 71">
                <a:extLst>
                  <a:ext uri="{FF2B5EF4-FFF2-40B4-BE49-F238E27FC236}">
                    <a16:creationId xmlns:a16="http://schemas.microsoft.com/office/drawing/2014/main" id="{74206266-697F-F784-D827-AB653CC7AC75}"/>
                  </a:ext>
                </a:extLst>
              </p:cNvPr>
              <p:cNvSpPr>
                <a:spLocks noChangeArrowheads="1"/>
              </p:cNvSpPr>
              <p:nvPr/>
            </p:nvSpPr>
            <p:spPr bwMode="auto">
              <a:xfrm>
                <a:off x="3975" y="3113"/>
                <a:ext cx="729" cy="226"/>
              </a:xfrm>
              <a:custGeom>
                <a:avLst/>
                <a:gdLst>
                  <a:gd name="T0" fmla="*/ 0 w 590"/>
                  <a:gd name="T1" fmla="*/ 7 h 332"/>
                  <a:gd name="T2" fmla="*/ 346 w 590"/>
                  <a:gd name="T3" fmla="*/ 7 h 332"/>
                  <a:gd name="T4" fmla="*/ 623 w 590"/>
                  <a:gd name="T5" fmla="*/ 49 h 332"/>
                  <a:gd name="T6" fmla="*/ 901 w 590"/>
                  <a:gd name="T7" fmla="*/ 154 h 3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90" h="332">
                    <a:moveTo>
                      <a:pt x="0" y="15"/>
                    </a:moveTo>
                    <a:cubicBezTo>
                      <a:pt x="79" y="7"/>
                      <a:pt x="159" y="0"/>
                      <a:pt x="227" y="15"/>
                    </a:cubicBezTo>
                    <a:cubicBezTo>
                      <a:pt x="295" y="30"/>
                      <a:pt x="347" y="53"/>
                      <a:pt x="408" y="106"/>
                    </a:cubicBezTo>
                    <a:cubicBezTo>
                      <a:pt x="469" y="159"/>
                      <a:pt x="560" y="295"/>
                      <a:pt x="590" y="332"/>
                    </a:cubicBezTo>
                  </a:path>
                </a:pathLst>
              </a:custGeom>
              <a:noFill/>
              <a:ln w="50800">
                <a:solidFill>
                  <a:srgbClr val="696969"/>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34" name="Freeform 72">
                <a:extLst>
                  <a:ext uri="{FF2B5EF4-FFF2-40B4-BE49-F238E27FC236}">
                    <a16:creationId xmlns:a16="http://schemas.microsoft.com/office/drawing/2014/main" id="{8335EAE5-4CBF-63A5-05A9-419739599E9B}"/>
                  </a:ext>
                </a:extLst>
              </p:cNvPr>
              <p:cNvSpPr>
                <a:spLocks noChangeArrowheads="1"/>
              </p:cNvSpPr>
              <p:nvPr/>
            </p:nvSpPr>
            <p:spPr bwMode="auto">
              <a:xfrm>
                <a:off x="3965" y="3185"/>
                <a:ext cx="688" cy="226"/>
              </a:xfrm>
              <a:custGeom>
                <a:avLst/>
                <a:gdLst>
                  <a:gd name="T0" fmla="*/ 0 w 590"/>
                  <a:gd name="T1" fmla="*/ 7 h 332"/>
                  <a:gd name="T2" fmla="*/ 309 w 590"/>
                  <a:gd name="T3" fmla="*/ 7 h 332"/>
                  <a:gd name="T4" fmla="*/ 555 w 590"/>
                  <a:gd name="T5" fmla="*/ 49 h 332"/>
                  <a:gd name="T6" fmla="*/ 802 w 590"/>
                  <a:gd name="T7" fmla="*/ 154 h 3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90" h="332">
                    <a:moveTo>
                      <a:pt x="0" y="15"/>
                    </a:moveTo>
                    <a:cubicBezTo>
                      <a:pt x="79" y="7"/>
                      <a:pt x="159" y="0"/>
                      <a:pt x="227" y="15"/>
                    </a:cubicBezTo>
                    <a:cubicBezTo>
                      <a:pt x="295" y="30"/>
                      <a:pt x="347" y="53"/>
                      <a:pt x="408" y="106"/>
                    </a:cubicBezTo>
                    <a:cubicBezTo>
                      <a:pt x="469" y="159"/>
                      <a:pt x="560" y="295"/>
                      <a:pt x="590" y="332"/>
                    </a:cubicBezTo>
                  </a:path>
                </a:pathLst>
              </a:custGeom>
              <a:noFill/>
              <a:ln w="9525">
                <a:solidFill>
                  <a:srgbClr val="9B9B9B"/>
                </a:solidFill>
                <a:round/>
                <a:headEnd/>
                <a:tailEnd/>
              </a:ln>
              <a:scene3d>
                <a:camera prst="legacyObliqueTopRight"/>
                <a:lightRig rig="legacyFlat3" dir="b"/>
              </a:scene3d>
              <a:sp3d extrusionH="227000" prstMaterial="legacyMatte">
                <a:bevelT w="13500" h="13500" prst="angle"/>
                <a:bevelB w="13500" h="13500" prst="angle"/>
                <a:extrusionClr>
                  <a:srgbClr val="9B9B9B"/>
                </a:extrusionClr>
                <a:contourClr>
                  <a:srgbClr val="9B9B9B"/>
                </a:contourClr>
              </a:sp3d>
              <a:extLst>
                <a:ext uri="{909E8E84-426E-40DD-AFC4-6F175D3DCCD1}">
                  <a14:hiddenFill xmlns:a14="http://schemas.microsoft.com/office/drawing/2010/main">
                    <a:solidFill>
                      <a:srgbClr val="FFFFFF"/>
                    </a:solidFill>
                  </a14:hiddenFill>
                </a:ext>
              </a:extLst>
            </p:spPr>
            <p:txBody>
              <a:bodyPr>
                <a:flatTx/>
              </a:bodyPr>
              <a:lstStyle/>
              <a:p>
                <a:endParaRPr lang="zh-CN" altLang="en-US"/>
              </a:p>
            </p:txBody>
          </p:sp>
          <p:sp>
            <p:nvSpPr>
              <p:cNvPr id="21535" name="Oval 73">
                <a:extLst>
                  <a:ext uri="{FF2B5EF4-FFF2-40B4-BE49-F238E27FC236}">
                    <a16:creationId xmlns:a16="http://schemas.microsoft.com/office/drawing/2014/main" id="{8613E93F-2FE5-0B77-E59F-94BBFF72798E}"/>
                  </a:ext>
                </a:extLst>
              </p:cNvPr>
              <p:cNvSpPr>
                <a:spLocks noChangeArrowheads="1"/>
              </p:cNvSpPr>
              <p:nvPr/>
            </p:nvSpPr>
            <p:spPr bwMode="auto">
              <a:xfrm>
                <a:off x="4638" y="3331"/>
                <a:ext cx="98" cy="91"/>
              </a:xfrm>
              <a:prstGeom prst="ellipse">
                <a:avLst/>
              </a:prstGeom>
              <a:solidFill>
                <a:srgbClr val="9B9B9B"/>
              </a:solidFill>
              <a:ln w="15875">
                <a:solidFill>
                  <a:schemeClr val="tx1"/>
                </a:solidFill>
                <a:round/>
                <a:headEnd/>
                <a:tailEnd/>
              </a:ln>
            </p:spPr>
            <p:txBody>
              <a:bodyPr wrap="none"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1536" name="Freeform 74">
                <a:extLst>
                  <a:ext uri="{FF2B5EF4-FFF2-40B4-BE49-F238E27FC236}">
                    <a16:creationId xmlns:a16="http://schemas.microsoft.com/office/drawing/2014/main" id="{4AA95FD8-5258-7298-F9C6-8787BF63B52E}"/>
                  </a:ext>
                </a:extLst>
              </p:cNvPr>
              <p:cNvSpPr>
                <a:spLocks noChangeArrowheads="1"/>
              </p:cNvSpPr>
              <p:nvPr/>
            </p:nvSpPr>
            <p:spPr bwMode="auto">
              <a:xfrm>
                <a:off x="3929" y="3189"/>
                <a:ext cx="729" cy="226"/>
              </a:xfrm>
              <a:custGeom>
                <a:avLst/>
                <a:gdLst>
                  <a:gd name="T0" fmla="*/ 0 w 590"/>
                  <a:gd name="T1" fmla="*/ 7 h 332"/>
                  <a:gd name="T2" fmla="*/ 346 w 590"/>
                  <a:gd name="T3" fmla="*/ 7 h 332"/>
                  <a:gd name="T4" fmla="*/ 623 w 590"/>
                  <a:gd name="T5" fmla="*/ 49 h 332"/>
                  <a:gd name="T6" fmla="*/ 901 w 590"/>
                  <a:gd name="T7" fmla="*/ 154 h 3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90" h="332">
                    <a:moveTo>
                      <a:pt x="0" y="15"/>
                    </a:moveTo>
                    <a:cubicBezTo>
                      <a:pt x="79" y="7"/>
                      <a:pt x="159" y="0"/>
                      <a:pt x="227" y="15"/>
                    </a:cubicBezTo>
                    <a:cubicBezTo>
                      <a:pt x="295" y="30"/>
                      <a:pt x="347" y="53"/>
                      <a:pt x="408" y="106"/>
                    </a:cubicBezTo>
                    <a:cubicBezTo>
                      <a:pt x="469" y="159"/>
                      <a:pt x="560" y="295"/>
                      <a:pt x="590" y="332"/>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37" name="Freeform 75">
                <a:extLst>
                  <a:ext uri="{FF2B5EF4-FFF2-40B4-BE49-F238E27FC236}">
                    <a16:creationId xmlns:a16="http://schemas.microsoft.com/office/drawing/2014/main" id="{E8B71B2E-14B9-66A0-8C1C-D304C90356DA}"/>
                  </a:ext>
                </a:extLst>
              </p:cNvPr>
              <p:cNvSpPr>
                <a:spLocks noChangeArrowheads="1"/>
              </p:cNvSpPr>
              <p:nvPr/>
            </p:nvSpPr>
            <p:spPr bwMode="auto">
              <a:xfrm>
                <a:off x="3975" y="3097"/>
                <a:ext cx="729" cy="226"/>
              </a:xfrm>
              <a:custGeom>
                <a:avLst/>
                <a:gdLst>
                  <a:gd name="T0" fmla="*/ 0 w 590"/>
                  <a:gd name="T1" fmla="*/ 7 h 332"/>
                  <a:gd name="T2" fmla="*/ 346 w 590"/>
                  <a:gd name="T3" fmla="*/ 7 h 332"/>
                  <a:gd name="T4" fmla="*/ 623 w 590"/>
                  <a:gd name="T5" fmla="*/ 49 h 332"/>
                  <a:gd name="T6" fmla="*/ 901 w 590"/>
                  <a:gd name="T7" fmla="*/ 154 h 3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90" h="332">
                    <a:moveTo>
                      <a:pt x="0" y="15"/>
                    </a:moveTo>
                    <a:cubicBezTo>
                      <a:pt x="79" y="7"/>
                      <a:pt x="159" y="0"/>
                      <a:pt x="227" y="15"/>
                    </a:cubicBezTo>
                    <a:cubicBezTo>
                      <a:pt x="295" y="30"/>
                      <a:pt x="347" y="53"/>
                      <a:pt x="408" y="106"/>
                    </a:cubicBezTo>
                    <a:cubicBezTo>
                      <a:pt x="469" y="159"/>
                      <a:pt x="560" y="295"/>
                      <a:pt x="590" y="332"/>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21527" name="Oval 76">
              <a:extLst>
                <a:ext uri="{FF2B5EF4-FFF2-40B4-BE49-F238E27FC236}">
                  <a16:creationId xmlns:a16="http://schemas.microsoft.com/office/drawing/2014/main" id="{37A581B0-6C6D-4A37-365F-AD45939DDBD7}"/>
                </a:ext>
              </a:extLst>
            </p:cNvPr>
            <p:cNvSpPr>
              <a:spLocks noChangeAspect="1" noChangeArrowheads="1"/>
            </p:cNvSpPr>
            <p:nvPr/>
          </p:nvSpPr>
          <p:spPr bwMode="auto">
            <a:xfrm>
              <a:off x="5013" y="3349"/>
              <a:ext cx="125" cy="126"/>
            </a:xfrm>
            <a:prstGeom prst="ellipse">
              <a:avLst/>
            </a:prstGeom>
            <a:gradFill rotWithShape="1">
              <a:gsLst>
                <a:gs pos="0">
                  <a:srgbClr val="2A2A2A"/>
                </a:gs>
                <a:gs pos="100000">
                  <a:srgbClr val="9F9F9F"/>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1528" name="Rectangle 77">
              <a:extLst>
                <a:ext uri="{FF2B5EF4-FFF2-40B4-BE49-F238E27FC236}">
                  <a16:creationId xmlns:a16="http://schemas.microsoft.com/office/drawing/2014/main" id="{2F02EBBA-A488-E9AF-59BE-DEE0123322FE}"/>
                </a:ext>
              </a:extLst>
            </p:cNvPr>
            <p:cNvSpPr>
              <a:spLocks noChangeArrowheads="1"/>
            </p:cNvSpPr>
            <p:nvPr/>
          </p:nvSpPr>
          <p:spPr bwMode="auto">
            <a:xfrm>
              <a:off x="477" y="3657"/>
              <a:ext cx="113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r>
                <a:rPr lang="zh-CN" altLang="en-US" sz="2000">
                  <a:solidFill>
                    <a:schemeClr val="tx1"/>
                  </a:solidFill>
                  <a:ea typeface="宋体" panose="02010600030101010101" pitchFamily="2" charset="-122"/>
                </a:rPr>
                <a:t>体分布</a:t>
              </a:r>
              <a:r>
                <a:rPr lang="zh-CN" altLang="en-US" sz="2000">
                  <a:solidFill>
                    <a:schemeClr val="tx1"/>
                  </a:solidFill>
                  <a:ea typeface="宋体" panose="02010600030101010101" pitchFamily="2" charset="-122"/>
                  <a:sym typeface="Symbol" panose="05050102010706020507" pitchFamily="18" charset="2"/>
                </a:rPr>
                <a:t>电荷</a:t>
              </a:r>
            </a:p>
          </p:txBody>
        </p:sp>
        <p:sp>
          <p:nvSpPr>
            <p:cNvPr id="21529" name="Rectangle 78">
              <a:extLst>
                <a:ext uri="{FF2B5EF4-FFF2-40B4-BE49-F238E27FC236}">
                  <a16:creationId xmlns:a16="http://schemas.microsoft.com/office/drawing/2014/main" id="{BA778237-2947-7B22-E94C-4A3CC95B0F09}"/>
                </a:ext>
              </a:extLst>
            </p:cNvPr>
            <p:cNvSpPr>
              <a:spLocks noChangeArrowheads="1"/>
            </p:cNvSpPr>
            <p:nvPr/>
          </p:nvSpPr>
          <p:spPr bwMode="auto">
            <a:xfrm>
              <a:off x="3606" y="3612"/>
              <a:ext cx="104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50000"/>
                </a:spcBef>
              </a:pPr>
              <a:r>
                <a:rPr lang="zh-CN" altLang="en-US" sz="2000">
                  <a:solidFill>
                    <a:schemeClr val="tx1"/>
                  </a:solidFill>
                  <a:ea typeface="宋体" panose="02010600030101010101" pitchFamily="2" charset="-122"/>
                </a:rPr>
                <a:t>线分布</a:t>
              </a:r>
              <a:r>
                <a:rPr lang="zh-CN" altLang="en-US" sz="2000">
                  <a:solidFill>
                    <a:schemeClr val="tx1"/>
                  </a:solidFill>
                  <a:ea typeface="宋体" panose="02010600030101010101" pitchFamily="2" charset="-122"/>
                  <a:sym typeface="Symbol" panose="05050102010706020507" pitchFamily="18" charset="2"/>
                </a:rPr>
                <a:t>电荷</a:t>
              </a:r>
            </a:p>
          </p:txBody>
        </p:sp>
        <p:sp>
          <p:nvSpPr>
            <p:cNvPr id="21530" name="Rectangle 79">
              <a:extLst>
                <a:ext uri="{FF2B5EF4-FFF2-40B4-BE49-F238E27FC236}">
                  <a16:creationId xmlns:a16="http://schemas.microsoft.com/office/drawing/2014/main" id="{73321D05-258D-7869-B5B0-027B9A1B413D}"/>
                </a:ext>
              </a:extLst>
            </p:cNvPr>
            <p:cNvSpPr>
              <a:spLocks noChangeArrowheads="1"/>
            </p:cNvSpPr>
            <p:nvPr/>
          </p:nvSpPr>
          <p:spPr bwMode="auto">
            <a:xfrm>
              <a:off x="2110" y="3657"/>
              <a:ext cx="104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50000"/>
                </a:spcBef>
              </a:pPr>
              <a:r>
                <a:rPr lang="zh-CN" altLang="en-US" sz="2000">
                  <a:solidFill>
                    <a:schemeClr val="tx1"/>
                  </a:solidFill>
                  <a:ea typeface="宋体" panose="02010600030101010101" pitchFamily="2" charset="-122"/>
                </a:rPr>
                <a:t>面分布</a:t>
              </a:r>
              <a:r>
                <a:rPr lang="zh-CN" altLang="en-US" sz="2000">
                  <a:solidFill>
                    <a:schemeClr val="tx1"/>
                  </a:solidFill>
                  <a:ea typeface="宋体" panose="02010600030101010101" pitchFamily="2" charset="-122"/>
                  <a:sym typeface="Symbol" panose="05050102010706020507" pitchFamily="18" charset="2"/>
                </a:rPr>
                <a:t>电荷</a:t>
              </a:r>
            </a:p>
          </p:txBody>
        </p:sp>
        <p:sp>
          <p:nvSpPr>
            <p:cNvPr id="21531" name="Rectangle 80">
              <a:extLst>
                <a:ext uri="{FF2B5EF4-FFF2-40B4-BE49-F238E27FC236}">
                  <a16:creationId xmlns:a16="http://schemas.microsoft.com/office/drawing/2014/main" id="{D089C7DA-F81A-0C44-23D1-117ED89E4A6C}"/>
                </a:ext>
              </a:extLst>
            </p:cNvPr>
            <p:cNvSpPr>
              <a:spLocks noChangeArrowheads="1"/>
            </p:cNvSpPr>
            <p:nvPr/>
          </p:nvSpPr>
          <p:spPr bwMode="auto">
            <a:xfrm>
              <a:off x="4695" y="3588"/>
              <a:ext cx="8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50000"/>
                </a:spcBef>
              </a:pPr>
              <a:r>
                <a:rPr lang="zh-CN" altLang="en-US" sz="2000">
                  <a:solidFill>
                    <a:schemeClr val="tx1"/>
                  </a:solidFill>
                  <a:ea typeface="宋体" panose="02010600030101010101" pitchFamily="2" charset="-122"/>
                </a:rPr>
                <a:t>点</a:t>
              </a:r>
              <a:r>
                <a:rPr lang="zh-CN" altLang="en-US" sz="2000">
                  <a:solidFill>
                    <a:schemeClr val="tx1"/>
                  </a:solidFill>
                  <a:ea typeface="宋体" panose="02010600030101010101" pitchFamily="2" charset="-122"/>
                  <a:sym typeface="Symbol" panose="05050102010706020507" pitchFamily="18" charset="2"/>
                </a:rPr>
                <a:t>电荷</a:t>
              </a:r>
            </a:p>
          </p:txBody>
        </p:sp>
      </p:grpSp>
      <p:pic>
        <p:nvPicPr>
          <p:cNvPr id="5" name="图片 4">
            <a:extLst>
              <a:ext uri="{FF2B5EF4-FFF2-40B4-BE49-F238E27FC236}">
                <a16:creationId xmlns:a16="http://schemas.microsoft.com/office/drawing/2014/main" id="{1EA9E702-C347-7794-3276-5E326821EBBD}"/>
              </a:ext>
            </a:extLst>
          </p:cNvPr>
          <p:cNvPicPr>
            <a:picLocks noChangeAspect="1"/>
          </p:cNvPicPr>
          <p:nvPr/>
        </p:nvPicPr>
        <p:blipFill>
          <a:blip r:embed="rId10"/>
          <a:stretch>
            <a:fillRect/>
          </a:stretch>
        </p:blipFill>
        <p:spPr>
          <a:xfrm>
            <a:off x="328446" y="793302"/>
            <a:ext cx="8312330" cy="652152"/>
          </a:xfrm>
          <a:prstGeom prst="rect">
            <a:avLst/>
          </a:prstGeom>
        </p:spPr>
      </p:pic>
      <p:pic>
        <p:nvPicPr>
          <p:cNvPr id="8" name="图片 7">
            <a:extLst>
              <a:ext uri="{FF2B5EF4-FFF2-40B4-BE49-F238E27FC236}">
                <a16:creationId xmlns:a16="http://schemas.microsoft.com/office/drawing/2014/main" id="{C2C4B765-4B1F-A3C4-F847-05FD9B081F46}"/>
              </a:ext>
            </a:extLst>
          </p:cNvPr>
          <p:cNvPicPr>
            <a:picLocks noChangeAspect="1"/>
          </p:cNvPicPr>
          <p:nvPr/>
        </p:nvPicPr>
        <p:blipFill>
          <a:blip r:embed="rId11"/>
          <a:stretch>
            <a:fillRect/>
          </a:stretch>
        </p:blipFill>
        <p:spPr>
          <a:xfrm>
            <a:off x="1000800" y="5776847"/>
            <a:ext cx="6772275" cy="752475"/>
          </a:xfrm>
          <a:prstGeom prst="rect">
            <a:avLst/>
          </a:prstGeom>
        </p:spPr>
      </p:pic>
      <p:pic>
        <p:nvPicPr>
          <p:cNvPr id="4" name="图片 3">
            <a:extLst>
              <a:ext uri="{FF2B5EF4-FFF2-40B4-BE49-F238E27FC236}">
                <a16:creationId xmlns:a16="http://schemas.microsoft.com/office/drawing/2014/main" id="{C2F65660-E05C-2E95-BE5C-289AA0E997C8}"/>
              </a:ext>
            </a:extLst>
          </p:cNvPr>
          <p:cNvPicPr>
            <a:picLocks noChangeAspect="1"/>
          </p:cNvPicPr>
          <p:nvPr/>
        </p:nvPicPr>
        <p:blipFill>
          <a:blip r:embed="rId12"/>
          <a:stretch>
            <a:fillRect/>
          </a:stretch>
        </p:blipFill>
        <p:spPr>
          <a:xfrm>
            <a:off x="-20637" y="7937"/>
            <a:ext cx="9144000" cy="1832225"/>
          </a:xfrm>
          <a:prstGeom prst="rect">
            <a:avLst/>
          </a:prstGeom>
        </p:spPr>
      </p:pic>
    </p:spTree>
    <p:extLst>
      <p:ext uri="{BB962C8B-B14F-4D97-AF65-F5344CB8AC3E}">
        <p14:creationId xmlns:p14="http://schemas.microsoft.com/office/powerpoint/2010/main" val="37385106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3">
            <a:extLst>
              <a:ext uri="{FF2B5EF4-FFF2-40B4-BE49-F238E27FC236}">
                <a16:creationId xmlns:a16="http://schemas.microsoft.com/office/drawing/2014/main" id="{08E433B0-919B-37C5-E60D-9B57983E5C9C}"/>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A11A4FD0-8392-4FE6-9D12-85FFAE20A8C9}" type="slidenum">
              <a:rPr altLang="zh-CN" sz="1400" b="0">
                <a:solidFill>
                  <a:schemeClr val="tx1"/>
                </a:solidFill>
                <a:ea typeface="宋体" panose="02010600030101010101" pitchFamily="2" charset="-122"/>
              </a:rPr>
              <a:pPr/>
              <a:t>12</a:t>
            </a:fld>
            <a:endParaRPr lang="zh-CN" altLang="zh-CN" sz="1400" b="0">
              <a:solidFill>
                <a:schemeClr val="tx1"/>
              </a:solidFill>
              <a:ea typeface="宋体" panose="02010600030101010101" pitchFamily="2" charset="-122"/>
            </a:endParaRPr>
          </a:p>
        </p:txBody>
      </p:sp>
      <p:grpSp>
        <p:nvGrpSpPr>
          <p:cNvPr id="2" name="Group 131">
            <a:extLst>
              <a:ext uri="{FF2B5EF4-FFF2-40B4-BE49-F238E27FC236}">
                <a16:creationId xmlns:a16="http://schemas.microsoft.com/office/drawing/2014/main" id="{316D5D36-B54A-A899-C80F-BAC71FC9FEDD}"/>
              </a:ext>
            </a:extLst>
          </p:cNvPr>
          <p:cNvGrpSpPr>
            <a:grpSpLocks/>
          </p:cNvGrpSpPr>
          <p:nvPr/>
        </p:nvGrpSpPr>
        <p:grpSpPr bwMode="auto">
          <a:xfrm>
            <a:off x="412749" y="1006476"/>
            <a:ext cx="5353050" cy="1990725"/>
            <a:chOff x="-134" y="1763"/>
            <a:chExt cx="3372" cy="1254"/>
          </a:xfrm>
        </p:grpSpPr>
        <p:sp>
          <p:nvSpPr>
            <p:cNvPr id="23596" name="Text Box 2">
              <a:extLst>
                <a:ext uri="{FF2B5EF4-FFF2-40B4-BE49-F238E27FC236}">
                  <a16:creationId xmlns:a16="http://schemas.microsoft.com/office/drawing/2014/main" id="{5C8A7029-6009-7544-D25F-37F15E264C9A}"/>
                </a:ext>
              </a:extLst>
            </p:cNvPr>
            <p:cNvSpPr txBox="1">
              <a:spLocks noChangeArrowheads="1"/>
            </p:cNvSpPr>
            <p:nvPr/>
          </p:nvSpPr>
          <p:spPr bwMode="auto">
            <a:xfrm>
              <a:off x="-134" y="1763"/>
              <a:ext cx="3266" cy="1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defRPr sz="2400" b="1">
                  <a:solidFill>
                    <a:schemeClr val="bg1"/>
                  </a:solidFill>
                  <a:latin typeface="Arial" panose="020B0604020202020204" pitchFamily="34" charset="0"/>
                  <a:ea typeface="楷体_GB2312" pitchFamily="49" charset="-122"/>
                </a:defRPr>
              </a:lvl1pPr>
              <a:lvl2pPr marL="742950" indent="-285750" defTabSz="762000">
                <a:defRPr sz="2400" b="1">
                  <a:solidFill>
                    <a:schemeClr val="bg1"/>
                  </a:solidFill>
                  <a:latin typeface="Arial" panose="020B0604020202020204" pitchFamily="34" charset="0"/>
                  <a:ea typeface="楷体_GB2312" pitchFamily="49" charset="-122"/>
                </a:defRPr>
              </a:lvl2pPr>
              <a:lvl3pPr marL="1143000" indent="-228600" defTabSz="762000">
                <a:defRPr sz="2400" b="1">
                  <a:solidFill>
                    <a:schemeClr val="bg1"/>
                  </a:solidFill>
                  <a:latin typeface="Arial" panose="020B0604020202020204" pitchFamily="34" charset="0"/>
                  <a:ea typeface="楷体_GB2312" pitchFamily="49" charset="-122"/>
                </a:defRPr>
              </a:lvl3pPr>
              <a:lvl4pPr marL="1600200" indent="-228600" defTabSz="762000">
                <a:defRPr sz="2400" b="1">
                  <a:solidFill>
                    <a:schemeClr val="bg1"/>
                  </a:solidFill>
                  <a:latin typeface="Arial" panose="020B0604020202020204" pitchFamily="34" charset="0"/>
                  <a:ea typeface="楷体_GB2312" pitchFamily="49" charset="-122"/>
                </a:defRPr>
              </a:lvl4pPr>
              <a:lvl5pPr marL="2057400" indent="-228600" defTabSz="762000">
                <a:defRPr sz="2400" b="1">
                  <a:solidFill>
                    <a:schemeClr val="bg1"/>
                  </a:solidFill>
                  <a:latin typeface="Arial" panose="020B0604020202020204" pitchFamily="34" charset="0"/>
                  <a:ea typeface="楷体_GB2312" pitchFamily="49" charset="-122"/>
                </a:defRPr>
              </a:lvl5pPr>
              <a:lvl6pPr marL="2514600" indent="-228600" defTabSz="7620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defTabSz="7620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defTabSz="7620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defTabSz="7620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nSpc>
                  <a:spcPct val="130000"/>
                </a:lnSpc>
              </a:pPr>
              <a:r>
                <a:rPr lang="en-US" altLang="zh-CN" dirty="0">
                  <a:latin typeface="楷体_GB2312" pitchFamily="49" charset="-122"/>
                </a:rPr>
                <a:t> </a:t>
              </a:r>
              <a:r>
                <a:rPr lang="zh-CN" altLang="en-US" dirty="0">
                  <a:latin typeface="楷体_GB2312" pitchFamily="49" charset="-122"/>
                </a:rPr>
                <a:t>电荷在某一体积内定向运动所形成的电流称为体电流，用体</a:t>
              </a:r>
              <a:r>
                <a:rPr lang="zh-CN" altLang="en-US" dirty="0"/>
                <a:t>电流密度矢量   来描述其分布。 </a:t>
              </a:r>
            </a:p>
            <a:p>
              <a:pPr>
                <a:lnSpc>
                  <a:spcPct val="130000"/>
                </a:lnSpc>
              </a:pPr>
              <a:endParaRPr lang="en-US" altLang="zh-CN" b="0" dirty="0">
                <a:latin typeface="楷体_GB2312" pitchFamily="49" charset="-122"/>
              </a:endParaRPr>
            </a:p>
          </p:txBody>
        </p:sp>
        <p:graphicFrame>
          <p:nvGraphicFramePr>
            <p:cNvPr id="23597" name="Object 5">
              <a:extLst>
                <a:ext uri="{FF2B5EF4-FFF2-40B4-BE49-F238E27FC236}">
                  <a16:creationId xmlns:a16="http://schemas.microsoft.com/office/drawing/2014/main" id="{67F2B49B-59B5-0843-A0F5-B099B1E9BA1C}"/>
                </a:ext>
              </a:extLst>
            </p:cNvPr>
            <p:cNvGraphicFramePr>
              <a:graphicFrameLocks noChangeAspect="1"/>
            </p:cNvGraphicFramePr>
            <p:nvPr>
              <p:extLst>
                <p:ext uri="{D42A27DB-BD31-4B8C-83A1-F6EECF244321}">
                  <p14:modId xmlns:p14="http://schemas.microsoft.com/office/powerpoint/2010/main" val="936986991"/>
                </p:ext>
              </p:extLst>
            </p:nvPr>
          </p:nvGraphicFramePr>
          <p:xfrm>
            <a:off x="3002" y="2115"/>
            <a:ext cx="236" cy="272"/>
          </p:xfrm>
          <a:graphic>
            <a:graphicData uri="http://schemas.openxmlformats.org/presentationml/2006/ole">
              <mc:AlternateContent xmlns:mc="http://schemas.openxmlformats.org/markup-compatibility/2006">
                <mc:Choice xmlns:v="urn:schemas-microsoft-com:vml" Requires="v">
                  <p:oleObj r:id="rId3" imgW="50765" imgH="120535" progId="Equation.DSMT4">
                    <p:embed/>
                  </p:oleObj>
                </mc:Choice>
                <mc:Fallback>
                  <p:oleObj r:id="rId3" imgW="50765" imgH="120535" progId="Equation.DSMT4">
                    <p:embed/>
                    <p:pic>
                      <p:nvPicPr>
                        <p:cNvPr id="23597" name="Object 5">
                          <a:extLst>
                            <a:ext uri="{FF2B5EF4-FFF2-40B4-BE49-F238E27FC236}">
                              <a16:creationId xmlns:a16="http://schemas.microsoft.com/office/drawing/2014/main" id="{67F2B49B-59B5-0843-A0F5-B099B1E9BA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02" y="2115"/>
                          <a:ext cx="236"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565257" name="Text Box 9">
            <a:extLst>
              <a:ext uri="{FF2B5EF4-FFF2-40B4-BE49-F238E27FC236}">
                <a16:creationId xmlns:a16="http://schemas.microsoft.com/office/drawing/2014/main" id="{9E527CE5-7DF7-AB02-3ED0-5ADD2DAEBB7A}"/>
              </a:ext>
            </a:extLst>
          </p:cNvPr>
          <p:cNvSpPr txBox="1">
            <a:spLocks noChangeArrowheads="1"/>
          </p:cNvSpPr>
          <p:nvPr/>
        </p:nvSpPr>
        <p:spPr bwMode="auto">
          <a:xfrm>
            <a:off x="250825" y="4292600"/>
            <a:ext cx="3960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defRPr sz="2400" b="1">
                <a:solidFill>
                  <a:schemeClr val="bg1"/>
                </a:solidFill>
                <a:latin typeface="Arial" panose="020B0604020202020204" pitchFamily="34" charset="0"/>
                <a:ea typeface="楷体_GB2312" pitchFamily="49" charset="-122"/>
              </a:defRPr>
            </a:lvl1pPr>
            <a:lvl2pPr marL="742950" indent="-285750" defTabSz="762000">
              <a:defRPr sz="2400" b="1">
                <a:solidFill>
                  <a:schemeClr val="bg1"/>
                </a:solidFill>
                <a:latin typeface="Arial" panose="020B0604020202020204" pitchFamily="34" charset="0"/>
                <a:ea typeface="楷体_GB2312" pitchFamily="49" charset="-122"/>
              </a:defRPr>
            </a:lvl2pPr>
            <a:lvl3pPr marL="1143000" indent="-228600" defTabSz="762000">
              <a:defRPr sz="2400" b="1">
                <a:solidFill>
                  <a:schemeClr val="bg1"/>
                </a:solidFill>
                <a:latin typeface="Arial" panose="020B0604020202020204" pitchFamily="34" charset="0"/>
                <a:ea typeface="楷体_GB2312" pitchFamily="49" charset="-122"/>
              </a:defRPr>
            </a:lvl3pPr>
            <a:lvl4pPr marL="1600200" indent="-228600" defTabSz="762000">
              <a:defRPr sz="2400" b="1">
                <a:solidFill>
                  <a:schemeClr val="bg1"/>
                </a:solidFill>
                <a:latin typeface="Arial" panose="020B0604020202020204" pitchFamily="34" charset="0"/>
                <a:ea typeface="楷体_GB2312" pitchFamily="49" charset="-122"/>
              </a:defRPr>
            </a:lvl4pPr>
            <a:lvl5pPr marL="2057400" indent="-228600" defTabSz="762000">
              <a:defRPr sz="2400" b="1">
                <a:solidFill>
                  <a:schemeClr val="bg1"/>
                </a:solidFill>
                <a:latin typeface="Arial" panose="020B0604020202020204" pitchFamily="34" charset="0"/>
                <a:ea typeface="楷体_GB2312" pitchFamily="49" charset="-122"/>
              </a:defRPr>
            </a:lvl5pPr>
            <a:lvl6pPr marL="2514600" indent="-228600" defTabSz="7620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defTabSz="7620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defTabSz="7620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defTabSz="7620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spcBef>
                <a:spcPct val="50000"/>
              </a:spcBef>
            </a:pPr>
            <a:r>
              <a:rPr lang="zh-CN" altLang="en-US">
                <a:latin typeface="Times New Roman" panose="02020603050405020304" pitchFamily="18" charset="0"/>
              </a:rPr>
              <a:t>单位</a:t>
            </a:r>
            <a:r>
              <a:rPr lang="zh-CN" altLang="en-US">
                <a:latin typeface="Times New Roman" panose="02020603050405020304" pitchFamily="18" charset="0"/>
                <a:ea typeface="幼圆" panose="02010509060101010101" pitchFamily="49" charset="-122"/>
              </a:rPr>
              <a:t>：</a:t>
            </a:r>
            <a:r>
              <a:rPr lang="en-US" altLang="zh-CN">
                <a:latin typeface="Times New Roman" panose="02020603050405020304" pitchFamily="18" charset="0"/>
                <a:ea typeface="幼圆" panose="02010509060101010101" pitchFamily="49" charset="-122"/>
              </a:rPr>
              <a:t>A</a:t>
            </a:r>
            <a:r>
              <a:rPr lang="en-US" altLang="zh-CN" b="0">
                <a:ea typeface="幼圆" panose="02010509060101010101" pitchFamily="49" charset="-122"/>
              </a:rPr>
              <a:t> </a:t>
            </a:r>
            <a:r>
              <a:rPr lang="en-US" altLang="zh-CN" b="0">
                <a:solidFill>
                  <a:srgbClr val="FF0000"/>
                </a:solidFill>
                <a:ea typeface="幼圆" panose="02010509060101010101" pitchFamily="49" charset="-122"/>
              </a:rPr>
              <a:t>/</a:t>
            </a:r>
            <a:r>
              <a:rPr lang="en-US" altLang="zh-CN">
                <a:solidFill>
                  <a:srgbClr val="FF0000"/>
                </a:solidFill>
                <a:latin typeface="Times New Roman" panose="02020603050405020304" pitchFamily="18" charset="0"/>
                <a:ea typeface="幼圆" panose="02010509060101010101" pitchFamily="49" charset="-122"/>
              </a:rPr>
              <a:t> m</a:t>
            </a:r>
            <a:r>
              <a:rPr lang="en-US" altLang="zh-CN" baseline="30000">
                <a:solidFill>
                  <a:srgbClr val="FF0000"/>
                </a:solidFill>
                <a:latin typeface="Times New Roman" panose="02020603050405020304" pitchFamily="18" charset="0"/>
                <a:ea typeface="幼圆" panose="02010509060101010101" pitchFamily="49" charset="-122"/>
              </a:rPr>
              <a:t>2</a:t>
            </a:r>
            <a:r>
              <a:rPr lang="en-US" altLang="zh-CN" baseline="30000">
                <a:latin typeface="Times New Roman" panose="02020603050405020304" pitchFamily="18" charset="0"/>
                <a:ea typeface="幼圆" panose="02010509060101010101" pitchFamily="49" charset="-122"/>
              </a:rPr>
              <a:t> </a:t>
            </a:r>
            <a:r>
              <a:rPr lang="zh-CN" altLang="en-US">
                <a:latin typeface="Times New Roman" panose="02020603050405020304" pitchFamily="18" charset="0"/>
              </a:rPr>
              <a:t>（安</a:t>
            </a:r>
            <a:r>
              <a:rPr lang="en-US" altLang="zh-CN">
                <a:solidFill>
                  <a:srgbClr val="FF0000"/>
                </a:solidFill>
                <a:latin typeface="Times New Roman" panose="02020603050405020304" pitchFamily="18" charset="0"/>
              </a:rPr>
              <a:t>/</a:t>
            </a:r>
            <a:r>
              <a:rPr lang="zh-CN" altLang="en-US">
                <a:solidFill>
                  <a:srgbClr val="FF0000"/>
                </a:solidFill>
                <a:latin typeface="Times New Roman" panose="02020603050405020304" pitchFamily="18" charset="0"/>
              </a:rPr>
              <a:t>米</a:t>
            </a:r>
            <a:r>
              <a:rPr lang="en-US" altLang="zh-CN" baseline="30000">
                <a:solidFill>
                  <a:srgbClr val="FF0000"/>
                </a:solidFill>
                <a:latin typeface="Times New Roman" panose="02020603050405020304" pitchFamily="18" charset="0"/>
              </a:rPr>
              <a:t>2</a:t>
            </a:r>
            <a:r>
              <a:rPr lang="zh-CN" altLang="en-US">
                <a:latin typeface="Times New Roman" panose="02020603050405020304" pitchFamily="18" charset="0"/>
              </a:rPr>
              <a:t>）</a:t>
            </a:r>
            <a:r>
              <a:rPr lang="zh-CN" altLang="en-US" baseline="30000">
                <a:latin typeface="Times New Roman" panose="02020603050405020304" pitchFamily="18" charset="0"/>
                <a:ea typeface="幼圆" panose="02010509060101010101" pitchFamily="49" charset="-122"/>
              </a:rPr>
              <a:t> </a:t>
            </a:r>
            <a:r>
              <a:rPr lang="zh-CN" altLang="en-US">
                <a:latin typeface="Times New Roman" panose="02020603050405020304" pitchFamily="18" charset="0"/>
                <a:ea typeface="幼圆" panose="02010509060101010101" pitchFamily="49" charset="-122"/>
              </a:rPr>
              <a:t>。</a:t>
            </a:r>
          </a:p>
        </p:txBody>
      </p:sp>
      <p:sp>
        <p:nvSpPr>
          <p:cNvPr id="565262" name="Text Box 14">
            <a:extLst>
              <a:ext uri="{FF2B5EF4-FFF2-40B4-BE49-F238E27FC236}">
                <a16:creationId xmlns:a16="http://schemas.microsoft.com/office/drawing/2014/main" id="{F614B72D-A36B-9483-C9CD-628A0D5C0220}"/>
              </a:ext>
            </a:extLst>
          </p:cNvPr>
          <p:cNvSpPr txBox="1">
            <a:spLocks noChangeArrowheads="1"/>
          </p:cNvSpPr>
          <p:nvPr/>
        </p:nvSpPr>
        <p:spPr bwMode="auto">
          <a:xfrm>
            <a:off x="179388" y="620713"/>
            <a:ext cx="52466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defRPr sz="2400" b="1">
                <a:solidFill>
                  <a:schemeClr val="bg1"/>
                </a:solidFill>
                <a:latin typeface="Arial" panose="020B0604020202020204" pitchFamily="34" charset="0"/>
                <a:ea typeface="楷体_GB2312" pitchFamily="49" charset="-122"/>
              </a:defRPr>
            </a:lvl1pPr>
            <a:lvl2pPr marL="742950" indent="-285750" defTabSz="762000">
              <a:defRPr sz="2400" b="1">
                <a:solidFill>
                  <a:schemeClr val="bg1"/>
                </a:solidFill>
                <a:latin typeface="Arial" panose="020B0604020202020204" pitchFamily="34" charset="0"/>
                <a:ea typeface="楷体_GB2312" pitchFamily="49" charset="-122"/>
              </a:defRPr>
            </a:lvl2pPr>
            <a:lvl3pPr marL="1143000" indent="-228600" defTabSz="762000">
              <a:defRPr sz="2400" b="1">
                <a:solidFill>
                  <a:schemeClr val="bg1"/>
                </a:solidFill>
                <a:latin typeface="Arial" panose="020B0604020202020204" pitchFamily="34" charset="0"/>
                <a:ea typeface="楷体_GB2312" pitchFamily="49" charset="-122"/>
              </a:defRPr>
            </a:lvl3pPr>
            <a:lvl4pPr marL="1600200" indent="-228600" defTabSz="762000">
              <a:defRPr sz="2400" b="1">
                <a:solidFill>
                  <a:schemeClr val="bg1"/>
                </a:solidFill>
                <a:latin typeface="Arial" panose="020B0604020202020204" pitchFamily="34" charset="0"/>
                <a:ea typeface="楷体_GB2312" pitchFamily="49" charset="-122"/>
              </a:defRPr>
            </a:lvl4pPr>
            <a:lvl5pPr marL="2057400" indent="-228600" defTabSz="762000">
              <a:defRPr sz="2400" b="1">
                <a:solidFill>
                  <a:schemeClr val="bg1"/>
                </a:solidFill>
                <a:latin typeface="Arial" panose="020B0604020202020204" pitchFamily="34" charset="0"/>
                <a:ea typeface="楷体_GB2312" pitchFamily="49" charset="-122"/>
              </a:defRPr>
            </a:lvl5pPr>
            <a:lvl6pPr marL="2514600" indent="-228600" defTabSz="7620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defTabSz="7620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defTabSz="7620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defTabSz="7620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spcBef>
                <a:spcPct val="50000"/>
              </a:spcBef>
            </a:pPr>
            <a:r>
              <a:rPr lang="en-US" altLang="zh-CN">
                <a:solidFill>
                  <a:srgbClr val="F8A6A6"/>
                </a:solidFill>
                <a:latin typeface="Times New Roman" panose="02020603050405020304" pitchFamily="18" charset="0"/>
              </a:rPr>
              <a:t>1.  </a:t>
            </a:r>
            <a:r>
              <a:rPr lang="zh-CN" altLang="en-US">
                <a:solidFill>
                  <a:srgbClr val="F8A6A6"/>
                </a:solidFill>
                <a:latin typeface="Times New Roman" panose="02020603050405020304" pitchFamily="18" charset="0"/>
                <a:ea typeface="宋体" panose="02010600030101010101" pitchFamily="2" charset="-122"/>
              </a:rPr>
              <a:t>体电流和体电流密度矢量</a:t>
            </a:r>
            <a:r>
              <a:rPr lang="zh-CN" altLang="en-US" sz="2000">
                <a:latin typeface="Times New Roman" panose="02020603050405020304" pitchFamily="18" charset="0"/>
                <a:ea typeface="幼圆" panose="02010509060101010101" pitchFamily="49" charset="-122"/>
              </a:rPr>
              <a:t>                                      </a:t>
            </a:r>
          </a:p>
        </p:txBody>
      </p:sp>
      <p:sp>
        <p:nvSpPr>
          <p:cNvPr id="565315" name="Text Box 67">
            <a:extLst>
              <a:ext uri="{FF2B5EF4-FFF2-40B4-BE49-F238E27FC236}">
                <a16:creationId xmlns:a16="http://schemas.microsoft.com/office/drawing/2014/main" id="{FD37B504-3FD9-4A02-5ACD-3575BB908EC2}"/>
              </a:ext>
            </a:extLst>
          </p:cNvPr>
          <p:cNvSpPr txBox="1">
            <a:spLocks noChangeArrowheads="1"/>
          </p:cNvSpPr>
          <p:nvPr/>
        </p:nvSpPr>
        <p:spPr bwMode="auto">
          <a:xfrm>
            <a:off x="250825" y="5707063"/>
            <a:ext cx="3600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defRPr sz="2400" b="1">
                <a:solidFill>
                  <a:schemeClr val="bg1"/>
                </a:solidFill>
                <a:latin typeface="Arial" panose="020B0604020202020204" pitchFamily="34" charset="0"/>
                <a:ea typeface="楷体_GB2312" pitchFamily="49" charset="-122"/>
              </a:defRPr>
            </a:lvl1pPr>
            <a:lvl2pPr marL="742950" indent="-285750" defTabSz="762000">
              <a:defRPr sz="2400" b="1">
                <a:solidFill>
                  <a:schemeClr val="bg1"/>
                </a:solidFill>
                <a:latin typeface="Arial" panose="020B0604020202020204" pitchFamily="34" charset="0"/>
                <a:ea typeface="楷体_GB2312" pitchFamily="49" charset="-122"/>
              </a:defRPr>
            </a:lvl2pPr>
            <a:lvl3pPr marL="1143000" indent="-228600" defTabSz="762000">
              <a:defRPr sz="2400" b="1">
                <a:solidFill>
                  <a:schemeClr val="bg1"/>
                </a:solidFill>
                <a:latin typeface="Arial" panose="020B0604020202020204" pitchFamily="34" charset="0"/>
                <a:ea typeface="楷体_GB2312" pitchFamily="49" charset="-122"/>
              </a:defRPr>
            </a:lvl3pPr>
            <a:lvl4pPr marL="1600200" indent="-228600" defTabSz="762000">
              <a:defRPr sz="2400" b="1">
                <a:solidFill>
                  <a:schemeClr val="bg1"/>
                </a:solidFill>
                <a:latin typeface="Arial" panose="020B0604020202020204" pitchFamily="34" charset="0"/>
                <a:ea typeface="楷体_GB2312" pitchFamily="49" charset="-122"/>
              </a:defRPr>
            </a:lvl4pPr>
            <a:lvl5pPr marL="2057400" indent="-228600" defTabSz="762000">
              <a:defRPr sz="2400" b="1">
                <a:solidFill>
                  <a:schemeClr val="bg1"/>
                </a:solidFill>
                <a:latin typeface="Arial" panose="020B0604020202020204" pitchFamily="34" charset="0"/>
                <a:ea typeface="楷体_GB2312" pitchFamily="49" charset="-122"/>
              </a:defRPr>
            </a:lvl5pPr>
            <a:lvl6pPr marL="2514600" indent="-228600" defTabSz="7620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defTabSz="7620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defTabSz="7620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defTabSz="7620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spcBef>
                <a:spcPct val="50000"/>
              </a:spcBef>
            </a:pPr>
            <a:r>
              <a:rPr lang="zh-CN" altLang="en-US">
                <a:latin typeface="楷体_GB2312" pitchFamily="49" charset="-122"/>
              </a:rPr>
              <a:t>流过任意曲面</a:t>
            </a:r>
            <a:r>
              <a:rPr lang="en-US" altLang="zh-CN" b="0" i="1">
                <a:latin typeface="Times New Roman" panose="02020603050405020304" pitchFamily="18" charset="0"/>
              </a:rPr>
              <a:t>S </a:t>
            </a:r>
            <a:r>
              <a:rPr lang="zh-CN" altLang="en-US">
                <a:latin typeface="楷体_GB2312" pitchFamily="49" charset="-122"/>
              </a:rPr>
              <a:t>的电流：</a:t>
            </a:r>
          </a:p>
        </p:txBody>
      </p:sp>
      <p:grpSp>
        <p:nvGrpSpPr>
          <p:cNvPr id="3" name="Group 130">
            <a:extLst>
              <a:ext uri="{FF2B5EF4-FFF2-40B4-BE49-F238E27FC236}">
                <a16:creationId xmlns:a16="http://schemas.microsoft.com/office/drawing/2014/main" id="{DD631B9F-558E-342F-06F6-0E8DE1F1928A}"/>
              </a:ext>
            </a:extLst>
          </p:cNvPr>
          <p:cNvGrpSpPr>
            <a:grpSpLocks/>
          </p:cNvGrpSpPr>
          <p:nvPr/>
        </p:nvGrpSpPr>
        <p:grpSpPr bwMode="auto">
          <a:xfrm>
            <a:off x="6118225" y="393666"/>
            <a:ext cx="3025775" cy="2447925"/>
            <a:chOff x="3651" y="1117"/>
            <a:chExt cx="1906" cy="1542"/>
          </a:xfrm>
        </p:grpSpPr>
        <p:sp>
          <p:nvSpPr>
            <p:cNvPr id="23570" name="Rectangle 38">
              <a:extLst>
                <a:ext uri="{FF2B5EF4-FFF2-40B4-BE49-F238E27FC236}">
                  <a16:creationId xmlns:a16="http://schemas.microsoft.com/office/drawing/2014/main" id="{C9423242-B151-CB1D-5AFA-32BBF24D2AB8}"/>
                </a:ext>
              </a:extLst>
            </p:cNvPr>
            <p:cNvSpPr>
              <a:spLocks noChangeArrowheads="1"/>
            </p:cNvSpPr>
            <p:nvPr/>
          </p:nvSpPr>
          <p:spPr bwMode="auto">
            <a:xfrm>
              <a:off x="3651" y="1117"/>
              <a:ext cx="1906" cy="1542"/>
            </a:xfrm>
            <a:prstGeom prst="rect">
              <a:avLst/>
            </a:prstGeom>
            <a:solidFill>
              <a:srgbClr val="CCFFFF"/>
            </a:solidFill>
            <a:ln w="9525">
              <a:solidFill>
                <a:srgbClr val="FF0000"/>
              </a:solidFill>
              <a:miter lim="800000"/>
              <a:headEnd/>
              <a:tailEnd/>
            </a:ln>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3571" name="Oval 81">
              <a:extLst>
                <a:ext uri="{FF2B5EF4-FFF2-40B4-BE49-F238E27FC236}">
                  <a16:creationId xmlns:a16="http://schemas.microsoft.com/office/drawing/2014/main" id="{4D3188DB-1D57-AB0D-50F5-DF689566885E}"/>
                </a:ext>
              </a:extLst>
            </p:cNvPr>
            <p:cNvSpPr>
              <a:spLocks noChangeAspect="1" noChangeArrowheads="1"/>
            </p:cNvSpPr>
            <p:nvPr/>
          </p:nvSpPr>
          <p:spPr bwMode="auto">
            <a:xfrm rot="-774918">
              <a:off x="3929" y="1797"/>
              <a:ext cx="147" cy="388"/>
            </a:xfrm>
            <a:prstGeom prst="ellipse">
              <a:avLst/>
            </a:prstGeom>
            <a:solidFill>
              <a:srgbClr val="C0C0C0"/>
            </a:solidFill>
            <a:ln w="22225">
              <a:solidFill>
                <a:srgbClr val="000000"/>
              </a:solidFill>
              <a:round/>
              <a:headEnd/>
              <a:tailEnd/>
            </a:ln>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3572" name="Text Box 88">
              <a:extLst>
                <a:ext uri="{FF2B5EF4-FFF2-40B4-BE49-F238E27FC236}">
                  <a16:creationId xmlns:a16="http://schemas.microsoft.com/office/drawing/2014/main" id="{A28CEE63-0B21-B044-4153-66E0CDA007DA}"/>
                </a:ext>
              </a:extLst>
            </p:cNvPr>
            <p:cNvSpPr txBox="1">
              <a:spLocks noChangeArrowheads="1"/>
            </p:cNvSpPr>
            <p:nvPr/>
          </p:nvSpPr>
          <p:spPr bwMode="auto">
            <a:xfrm>
              <a:off x="3969" y="2387"/>
              <a:ext cx="1315"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r>
                <a:rPr lang="zh-CN" altLang="en-US" sz="1600">
                  <a:solidFill>
                    <a:schemeClr val="tx1"/>
                  </a:solidFill>
                  <a:latin typeface="Times New Roman" panose="02020603050405020304" pitchFamily="18" charset="0"/>
                  <a:ea typeface="宋体" panose="02010600030101010101" pitchFamily="2" charset="-122"/>
                </a:rPr>
                <a:t>体电流密度矢量</a:t>
              </a:r>
              <a:endParaRPr lang="zh-CN" altLang="en-US" sz="1600">
                <a:solidFill>
                  <a:schemeClr val="tx1"/>
                </a:solidFill>
                <a:ea typeface="幼圆" panose="02010509060101010101" pitchFamily="49" charset="-122"/>
              </a:endParaRPr>
            </a:p>
          </p:txBody>
        </p:sp>
        <p:sp>
          <p:nvSpPr>
            <p:cNvPr id="23573" name="Freeform 96">
              <a:extLst>
                <a:ext uri="{FF2B5EF4-FFF2-40B4-BE49-F238E27FC236}">
                  <a16:creationId xmlns:a16="http://schemas.microsoft.com/office/drawing/2014/main" id="{D0D29F9C-3FA6-6C04-4DEC-AD2F108F20F0}"/>
                </a:ext>
              </a:extLst>
            </p:cNvPr>
            <p:cNvSpPr>
              <a:spLocks noChangeArrowheads="1"/>
            </p:cNvSpPr>
            <p:nvPr/>
          </p:nvSpPr>
          <p:spPr bwMode="auto">
            <a:xfrm>
              <a:off x="3969" y="1547"/>
              <a:ext cx="1179" cy="704"/>
            </a:xfrm>
            <a:custGeom>
              <a:avLst/>
              <a:gdLst>
                <a:gd name="T0" fmla="*/ 98 w 1179"/>
                <a:gd name="T1" fmla="*/ 643 h 704"/>
                <a:gd name="T2" fmla="*/ 0 w 1179"/>
                <a:gd name="T3" fmla="*/ 250 h 704"/>
                <a:gd name="T4" fmla="*/ 330 w 1179"/>
                <a:gd name="T5" fmla="*/ 72 h 704"/>
                <a:gd name="T6" fmla="*/ 570 w 1179"/>
                <a:gd name="T7" fmla="*/ 0 h 704"/>
                <a:gd name="T8" fmla="*/ 954 w 1179"/>
                <a:gd name="T9" fmla="*/ 8 h 704"/>
                <a:gd name="T10" fmla="*/ 1179 w 1179"/>
                <a:gd name="T11" fmla="*/ 69 h 704"/>
                <a:gd name="T12" fmla="*/ 1043 w 1179"/>
                <a:gd name="T13" fmla="*/ 704 h 704"/>
                <a:gd name="T14" fmla="*/ 842 w 1179"/>
                <a:gd name="T15" fmla="*/ 576 h 704"/>
                <a:gd name="T16" fmla="*/ 538 w 1179"/>
                <a:gd name="T17" fmla="*/ 520 h 704"/>
                <a:gd name="T18" fmla="*/ 298 w 1179"/>
                <a:gd name="T19" fmla="*/ 552 h 704"/>
                <a:gd name="T20" fmla="*/ 106 w 1179"/>
                <a:gd name="T21" fmla="*/ 640 h 7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179" h="704">
                  <a:moveTo>
                    <a:pt x="98" y="643"/>
                  </a:moveTo>
                  <a:lnTo>
                    <a:pt x="0" y="250"/>
                  </a:lnTo>
                  <a:lnTo>
                    <a:pt x="330" y="72"/>
                  </a:lnTo>
                  <a:lnTo>
                    <a:pt x="570" y="0"/>
                  </a:lnTo>
                  <a:lnTo>
                    <a:pt x="954" y="8"/>
                  </a:lnTo>
                  <a:lnTo>
                    <a:pt x="1179" y="69"/>
                  </a:lnTo>
                  <a:lnTo>
                    <a:pt x="1043" y="704"/>
                  </a:lnTo>
                  <a:lnTo>
                    <a:pt x="842" y="576"/>
                  </a:lnTo>
                  <a:lnTo>
                    <a:pt x="538" y="520"/>
                  </a:lnTo>
                  <a:lnTo>
                    <a:pt x="298" y="552"/>
                  </a:lnTo>
                  <a:lnTo>
                    <a:pt x="106" y="640"/>
                  </a:lnTo>
                </a:path>
              </a:pathLst>
            </a:custGeom>
            <a:solidFill>
              <a:srgbClr val="C0C0C0"/>
            </a:solidFill>
            <a:ln w="9525">
              <a:solidFill>
                <a:srgbClr val="C0C0C0"/>
              </a:solidFill>
              <a:round/>
              <a:headEnd/>
              <a:tailEnd/>
            </a:ln>
          </p:spPr>
          <p:txBody>
            <a:bodyPr/>
            <a:lstStyle/>
            <a:p>
              <a:endParaRPr lang="zh-CN" altLang="en-US"/>
            </a:p>
          </p:txBody>
        </p:sp>
        <p:sp>
          <p:nvSpPr>
            <p:cNvPr id="23574" name="Freeform 97">
              <a:extLst>
                <a:ext uri="{FF2B5EF4-FFF2-40B4-BE49-F238E27FC236}">
                  <a16:creationId xmlns:a16="http://schemas.microsoft.com/office/drawing/2014/main" id="{C0E41CCC-07AC-7064-0F9E-D36729FB5C74}"/>
                </a:ext>
              </a:extLst>
            </p:cNvPr>
            <p:cNvSpPr>
              <a:spLocks noChangeAspect="1" noChangeArrowheads="1"/>
            </p:cNvSpPr>
            <p:nvPr/>
          </p:nvSpPr>
          <p:spPr bwMode="auto">
            <a:xfrm>
              <a:off x="3963" y="1535"/>
              <a:ext cx="1187" cy="268"/>
            </a:xfrm>
            <a:custGeom>
              <a:avLst/>
              <a:gdLst>
                <a:gd name="T0" fmla="*/ 0 w 1187"/>
                <a:gd name="T1" fmla="*/ 268 h 268"/>
                <a:gd name="T2" fmla="*/ 193 w 1187"/>
                <a:gd name="T3" fmla="*/ 155 h 268"/>
                <a:gd name="T4" fmla="*/ 419 w 1187"/>
                <a:gd name="T5" fmla="*/ 50 h 268"/>
                <a:gd name="T6" fmla="*/ 695 w 1187"/>
                <a:gd name="T7" fmla="*/ 5 h 268"/>
                <a:gd name="T8" fmla="*/ 1025 w 1187"/>
                <a:gd name="T9" fmla="*/ 21 h 268"/>
                <a:gd name="T10" fmla="*/ 1187 w 1187"/>
                <a:gd name="T11" fmla="*/ 87 h 26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87" h="268">
                  <a:moveTo>
                    <a:pt x="0" y="268"/>
                  </a:moveTo>
                  <a:cubicBezTo>
                    <a:pt x="32" y="248"/>
                    <a:pt x="123" y="191"/>
                    <a:pt x="193" y="155"/>
                  </a:cubicBezTo>
                  <a:cubicBezTo>
                    <a:pt x="263" y="119"/>
                    <a:pt x="334" y="75"/>
                    <a:pt x="419" y="50"/>
                  </a:cubicBezTo>
                  <a:cubicBezTo>
                    <a:pt x="502" y="25"/>
                    <a:pt x="595" y="9"/>
                    <a:pt x="695" y="5"/>
                  </a:cubicBezTo>
                  <a:cubicBezTo>
                    <a:pt x="797" y="0"/>
                    <a:pt x="943" y="7"/>
                    <a:pt x="1025" y="21"/>
                  </a:cubicBezTo>
                  <a:cubicBezTo>
                    <a:pt x="1107" y="34"/>
                    <a:pt x="1160" y="76"/>
                    <a:pt x="1187" y="87"/>
                  </a:cubicBezTo>
                </a:path>
              </a:pathLst>
            </a:custGeom>
            <a:solidFill>
              <a:srgbClr val="C0C0C0"/>
            </a:solidFill>
            <a:ln w="22225">
              <a:solidFill>
                <a:srgbClr val="000000"/>
              </a:solidFill>
              <a:round/>
              <a:headEnd/>
              <a:tailEnd/>
            </a:ln>
          </p:spPr>
          <p:txBody>
            <a:bodyPr/>
            <a:lstStyle/>
            <a:p>
              <a:endParaRPr lang="zh-CN" altLang="en-US"/>
            </a:p>
          </p:txBody>
        </p:sp>
        <p:sp>
          <p:nvSpPr>
            <p:cNvPr id="23575" name="Freeform 98">
              <a:extLst>
                <a:ext uri="{FF2B5EF4-FFF2-40B4-BE49-F238E27FC236}">
                  <a16:creationId xmlns:a16="http://schemas.microsoft.com/office/drawing/2014/main" id="{ECAF0B06-C0D4-AF85-664A-669AA3B2AD91}"/>
                </a:ext>
              </a:extLst>
            </p:cNvPr>
            <p:cNvSpPr>
              <a:spLocks noChangeAspect="1" noChangeArrowheads="1"/>
            </p:cNvSpPr>
            <p:nvPr/>
          </p:nvSpPr>
          <p:spPr bwMode="auto">
            <a:xfrm>
              <a:off x="4059" y="2087"/>
              <a:ext cx="947" cy="147"/>
            </a:xfrm>
            <a:custGeom>
              <a:avLst/>
              <a:gdLst>
                <a:gd name="T0" fmla="*/ 0 w 947"/>
                <a:gd name="T1" fmla="*/ 92 h 147"/>
                <a:gd name="T2" fmla="*/ 96 w 947"/>
                <a:gd name="T3" fmla="*/ 50 h 147"/>
                <a:gd name="T4" fmla="*/ 299 w 947"/>
                <a:gd name="T5" fmla="*/ 5 h 147"/>
                <a:gd name="T6" fmla="*/ 540 w 947"/>
                <a:gd name="T7" fmla="*/ 14 h 147"/>
                <a:gd name="T8" fmla="*/ 817 w 947"/>
                <a:gd name="T9" fmla="*/ 75 h 147"/>
                <a:gd name="T10" fmla="*/ 947 w 947"/>
                <a:gd name="T11" fmla="*/ 147 h 1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47" h="147">
                  <a:moveTo>
                    <a:pt x="0" y="92"/>
                  </a:moveTo>
                  <a:cubicBezTo>
                    <a:pt x="16" y="84"/>
                    <a:pt x="46" y="64"/>
                    <a:pt x="96" y="50"/>
                  </a:cubicBezTo>
                  <a:cubicBezTo>
                    <a:pt x="146" y="36"/>
                    <a:pt x="225" y="11"/>
                    <a:pt x="299" y="5"/>
                  </a:cubicBezTo>
                  <a:cubicBezTo>
                    <a:pt x="373" y="0"/>
                    <a:pt x="453" y="2"/>
                    <a:pt x="540" y="14"/>
                  </a:cubicBezTo>
                  <a:cubicBezTo>
                    <a:pt x="626" y="26"/>
                    <a:pt x="749" y="53"/>
                    <a:pt x="817" y="75"/>
                  </a:cubicBezTo>
                  <a:cubicBezTo>
                    <a:pt x="885" y="97"/>
                    <a:pt x="925" y="135"/>
                    <a:pt x="947" y="147"/>
                  </a:cubicBezTo>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576" name="Freeform 99">
              <a:extLst>
                <a:ext uri="{FF2B5EF4-FFF2-40B4-BE49-F238E27FC236}">
                  <a16:creationId xmlns:a16="http://schemas.microsoft.com/office/drawing/2014/main" id="{4840E21B-3387-2A95-28F4-5B3AE3C627DD}"/>
                </a:ext>
              </a:extLst>
            </p:cNvPr>
            <p:cNvSpPr>
              <a:spLocks noChangeAspect="1" noChangeArrowheads="1"/>
            </p:cNvSpPr>
            <p:nvPr/>
          </p:nvSpPr>
          <p:spPr bwMode="auto">
            <a:xfrm>
              <a:off x="4061" y="1752"/>
              <a:ext cx="166" cy="91"/>
            </a:xfrm>
            <a:custGeom>
              <a:avLst/>
              <a:gdLst>
                <a:gd name="T0" fmla="*/ 39 w 615"/>
                <a:gd name="T1" fmla="*/ 0 h 330"/>
                <a:gd name="T2" fmla="*/ 13 w 615"/>
                <a:gd name="T3" fmla="*/ 5 h 330"/>
                <a:gd name="T4" fmla="*/ 6 w 615"/>
                <a:gd name="T5" fmla="*/ 7 h 330"/>
                <a:gd name="T6" fmla="*/ 0 w 615"/>
                <a:gd name="T7" fmla="*/ 11 h 330"/>
                <a:gd name="T8" fmla="*/ 1 w 615"/>
                <a:gd name="T9" fmla="*/ 15 h 330"/>
                <a:gd name="T10" fmla="*/ 8 w 615"/>
                <a:gd name="T11" fmla="*/ 19 h 330"/>
                <a:gd name="T12" fmla="*/ 12 w 615"/>
                <a:gd name="T13" fmla="*/ 25 h 330"/>
                <a:gd name="T14" fmla="*/ 25 w 615"/>
                <a:gd name="T15" fmla="*/ 19 h 330"/>
                <a:gd name="T16" fmla="*/ 32 w 615"/>
                <a:gd name="T17" fmla="*/ 17 h 330"/>
                <a:gd name="T18" fmla="*/ 35 w 615"/>
                <a:gd name="T19" fmla="*/ 16 h 330"/>
                <a:gd name="T20" fmla="*/ 38 w 615"/>
                <a:gd name="T21" fmla="*/ 15 h 330"/>
                <a:gd name="T22" fmla="*/ 45 w 615"/>
                <a:gd name="T23" fmla="*/ 6 h 330"/>
                <a:gd name="T24" fmla="*/ 44 w 615"/>
                <a:gd name="T25" fmla="*/ 2 h 330"/>
                <a:gd name="T26" fmla="*/ 39 w 615"/>
                <a:gd name="T27" fmla="*/ 0 h 3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5" h="330">
                  <a:moveTo>
                    <a:pt x="540" y="0"/>
                  </a:moveTo>
                  <a:cubicBezTo>
                    <a:pt x="403" y="34"/>
                    <a:pt x="335" y="48"/>
                    <a:pt x="180" y="60"/>
                  </a:cubicBezTo>
                  <a:cubicBezTo>
                    <a:pt x="150" y="70"/>
                    <a:pt x="120" y="80"/>
                    <a:pt x="90" y="90"/>
                  </a:cubicBezTo>
                  <a:cubicBezTo>
                    <a:pt x="56" y="101"/>
                    <a:pt x="0" y="150"/>
                    <a:pt x="0" y="150"/>
                  </a:cubicBezTo>
                  <a:cubicBezTo>
                    <a:pt x="5" y="165"/>
                    <a:pt x="4" y="184"/>
                    <a:pt x="15" y="195"/>
                  </a:cubicBezTo>
                  <a:cubicBezTo>
                    <a:pt x="40" y="220"/>
                    <a:pt x="105" y="255"/>
                    <a:pt x="105" y="255"/>
                  </a:cubicBezTo>
                  <a:cubicBezTo>
                    <a:pt x="114" y="283"/>
                    <a:pt x="120" y="330"/>
                    <a:pt x="165" y="330"/>
                  </a:cubicBezTo>
                  <a:cubicBezTo>
                    <a:pt x="236" y="330"/>
                    <a:pt x="286" y="281"/>
                    <a:pt x="345" y="255"/>
                  </a:cubicBezTo>
                  <a:cubicBezTo>
                    <a:pt x="374" y="242"/>
                    <a:pt x="405" y="235"/>
                    <a:pt x="435" y="225"/>
                  </a:cubicBezTo>
                  <a:cubicBezTo>
                    <a:pt x="450" y="220"/>
                    <a:pt x="465" y="215"/>
                    <a:pt x="480" y="210"/>
                  </a:cubicBezTo>
                  <a:cubicBezTo>
                    <a:pt x="495" y="205"/>
                    <a:pt x="525" y="195"/>
                    <a:pt x="525" y="195"/>
                  </a:cubicBezTo>
                  <a:cubicBezTo>
                    <a:pt x="565" y="134"/>
                    <a:pt x="592" y="143"/>
                    <a:pt x="615" y="75"/>
                  </a:cubicBezTo>
                  <a:cubicBezTo>
                    <a:pt x="610" y="60"/>
                    <a:pt x="611" y="41"/>
                    <a:pt x="600" y="30"/>
                  </a:cubicBezTo>
                  <a:cubicBezTo>
                    <a:pt x="571" y="1"/>
                    <a:pt x="564" y="24"/>
                    <a:pt x="540" y="0"/>
                  </a:cubicBez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577" name="Freeform 100">
              <a:extLst>
                <a:ext uri="{FF2B5EF4-FFF2-40B4-BE49-F238E27FC236}">
                  <a16:creationId xmlns:a16="http://schemas.microsoft.com/office/drawing/2014/main" id="{D8A41680-DC4E-FB44-7833-B84BBBBE9114}"/>
                </a:ext>
              </a:extLst>
            </p:cNvPr>
            <p:cNvSpPr>
              <a:spLocks noChangeAspect="1" noChangeArrowheads="1"/>
            </p:cNvSpPr>
            <p:nvPr/>
          </p:nvSpPr>
          <p:spPr bwMode="auto">
            <a:xfrm>
              <a:off x="5016" y="1864"/>
              <a:ext cx="130" cy="62"/>
            </a:xfrm>
            <a:custGeom>
              <a:avLst/>
              <a:gdLst>
                <a:gd name="T0" fmla="*/ 0 w 480"/>
                <a:gd name="T1" fmla="*/ 0 h 225"/>
                <a:gd name="T2" fmla="*/ 10 w 480"/>
                <a:gd name="T3" fmla="*/ 3 h 225"/>
                <a:gd name="T4" fmla="*/ 13 w 480"/>
                <a:gd name="T5" fmla="*/ 6 h 225"/>
                <a:gd name="T6" fmla="*/ 20 w 480"/>
                <a:gd name="T7" fmla="*/ 8 h 225"/>
                <a:gd name="T8" fmla="*/ 23 w 480"/>
                <a:gd name="T9" fmla="*/ 10 h 225"/>
                <a:gd name="T10" fmla="*/ 35 w 480"/>
                <a:gd name="T11" fmla="*/ 17 h 22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0" h="225">
                  <a:moveTo>
                    <a:pt x="0" y="0"/>
                  </a:moveTo>
                  <a:cubicBezTo>
                    <a:pt x="45" y="15"/>
                    <a:pt x="90" y="30"/>
                    <a:pt x="135" y="45"/>
                  </a:cubicBezTo>
                  <a:cubicBezTo>
                    <a:pt x="152" y="51"/>
                    <a:pt x="164" y="68"/>
                    <a:pt x="180" y="75"/>
                  </a:cubicBezTo>
                  <a:cubicBezTo>
                    <a:pt x="209" y="88"/>
                    <a:pt x="244" y="87"/>
                    <a:pt x="270" y="105"/>
                  </a:cubicBezTo>
                  <a:cubicBezTo>
                    <a:pt x="285" y="115"/>
                    <a:pt x="299" y="128"/>
                    <a:pt x="315" y="135"/>
                  </a:cubicBezTo>
                  <a:cubicBezTo>
                    <a:pt x="393" y="170"/>
                    <a:pt x="420" y="165"/>
                    <a:pt x="480" y="225"/>
                  </a:cubicBez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578" name="Freeform 101">
              <a:extLst>
                <a:ext uri="{FF2B5EF4-FFF2-40B4-BE49-F238E27FC236}">
                  <a16:creationId xmlns:a16="http://schemas.microsoft.com/office/drawing/2014/main" id="{11242ECA-E878-1C69-D163-5B21F2EE7C3A}"/>
                </a:ext>
              </a:extLst>
            </p:cNvPr>
            <p:cNvSpPr>
              <a:spLocks noChangeAspect="1" noChangeArrowheads="1"/>
            </p:cNvSpPr>
            <p:nvPr/>
          </p:nvSpPr>
          <p:spPr bwMode="auto">
            <a:xfrm>
              <a:off x="5004" y="2079"/>
              <a:ext cx="130" cy="66"/>
            </a:xfrm>
            <a:custGeom>
              <a:avLst/>
              <a:gdLst>
                <a:gd name="T0" fmla="*/ 0 w 480"/>
                <a:gd name="T1" fmla="*/ 0 h 240"/>
                <a:gd name="T2" fmla="*/ 10 w 480"/>
                <a:gd name="T3" fmla="*/ 5 h 240"/>
                <a:gd name="T4" fmla="*/ 20 w 480"/>
                <a:gd name="T5" fmla="*/ 10 h 240"/>
                <a:gd name="T6" fmla="*/ 35 w 480"/>
                <a:gd name="T7" fmla="*/ 18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0" h="240">
                  <a:moveTo>
                    <a:pt x="0" y="0"/>
                  </a:moveTo>
                  <a:cubicBezTo>
                    <a:pt x="71" y="48"/>
                    <a:pt x="28" y="24"/>
                    <a:pt x="135" y="60"/>
                  </a:cubicBezTo>
                  <a:cubicBezTo>
                    <a:pt x="168" y="71"/>
                    <a:pt x="236" y="120"/>
                    <a:pt x="270" y="135"/>
                  </a:cubicBezTo>
                  <a:cubicBezTo>
                    <a:pt x="358" y="174"/>
                    <a:pt x="411" y="171"/>
                    <a:pt x="480" y="240"/>
                  </a:cubicBez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579" name="Text Box 102">
              <a:extLst>
                <a:ext uri="{FF2B5EF4-FFF2-40B4-BE49-F238E27FC236}">
                  <a16:creationId xmlns:a16="http://schemas.microsoft.com/office/drawing/2014/main" id="{5464DC80-4764-2DD8-E048-3B0C6870144F}"/>
                </a:ext>
              </a:extLst>
            </p:cNvPr>
            <p:cNvSpPr txBox="1">
              <a:spLocks noChangeArrowheads="1"/>
            </p:cNvSpPr>
            <p:nvPr/>
          </p:nvSpPr>
          <p:spPr bwMode="auto">
            <a:xfrm>
              <a:off x="4758" y="1674"/>
              <a:ext cx="20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15000"/>
                </a:spcBef>
              </a:pPr>
              <a:endParaRPr lang="zh-CN" altLang="zh-CN" sz="2800" b="0">
                <a:ea typeface="幼圆" panose="02010509060101010101" pitchFamily="49" charset="-122"/>
              </a:endParaRPr>
            </a:p>
          </p:txBody>
        </p:sp>
        <p:sp>
          <p:nvSpPr>
            <p:cNvPr id="23580" name="AutoShape 103">
              <a:extLst>
                <a:ext uri="{FF2B5EF4-FFF2-40B4-BE49-F238E27FC236}">
                  <a16:creationId xmlns:a16="http://schemas.microsoft.com/office/drawing/2014/main" id="{714E92FF-B2F0-FFD8-7857-5321E12FA920}"/>
                </a:ext>
              </a:extLst>
            </p:cNvPr>
            <p:cNvSpPr>
              <a:spLocks noChangeArrowheads="1"/>
            </p:cNvSpPr>
            <p:nvPr/>
          </p:nvSpPr>
          <p:spPr bwMode="auto">
            <a:xfrm>
              <a:off x="4695" y="1298"/>
              <a:ext cx="453" cy="220"/>
            </a:xfrm>
            <a:prstGeom prst="wedgeRectCallout">
              <a:avLst>
                <a:gd name="adj1" fmla="val -81125"/>
                <a:gd name="adj2" fmla="val 164093"/>
              </a:avLst>
            </a:prstGeom>
            <a:noFill/>
            <a:ln w="9525">
              <a:solidFill>
                <a:srgbClr val="FF00FF"/>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15000"/>
                </a:spcBef>
              </a:pPr>
              <a:endParaRPr lang="zh-CN" altLang="zh-CN" sz="2800" b="0">
                <a:ea typeface="幼圆" panose="02010509060101010101" pitchFamily="49" charset="-122"/>
              </a:endParaRPr>
            </a:p>
          </p:txBody>
        </p:sp>
        <p:sp>
          <p:nvSpPr>
            <p:cNvPr id="23581" name="Oval 104">
              <a:extLst>
                <a:ext uri="{FF2B5EF4-FFF2-40B4-BE49-F238E27FC236}">
                  <a16:creationId xmlns:a16="http://schemas.microsoft.com/office/drawing/2014/main" id="{EC25B943-5BDA-873E-AD84-82949CFDE297}"/>
                </a:ext>
              </a:extLst>
            </p:cNvPr>
            <p:cNvSpPr>
              <a:spLocks noChangeAspect="1" noChangeArrowheads="1"/>
            </p:cNvSpPr>
            <p:nvPr/>
          </p:nvSpPr>
          <p:spPr bwMode="auto">
            <a:xfrm rot="741733">
              <a:off x="5004" y="1625"/>
              <a:ext cx="195" cy="626"/>
            </a:xfrm>
            <a:prstGeom prst="ellipse">
              <a:avLst/>
            </a:prstGeom>
            <a:solidFill>
              <a:srgbClr val="C0C0C0"/>
            </a:solidFill>
            <a:ln w="22225">
              <a:solidFill>
                <a:srgbClr val="000000"/>
              </a:solidFill>
              <a:round/>
              <a:headEnd/>
              <a:tailEnd/>
            </a:ln>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aphicFrame>
          <p:nvGraphicFramePr>
            <p:cNvPr id="23582" name="Object 105">
              <a:extLst>
                <a:ext uri="{FF2B5EF4-FFF2-40B4-BE49-F238E27FC236}">
                  <a16:creationId xmlns:a16="http://schemas.microsoft.com/office/drawing/2014/main" id="{C46A3AE1-F80C-378C-1668-562491BA8350}"/>
                </a:ext>
              </a:extLst>
            </p:cNvPr>
            <p:cNvGraphicFramePr>
              <a:graphicFrameLocks noChangeAspect="1"/>
            </p:cNvGraphicFramePr>
            <p:nvPr>
              <p:extLst>
                <p:ext uri="{D42A27DB-BD31-4B8C-83A1-F6EECF244321}">
                  <p14:modId xmlns:p14="http://schemas.microsoft.com/office/powerpoint/2010/main" val="2223084139"/>
                </p:ext>
              </p:extLst>
            </p:nvPr>
          </p:nvGraphicFramePr>
          <p:xfrm>
            <a:off x="5228" y="1933"/>
            <a:ext cx="236" cy="272"/>
          </p:xfrm>
          <a:graphic>
            <a:graphicData uri="http://schemas.openxmlformats.org/presentationml/2006/ole">
              <mc:AlternateContent xmlns:mc="http://schemas.openxmlformats.org/markup-compatibility/2006">
                <mc:Choice xmlns:v="urn:schemas-microsoft-com:vml" Requires="v">
                  <p:oleObj r:id="rId5" imgW="50765" imgH="120535" progId="Equation.DSMT4">
                    <p:embed/>
                  </p:oleObj>
                </mc:Choice>
                <mc:Fallback>
                  <p:oleObj r:id="rId5" imgW="50765" imgH="120535" progId="Equation.DSMT4">
                    <p:embed/>
                    <p:pic>
                      <p:nvPicPr>
                        <p:cNvPr id="23582" name="Object 105">
                          <a:extLst>
                            <a:ext uri="{FF2B5EF4-FFF2-40B4-BE49-F238E27FC236}">
                              <a16:creationId xmlns:a16="http://schemas.microsoft.com/office/drawing/2014/main" id="{C46A3AE1-F80C-378C-1668-562491BA835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28" y="1933"/>
                          <a:ext cx="236"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3583" name="Object 106">
              <a:extLst>
                <a:ext uri="{FF2B5EF4-FFF2-40B4-BE49-F238E27FC236}">
                  <a16:creationId xmlns:a16="http://schemas.microsoft.com/office/drawing/2014/main" id="{CF6B2723-B751-FDA5-6837-3B666E02F64A}"/>
                </a:ext>
              </a:extLst>
            </p:cNvPr>
            <p:cNvGraphicFramePr>
              <a:graphicFrameLocks noChangeAspect="1"/>
            </p:cNvGraphicFramePr>
            <p:nvPr>
              <p:extLst>
                <p:ext uri="{D42A27DB-BD31-4B8C-83A1-F6EECF244321}">
                  <p14:modId xmlns:p14="http://schemas.microsoft.com/office/powerpoint/2010/main" val="1965771511"/>
                </p:ext>
              </p:extLst>
            </p:nvPr>
          </p:nvGraphicFramePr>
          <p:xfrm>
            <a:off x="4822" y="1525"/>
            <a:ext cx="228" cy="334"/>
          </p:xfrm>
          <a:graphic>
            <a:graphicData uri="http://schemas.openxmlformats.org/presentationml/2006/ole">
              <mc:AlternateContent xmlns:mc="http://schemas.openxmlformats.org/markup-compatibility/2006">
                <mc:Choice xmlns:v="urn:schemas-microsoft-com:vml" Requires="v">
                  <p:oleObj r:id="rId7" imgW="76148" imgH="133419" progId="Equation.DSMT4">
                    <p:embed/>
                  </p:oleObj>
                </mc:Choice>
                <mc:Fallback>
                  <p:oleObj r:id="rId7" imgW="76148" imgH="133419" progId="Equation.DSMT4">
                    <p:embed/>
                    <p:pic>
                      <p:nvPicPr>
                        <p:cNvPr id="23583" name="Object 106">
                          <a:extLst>
                            <a:ext uri="{FF2B5EF4-FFF2-40B4-BE49-F238E27FC236}">
                              <a16:creationId xmlns:a16="http://schemas.microsoft.com/office/drawing/2014/main" id="{CF6B2723-B751-FDA5-6837-3B666E02F64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22" y="1525"/>
                          <a:ext cx="228"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3584" name="Object 107">
              <a:extLst>
                <a:ext uri="{FF2B5EF4-FFF2-40B4-BE49-F238E27FC236}">
                  <a16:creationId xmlns:a16="http://schemas.microsoft.com/office/drawing/2014/main" id="{A9E09C7A-0942-33AE-2092-46144A92E2CA}"/>
                </a:ext>
              </a:extLst>
            </p:cNvPr>
            <p:cNvGraphicFramePr>
              <a:graphicFrameLocks noChangeAspect="1"/>
            </p:cNvGraphicFramePr>
            <p:nvPr>
              <p:extLst>
                <p:ext uri="{D42A27DB-BD31-4B8C-83A1-F6EECF244321}">
                  <p14:modId xmlns:p14="http://schemas.microsoft.com/office/powerpoint/2010/main" val="4093708982"/>
                </p:ext>
              </p:extLst>
            </p:nvPr>
          </p:nvGraphicFramePr>
          <p:xfrm>
            <a:off x="4740" y="1298"/>
            <a:ext cx="317" cy="227"/>
          </p:xfrm>
          <a:graphic>
            <a:graphicData uri="http://schemas.openxmlformats.org/presentationml/2006/ole">
              <mc:AlternateContent xmlns:mc="http://schemas.openxmlformats.org/markup-compatibility/2006">
                <mc:Choice xmlns:v="urn:schemas-microsoft-com:vml" Requires="v">
                  <p:oleObj r:id="rId9" imgW="133155" imgH="88946" progId="Equation.DSMT4">
                    <p:embed/>
                  </p:oleObj>
                </mc:Choice>
                <mc:Fallback>
                  <p:oleObj r:id="rId9" imgW="133155" imgH="88946" progId="Equation.DSMT4">
                    <p:embed/>
                    <p:pic>
                      <p:nvPicPr>
                        <p:cNvPr id="23584" name="Object 107">
                          <a:extLst>
                            <a:ext uri="{FF2B5EF4-FFF2-40B4-BE49-F238E27FC236}">
                              <a16:creationId xmlns:a16="http://schemas.microsoft.com/office/drawing/2014/main" id="{A9E09C7A-0942-33AE-2092-46144A92E2C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40" y="1298"/>
                          <a:ext cx="31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3585" name="Oval 108">
              <a:extLst>
                <a:ext uri="{FF2B5EF4-FFF2-40B4-BE49-F238E27FC236}">
                  <a16:creationId xmlns:a16="http://schemas.microsoft.com/office/drawing/2014/main" id="{3B941C9E-DE8B-AB04-4C02-1556664C3432}"/>
                </a:ext>
              </a:extLst>
            </p:cNvPr>
            <p:cNvSpPr>
              <a:spLocks noChangeArrowheads="1"/>
            </p:cNvSpPr>
            <p:nvPr/>
          </p:nvSpPr>
          <p:spPr bwMode="auto">
            <a:xfrm rot="4772173">
              <a:off x="4365" y="1706"/>
              <a:ext cx="364" cy="184"/>
            </a:xfrm>
            <a:prstGeom prst="ellipse">
              <a:avLst/>
            </a:prstGeom>
            <a:solidFill>
              <a:srgbClr val="339966"/>
            </a:solidFill>
            <a:ln w="15875">
              <a:solidFill>
                <a:schemeClr val="tx1"/>
              </a:solidFill>
              <a:round/>
              <a:headEnd/>
              <a:tailEnd/>
            </a:ln>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3586" name="Line 109">
              <a:extLst>
                <a:ext uri="{FF2B5EF4-FFF2-40B4-BE49-F238E27FC236}">
                  <a16:creationId xmlns:a16="http://schemas.microsoft.com/office/drawing/2014/main" id="{D89E5616-B432-CD8D-D81C-81470F3015A9}"/>
                </a:ext>
              </a:extLst>
            </p:cNvPr>
            <p:cNvSpPr>
              <a:spLocks noChangeAspect="1" noChangeShapeType="1"/>
            </p:cNvSpPr>
            <p:nvPr/>
          </p:nvSpPr>
          <p:spPr bwMode="auto">
            <a:xfrm flipV="1">
              <a:off x="4552" y="1747"/>
              <a:ext cx="324" cy="57"/>
            </a:xfrm>
            <a:prstGeom prst="line">
              <a:avLst/>
            </a:prstGeom>
            <a:noFill/>
            <a:ln w="25400">
              <a:solidFill>
                <a:srgbClr val="FF0000"/>
              </a:solidFill>
              <a:round/>
              <a:headE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23587" name="Freeform 110">
              <a:extLst>
                <a:ext uri="{FF2B5EF4-FFF2-40B4-BE49-F238E27FC236}">
                  <a16:creationId xmlns:a16="http://schemas.microsoft.com/office/drawing/2014/main" id="{6A30AB86-35EF-CE3B-5700-050D3DD961E5}"/>
                </a:ext>
              </a:extLst>
            </p:cNvPr>
            <p:cNvSpPr>
              <a:spLocks noChangeAspect="1" noChangeArrowheads="1"/>
            </p:cNvSpPr>
            <p:nvPr/>
          </p:nvSpPr>
          <p:spPr bwMode="auto">
            <a:xfrm>
              <a:off x="3923" y="1797"/>
              <a:ext cx="1270" cy="195"/>
            </a:xfrm>
            <a:custGeom>
              <a:avLst/>
              <a:gdLst>
                <a:gd name="T0" fmla="*/ 0 w 1270"/>
                <a:gd name="T1" fmla="*/ 195 h 195"/>
                <a:gd name="T2" fmla="*/ 212 w 1270"/>
                <a:gd name="T3" fmla="*/ 93 h 195"/>
                <a:gd name="T4" fmla="*/ 552 w 1270"/>
                <a:gd name="T5" fmla="*/ 24 h 195"/>
                <a:gd name="T6" fmla="*/ 934 w 1270"/>
                <a:gd name="T7" fmla="*/ 24 h 195"/>
                <a:gd name="T8" fmla="*/ 1224 w 1270"/>
                <a:gd name="T9" fmla="*/ 171 h 195"/>
                <a:gd name="T10" fmla="*/ 1208 w 1270"/>
                <a:gd name="T11" fmla="*/ 139 h 19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70" h="195">
                  <a:moveTo>
                    <a:pt x="0" y="195"/>
                  </a:moveTo>
                  <a:cubicBezTo>
                    <a:pt x="60" y="158"/>
                    <a:pt x="120" y="121"/>
                    <a:pt x="212" y="93"/>
                  </a:cubicBezTo>
                  <a:cubicBezTo>
                    <a:pt x="304" y="64"/>
                    <a:pt x="432" y="36"/>
                    <a:pt x="552" y="24"/>
                  </a:cubicBezTo>
                  <a:cubicBezTo>
                    <a:pt x="672" y="13"/>
                    <a:pt x="822" y="0"/>
                    <a:pt x="934" y="24"/>
                  </a:cubicBezTo>
                  <a:cubicBezTo>
                    <a:pt x="1046" y="48"/>
                    <a:pt x="1178" y="152"/>
                    <a:pt x="1224" y="171"/>
                  </a:cubicBezTo>
                  <a:cubicBezTo>
                    <a:pt x="1270" y="190"/>
                    <a:pt x="1211" y="146"/>
                    <a:pt x="1208" y="139"/>
                  </a:cubicBezTo>
                </a:path>
              </a:pathLst>
            </a:custGeom>
            <a:noFill/>
            <a:ln w="25400">
              <a:solidFill>
                <a:srgbClr val="000000"/>
              </a:solidFill>
              <a:prstDash val="dash"/>
              <a:round/>
              <a:headEnd/>
              <a:tailEnd type="none" w="sm"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588" name="Freeform 112">
              <a:extLst>
                <a:ext uri="{FF2B5EF4-FFF2-40B4-BE49-F238E27FC236}">
                  <a16:creationId xmlns:a16="http://schemas.microsoft.com/office/drawing/2014/main" id="{734D9880-C0DA-68D4-43D7-94E057011EFD}"/>
                </a:ext>
              </a:extLst>
            </p:cNvPr>
            <p:cNvSpPr>
              <a:spLocks noChangeAspect="1" noChangeArrowheads="1"/>
            </p:cNvSpPr>
            <p:nvPr/>
          </p:nvSpPr>
          <p:spPr bwMode="auto">
            <a:xfrm rot="349580">
              <a:off x="3969" y="1965"/>
              <a:ext cx="1270" cy="195"/>
            </a:xfrm>
            <a:custGeom>
              <a:avLst/>
              <a:gdLst>
                <a:gd name="T0" fmla="*/ 0 w 1270"/>
                <a:gd name="T1" fmla="*/ 195 h 195"/>
                <a:gd name="T2" fmla="*/ 212 w 1270"/>
                <a:gd name="T3" fmla="*/ 93 h 195"/>
                <a:gd name="T4" fmla="*/ 552 w 1270"/>
                <a:gd name="T5" fmla="*/ 24 h 195"/>
                <a:gd name="T6" fmla="*/ 934 w 1270"/>
                <a:gd name="T7" fmla="*/ 24 h 195"/>
                <a:gd name="T8" fmla="*/ 1224 w 1270"/>
                <a:gd name="T9" fmla="*/ 171 h 195"/>
                <a:gd name="T10" fmla="*/ 1208 w 1270"/>
                <a:gd name="T11" fmla="*/ 139 h 19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70" h="195">
                  <a:moveTo>
                    <a:pt x="0" y="195"/>
                  </a:moveTo>
                  <a:cubicBezTo>
                    <a:pt x="60" y="158"/>
                    <a:pt x="120" y="121"/>
                    <a:pt x="212" y="93"/>
                  </a:cubicBezTo>
                  <a:cubicBezTo>
                    <a:pt x="304" y="64"/>
                    <a:pt x="432" y="36"/>
                    <a:pt x="552" y="24"/>
                  </a:cubicBezTo>
                  <a:cubicBezTo>
                    <a:pt x="672" y="13"/>
                    <a:pt x="822" y="0"/>
                    <a:pt x="934" y="24"/>
                  </a:cubicBezTo>
                  <a:cubicBezTo>
                    <a:pt x="1046" y="48"/>
                    <a:pt x="1178" y="152"/>
                    <a:pt x="1224" y="171"/>
                  </a:cubicBezTo>
                  <a:cubicBezTo>
                    <a:pt x="1270" y="190"/>
                    <a:pt x="1211" y="146"/>
                    <a:pt x="1208" y="139"/>
                  </a:cubicBezTo>
                </a:path>
              </a:pathLst>
            </a:custGeom>
            <a:noFill/>
            <a:ln w="25400">
              <a:solidFill>
                <a:srgbClr val="000000"/>
              </a:solidFill>
              <a:prstDash val="dash"/>
              <a:round/>
              <a:headEnd/>
              <a:tailEnd type="none" w="sm"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589" name="Freeform 118">
              <a:extLst>
                <a:ext uri="{FF2B5EF4-FFF2-40B4-BE49-F238E27FC236}">
                  <a16:creationId xmlns:a16="http://schemas.microsoft.com/office/drawing/2014/main" id="{A42A0236-160F-983F-B470-1B3FBEB8A779}"/>
                </a:ext>
              </a:extLst>
            </p:cNvPr>
            <p:cNvSpPr>
              <a:spLocks noChangeAspect="1" noChangeArrowheads="1"/>
            </p:cNvSpPr>
            <p:nvPr/>
          </p:nvSpPr>
          <p:spPr bwMode="auto">
            <a:xfrm rot="-490616">
              <a:off x="3894" y="1648"/>
              <a:ext cx="1270" cy="195"/>
            </a:xfrm>
            <a:custGeom>
              <a:avLst/>
              <a:gdLst>
                <a:gd name="T0" fmla="*/ 0 w 1270"/>
                <a:gd name="T1" fmla="*/ 195 h 195"/>
                <a:gd name="T2" fmla="*/ 212 w 1270"/>
                <a:gd name="T3" fmla="*/ 93 h 195"/>
                <a:gd name="T4" fmla="*/ 552 w 1270"/>
                <a:gd name="T5" fmla="*/ 24 h 195"/>
                <a:gd name="T6" fmla="*/ 934 w 1270"/>
                <a:gd name="T7" fmla="*/ 24 h 195"/>
                <a:gd name="T8" fmla="*/ 1224 w 1270"/>
                <a:gd name="T9" fmla="*/ 171 h 195"/>
                <a:gd name="T10" fmla="*/ 1208 w 1270"/>
                <a:gd name="T11" fmla="*/ 139 h 19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70" h="195">
                  <a:moveTo>
                    <a:pt x="0" y="195"/>
                  </a:moveTo>
                  <a:cubicBezTo>
                    <a:pt x="60" y="158"/>
                    <a:pt x="120" y="121"/>
                    <a:pt x="212" y="93"/>
                  </a:cubicBezTo>
                  <a:cubicBezTo>
                    <a:pt x="304" y="64"/>
                    <a:pt x="432" y="36"/>
                    <a:pt x="552" y="24"/>
                  </a:cubicBezTo>
                  <a:cubicBezTo>
                    <a:pt x="672" y="13"/>
                    <a:pt x="822" y="0"/>
                    <a:pt x="934" y="24"/>
                  </a:cubicBezTo>
                  <a:cubicBezTo>
                    <a:pt x="1046" y="48"/>
                    <a:pt x="1178" y="152"/>
                    <a:pt x="1224" y="171"/>
                  </a:cubicBezTo>
                  <a:cubicBezTo>
                    <a:pt x="1270" y="190"/>
                    <a:pt x="1211" y="146"/>
                    <a:pt x="1208" y="139"/>
                  </a:cubicBezTo>
                </a:path>
              </a:pathLst>
            </a:custGeom>
            <a:noFill/>
            <a:ln w="25400">
              <a:solidFill>
                <a:srgbClr val="000000"/>
              </a:solidFill>
              <a:prstDash val="dash"/>
              <a:round/>
              <a:headEnd/>
              <a:tailEnd type="none" w="sm"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590" name="Freeform 119">
              <a:extLst>
                <a:ext uri="{FF2B5EF4-FFF2-40B4-BE49-F238E27FC236}">
                  <a16:creationId xmlns:a16="http://schemas.microsoft.com/office/drawing/2014/main" id="{12A7D7DB-AE34-AF5C-D51A-CA4FA9ECF638}"/>
                </a:ext>
              </a:extLst>
            </p:cNvPr>
            <p:cNvSpPr>
              <a:spLocks noChangeArrowheads="1"/>
            </p:cNvSpPr>
            <p:nvPr/>
          </p:nvSpPr>
          <p:spPr bwMode="auto">
            <a:xfrm>
              <a:off x="5148" y="1752"/>
              <a:ext cx="227" cy="136"/>
            </a:xfrm>
            <a:custGeom>
              <a:avLst/>
              <a:gdLst>
                <a:gd name="T0" fmla="*/ 0 w 227"/>
                <a:gd name="T1" fmla="*/ 0 h 136"/>
                <a:gd name="T2" fmla="*/ 227 w 227"/>
                <a:gd name="T3" fmla="*/ 136 h 136"/>
                <a:gd name="T4" fmla="*/ 0 60000 65536"/>
                <a:gd name="T5" fmla="*/ 0 60000 65536"/>
              </a:gdLst>
              <a:ahLst/>
              <a:cxnLst>
                <a:cxn ang="T4">
                  <a:pos x="T0" y="T1"/>
                </a:cxn>
                <a:cxn ang="T5">
                  <a:pos x="T2" y="T3"/>
                </a:cxn>
              </a:cxnLst>
              <a:rect l="0" t="0" r="r" b="b"/>
              <a:pathLst>
                <a:path w="227" h="136">
                  <a:moveTo>
                    <a:pt x="0" y="0"/>
                  </a:moveTo>
                  <a:cubicBezTo>
                    <a:pt x="94" y="56"/>
                    <a:pt x="189" y="113"/>
                    <a:pt x="227" y="136"/>
                  </a:cubicBezTo>
                </a:path>
              </a:pathLst>
            </a:custGeom>
            <a:noFill/>
            <a:ln w="25400">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591" name="Freeform 120">
              <a:extLst>
                <a:ext uri="{FF2B5EF4-FFF2-40B4-BE49-F238E27FC236}">
                  <a16:creationId xmlns:a16="http://schemas.microsoft.com/office/drawing/2014/main" id="{1742BD19-A414-5D6C-516C-422FD675F522}"/>
                </a:ext>
              </a:extLst>
            </p:cNvPr>
            <p:cNvSpPr>
              <a:spLocks noChangeArrowheads="1"/>
            </p:cNvSpPr>
            <p:nvPr/>
          </p:nvSpPr>
          <p:spPr bwMode="auto">
            <a:xfrm rot="356310">
              <a:off x="5090" y="1941"/>
              <a:ext cx="227" cy="136"/>
            </a:xfrm>
            <a:custGeom>
              <a:avLst/>
              <a:gdLst>
                <a:gd name="T0" fmla="*/ 0 w 227"/>
                <a:gd name="T1" fmla="*/ 0 h 136"/>
                <a:gd name="T2" fmla="*/ 227 w 227"/>
                <a:gd name="T3" fmla="*/ 136 h 136"/>
                <a:gd name="T4" fmla="*/ 0 60000 65536"/>
                <a:gd name="T5" fmla="*/ 0 60000 65536"/>
              </a:gdLst>
              <a:ahLst/>
              <a:cxnLst>
                <a:cxn ang="T4">
                  <a:pos x="T0" y="T1"/>
                </a:cxn>
                <a:cxn ang="T5">
                  <a:pos x="T2" y="T3"/>
                </a:cxn>
              </a:cxnLst>
              <a:rect l="0" t="0" r="r" b="b"/>
              <a:pathLst>
                <a:path w="227" h="136">
                  <a:moveTo>
                    <a:pt x="0" y="0"/>
                  </a:moveTo>
                  <a:cubicBezTo>
                    <a:pt x="94" y="56"/>
                    <a:pt x="189" y="113"/>
                    <a:pt x="227" y="136"/>
                  </a:cubicBezTo>
                </a:path>
              </a:pathLst>
            </a:custGeom>
            <a:noFill/>
            <a:ln w="25400">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592" name="Freeform 123">
              <a:extLst>
                <a:ext uri="{FF2B5EF4-FFF2-40B4-BE49-F238E27FC236}">
                  <a16:creationId xmlns:a16="http://schemas.microsoft.com/office/drawing/2014/main" id="{6461B70F-A9A2-F239-6052-B32FB8500311}"/>
                </a:ext>
              </a:extLst>
            </p:cNvPr>
            <p:cNvSpPr>
              <a:spLocks noChangeArrowheads="1"/>
            </p:cNvSpPr>
            <p:nvPr/>
          </p:nvSpPr>
          <p:spPr bwMode="auto">
            <a:xfrm rot="457413">
              <a:off x="5119" y="2168"/>
              <a:ext cx="227" cy="136"/>
            </a:xfrm>
            <a:custGeom>
              <a:avLst/>
              <a:gdLst>
                <a:gd name="T0" fmla="*/ 0 w 227"/>
                <a:gd name="T1" fmla="*/ 0 h 136"/>
                <a:gd name="T2" fmla="*/ 227 w 227"/>
                <a:gd name="T3" fmla="*/ 136 h 136"/>
                <a:gd name="T4" fmla="*/ 0 60000 65536"/>
                <a:gd name="T5" fmla="*/ 0 60000 65536"/>
              </a:gdLst>
              <a:ahLst/>
              <a:cxnLst>
                <a:cxn ang="T4">
                  <a:pos x="T0" y="T1"/>
                </a:cxn>
                <a:cxn ang="T5">
                  <a:pos x="T2" y="T3"/>
                </a:cxn>
              </a:cxnLst>
              <a:rect l="0" t="0" r="r" b="b"/>
              <a:pathLst>
                <a:path w="227" h="136">
                  <a:moveTo>
                    <a:pt x="0" y="0"/>
                  </a:moveTo>
                  <a:cubicBezTo>
                    <a:pt x="94" y="56"/>
                    <a:pt x="189" y="113"/>
                    <a:pt x="227" y="136"/>
                  </a:cubicBezTo>
                </a:path>
              </a:pathLst>
            </a:custGeom>
            <a:noFill/>
            <a:ln w="25400">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593" name="Line 124">
              <a:extLst>
                <a:ext uri="{FF2B5EF4-FFF2-40B4-BE49-F238E27FC236}">
                  <a16:creationId xmlns:a16="http://schemas.microsoft.com/office/drawing/2014/main" id="{ADFAD13F-0CCD-5A61-DBA1-BD876D8A8337}"/>
                </a:ext>
              </a:extLst>
            </p:cNvPr>
            <p:cNvSpPr>
              <a:spLocks noChangeShapeType="1"/>
            </p:cNvSpPr>
            <p:nvPr/>
          </p:nvSpPr>
          <p:spPr bwMode="auto">
            <a:xfrm flipH="1">
              <a:off x="3857" y="2077"/>
              <a:ext cx="136" cy="9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94" name="Line 125">
              <a:extLst>
                <a:ext uri="{FF2B5EF4-FFF2-40B4-BE49-F238E27FC236}">
                  <a16:creationId xmlns:a16="http://schemas.microsoft.com/office/drawing/2014/main" id="{F15E5D6F-7742-72C9-DBC4-12020C293550}"/>
                </a:ext>
              </a:extLst>
            </p:cNvPr>
            <p:cNvSpPr>
              <a:spLocks noChangeShapeType="1"/>
            </p:cNvSpPr>
            <p:nvPr/>
          </p:nvSpPr>
          <p:spPr bwMode="auto">
            <a:xfrm flipH="1">
              <a:off x="3833" y="1963"/>
              <a:ext cx="136" cy="9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95" name="Line 126">
              <a:extLst>
                <a:ext uri="{FF2B5EF4-FFF2-40B4-BE49-F238E27FC236}">
                  <a16:creationId xmlns:a16="http://schemas.microsoft.com/office/drawing/2014/main" id="{C3808401-9320-8A1B-70EE-39B523B2683C}"/>
                </a:ext>
              </a:extLst>
            </p:cNvPr>
            <p:cNvSpPr>
              <a:spLocks noChangeShapeType="1"/>
            </p:cNvSpPr>
            <p:nvPr/>
          </p:nvSpPr>
          <p:spPr bwMode="auto">
            <a:xfrm flipH="1">
              <a:off x="3833" y="1888"/>
              <a:ext cx="136" cy="9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 name="Group 129">
            <a:extLst>
              <a:ext uri="{FF2B5EF4-FFF2-40B4-BE49-F238E27FC236}">
                <a16:creationId xmlns:a16="http://schemas.microsoft.com/office/drawing/2014/main" id="{ADBF67EB-1287-36BC-EEFC-116D64918F9E}"/>
              </a:ext>
            </a:extLst>
          </p:cNvPr>
          <p:cNvGrpSpPr>
            <a:grpSpLocks/>
          </p:cNvGrpSpPr>
          <p:nvPr/>
        </p:nvGrpSpPr>
        <p:grpSpPr bwMode="auto">
          <a:xfrm>
            <a:off x="3755858" y="3556051"/>
            <a:ext cx="3240087" cy="808037"/>
            <a:chOff x="2336" y="2840"/>
            <a:chExt cx="2041" cy="509"/>
          </a:xfrm>
        </p:grpSpPr>
        <p:sp>
          <p:nvSpPr>
            <p:cNvPr id="23568" name="Text Box 37">
              <a:extLst>
                <a:ext uri="{FF2B5EF4-FFF2-40B4-BE49-F238E27FC236}">
                  <a16:creationId xmlns:a16="http://schemas.microsoft.com/office/drawing/2014/main" id="{C1DB5F9F-3148-3006-5451-6B3F01AC77E7}"/>
                </a:ext>
              </a:extLst>
            </p:cNvPr>
            <p:cNvSpPr txBox="1">
              <a:spLocks noChangeArrowheads="1"/>
            </p:cNvSpPr>
            <p:nvPr/>
          </p:nvSpPr>
          <p:spPr bwMode="auto">
            <a:xfrm>
              <a:off x="2517" y="3064"/>
              <a:ext cx="1860" cy="285"/>
            </a:xfrm>
            <a:prstGeom prst="rect">
              <a:avLst/>
            </a:prstGeom>
            <a:solidFill>
              <a:srgbClr val="E9FFFF"/>
            </a:solidFill>
            <a:ln w="25400">
              <a:solidFill>
                <a:srgbClr val="FF0000"/>
              </a:solidFill>
              <a:miter lim="800000"/>
              <a:headEnd type="none" w="sm" len="sm"/>
              <a:tailEnd type="none" w="sm" len="sm"/>
            </a:ln>
          </p:spPr>
          <p:txBody>
            <a:bodyPr>
              <a:spAutoFit/>
            </a:bodyPr>
            <a:lstStyle>
              <a:lvl1pPr defTabSz="762000">
                <a:defRPr sz="2400" b="1">
                  <a:solidFill>
                    <a:schemeClr val="bg1"/>
                  </a:solidFill>
                  <a:latin typeface="Arial" panose="020B0604020202020204" pitchFamily="34" charset="0"/>
                  <a:ea typeface="楷体_GB2312" pitchFamily="49" charset="-122"/>
                </a:defRPr>
              </a:lvl1pPr>
              <a:lvl2pPr marL="742950" indent="-285750" defTabSz="762000">
                <a:defRPr sz="2400" b="1">
                  <a:solidFill>
                    <a:schemeClr val="bg1"/>
                  </a:solidFill>
                  <a:latin typeface="Arial" panose="020B0604020202020204" pitchFamily="34" charset="0"/>
                  <a:ea typeface="楷体_GB2312" pitchFamily="49" charset="-122"/>
                </a:defRPr>
              </a:lvl2pPr>
              <a:lvl3pPr marL="1143000" indent="-228600" defTabSz="762000">
                <a:defRPr sz="2400" b="1">
                  <a:solidFill>
                    <a:schemeClr val="bg1"/>
                  </a:solidFill>
                  <a:latin typeface="Arial" panose="020B0604020202020204" pitchFamily="34" charset="0"/>
                  <a:ea typeface="楷体_GB2312" pitchFamily="49" charset="-122"/>
                </a:defRPr>
              </a:lvl3pPr>
              <a:lvl4pPr marL="1600200" indent="-228600" defTabSz="762000">
                <a:defRPr sz="2400" b="1">
                  <a:solidFill>
                    <a:schemeClr val="bg1"/>
                  </a:solidFill>
                  <a:latin typeface="Arial" panose="020B0604020202020204" pitchFamily="34" charset="0"/>
                  <a:ea typeface="楷体_GB2312" pitchFamily="49" charset="-122"/>
                </a:defRPr>
              </a:lvl4pPr>
              <a:lvl5pPr marL="2057400" indent="-228600" defTabSz="762000">
                <a:defRPr sz="2400" b="1">
                  <a:solidFill>
                    <a:schemeClr val="bg1"/>
                  </a:solidFill>
                  <a:latin typeface="Arial" panose="020B0604020202020204" pitchFamily="34" charset="0"/>
                  <a:ea typeface="楷体_GB2312" pitchFamily="49" charset="-122"/>
                </a:defRPr>
              </a:lvl5pPr>
              <a:lvl6pPr marL="2514600" indent="-228600" defTabSz="7620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defTabSz="7620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defTabSz="7620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defTabSz="7620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a:lnSpc>
                  <a:spcPct val="110000"/>
                </a:lnSpc>
              </a:pPr>
              <a:r>
                <a:rPr lang="zh-CN" altLang="en-US" sz="2000">
                  <a:solidFill>
                    <a:srgbClr val="993300"/>
                  </a:solidFill>
                  <a:ea typeface="宋体" panose="02010600030101010101" pitchFamily="2" charset="-122"/>
                </a:rPr>
                <a:t>正电荷运动的方向</a:t>
              </a:r>
              <a:endParaRPr lang="zh-CN" altLang="en-US" sz="2000" b="0">
                <a:solidFill>
                  <a:srgbClr val="993300"/>
                </a:solidFill>
                <a:latin typeface="楷体_GB2312" pitchFamily="49" charset="-122"/>
                <a:ea typeface="宋体" panose="02010600030101010101" pitchFamily="2" charset="-122"/>
              </a:endParaRPr>
            </a:p>
          </p:txBody>
        </p:sp>
        <p:sp>
          <p:nvSpPr>
            <p:cNvPr id="23569" name="Line 128">
              <a:extLst>
                <a:ext uri="{FF2B5EF4-FFF2-40B4-BE49-F238E27FC236}">
                  <a16:creationId xmlns:a16="http://schemas.microsoft.com/office/drawing/2014/main" id="{38091629-5567-7E79-98F8-9C504E150BB9}"/>
                </a:ext>
              </a:extLst>
            </p:cNvPr>
            <p:cNvSpPr>
              <a:spLocks noChangeShapeType="1"/>
            </p:cNvSpPr>
            <p:nvPr/>
          </p:nvSpPr>
          <p:spPr bwMode="auto">
            <a:xfrm flipH="1" flipV="1">
              <a:off x="2336" y="2840"/>
              <a:ext cx="181" cy="227"/>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3563" name="AutoShape 140">
            <a:hlinkClick r:id="rId11" action="ppaction://hlinksldjump" highlightClick="1"/>
            <a:extLst>
              <a:ext uri="{FF2B5EF4-FFF2-40B4-BE49-F238E27FC236}">
                <a16:creationId xmlns:a16="http://schemas.microsoft.com/office/drawing/2014/main" id="{3F492882-73AF-E815-30DC-E56872D9EE83}"/>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3564" name="AutoShape 141">
            <a:hlinkClick r:id="" action="ppaction://hlinkshowjump?jump=previousslide" highlightClick="1"/>
            <a:extLst>
              <a:ext uri="{FF2B5EF4-FFF2-40B4-BE49-F238E27FC236}">
                <a16:creationId xmlns:a16="http://schemas.microsoft.com/office/drawing/2014/main" id="{0D1EA7A7-BA61-CD8C-81B9-7B99FC03ED18}"/>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3565" name="AutoShape 142">
            <a:hlinkClick r:id="" action="ppaction://hlinkshowjump?jump=nextslide" highlightClick="1"/>
            <a:extLst>
              <a:ext uri="{FF2B5EF4-FFF2-40B4-BE49-F238E27FC236}">
                <a16:creationId xmlns:a16="http://schemas.microsoft.com/office/drawing/2014/main" id="{FE919B36-1173-9B70-EE07-FC2800FA6639}"/>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3566" name="AutoShape 143">
            <a:hlinkClick r:id="" action="ppaction://hlinkshowjump?jump=lastslide" highlightClick="1"/>
            <a:extLst>
              <a:ext uri="{FF2B5EF4-FFF2-40B4-BE49-F238E27FC236}">
                <a16:creationId xmlns:a16="http://schemas.microsoft.com/office/drawing/2014/main" id="{F96E193A-6DCB-D963-4C98-D9E244D2AAF9}"/>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565394" name="Rectangle 146">
            <a:extLst>
              <a:ext uri="{FF2B5EF4-FFF2-40B4-BE49-F238E27FC236}">
                <a16:creationId xmlns:a16="http://schemas.microsoft.com/office/drawing/2014/main" id="{292F4BAF-E954-5B53-8DB2-AB63DDE09EC0}"/>
              </a:ext>
            </a:extLst>
          </p:cNvPr>
          <p:cNvSpPr>
            <a:spLocks noChangeArrowheads="1"/>
          </p:cNvSpPr>
          <p:nvPr/>
        </p:nvSpPr>
        <p:spPr bwMode="auto">
          <a:xfrm>
            <a:off x="250825" y="4941888"/>
            <a:ext cx="741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r>
              <a:rPr lang="zh-CN" altLang="en-US" dirty="0">
                <a:latin typeface="楷体_GB2312" pitchFamily="49" charset="-122"/>
              </a:rPr>
              <a:t>物理意义：</a:t>
            </a:r>
            <a:r>
              <a:rPr lang="zh-CN" altLang="en-US" dirty="0"/>
              <a:t>通过</a:t>
            </a:r>
            <a:r>
              <a:rPr lang="zh-CN" altLang="en-US" dirty="0">
                <a:solidFill>
                  <a:srgbClr val="FFCC66"/>
                </a:solidFill>
              </a:rPr>
              <a:t>单位横截面积</a:t>
            </a:r>
            <a:r>
              <a:rPr lang="zh-CN" altLang="en-US" dirty="0"/>
              <a:t>的电流。</a:t>
            </a:r>
          </a:p>
        </p:txBody>
      </p:sp>
      <p:pic>
        <p:nvPicPr>
          <p:cNvPr id="6" name="图片 5">
            <a:extLst>
              <a:ext uri="{FF2B5EF4-FFF2-40B4-BE49-F238E27FC236}">
                <a16:creationId xmlns:a16="http://schemas.microsoft.com/office/drawing/2014/main" id="{793907CD-3D7B-FCEF-60AF-F1D11C0C6199}"/>
              </a:ext>
            </a:extLst>
          </p:cNvPr>
          <p:cNvPicPr>
            <a:picLocks noChangeAspect="1"/>
          </p:cNvPicPr>
          <p:nvPr/>
        </p:nvPicPr>
        <p:blipFill>
          <a:blip r:embed="rId12"/>
          <a:stretch>
            <a:fillRect/>
          </a:stretch>
        </p:blipFill>
        <p:spPr>
          <a:xfrm>
            <a:off x="3617964" y="5530866"/>
            <a:ext cx="2028200" cy="904138"/>
          </a:xfrm>
          <a:prstGeom prst="rect">
            <a:avLst/>
          </a:prstGeom>
        </p:spPr>
      </p:pic>
      <p:pic>
        <p:nvPicPr>
          <p:cNvPr id="9" name="图片 8">
            <a:extLst>
              <a:ext uri="{FF2B5EF4-FFF2-40B4-BE49-F238E27FC236}">
                <a16:creationId xmlns:a16="http://schemas.microsoft.com/office/drawing/2014/main" id="{D4F64F7C-D833-B525-6E15-F0F7D8878CC3}"/>
              </a:ext>
            </a:extLst>
          </p:cNvPr>
          <p:cNvPicPr>
            <a:picLocks noChangeAspect="1"/>
          </p:cNvPicPr>
          <p:nvPr/>
        </p:nvPicPr>
        <p:blipFill>
          <a:blip r:embed="rId13"/>
          <a:stretch>
            <a:fillRect/>
          </a:stretch>
        </p:blipFill>
        <p:spPr>
          <a:xfrm>
            <a:off x="1045368" y="2776372"/>
            <a:ext cx="3514725" cy="809625"/>
          </a:xfrm>
          <a:prstGeom prst="rect">
            <a:avLst/>
          </a:prstGeom>
        </p:spPr>
      </p:pic>
    </p:spTree>
    <p:extLst>
      <p:ext uri="{BB962C8B-B14F-4D97-AF65-F5344CB8AC3E}">
        <p14:creationId xmlns:p14="http://schemas.microsoft.com/office/powerpoint/2010/main" val="16972269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4">
            <a:extLst>
              <a:ext uri="{FF2B5EF4-FFF2-40B4-BE49-F238E27FC236}">
                <a16:creationId xmlns:a16="http://schemas.microsoft.com/office/drawing/2014/main" id="{6BA2B24B-F2C7-9BAE-E0D1-44CFF3811DFA}"/>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4D43724E-EC48-46AD-90ED-05C01ED74123}" type="slidenum">
              <a:rPr altLang="zh-CN" sz="1400" b="0">
                <a:solidFill>
                  <a:schemeClr val="tx1"/>
                </a:solidFill>
                <a:ea typeface="宋体" panose="02010600030101010101" pitchFamily="2" charset="-122"/>
              </a:rPr>
              <a:pPr/>
              <a:t>13</a:t>
            </a:fld>
            <a:endParaRPr lang="zh-CN" altLang="zh-CN" sz="1400" b="0">
              <a:solidFill>
                <a:schemeClr val="tx1"/>
              </a:solidFill>
              <a:ea typeface="宋体" panose="02010600030101010101" pitchFamily="2" charset="-122"/>
            </a:endParaRPr>
          </a:p>
        </p:txBody>
      </p:sp>
      <p:sp>
        <p:nvSpPr>
          <p:cNvPr id="433231" name="Text Box 79">
            <a:extLst>
              <a:ext uri="{FF2B5EF4-FFF2-40B4-BE49-F238E27FC236}">
                <a16:creationId xmlns:a16="http://schemas.microsoft.com/office/drawing/2014/main" id="{75B488E9-4E93-2629-D8AE-B33FF0314B40}"/>
              </a:ext>
            </a:extLst>
          </p:cNvPr>
          <p:cNvSpPr txBox="1">
            <a:spLocks noChangeArrowheads="1"/>
          </p:cNvSpPr>
          <p:nvPr/>
        </p:nvSpPr>
        <p:spPr bwMode="auto">
          <a:xfrm>
            <a:off x="323850" y="549275"/>
            <a:ext cx="7634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defRPr sz="2400" b="1">
                <a:solidFill>
                  <a:schemeClr val="bg1"/>
                </a:solidFill>
                <a:latin typeface="Arial" panose="020B0604020202020204" pitchFamily="34" charset="0"/>
                <a:ea typeface="楷体_GB2312" pitchFamily="49" charset="-122"/>
              </a:defRPr>
            </a:lvl1pPr>
            <a:lvl2pPr marL="742950" indent="-285750" defTabSz="762000">
              <a:defRPr sz="2400" b="1">
                <a:solidFill>
                  <a:schemeClr val="bg1"/>
                </a:solidFill>
                <a:latin typeface="Arial" panose="020B0604020202020204" pitchFamily="34" charset="0"/>
                <a:ea typeface="楷体_GB2312" pitchFamily="49" charset="-122"/>
              </a:defRPr>
            </a:lvl2pPr>
            <a:lvl3pPr marL="1143000" indent="-228600" defTabSz="762000">
              <a:defRPr sz="2400" b="1">
                <a:solidFill>
                  <a:schemeClr val="bg1"/>
                </a:solidFill>
                <a:latin typeface="Arial" panose="020B0604020202020204" pitchFamily="34" charset="0"/>
                <a:ea typeface="楷体_GB2312" pitchFamily="49" charset="-122"/>
              </a:defRPr>
            </a:lvl3pPr>
            <a:lvl4pPr marL="1600200" indent="-228600" defTabSz="762000">
              <a:defRPr sz="2400" b="1">
                <a:solidFill>
                  <a:schemeClr val="bg1"/>
                </a:solidFill>
                <a:latin typeface="Arial" panose="020B0604020202020204" pitchFamily="34" charset="0"/>
                <a:ea typeface="楷体_GB2312" pitchFamily="49" charset="-122"/>
              </a:defRPr>
            </a:lvl4pPr>
            <a:lvl5pPr marL="2057400" indent="-228600" defTabSz="762000">
              <a:defRPr sz="2400" b="1">
                <a:solidFill>
                  <a:schemeClr val="bg1"/>
                </a:solidFill>
                <a:latin typeface="Arial" panose="020B0604020202020204" pitchFamily="34" charset="0"/>
                <a:ea typeface="楷体_GB2312" pitchFamily="49" charset="-122"/>
              </a:defRPr>
            </a:lvl5pPr>
            <a:lvl6pPr marL="2514600" indent="-228600" defTabSz="7620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defTabSz="7620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defTabSz="7620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defTabSz="7620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spcBef>
                <a:spcPct val="50000"/>
              </a:spcBef>
            </a:pPr>
            <a:r>
              <a:rPr lang="en-US" altLang="zh-CN">
                <a:solidFill>
                  <a:srgbClr val="F8A6A6"/>
                </a:solidFill>
                <a:latin typeface="Times New Roman" panose="02020603050405020304" pitchFamily="18" charset="0"/>
                <a:sym typeface="Monotype Sorts" pitchFamily="2" charset="2"/>
              </a:rPr>
              <a:t>2.  </a:t>
            </a:r>
            <a:r>
              <a:rPr lang="zh-CN" altLang="en-US">
                <a:solidFill>
                  <a:srgbClr val="F8A6A6"/>
                </a:solidFill>
                <a:latin typeface="Times New Roman" panose="02020603050405020304" pitchFamily="18" charset="0"/>
                <a:ea typeface="宋体" panose="02010600030101010101" pitchFamily="2" charset="-122"/>
                <a:sym typeface="Monotype Sorts" pitchFamily="2" charset="2"/>
              </a:rPr>
              <a:t>面电流和面电流密度矢量</a:t>
            </a:r>
            <a:endParaRPr lang="zh-CN" altLang="en-US" sz="2000">
              <a:solidFill>
                <a:srgbClr val="F8A6A6"/>
              </a:solidFill>
              <a:latin typeface="Times New Roman" panose="02020603050405020304" pitchFamily="18" charset="0"/>
              <a:ea typeface="宋体" panose="02010600030101010101" pitchFamily="2" charset="-122"/>
            </a:endParaRPr>
          </a:p>
        </p:txBody>
      </p:sp>
      <p:grpSp>
        <p:nvGrpSpPr>
          <p:cNvPr id="2" name="Group 207">
            <a:extLst>
              <a:ext uri="{FF2B5EF4-FFF2-40B4-BE49-F238E27FC236}">
                <a16:creationId xmlns:a16="http://schemas.microsoft.com/office/drawing/2014/main" id="{5C69E859-39E4-47C4-9310-C9E5A1999F63}"/>
              </a:ext>
            </a:extLst>
          </p:cNvPr>
          <p:cNvGrpSpPr>
            <a:grpSpLocks/>
          </p:cNvGrpSpPr>
          <p:nvPr/>
        </p:nvGrpSpPr>
        <p:grpSpPr bwMode="auto">
          <a:xfrm>
            <a:off x="250825" y="981075"/>
            <a:ext cx="4608513" cy="1990725"/>
            <a:chOff x="158" y="618"/>
            <a:chExt cx="2903" cy="1254"/>
          </a:xfrm>
        </p:grpSpPr>
        <p:sp>
          <p:nvSpPr>
            <p:cNvPr id="25668" name="Rectangle 95">
              <a:extLst>
                <a:ext uri="{FF2B5EF4-FFF2-40B4-BE49-F238E27FC236}">
                  <a16:creationId xmlns:a16="http://schemas.microsoft.com/office/drawing/2014/main" id="{72B4CFA1-25AF-FAF1-2B32-342DA6650CC7}"/>
                </a:ext>
              </a:extLst>
            </p:cNvPr>
            <p:cNvSpPr>
              <a:spLocks noChangeArrowheads="1"/>
            </p:cNvSpPr>
            <p:nvPr/>
          </p:nvSpPr>
          <p:spPr bwMode="auto">
            <a:xfrm>
              <a:off x="158" y="618"/>
              <a:ext cx="2903" cy="1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30000"/>
                </a:lnSpc>
              </a:pPr>
              <a:r>
                <a:rPr lang="en-US" altLang="zh-CN">
                  <a:latin typeface="宋体" panose="02010600030101010101" pitchFamily="2" charset="-122"/>
                </a:rPr>
                <a:t>    </a:t>
              </a:r>
              <a:r>
                <a:rPr lang="zh-CN" altLang="en-US">
                  <a:latin typeface="宋体" panose="02010600030101010101" pitchFamily="2" charset="-122"/>
                </a:rPr>
                <a:t>电荷在一个厚度可以忽略的薄层内定向运动所形成的电流称为面电流，用面电流密度矢量  </a:t>
              </a:r>
              <a:r>
                <a:rPr lang="zh-CN" altLang="en-US">
                  <a:latin typeface="楷体_GB2312" pitchFamily="49" charset="-122"/>
                </a:rPr>
                <a:t>来描述其分布。</a:t>
              </a:r>
              <a:endParaRPr lang="zh-CN" altLang="en-US">
                <a:latin typeface="楷体_GB2312" pitchFamily="49" charset="-122"/>
                <a:cs typeface="Times New Roman" panose="02020603050405020304" pitchFamily="18" charset="0"/>
              </a:endParaRPr>
            </a:p>
          </p:txBody>
        </p:sp>
        <p:graphicFrame>
          <p:nvGraphicFramePr>
            <p:cNvPr id="25669" name="Object 94">
              <a:extLst>
                <a:ext uri="{FF2B5EF4-FFF2-40B4-BE49-F238E27FC236}">
                  <a16:creationId xmlns:a16="http://schemas.microsoft.com/office/drawing/2014/main" id="{E5C293C2-7762-7F37-4911-F19166D538D6}"/>
                </a:ext>
              </a:extLst>
            </p:cNvPr>
            <p:cNvGraphicFramePr>
              <a:graphicFrameLocks noChangeAspect="1"/>
            </p:cNvGraphicFramePr>
            <p:nvPr>
              <p:extLst>
                <p:ext uri="{D42A27DB-BD31-4B8C-83A1-F6EECF244321}">
                  <p14:modId xmlns:p14="http://schemas.microsoft.com/office/powerpoint/2010/main" val="3572540273"/>
                </p:ext>
              </p:extLst>
            </p:nvPr>
          </p:nvGraphicFramePr>
          <p:xfrm>
            <a:off x="2699" y="1271"/>
            <a:ext cx="238" cy="318"/>
          </p:xfrm>
          <a:graphic>
            <a:graphicData uri="http://schemas.openxmlformats.org/presentationml/2006/ole">
              <mc:AlternateContent xmlns:mc="http://schemas.openxmlformats.org/markup-compatibility/2006">
                <mc:Choice xmlns:v="urn:schemas-microsoft-com:vml" Requires="v">
                  <p:oleObj r:id="rId3" imgW="101531" imgH="152539" progId="Equation.DSMT4">
                    <p:embed/>
                  </p:oleObj>
                </mc:Choice>
                <mc:Fallback>
                  <p:oleObj r:id="rId3" imgW="101531" imgH="152539" progId="Equation.DSMT4">
                    <p:embed/>
                    <p:pic>
                      <p:nvPicPr>
                        <p:cNvPr id="25669" name="Object 94">
                          <a:extLst>
                            <a:ext uri="{FF2B5EF4-FFF2-40B4-BE49-F238E27FC236}">
                              <a16:creationId xmlns:a16="http://schemas.microsoft.com/office/drawing/2014/main" id="{E5C293C2-7762-7F37-4911-F19166D538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9" y="1271"/>
                          <a:ext cx="238"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433351" name="Rectangle 199">
            <a:extLst>
              <a:ext uri="{FF2B5EF4-FFF2-40B4-BE49-F238E27FC236}">
                <a16:creationId xmlns:a16="http://schemas.microsoft.com/office/drawing/2014/main" id="{7EC353F9-53C0-4D9D-ECD2-7250960877E4}"/>
              </a:ext>
            </a:extLst>
          </p:cNvPr>
          <p:cNvSpPr>
            <a:spLocks noChangeArrowheads="1"/>
          </p:cNvSpPr>
          <p:nvPr/>
        </p:nvSpPr>
        <p:spPr bwMode="auto">
          <a:xfrm>
            <a:off x="250825" y="3860800"/>
            <a:ext cx="3673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15000"/>
              </a:spcBef>
            </a:pPr>
            <a:r>
              <a:rPr lang="zh-CN" altLang="en-US" dirty="0">
                <a:latin typeface="Times New Roman" panose="02020603050405020304" pitchFamily="18" charset="0"/>
              </a:rPr>
              <a:t>单位：</a:t>
            </a:r>
            <a:r>
              <a:rPr lang="en-US" altLang="zh-CN" dirty="0">
                <a:latin typeface="Times New Roman" panose="02020603050405020304" pitchFamily="18" charset="0"/>
              </a:rPr>
              <a:t>A</a:t>
            </a:r>
            <a:r>
              <a:rPr lang="en-US" altLang="zh-CN" dirty="0">
                <a:solidFill>
                  <a:srgbClr val="FF0000"/>
                </a:solidFill>
                <a:latin typeface="Times New Roman" panose="02020603050405020304" pitchFamily="18" charset="0"/>
              </a:rPr>
              <a:t>/m</a:t>
            </a:r>
            <a:r>
              <a:rPr lang="en-US" altLang="zh-CN" dirty="0">
                <a:latin typeface="Times New Roman" panose="02020603050405020304" pitchFamily="18" charset="0"/>
              </a:rPr>
              <a:t> </a:t>
            </a:r>
            <a:r>
              <a:rPr lang="zh-CN" altLang="en-US" dirty="0"/>
              <a:t>（安</a:t>
            </a:r>
            <a:r>
              <a:rPr lang="en-US" altLang="zh-CN" dirty="0">
                <a:solidFill>
                  <a:srgbClr val="FF0000"/>
                </a:solidFill>
              </a:rPr>
              <a:t>/</a:t>
            </a:r>
            <a:r>
              <a:rPr lang="zh-CN" altLang="en-US" dirty="0">
                <a:solidFill>
                  <a:srgbClr val="FF0000"/>
                </a:solidFill>
              </a:rPr>
              <a:t>米</a:t>
            </a:r>
            <a:r>
              <a:rPr lang="zh-CN" altLang="en-US" dirty="0"/>
              <a:t>）</a:t>
            </a:r>
            <a:r>
              <a:rPr lang="zh-CN" altLang="en-US" b="0" dirty="0"/>
              <a:t> </a:t>
            </a:r>
            <a:r>
              <a:rPr lang="zh-CN" altLang="en-US" dirty="0">
                <a:latin typeface="Times New Roman" panose="02020603050405020304" pitchFamily="18" charset="0"/>
              </a:rPr>
              <a:t>。</a:t>
            </a:r>
          </a:p>
        </p:txBody>
      </p:sp>
      <p:grpSp>
        <p:nvGrpSpPr>
          <p:cNvPr id="3" name="Group 202">
            <a:extLst>
              <a:ext uri="{FF2B5EF4-FFF2-40B4-BE49-F238E27FC236}">
                <a16:creationId xmlns:a16="http://schemas.microsoft.com/office/drawing/2014/main" id="{1890C1B9-EA37-3C86-EA72-F7EFA96D9962}"/>
              </a:ext>
            </a:extLst>
          </p:cNvPr>
          <p:cNvGrpSpPr>
            <a:grpSpLocks/>
          </p:cNvGrpSpPr>
          <p:nvPr/>
        </p:nvGrpSpPr>
        <p:grpSpPr bwMode="auto">
          <a:xfrm>
            <a:off x="323850" y="5283200"/>
            <a:ext cx="7272338" cy="522288"/>
            <a:chOff x="703" y="2738"/>
            <a:chExt cx="4556" cy="329"/>
          </a:xfrm>
        </p:grpSpPr>
        <p:sp>
          <p:nvSpPr>
            <p:cNvPr id="25666" name="Rectangle 200">
              <a:extLst>
                <a:ext uri="{FF2B5EF4-FFF2-40B4-BE49-F238E27FC236}">
                  <a16:creationId xmlns:a16="http://schemas.microsoft.com/office/drawing/2014/main" id="{692CE8BC-D5AF-AFEC-D518-AC8CC9DBC67D}"/>
                </a:ext>
              </a:extLst>
            </p:cNvPr>
            <p:cNvSpPr>
              <a:spLocks noChangeArrowheads="1"/>
            </p:cNvSpPr>
            <p:nvPr/>
          </p:nvSpPr>
          <p:spPr bwMode="auto">
            <a:xfrm>
              <a:off x="703" y="2750"/>
              <a:ext cx="45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15000"/>
                </a:spcBef>
              </a:pPr>
              <a:r>
                <a:rPr lang="zh-CN" altLang="en-US">
                  <a:latin typeface="楷体_GB2312" pitchFamily="49" charset="-122"/>
                </a:rPr>
                <a:t>通过薄导体层上任意有向曲线</a:t>
              </a:r>
              <a:r>
                <a:rPr lang="zh-CN" altLang="en-US" i="1">
                  <a:latin typeface="楷体_GB2312" pitchFamily="49" charset="-122"/>
                </a:rPr>
                <a:t>  </a:t>
              </a:r>
              <a:r>
                <a:rPr lang="zh-CN" altLang="en-US">
                  <a:latin typeface="楷体_GB2312" pitchFamily="49" charset="-122"/>
                </a:rPr>
                <a:t>的电流为</a:t>
              </a:r>
            </a:p>
          </p:txBody>
        </p:sp>
        <p:graphicFrame>
          <p:nvGraphicFramePr>
            <p:cNvPr id="25667" name="Object 201">
              <a:extLst>
                <a:ext uri="{FF2B5EF4-FFF2-40B4-BE49-F238E27FC236}">
                  <a16:creationId xmlns:a16="http://schemas.microsoft.com/office/drawing/2014/main" id="{C9693740-592E-8062-D97C-7453B2574E89}"/>
                </a:ext>
              </a:extLst>
            </p:cNvPr>
            <p:cNvGraphicFramePr>
              <a:graphicFrameLocks noChangeAspect="1"/>
            </p:cNvGraphicFramePr>
            <p:nvPr>
              <p:extLst>
                <p:ext uri="{D42A27DB-BD31-4B8C-83A1-F6EECF244321}">
                  <p14:modId xmlns:p14="http://schemas.microsoft.com/office/powerpoint/2010/main" val="3846257967"/>
                </p:ext>
              </p:extLst>
            </p:nvPr>
          </p:nvGraphicFramePr>
          <p:xfrm>
            <a:off x="3237" y="2738"/>
            <a:ext cx="171" cy="329"/>
          </p:xfrm>
          <a:graphic>
            <a:graphicData uri="http://schemas.openxmlformats.org/presentationml/2006/ole">
              <mc:AlternateContent xmlns:mc="http://schemas.openxmlformats.org/markup-compatibility/2006">
                <mc:Choice xmlns:v="urn:schemas-microsoft-com:vml" Requires="v">
                  <p:oleObj r:id="rId5" imgW="38282" imgH="120535" progId="Equation.DSMT4">
                    <p:embed/>
                  </p:oleObj>
                </mc:Choice>
                <mc:Fallback>
                  <p:oleObj r:id="rId5" imgW="38282" imgH="120535" progId="Equation.DSMT4">
                    <p:embed/>
                    <p:pic>
                      <p:nvPicPr>
                        <p:cNvPr id="25667" name="Object 201">
                          <a:extLst>
                            <a:ext uri="{FF2B5EF4-FFF2-40B4-BE49-F238E27FC236}">
                              <a16:creationId xmlns:a16="http://schemas.microsoft.com/office/drawing/2014/main" id="{C9693740-592E-8062-D97C-7453B2574E8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37" y="2738"/>
                          <a:ext cx="171"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4" name="Group 203">
            <a:extLst>
              <a:ext uri="{FF2B5EF4-FFF2-40B4-BE49-F238E27FC236}">
                <a16:creationId xmlns:a16="http://schemas.microsoft.com/office/drawing/2014/main" id="{479197B2-A585-4DEB-406E-DC23C4C69708}"/>
              </a:ext>
            </a:extLst>
          </p:cNvPr>
          <p:cNvGrpSpPr>
            <a:grpSpLocks/>
          </p:cNvGrpSpPr>
          <p:nvPr/>
        </p:nvGrpSpPr>
        <p:grpSpPr bwMode="auto">
          <a:xfrm>
            <a:off x="3510890" y="3751728"/>
            <a:ext cx="2592388" cy="808038"/>
            <a:chOff x="636" y="2773"/>
            <a:chExt cx="2041" cy="509"/>
          </a:xfrm>
        </p:grpSpPr>
        <p:sp>
          <p:nvSpPr>
            <p:cNvPr id="25664" name="Text Box 204">
              <a:extLst>
                <a:ext uri="{FF2B5EF4-FFF2-40B4-BE49-F238E27FC236}">
                  <a16:creationId xmlns:a16="http://schemas.microsoft.com/office/drawing/2014/main" id="{679D7BD9-2DE5-C694-E5CA-D0F0206534E1}"/>
                </a:ext>
              </a:extLst>
            </p:cNvPr>
            <p:cNvSpPr txBox="1">
              <a:spLocks noChangeArrowheads="1"/>
            </p:cNvSpPr>
            <p:nvPr/>
          </p:nvSpPr>
          <p:spPr bwMode="auto">
            <a:xfrm>
              <a:off x="817" y="2997"/>
              <a:ext cx="1860" cy="285"/>
            </a:xfrm>
            <a:prstGeom prst="rect">
              <a:avLst/>
            </a:prstGeom>
            <a:solidFill>
              <a:srgbClr val="CCFFFF"/>
            </a:solidFill>
            <a:ln w="25400">
              <a:solidFill>
                <a:srgbClr val="FF0000"/>
              </a:solidFill>
              <a:miter lim="800000"/>
              <a:headEnd type="none" w="sm" len="sm"/>
              <a:tailEnd type="none" w="sm" len="sm"/>
            </a:ln>
          </p:spPr>
          <p:txBody>
            <a:bodyPr>
              <a:spAutoFit/>
            </a:bodyPr>
            <a:lstStyle>
              <a:lvl1pPr defTabSz="762000">
                <a:defRPr sz="2400" b="1">
                  <a:solidFill>
                    <a:schemeClr val="bg1"/>
                  </a:solidFill>
                  <a:latin typeface="Arial" panose="020B0604020202020204" pitchFamily="34" charset="0"/>
                  <a:ea typeface="楷体_GB2312" pitchFamily="49" charset="-122"/>
                </a:defRPr>
              </a:lvl1pPr>
              <a:lvl2pPr marL="742950" indent="-285750" defTabSz="762000">
                <a:defRPr sz="2400" b="1">
                  <a:solidFill>
                    <a:schemeClr val="bg1"/>
                  </a:solidFill>
                  <a:latin typeface="Arial" panose="020B0604020202020204" pitchFamily="34" charset="0"/>
                  <a:ea typeface="楷体_GB2312" pitchFamily="49" charset="-122"/>
                </a:defRPr>
              </a:lvl2pPr>
              <a:lvl3pPr marL="1143000" indent="-228600" defTabSz="762000">
                <a:defRPr sz="2400" b="1">
                  <a:solidFill>
                    <a:schemeClr val="bg1"/>
                  </a:solidFill>
                  <a:latin typeface="Arial" panose="020B0604020202020204" pitchFamily="34" charset="0"/>
                  <a:ea typeface="楷体_GB2312" pitchFamily="49" charset="-122"/>
                </a:defRPr>
              </a:lvl3pPr>
              <a:lvl4pPr marL="1600200" indent="-228600" defTabSz="762000">
                <a:defRPr sz="2400" b="1">
                  <a:solidFill>
                    <a:schemeClr val="bg1"/>
                  </a:solidFill>
                  <a:latin typeface="Arial" panose="020B0604020202020204" pitchFamily="34" charset="0"/>
                  <a:ea typeface="楷体_GB2312" pitchFamily="49" charset="-122"/>
                </a:defRPr>
              </a:lvl4pPr>
              <a:lvl5pPr marL="2057400" indent="-228600" defTabSz="762000">
                <a:defRPr sz="2400" b="1">
                  <a:solidFill>
                    <a:schemeClr val="bg1"/>
                  </a:solidFill>
                  <a:latin typeface="Arial" panose="020B0604020202020204" pitchFamily="34" charset="0"/>
                  <a:ea typeface="楷体_GB2312" pitchFamily="49" charset="-122"/>
                </a:defRPr>
              </a:lvl5pPr>
              <a:lvl6pPr marL="2514600" indent="-228600" defTabSz="7620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defTabSz="7620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defTabSz="7620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defTabSz="7620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a:lnSpc>
                  <a:spcPct val="110000"/>
                </a:lnSpc>
              </a:pPr>
              <a:r>
                <a:rPr lang="zh-CN" altLang="en-US" sz="2000" dirty="0">
                  <a:solidFill>
                    <a:srgbClr val="993300"/>
                  </a:solidFill>
                  <a:ea typeface="宋体" panose="02010600030101010101" pitchFamily="2" charset="-122"/>
                </a:rPr>
                <a:t>正电荷运动的方向</a:t>
              </a:r>
              <a:endParaRPr lang="zh-CN" altLang="en-US" sz="2000" b="0" dirty="0">
                <a:solidFill>
                  <a:srgbClr val="993300"/>
                </a:solidFill>
                <a:latin typeface="楷体_GB2312" pitchFamily="49" charset="-122"/>
                <a:ea typeface="宋体" panose="02010600030101010101" pitchFamily="2" charset="-122"/>
              </a:endParaRPr>
            </a:p>
          </p:txBody>
        </p:sp>
        <p:sp>
          <p:nvSpPr>
            <p:cNvPr id="25665" name="Line 205">
              <a:extLst>
                <a:ext uri="{FF2B5EF4-FFF2-40B4-BE49-F238E27FC236}">
                  <a16:creationId xmlns:a16="http://schemas.microsoft.com/office/drawing/2014/main" id="{D5665E6A-2475-47CF-B3EC-8FC8E5D56FA6}"/>
                </a:ext>
              </a:extLst>
            </p:cNvPr>
            <p:cNvSpPr>
              <a:spLocks noChangeShapeType="1"/>
            </p:cNvSpPr>
            <p:nvPr/>
          </p:nvSpPr>
          <p:spPr bwMode="auto">
            <a:xfrm flipH="1" flipV="1">
              <a:off x="636" y="2773"/>
              <a:ext cx="181" cy="22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5610" name="AutoShape 215">
            <a:hlinkClick r:id="rId7" action="ppaction://hlinksldjump" highlightClick="1"/>
            <a:extLst>
              <a:ext uri="{FF2B5EF4-FFF2-40B4-BE49-F238E27FC236}">
                <a16:creationId xmlns:a16="http://schemas.microsoft.com/office/drawing/2014/main" id="{25D1E57D-5A92-A6D6-EDD4-4E19B14ABE7B}"/>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5611" name="AutoShape 216">
            <a:hlinkClick r:id="" action="ppaction://hlinkshowjump?jump=previousslide" highlightClick="1"/>
            <a:extLst>
              <a:ext uri="{FF2B5EF4-FFF2-40B4-BE49-F238E27FC236}">
                <a16:creationId xmlns:a16="http://schemas.microsoft.com/office/drawing/2014/main" id="{48B7C268-96BF-1543-74DE-565CBCA45E0A}"/>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5612" name="AutoShape 217">
            <a:hlinkClick r:id="" action="ppaction://hlinkshowjump?jump=nextslide" highlightClick="1"/>
            <a:extLst>
              <a:ext uri="{FF2B5EF4-FFF2-40B4-BE49-F238E27FC236}">
                <a16:creationId xmlns:a16="http://schemas.microsoft.com/office/drawing/2014/main" id="{A6AE7F08-1367-651D-AB78-FDB12A66A57B}"/>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5613" name="AutoShape 218">
            <a:hlinkClick r:id="" action="ppaction://hlinkshowjump?jump=lastslide" highlightClick="1"/>
            <a:extLst>
              <a:ext uri="{FF2B5EF4-FFF2-40B4-BE49-F238E27FC236}">
                <a16:creationId xmlns:a16="http://schemas.microsoft.com/office/drawing/2014/main" id="{01C81B3D-D358-7B86-B04E-DCF0860CA3C5}"/>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aphicFrame>
        <p:nvGraphicFramePr>
          <p:cNvPr id="25614" name="Object 219">
            <a:extLst>
              <a:ext uri="{FF2B5EF4-FFF2-40B4-BE49-F238E27FC236}">
                <a16:creationId xmlns:a16="http://schemas.microsoft.com/office/drawing/2014/main" id="{52381002-284A-0484-9FC4-CFD039DAC437}"/>
              </a:ext>
            </a:extLst>
          </p:cNvPr>
          <p:cNvGraphicFramePr>
            <a:graphicFrameLocks noGrp="1" noChangeAspect="1"/>
          </p:cNvGraphicFramePr>
          <p:nvPr>
            <p:ph sz="half" idx="1"/>
            <p:extLst>
              <p:ext uri="{D42A27DB-BD31-4B8C-83A1-F6EECF244321}">
                <p14:modId xmlns:p14="http://schemas.microsoft.com/office/powerpoint/2010/main" val="3431130984"/>
              </p:ext>
            </p:extLst>
          </p:nvPr>
        </p:nvGraphicFramePr>
        <p:xfrm>
          <a:off x="2419350" y="3754438"/>
          <a:ext cx="114300" cy="215900"/>
        </p:xfrm>
        <a:graphic>
          <a:graphicData uri="http://schemas.openxmlformats.org/presentationml/2006/ole">
            <mc:AlternateContent xmlns:mc="http://schemas.openxmlformats.org/markup-compatibility/2006">
              <mc:Choice xmlns:v="urn:schemas-microsoft-com:vml" Requires="v">
                <p:oleObj r:id="rId8" imgW="114151" imgH="215619" progId="Equation.3">
                  <p:embed/>
                </p:oleObj>
              </mc:Choice>
              <mc:Fallback>
                <p:oleObj r:id="rId8" imgW="114151" imgH="215619" progId="Equation.3">
                  <p:embed/>
                  <p:pic>
                    <p:nvPicPr>
                      <p:cNvPr id="25614" name="Object 219">
                        <a:extLst>
                          <a:ext uri="{FF2B5EF4-FFF2-40B4-BE49-F238E27FC236}">
                            <a16:creationId xmlns:a16="http://schemas.microsoft.com/office/drawing/2014/main" id="{52381002-284A-0484-9FC4-CFD039DAC437}"/>
                          </a:ext>
                        </a:extLst>
                      </p:cNvPr>
                      <p:cNvPicPr>
                        <a:picLocks noGrp="1"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19350" y="3754438"/>
                        <a:ext cx="1143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5" name="Group 228">
            <a:extLst>
              <a:ext uri="{FF2B5EF4-FFF2-40B4-BE49-F238E27FC236}">
                <a16:creationId xmlns:a16="http://schemas.microsoft.com/office/drawing/2014/main" id="{FEA76257-0ECB-FDC1-B088-143DC561ECAC}"/>
              </a:ext>
            </a:extLst>
          </p:cNvPr>
          <p:cNvGrpSpPr>
            <a:grpSpLocks/>
          </p:cNvGrpSpPr>
          <p:nvPr/>
        </p:nvGrpSpPr>
        <p:grpSpPr bwMode="auto">
          <a:xfrm>
            <a:off x="5148263" y="765175"/>
            <a:ext cx="3529012" cy="2592388"/>
            <a:chOff x="3243" y="482"/>
            <a:chExt cx="2223" cy="1633"/>
          </a:xfrm>
        </p:grpSpPr>
        <p:sp>
          <p:nvSpPr>
            <p:cNvPr id="25623" name="Rectangle 229">
              <a:extLst>
                <a:ext uri="{FF2B5EF4-FFF2-40B4-BE49-F238E27FC236}">
                  <a16:creationId xmlns:a16="http://schemas.microsoft.com/office/drawing/2014/main" id="{90FC4C91-4E92-6025-3059-0BAF6C5BFA00}"/>
                </a:ext>
              </a:extLst>
            </p:cNvPr>
            <p:cNvSpPr>
              <a:spLocks noChangeArrowheads="1"/>
            </p:cNvSpPr>
            <p:nvPr/>
          </p:nvSpPr>
          <p:spPr bwMode="auto">
            <a:xfrm>
              <a:off x="3243" y="482"/>
              <a:ext cx="2223" cy="1633"/>
            </a:xfrm>
            <a:prstGeom prst="rect">
              <a:avLst/>
            </a:prstGeom>
            <a:solidFill>
              <a:srgbClr val="CCFFFF"/>
            </a:solidFill>
            <a:ln w="9525">
              <a:solidFill>
                <a:srgbClr val="FF0000"/>
              </a:solidFill>
              <a:miter lim="800000"/>
              <a:headEnd/>
              <a:tailEnd/>
            </a:ln>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5624" name="AutoShape 230">
              <a:extLst>
                <a:ext uri="{FF2B5EF4-FFF2-40B4-BE49-F238E27FC236}">
                  <a16:creationId xmlns:a16="http://schemas.microsoft.com/office/drawing/2014/main" id="{17F84361-1CD9-A011-DCEF-00C43DC7D6FE}"/>
                </a:ext>
              </a:extLst>
            </p:cNvPr>
            <p:cNvSpPr>
              <a:spLocks noChangeArrowheads="1"/>
            </p:cNvSpPr>
            <p:nvPr/>
          </p:nvSpPr>
          <p:spPr bwMode="auto">
            <a:xfrm rot="712297">
              <a:off x="3527" y="1079"/>
              <a:ext cx="997" cy="384"/>
            </a:xfrm>
            <a:prstGeom prst="parallelogram">
              <a:avLst>
                <a:gd name="adj" fmla="val 64909"/>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5625" name="AutoShape 231">
              <a:extLst>
                <a:ext uri="{FF2B5EF4-FFF2-40B4-BE49-F238E27FC236}">
                  <a16:creationId xmlns:a16="http://schemas.microsoft.com/office/drawing/2014/main" id="{4D90E222-7EC1-8DD6-8354-3AC5AC272CCA}"/>
                </a:ext>
              </a:extLst>
            </p:cNvPr>
            <p:cNvSpPr>
              <a:spLocks noChangeArrowheads="1"/>
            </p:cNvSpPr>
            <p:nvPr/>
          </p:nvSpPr>
          <p:spPr bwMode="auto">
            <a:xfrm rot="1733871">
              <a:off x="3846" y="839"/>
              <a:ext cx="851" cy="384"/>
            </a:xfrm>
            <a:prstGeom prst="parallelogram">
              <a:avLst>
                <a:gd name="adj" fmla="val 55404"/>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5626" name="AutoShape 232">
              <a:extLst>
                <a:ext uri="{FF2B5EF4-FFF2-40B4-BE49-F238E27FC236}">
                  <a16:creationId xmlns:a16="http://schemas.microsoft.com/office/drawing/2014/main" id="{962DAC74-3C00-8C81-3177-74CC356C80E4}"/>
                </a:ext>
              </a:extLst>
            </p:cNvPr>
            <p:cNvSpPr>
              <a:spLocks noChangeArrowheads="1"/>
            </p:cNvSpPr>
            <p:nvPr/>
          </p:nvSpPr>
          <p:spPr bwMode="auto">
            <a:xfrm rot="3018857">
              <a:off x="4275" y="737"/>
              <a:ext cx="642" cy="377"/>
            </a:xfrm>
            <a:prstGeom prst="parallelogram">
              <a:avLst>
                <a:gd name="adj" fmla="val 42573"/>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5627" name="AutoShape 233">
              <a:extLst>
                <a:ext uri="{FF2B5EF4-FFF2-40B4-BE49-F238E27FC236}">
                  <a16:creationId xmlns:a16="http://schemas.microsoft.com/office/drawing/2014/main" id="{3AD7B9CE-7ACA-12DC-6B9C-EB026CDA7015}"/>
                </a:ext>
              </a:extLst>
            </p:cNvPr>
            <p:cNvSpPr>
              <a:spLocks noChangeArrowheads="1"/>
            </p:cNvSpPr>
            <p:nvPr/>
          </p:nvSpPr>
          <p:spPr bwMode="auto">
            <a:xfrm rot="-9845546">
              <a:off x="4554" y="796"/>
              <a:ext cx="751" cy="272"/>
            </a:xfrm>
            <a:prstGeom prst="triangle">
              <a:avLst>
                <a:gd name="adj" fmla="val 50000"/>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5628" name="Freeform 234">
              <a:extLst>
                <a:ext uri="{FF2B5EF4-FFF2-40B4-BE49-F238E27FC236}">
                  <a16:creationId xmlns:a16="http://schemas.microsoft.com/office/drawing/2014/main" id="{B6D0E45A-0056-EE77-7153-BDF0AD6FBD76}"/>
                </a:ext>
              </a:extLst>
            </p:cNvPr>
            <p:cNvSpPr>
              <a:spLocks noChangeArrowheads="1"/>
            </p:cNvSpPr>
            <p:nvPr/>
          </p:nvSpPr>
          <p:spPr bwMode="auto">
            <a:xfrm rot="350794">
              <a:off x="4532" y="753"/>
              <a:ext cx="815" cy="119"/>
            </a:xfrm>
            <a:custGeom>
              <a:avLst/>
              <a:gdLst>
                <a:gd name="T0" fmla="*/ 0 w 1260"/>
                <a:gd name="T1" fmla="*/ 11 h 182"/>
                <a:gd name="T2" fmla="*/ 226 w 1260"/>
                <a:gd name="T3" fmla="*/ 11 h 182"/>
                <a:gd name="T4" fmla="*/ 527 w 1260"/>
                <a:gd name="T5" fmla="*/ 78 h 182"/>
                <a:gd name="T6" fmla="*/ 0 60000 65536"/>
                <a:gd name="T7" fmla="*/ 0 60000 65536"/>
                <a:gd name="T8" fmla="*/ 0 60000 65536"/>
              </a:gdLst>
              <a:ahLst/>
              <a:cxnLst>
                <a:cxn ang="T6">
                  <a:pos x="T0" y="T1"/>
                </a:cxn>
                <a:cxn ang="T7">
                  <a:pos x="T2" y="T3"/>
                </a:cxn>
                <a:cxn ang="T8">
                  <a:pos x="T4" y="T5"/>
                </a:cxn>
              </a:cxnLst>
              <a:rect l="0" t="0" r="r" b="b"/>
              <a:pathLst>
                <a:path w="1260" h="182">
                  <a:moveTo>
                    <a:pt x="0" y="26"/>
                  </a:moveTo>
                  <a:cubicBezTo>
                    <a:pt x="165" y="13"/>
                    <a:pt x="330" y="0"/>
                    <a:pt x="540" y="26"/>
                  </a:cubicBezTo>
                  <a:cubicBezTo>
                    <a:pt x="750" y="52"/>
                    <a:pt x="1140" y="156"/>
                    <a:pt x="1260" y="182"/>
                  </a:cubicBezTo>
                </a:path>
              </a:pathLst>
            </a:custGeom>
            <a:noFill/>
            <a:ln w="28575">
              <a:solidFill>
                <a:srgbClr val="EAEAEA"/>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29" name="Freeform 235">
              <a:extLst>
                <a:ext uri="{FF2B5EF4-FFF2-40B4-BE49-F238E27FC236}">
                  <a16:creationId xmlns:a16="http://schemas.microsoft.com/office/drawing/2014/main" id="{8ECAEFEB-EDDC-8484-AFC6-0BE0E5F02F60}"/>
                </a:ext>
              </a:extLst>
            </p:cNvPr>
            <p:cNvSpPr>
              <a:spLocks noChangeArrowheads="1"/>
            </p:cNvSpPr>
            <p:nvPr/>
          </p:nvSpPr>
          <p:spPr bwMode="auto">
            <a:xfrm rot="-263685">
              <a:off x="3412" y="1409"/>
              <a:ext cx="816" cy="119"/>
            </a:xfrm>
            <a:custGeom>
              <a:avLst/>
              <a:gdLst>
                <a:gd name="T0" fmla="*/ 0 w 1260"/>
                <a:gd name="T1" fmla="*/ 11 h 182"/>
                <a:gd name="T2" fmla="*/ 227 w 1260"/>
                <a:gd name="T3" fmla="*/ 11 h 182"/>
                <a:gd name="T4" fmla="*/ 528 w 1260"/>
                <a:gd name="T5" fmla="*/ 78 h 182"/>
                <a:gd name="T6" fmla="*/ 0 60000 65536"/>
                <a:gd name="T7" fmla="*/ 0 60000 65536"/>
                <a:gd name="T8" fmla="*/ 0 60000 65536"/>
              </a:gdLst>
              <a:ahLst/>
              <a:cxnLst>
                <a:cxn ang="T6">
                  <a:pos x="T0" y="T1"/>
                </a:cxn>
                <a:cxn ang="T7">
                  <a:pos x="T2" y="T3"/>
                </a:cxn>
                <a:cxn ang="T8">
                  <a:pos x="T4" y="T5"/>
                </a:cxn>
              </a:cxnLst>
              <a:rect l="0" t="0" r="r" b="b"/>
              <a:pathLst>
                <a:path w="1260" h="182">
                  <a:moveTo>
                    <a:pt x="0" y="26"/>
                  </a:moveTo>
                  <a:cubicBezTo>
                    <a:pt x="165" y="13"/>
                    <a:pt x="330" y="0"/>
                    <a:pt x="540" y="26"/>
                  </a:cubicBezTo>
                  <a:cubicBezTo>
                    <a:pt x="750" y="52"/>
                    <a:pt x="1140" y="156"/>
                    <a:pt x="1260" y="182"/>
                  </a:cubicBezTo>
                </a:path>
              </a:pathLst>
            </a:custGeom>
            <a:noFill/>
            <a:ln w="28575">
              <a:solidFill>
                <a:srgbClr val="EAEAEA"/>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30" name="Freeform 236">
              <a:extLst>
                <a:ext uri="{FF2B5EF4-FFF2-40B4-BE49-F238E27FC236}">
                  <a16:creationId xmlns:a16="http://schemas.microsoft.com/office/drawing/2014/main" id="{12F3B666-6FAA-F80A-E475-EF3CBBFCA441}"/>
                </a:ext>
              </a:extLst>
            </p:cNvPr>
            <p:cNvSpPr>
              <a:spLocks noChangeArrowheads="1"/>
            </p:cNvSpPr>
            <p:nvPr/>
          </p:nvSpPr>
          <p:spPr bwMode="auto">
            <a:xfrm rot="-263685">
              <a:off x="3453" y="1373"/>
              <a:ext cx="813" cy="121"/>
            </a:xfrm>
            <a:custGeom>
              <a:avLst/>
              <a:gdLst>
                <a:gd name="T0" fmla="*/ 0 w 1260"/>
                <a:gd name="T1" fmla="*/ 11 h 182"/>
                <a:gd name="T2" fmla="*/ 225 w 1260"/>
                <a:gd name="T3" fmla="*/ 11 h 182"/>
                <a:gd name="T4" fmla="*/ 525 w 1260"/>
                <a:gd name="T5" fmla="*/ 80 h 182"/>
                <a:gd name="T6" fmla="*/ 0 60000 65536"/>
                <a:gd name="T7" fmla="*/ 0 60000 65536"/>
                <a:gd name="T8" fmla="*/ 0 60000 65536"/>
              </a:gdLst>
              <a:ahLst/>
              <a:cxnLst>
                <a:cxn ang="T6">
                  <a:pos x="T0" y="T1"/>
                </a:cxn>
                <a:cxn ang="T7">
                  <a:pos x="T2" y="T3"/>
                </a:cxn>
                <a:cxn ang="T8">
                  <a:pos x="T4" y="T5"/>
                </a:cxn>
              </a:cxnLst>
              <a:rect l="0" t="0" r="r" b="b"/>
              <a:pathLst>
                <a:path w="1260" h="182">
                  <a:moveTo>
                    <a:pt x="0" y="26"/>
                  </a:moveTo>
                  <a:cubicBezTo>
                    <a:pt x="165" y="13"/>
                    <a:pt x="330" y="0"/>
                    <a:pt x="540" y="26"/>
                  </a:cubicBezTo>
                  <a:cubicBezTo>
                    <a:pt x="750" y="52"/>
                    <a:pt x="1140" y="156"/>
                    <a:pt x="1260" y="182"/>
                  </a:cubicBezTo>
                </a:path>
              </a:pathLst>
            </a:custGeom>
            <a:noFill/>
            <a:ln w="44450">
              <a:solidFill>
                <a:srgbClr val="EAEAEA"/>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31" name="Freeform 237">
              <a:extLst>
                <a:ext uri="{FF2B5EF4-FFF2-40B4-BE49-F238E27FC236}">
                  <a16:creationId xmlns:a16="http://schemas.microsoft.com/office/drawing/2014/main" id="{390CBE2F-0E27-E5F1-AA11-4438D9F7145A}"/>
                </a:ext>
              </a:extLst>
            </p:cNvPr>
            <p:cNvSpPr>
              <a:spLocks noChangeArrowheads="1"/>
            </p:cNvSpPr>
            <p:nvPr/>
          </p:nvSpPr>
          <p:spPr bwMode="auto">
            <a:xfrm rot="-263685">
              <a:off x="3478" y="1339"/>
              <a:ext cx="816" cy="119"/>
            </a:xfrm>
            <a:custGeom>
              <a:avLst/>
              <a:gdLst>
                <a:gd name="T0" fmla="*/ 0 w 1260"/>
                <a:gd name="T1" fmla="*/ 11 h 182"/>
                <a:gd name="T2" fmla="*/ 227 w 1260"/>
                <a:gd name="T3" fmla="*/ 11 h 182"/>
                <a:gd name="T4" fmla="*/ 528 w 1260"/>
                <a:gd name="T5" fmla="*/ 78 h 182"/>
                <a:gd name="T6" fmla="*/ 0 60000 65536"/>
                <a:gd name="T7" fmla="*/ 0 60000 65536"/>
                <a:gd name="T8" fmla="*/ 0 60000 65536"/>
              </a:gdLst>
              <a:ahLst/>
              <a:cxnLst>
                <a:cxn ang="T6">
                  <a:pos x="T0" y="T1"/>
                </a:cxn>
                <a:cxn ang="T7">
                  <a:pos x="T2" y="T3"/>
                </a:cxn>
                <a:cxn ang="T8">
                  <a:pos x="T4" y="T5"/>
                </a:cxn>
              </a:cxnLst>
              <a:rect l="0" t="0" r="r" b="b"/>
              <a:pathLst>
                <a:path w="1260" h="182">
                  <a:moveTo>
                    <a:pt x="0" y="26"/>
                  </a:moveTo>
                  <a:cubicBezTo>
                    <a:pt x="165" y="13"/>
                    <a:pt x="330" y="0"/>
                    <a:pt x="540" y="26"/>
                  </a:cubicBezTo>
                  <a:cubicBezTo>
                    <a:pt x="750" y="52"/>
                    <a:pt x="1140" y="156"/>
                    <a:pt x="1260" y="182"/>
                  </a:cubicBezTo>
                </a:path>
              </a:pathLst>
            </a:custGeom>
            <a:noFill/>
            <a:ln w="28575">
              <a:solidFill>
                <a:srgbClr val="EAEAEA"/>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32" name="Text Box 238">
              <a:extLst>
                <a:ext uri="{FF2B5EF4-FFF2-40B4-BE49-F238E27FC236}">
                  <a16:creationId xmlns:a16="http://schemas.microsoft.com/office/drawing/2014/main" id="{51C1D577-5FB2-1E92-8D8F-59A99279655B}"/>
                </a:ext>
              </a:extLst>
            </p:cNvPr>
            <p:cNvSpPr txBox="1">
              <a:spLocks noChangeArrowheads="1"/>
            </p:cNvSpPr>
            <p:nvPr/>
          </p:nvSpPr>
          <p:spPr bwMode="auto">
            <a:xfrm>
              <a:off x="3741" y="1789"/>
              <a:ext cx="1455"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r>
                <a:rPr lang="zh-CN" altLang="en-US" sz="1600">
                  <a:solidFill>
                    <a:schemeClr val="tx1"/>
                  </a:solidFill>
                  <a:latin typeface="Times New Roman" panose="02020603050405020304" pitchFamily="18" charset="0"/>
                  <a:ea typeface="宋体" panose="02010600030101010101" pitchFamily="2" charset="-122"/>
                </a:rPr>
                <a:t>面电流密度矢量</a:t>
              </a:r>
              <a:endParaRPr lang="zh-CN" altLang="en-US" sz="1600">
                <a:solidFill>
                  <a:schemeClr val="tx1"/>
                </a:solidFill>
                <a:ea typeface="幼圆" panose="02010509060101010101" pitchFamily="49" charset="-122"/>
              </a:endParaRPr>
            </a:p>
          </p:txBody>
        </p:sp>
        <p:sp>
          <p:nvSpPr>
            <p:cNvPr id="25633" name="Freeform 239">
              <a:extLst>
                <a:ext uri="{FF2B5EF4-FFF2-40B4-BE49-F238E27FC236}">
                  <a16:creationId xmlns:a16="http://schemas.microsoft.com/office/drawing/2014/main" id="{B9D82ACC-F981-3B3F-AF20-A8E5624DE552}"/>
                </a:ext>
              </a:extLst>
            </p:cNvPr>
            <p:cNvSpPr>
              <a:spLocks noChangeArrowheads="1"/>
            </p:cNvSpPr>
            <p:nvPr/>
          </p:nvSpPr>
          <p:spPr bwMode="auto">
            <a:xfrm rot="662350">
              <a:off x="3527" y="600"/>
              <a:ext cx="932" cy="923"/>
            </a:xfrm>
            <a:custGeom>
              <a:avLst/>
              <a:gdLst>
                <a:gd name="T0" fmla="*/ 0 w 1440"/>
                <a:gd name="T1" fmla="*/ 607 h 1404"/>
                <a:gd name="T2" fmla="*/ 227 w 1440"/>
                <a:gd name="T3" fmla="*/ 270 h 1404"/>
                <a:gd name="T4" fmla="*/ 603 w 1440"/>
                <a:gd name="T5" fmla="*/ 0 h 1404"/>
                <a:gd name="T6" fmla="*/ 0 60000 65536"/>
                <a:gd name="T7" fmla="*/ 0 60000 65536"/>
                <a:gd name="T8" fmla="*/ 0 60000 65536"/>
              </a:gdLst>
              <a:ahLst/>
              <a:cxnLst>
                <a:cxn ang="T6">
                  <a:pos x="T0" y="T1"/>
                </a:cxn>
                <a:cxn ang="T7">
                  <a:pos x="T2" y="T3"/>
                </a:cxn>
                <a:cxn ang="T8">
                  <a:pos x="T4" y="T5"/>
                </a:cxn>
              </a:cxnLst>
              <a:rect l="0" t="0" r="r" b="b"/>
              <a:pathLst>
                <a:path w="1440" h="1404">
                  <a:moveTo>
                    <a:pt x="0" y="1404"/>
                  </a:moveTo>
                  <a:cubicBezTo>
                    <a:pt x="150" y="1131"/>
                    <a:pt x="300" y="858"/>
                    <a:pt x="540" y="624"/>
                  </a:cubicBezTo>
                  <a:cubicBezTo>
                    <a:pt x="780" y="390"/>
                    <a:pt x="1290" y="104"/>
                    <a:pt x="1440" y="0"/>
                  </a:cubicBezTo>
                </a:path>
              </a:pathLst>
            </a:custGeom>
            <a:noFill/>
            <a:ln w="34925">
              <a:solidFill>
                <a:srgbClr val="EAEAEA"/>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34" name="Freeform 240">
              <a:extLst>
                <a:ext uri="{FF2B5EF4-FFF2-40B4-BE49-F238E27FC236}">
                  <a16:creationId xmlns:a16="http://schemas.microsoft.com/office/drawing/2014/main" id="{FCC3DC46-82CB-31EC-34C9-DE0E447F49C3}"/>
                </a:ext>
              </a:extLst>
            </p:cNvPr>
            <p:cNvSpPr>
              <a:spLocks noChangeArrowheads="1"/>
            </p:cNvSpPr>
            <p:nvPr/>
          </p:nvSpPr>
          <p:spPr bwMode="auto">
            <a:xfrm rot="17008955" flipH="1">
              <a:off x="3487" y="594"/>
              <a:ext cx="947" cy="908"/>
            </a:xfrm>
            <a:custGeom>
              <a:avLst/>
              <a:gdLst>
                <a:gd name="T0" fmla="*/ 0 w 1440"/>
                <a:gd name="T1" fmla="*/ 587 h 1404"/>
                <a:gd name="T2" fmla="*/ 233 w 1440"/>
                <a:gd name="T3" fmla="*/ 261 h 1404"/>
                <a:gd name="T4" fmla="*/ 623 w 1440"/>
                <a:gd name="T5" fmla="*/ 0 h 1404"/>
                <a:gd name="T6" fmla="*/ 0 60000 65536"/>
                <a:gd name="T7" fmla="*/ 0 60000 65536"/>
                <a:gd name="T8" fmla="*/ 0 60000 65536"/>
              </a:gdLst>
              <a:ahLst/>
              <a:cxnLst>
                <a:cxn ang="T6">
                  <a:pos x="T0" y="T1"/>
                </a:cxn>
                <a:cxn ang="T7">
                  <a:pos x="T2" y="T3"/>
                </a:cxn>
                <a:cxn ang="T8">
                  <a:pos x="T4" y="T5"/>
                </a:cxn>
              </a:cxnLst>
              <a:rect l="0" t="0" r="r" b="b"/>
              <a:pathLst>
                <a:path w="1440" h="1404">
                  <a:moveTo>
                    <a:pt x="0" y="1404"/>
                  </a:moveTo>
                  <a:cubicBezTo>
                    <a:pt x="150" y="1131"/>
                    <a:pt x="300" y="858"/>
                    <a:pt x="540" y="624"/>
                  </a:cubicBezTo>
                  <a:cubicBezTo>
                    <a:pt x="780" y="390"/>
                    <a:pt x="1290" y="104"/>
                    <a:pt x="1440" y="0"/>
                  </a:cubicBezTo>
                </a:path>
              </a:pathLst>
            </a:custGeom>
            <a:solidFill>
              <a:srgbClr val="EAEAEA"/>
            </a:solidFill>
            <a:ln w="41275">
              <a:solidFill>
                <a:srgbClr val="EAEAEA"/>
              </a:solidFill>
              <a:round/>
              <a:headEnd/>
              <a:tailEnd/>
            </a:ln>
          </p:spPr>
          <p:txBody>
            <a:bodyPr/>
            <a:lstStyle/>
            <a:p>
              <a:endParaRPr lang="zh-CN" altLang="en-US"/>
            </a:p>
          </p:txBody>
        </p:sp>
        <p:sp>
          <p:nvSpPr>
            <p:cNvPr id="25635" name="Freeform 241">
              <a:extLst>
                <a:ext uri="{FF2B5EF4-FFF2-40B4-BE49-F238E27FC236}">
                  <a16:creationId xmlns:a16="http://schemas.microsoft.com/office/drawing/2014/main" id="{5BDB6B06-ADBE-8EEA-77C8-7EF755B7F979}"/>
                </a:ext>
              </a:extLst>
            </p:cNvPr>
            <p:cNvSpPr>
              <a:spLocks noChangeArrowheads="1"/>
            </p:cNvSpPr>
            <p:nvPr/>
          </p:nvSpPr>
          <p:spPr bwMode="auto">
            <a:xfrm rot="17008955" flipH="1">
              <a:off x="3480" y="592"/>
              <a:ext cx="947" cy="908"/>
            </a:xfrm>
            <a:custGeom>
              <a:avLst/>
              <a:gdLst>
                <a:gd name="T0" fmla="*/ 0 w 1440"/>
                <a:gd name="T1" fmla="*/ 587 h 1404"/>
                <a:gd name="T2" fmla="*/ 233 w 1440"/>
                <a:gd name="T3" fmla="*/ 261 h 1404"/>
                <a:gd name="T4" fmla="*/ 623 w 1440"/>
                <a:gd name="T5" fmla="*/ 0 h 1404"/>
                <a:gd name="T6" fmla="*/ 0 60000 65536"/>
                <a:gd name="T7" fmla="*/ 0 60000 65536"/>
                <a:gd name="T8" fmla="*/ 0 60000 65536"/>
              </a:gdLst>
              <a:ahLst/>
              <a:cxnLst>
                <a:cxn ang="T6">
                  <a:pos x="T0" y="T1"/>
                </a:cxn>
                <a:cxn ang="T7">
                  <a:pos x="T2" y="T3"/>
                </a:cxn>
                <a:cxn ang="T8">
                  <a:pos x="T4" y="T5"/>
                </a:cxn>
              </a:cxnLst>
              <a:rect l="0" t="0" r="r" b="b"/>
              <a:pathLst>
                <a:path w="1440" h="1404">
                  <a:moveTo>
                    <a:pt x="0" y="1404"/>
                  </a:moveTo>
                  <a:cubicBezTo>
                    <a:pt x="150" y="1131"/>
                    <a:pt x="300" y="858"/>
                    <a:pt x="540" y="624"/>
                  </a:cubicBezTo>
                  <a:cubicBezTo>
                    <a:pt x="780" y="390"/>
                    <a:pt x="1290" y="104"/>
                    <a:pt x="1440" y="0"/>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36" name="Freeform 242">
              <a:extLst>
                <a:ext uri="{FF2B5EF4-FFF2-40B4-BE49-F238E27FC236}">
                  <a16:creationId xmlns:a16="http://schemas.microsoft.com/office/drawing/2014/main" id="{C004C006-7115-08D8-CEC3-B0D67469CF2B}"/>
                </a:ext>
              </a:extLst>
            </p:cNvPr>
            <p:cNvSpPr>
              <a:spLocks noChangeArrowheads="1"/>
            </p:cNvSpPr>
            <p:nvPr/>
          </p:nvSpPr>
          <p:spPr bwMode="auto">
            <a:xfrm rot="1043917">
              <a:off x="4323" y="769"/>
              <a:ext cx="932" cy="921"/>
            </a:xfrm>
            <a:custGeom>
              <a:avLst/>
              <a:gdLst>
                <a:gd name="T0" fmla="*/ 0 w 1440"/>
                <a:gd name="T1" fmla="*/ 604 h 1404"/>
                <a:gd name="T2" fmla="*/ 227 w 1440"/>
                <a:gd name="T3" fmla="*/ 268 h 1404"/>
                <a:gd name="T4" fmla="*/ 603 w 1440"/>
                <a:gd name="T5" fmla="*/ 0 h 1404"/>
                <a:gd name="T6" fmla="*/ 0 60000 65536"/>
                <a:gd name="T7" fmla="*/ 0 60000 65536"/>
                <a:gd name="T8" fmla="*/ 0 60000 65536"/>
              </a:gdLst>
              <a:ahLst/>
              <a:cxnLst>
                <a:cxn ang="T6">
                  <a:pos x="T0" y="T1"/>
                </a:cxn>
                <a:cxn ang="T7">
                  <a:pos x="T2" y="T3"/>
                </a:cxn>
                <a:cxn ang="T8">
                  <a:pos x="T4" y="T5"/>
                </a:cxn>
              </a:cxnLst>
              <a:rect l="0" t="0" r="r" b="b"/>
              <a:pathLst>
                <a:path w="1440" h="1404">
                  <a:moveTo>
                    <a:pt x="0" y="1404"/>
                  </a:moveTo>
                  <a:cubicBezTo>
                    <a:pt x="150" y="1131"/>
                    <a:pt x="300" y="858"/>
                    <a:pt x="540" y="624"/>
                  </a:cubicBezTo>
                  <a:cubicBezTo>
                    <a:pt x="780" y="390"/>
                    <a:pt x="1290" y="104"/>
                    <a:pt x="1440" y="0"/>
                  </a:cubicBezTo>
                </a:path>
              </a:pathLst>
            </a:custGeom>
            <a:noFill/>
            <a:ln w="31750">
              <a:solidFill>
                <a:srgbClr val="B2B2B2"/>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37" name="Freeform 243">
              <a:extLst>
                <a:ext uri="{FF2B5EF4-FFF2-40B4-BE49-F238E27FC236}">
                  <a16:creationId xmlns:a16="http://schemas.microsoft.com/office/drawing/2014/main" id="{2DA2022B-15CF-2F87-4853-CC534EFD758C}"/>
                </a:ext>
              </a:extLst>
            </p:cNvPr>
            <p:cNvSpPr>
              <a:spLocks noChangeArrowheads="1"/>
            </p:cNvSpPr>
            <p:nvPr/>
          </p:nvSpPr>
          <p:spPr bwMode="auto">
            <a:xfrm rot="-167156">
              <a:off x="3396" y="1427"/>
              <a:ext cx="815" cy="119"/>
            </a:xfrm>
            <a:custGeom>
              <a:avLst/>
              <a:gdLst>
                <a:gd name="T0" fmla="*/ 0 w 1260"/>
                <a:gd name="T1" fmla="*/ 11 h 182"/>
                <a:gd name="T2" fmla="*/ 226 w 1260"/>
                <a:gd name="T3" fmla="*/ 11 h 182"/>
                <a:gd name="T4" fmla="*/ 527 w 1260"/>
                <a:gd name="T5" fmla="*/ 78 h 182"/>
                <a:gd name="T6" fmla="*/ 0 60000 65536"/>
                <a:gd name="T7" fmla="*/ 0 60000 65536"/>
                <a:gd name="T8" fmla="*/ 0 60000 65536"/>
              </a:gdLst>
              <a:ahLst/>
              <a:cxnLst>
                <a:cxn ang="T6">
                  <a:pos x="T0" y="T1"/>
                </a:cxn>
                <a:cxn ang="T7">
                  <a:pos x="T2" y="T3"/>
                </a:cxn>
                <a:cxn ang="T8">
                  <a:pos x="T4" y="T5"/>
                </a:cxn>
              </a:cxnLst>
              <a:rect l="0" t="0" r="r" b="b"/>
              <a:pathLst>
                <a:path w="1260" h="182">
                  <a:moveTo>
                    <a:pt x="0" y="26"/>
                  </a:moveTo>
                  <a:cubicBezTo>
                    <a:pt x="165" y="13"/>
                    <a:pt x="330" y="0"/>
                    <a:pt x="540" y="26"/>
                  </a:cubicBezTo>
                  <a:cubicBezTo>
                    <a:pt x="750" y="52"/>
                    <a:pt x="1140" y="156"/>
                    <a:pt x="1260" y="182"/>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38" name="Line 244">
              <a:extLst>
                <a:ext uri="{FF2B5EF4-FFF2-40B4-BE49-F238E27FC236}">
                  <a16:creationId xmlns:a16="http://schemas.microsoft.com/office/drawing/2014/main" id="{C062788D-7437-87B9-4ED5-567E9C68E05F}"/>
                </a:ext>
              </a:extLst>
            </p:cNvPr>
            <p:cNvSpPr>
              <a:spLocks noChangeShapeType="1"/>
            </p:cNvSpPr>
            <p:nvPr/>
          </p:nvSpPr>
          <p:spPr bwMode="auto">
            <a:xfrm rot="-10329977">
              <a:off x="3390" y="1429"/>
              <a:ext cx="0" cy="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39" name="Line 245">
              <a:extLst>
                <a:ext uri="{FF2B5EF4-FFF2-40B4-BE49-F238E27FC236}">
                  <a16:creationId xmlns:a16="http://schemas.microsoft.com/office/drawing/2014/main" id="{4B03EF11-8926-7903-BF1B-B60FB0E744C3}"/>
                </a:ext>
              </a:extLst>
            </p:cNvPr>
            <p:cNvSpPr>
              <a:spLocks noChangeShapeType="1"/>
            </p:cNvSpPr>
            <p:nvPr/>
          </p:nvSpPr>
          <p:spPr bwMode="auto">
            <a:xfrm rot="-10329977">
              <a:off x="5354" y="910"/>
              <a:ext cx="2" cy="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40" name="Line 246">
              <a:extLst>
                <a:ext uri="{FF2B5EF4-FFF2-40B4-BE49-F238E27FC236}">
                  <a16:creationId xmlns:a16="http://schemas.microsoft.com/office/drawing/2014/main" id="{FD525975-8A55-CEF8-9363-F22BF14A7B2B}"/>
                </a:ext>
              </a:extLst>
            </p:cNvPr>
            <p:cNvSpPr>
              <a:spLocks noChangeShapeType="1"/>
            </p:cNvSpPr>
            <p:nvPr/>
          </p:nvSpPr>
          <p:spPr bwMode="auto">
            <a:xfrm rot="-10530386">
              <a:off x="4201" y="1504"/>
              <a:ext cx="1" cy="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41" name="Freeform 247">
              <a:extLst>
                <a:ext uri="{FF2B5EF4-FFF2-40B4-BE49-F238E27FC236}">
                  <a16:creationId xmlns:a16="http://schemas.microsoft.com/office/drawing/2014/main" id="{BFE05140-5EE8-B8CB-3D94-02D875E5486C}"/>
                </a:ext>
              </a:extLst>
            </p:cNvPr>
            <p:cNvSpPr>
              <a:spLocks noChangeArrowheads="1"/>
            </p:cNvSpPr>
            <p:nvPr/>
          </p:nvSpPr>
          <p:spPr bwMode="auto">
            <a:xfrm rot="-167156">
              <a:off x="3404" y="1427"/>
              <a:ext cx="814" cy="119"/>
            </a:xfrm>
            <a:custGeom>
              <a:avLst/>
              <a:gdLst>
                <a:gd name="T0" fmla="*/ 0 w 1260"/>
                <a:gd name="T1" fmla="*/ 11 h 182"/>
                <a:gd name="T2" fmla="*/ 225 w 1260"/>
                <a:gd name="T3" fmla="*/ 11 h 182"/>
                <a:gd name="T4" fmla="*/ 526 w 1260"/>
                <a:gd name="T5" fmla="*/ 78 h 182"/>
                <a:gd name="T6" fmla="*/ 0 60000 65536"/>
                <a:gd name="T7" fmla="*/ 0 60000 65536"/>
                <a:gd name="T8" fmla="*/ 0 60000 65536"/>
              </a:gdLst>
              <a:ahLst/>
              <a:cxnLst>
                <a:cxn ang="T6">
                  <a:pos x="T0" y="T1"/>
                </a:cxn>
                <a:cxn ang="T7">
                  <a:pos x="T2" y="T3"/>
                </a:cxn>
                <a:cxn ang="T8">
                  <a:pos x="T4" y="T5"/>
                </a:cxn>
              </a:cxnLst>
              <a:rect l="0" t="0" r="r" b="b"/>
              <a:pathLst>
                <a:path w="1260" h="182">
                  <a:moveTo>
                    <a:pt x="0" y="26"/>
                  </a:moveTo>
                  <a:cubicBezTo>
                    <a:pt x="165" y="13"/>
                    <a:pt x="330" y="0"/>
                    <a:pt x="540" y="26"/>
                  </a:cubicBezTo>
                  <a:cubicBezTo>
                    <a:pt x="750" y="52"/>
                    <a:pt x="1140" y="156"/>
                    <a:pt x="1260" y="182"/>
                  </a:cubicBezTo>
                </a:path>
              </a:pathLst>
            </a:custGeom>
            <a:noFill/>
            <a:ln w="28575">
              <a:solidFill>
                <a:srgbClr val="B2B2B2"/>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42" name="Freeform 248">
              <a:extLst>
                <a:ext uri="{FF2B5EF4-FFF2-40B4-BE49-F238E27FC236}">
                  <a16:creationId xmlns:a16="http://schemas.microsoft.com/office/drawing/2014/main" id="{52B898DB-A6F6-947A-D415-B55FABCCE90E}"/>
                </a:ext>
              </a:extLst>
            </p:cNvPr>
            <p:cNvSpPr>
              <a:spLocks noChangeArrowheads="1"/>
            </p:cNvSpPr>
            <p:nvPr/>
          </p:nvSpPr>
          <p:spPr bwMode="auto">
            <a:xfrm rot="-167156">
              <a:off x="3404" y="1445"/>
              <a:ext cx="815" cy="119"/>
            </a:xfrm>
            <a:custGeom>
              <a:avLst/>
              <a:gdLst>
                <a:gd name="T0" fmla="*/ 0 w 1260"/>
                <a:gd name="T1" fmla="*/ 11 h 182"/>
                <a:gd name="T2" fmla="*/ 226 w 1260"/>
                <a:gd name="T3" fmla="*/ 11 h 182"/>
                <a:gd name="T4" fmla="*/ 527 w 1260"/>
                <a:gd name="T5" fmla="*/ 78 h 182"/>
                <a:gd name="T6" fmla="*/ 0 60000 65536"/>
                <a:gd name="T7" fmla="*/ 0 60000 65536"/>
                <a:gd name="T8" fmla="*/ 0 60000 65536"/>
              </a:gdLst>
              <a:ahLst/>
              <a:cxnLst>
                <a:cxn ang="T6">
                  <a:pos x="T0" y="T1"/>
                </a:cxn>
                <a:cxn ang="T7">
                  <a:pos x="T2" y="T3"/>
                </a:cxn>
                <a:cxn ang="T8">
                  <a:pos x="T4" y="T5"/>
                </a:cxn>
              </a:cxnLst>
              <a:rect l="0" t="0" r="r" b="b"/>
              <a:pathLst>
                <a:path w="1260" h="182">
                  <a:moveTo>
                    <a:pt x="0" y="26"/>
                  </a:moveTo>
                  <a:cubicBezTo>
                    <a:pt x="165" y="13"/>
                    <a:pt x="330" y="0"/>
                    <a:pt x="540" y="26"/>
                  </a:cubicBezTo>
                  <a:cubicBezTo>
                    <a:pt x="750" y="52"/>
                    <a:pt x="1140" y="156"/>
                    <a:pt x="1260" y="182"/>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43" name="Freeform 249">
              <a:extLst>
                <a:ext uri="{FF2B5EF4-FFF2-40B4-BE49-F238E27FC236}">
                  <a16:creationId xmlns:a16="http://schemas.microsoft.com/office/drawing/2014/main" id="{C3F59DE8-0230-D141-CF60-C1EEB6542B34}"/>
                </a:ext>
              </a:extLst>
            </p:cNvPr>
            <p:cNvSpPr>
              <a:spLocks noChangeArrowheads="1"/>
            </p:cNvSpPr>
            <p:nvPr/>
          </p:nvSpPr>
          <p:spPr bwMode="auto">
            <a:xfrm rot="-167156">
              <a:off x="3403" y="1417"/>
              <a:ext cx="815" cy="119"/>
            </a:xfrm>
            <a:custGeom>
              <a:avLst/>
              <a:gdLst>
                <a:gd name="T0" fmla="*/ 0 w 1260"/>
                <a:gd name="T1" fmla="*/ 11 h 182"/>
                <a:gd name="T2" fmla="*/ 226 w 1260"/>
                <a:gd name="T3" fmla="*/ 11 h 182"/>
                <a:gd name="T4" fmla="*/ 527 w 1260"/>
                <a:gd name="T5" fmla="*/ 78 h 182"/>
                <a:gd name="T6" fmla="*/ 0 60000 65536"/>
                <a:gd name="T7" fmla="*/ 0 60000 65536"/>
                <a:gd name="T8" fmla="*/ 0 60000 65536"/>
              </a:gdLst>
              <a:ahLst/>
              <a:cxnLst>
                <a:cxn ang="T6">
                  <a:pos x="T0" y="T1"/>
                </a:cxn>
                <a:cxn ang="T7">
                  <a:pos x="T2" y="T3"/>
                </a:cxn>
                <a:cxn ang="T8">
                  <a:pos x="T4" y="T5"/>
                </a:cxn>
              </a:cxnLst>
              <a:rect l="0" t="0" r="r" b="b"/>
              <a:pathLst>
                <a:path w="1260" h="182">
                  <a:moveTo>
                    <a:pt x="0" y="26"/>
                  </a:moveTo>
                  <a:cubicBezTo>
                    <a:pt x="165" y="13"/>
                    <a:pt x="330" y="0"/>
                    <a:pt x="540" y="26"/>
                  </a:cubicBezTo>
                  <a:cubicBezTo>
                    <a:pt x="750" y="52"/>
                    <a:pt x="1140" y="156"/>
                    <a:pt x="1260" y="182"/>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44" name="Freeform 250">
              <a:extLst>
                <a:ext uri="{FF2B5EF4-FFF2-40B4-BE49-F238E27FC236}">
                  <a16:creationId xmlns:a16="http://schemas.microsoft.com/office/drawing/2014/main" id="{F2B84A2A-52E5-237B-D721-A98CA384171C}"/>
                </a:ext>
              </a:extLst>
            </p:cNvPr>
            <p:cNvSpPr>
              <a:spLocks noChangeArrowheads="1"/>
            </p:cNvSpPr>
            <p:nvPr/>
          </p:nvSpPr>
          <p:spPr bwMode="auto">
            <a:xfrm>
              <a:off x="4197" y="907"/>
              <a:ext cx="1144" cy="609"/>
            </a:xfrm>
            <a:custGeom>
              <a:avLst/>
              <a:gdLst>
                <a:gd name="T0" fmla="*/ 0 w 1074"/>
                <a:gd name="T1" fmla="*/ 609 h 609"/>
                <a:gd name="T2" fmla="*/ 528 w 1074"/>
                <a:gd name="T3" fmla="*/ 218 h 609"/>
                <a:gd name="T4" fmla="*/ 1219 w 1074"/>
                <a:gd name="T5" fmla="*/ 0 h 609"/>
                <a:gd name="T6" fmla="*/ 0 60000 65536"/>
                <a:gd name="T7" fmla="*/ 0 60000 65536"/>
                <a:gd name="T8" fmla="*/ 0 60000 65536"/>
              </a:gdLst>
              <a:ahLst/>
              <a:cxnLst>
                <a:cxn ang="T6">
                  <a:pos x="T0" y="T1"/>
                </a:cxn>
                <a:cxn ang="T7">
                  <a:pos x="T2" y="T3"/>
                </a:cxn>
                <a:cxn ang="T8">
                  <a:pos x="T4" y="T5"/>
                </a:cxn>
              </a:cxnLst>
              <a:rect l="0" t="0" r="r" b="b"/>
              <a:pathLst>
                <a:path w="1074" h="609">
                  <a:moveTo>
                    <a:pt x="0" y="609"/>
                  </a:moveTo>
                  <a:cubicBezTo>
                    <a:pt x="140" y="465"/>
                    <a:pt x="287" y="320"/>
                    <a:pt x="466" y="218"/>
                  </a:cubicBezTo>
                  <a:cubicBezTo>
                    <a:pt x="645" y="116"/>
                    <a:pt x="947" y="45"/>
                    <a:pt x="1074" y="0"/>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45" name="Freeform 251">
              <a:extLst>
                <a:ext uri="{FF2B5EF4-FFF2-40B4-BE49-F238E27FC236}">
                  <a16:creationId xmlns:a16="http://schemas.microsoft.com/office/drawing/2014/main" id="{BB30E9A9-BE2D-8C72-2541-78323DCC179D}"/>
                </a:ext>
              </a:extLst>
            </p:cNvPr>
            <p:cNvSpPr>
              <a:spLocks noChangeArrowheads="1"/>
            </p:cNvSpPr>
            <p:nvPr/>
          </p:nvSpPr>
          <p:spPr bwMode="auto">
            <a:xfrm rot="1043917">
              <a:off x="4329" y="794"/>
              <a:ext cx="894" cy="894"/>
            </a:xfrm>
            <a:custGeom>
              <a:avLst/>
              <a:gdLst>
                <a:gd name="T0" fmla="*/ 0 w 1440"/>
                <a:gd name="T1" fmla="*/ 569 h 1404"/>
                <a:gd name="T2" fmla="*/ 208 w 1440"/>
                <a:gd name="T3" fmla="*/ 253 h 1404"/>
                <a:gd name="T4" fmla="*/ 555 w 1440"/>
                <a:gd name="T5" fmla="*/ 0 h 1404"/>
                <a:gd name="T6" fmla="*/ 0 60000 65536"/>
                <a:gd name="T7" fmla="*/ 0 60000 65536"/>
                <a:gd name="T8" fmla="*/ 0 60000 65536"/>
              </a:gdLst>
              <a:ahLst/>
              <a:cxnLst>
                <a:cxn ang="T6">
                  <a:pos x="T0" y="T1"/>
                </a:cxn>
                <a:cxn ang="T7">
                  <a:pos x="T2" y="T3"/>
                </a:cxn>
                <a:cxn ang="T8">
                  <a:pos x="T4" y="T5"/>
                </a:cxn>
              </a:cxnLst>
              <a:rect l="0" t="0" r="r" b="b"/>
              <a:pathLst>
                <a:path w="1440" h="1404">
                  <a:moveTo>
                    <a:pt x="0" y="1404"/>
                  </a:moveTo>
                  <a:cubicBezTo>
                    <a:pt x="150" y="1131"/>
                    <a:pt x="300" y="858"/>
                    <a:pt x="540" y="624"/>
                  </a:cubicBezTo>
                  <a:cubicBezTo>
                    <a:pt x="780" y="390"/>
                    <a:pt x="1290" y="104"/>
                    <a:pt x="1440" y="0"/>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46" name="Freeform 252">
              <a:extLst>
                <a:ext uri="{FF2B5EF4-FFF2-40B4-BE49-F238E27FC236}">
                  <a16:creationId xmlns:a16="http://schemas.microsoft.com/office/drawing/2014/main" id="{EBECF9FB-70FA-1A48-18D6-5913FD41FD37}"/>
                </a:ext>
              </a:extLst>
            </p:cNvPr>
            <p:cNvSpPr>
              <a:spLocks noChangeArrowheads="1"/>
            </p:cNvSpPr>
            <p:nvPr/>
          </p:nvSpPr>
          <p:spPr bwMode="auto">
            <a:xfrm>
              <a:off x="3990" y="900"/>
              <a:ext cx="1068" cy="545"/>
            </a:xfrm>
            <a:custGeom>
              <a:avLst/>
              <a:gdLst>
                <a:gd name="T0" fmla="*/ 1068 w 1068"/>
                <a:gd name="T1" fmla="*/ 0 h 545"/>
                <a:gd name="T2" fmla="*/ 532 w 1068"/>
                <a:gd name="T3" fmla="*/ 155 h 545"/>
                <a:gd name="T4" fmla="*/ 0 w 1068"/>
                <a:gd name="T5" fmla="*/ 545 h 545"/>
                <a:gd name="T6" fmla="*/ 0 60000 65536"/>
                <a:gd name="T7" fmla="*/ 0 60000 65536"/>
                <a:gd name="T8" fmla="*/ 0 60000 65536"/>
              </a:gdLst>
              <a:ahLst/>
              <a:cxnLst>
                <a:cxn ang="T6">
                  <a:pos x="T0" y="T1"/>
                </a:cxn>
                <a:cxn ang="T7">
                  <a:pos x="T2" y="T3"/>
                </a:cxn>
                <a:cxn ang="T8">
                  <a:pos x="T4" y="T5"/>
                </a:cxn>
              </a:cxnLst>
              <a:rect l="0" t="0" r="r" b="b"/>
              <a:pathLst>
                <a:path w="1068" h="545">
                  <a:moveTo>
                    <a:pt x="1068" y="0"/>
                  </a:moveTo>
                  <a:cubicBezTo>
                    <a:pt x="980" y="24"/>
                    <a:pt x="710" y="64"/>
                    <a:pt x="532" y="155"/>
                  </a:cubicBezTo>
                  <a:cubicBezTo>
                    <a:pt x="354" y="246"/>
                    <a:pt x="89" y="480"/>
                    <a:pt x="0" y="545"/>
                  </a:cubicBezTo>
                </a:path>
              </a:pathLst>
            </a:custGeom>
            <a:noFill/>
            <a:ln w="22225">
              <a:solidFill>
                <a:srgbClr val="000000"/>
              </a:solidFill>
              <a:round/>
              <a:headEnd type="stealth" w="sm" len="lg"/>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47" name="Freeform 253">
              <a:extLst>
                <a:ext uri="{FF2B5EF4-FFF2-40B4-BE49-F238E27FC236}">
                  <a16:creationId xmlns:a16="http://schemas.microsoft.com/office/drawing/2014/main" id="{F319D985-C51E-CAFF-717E-32F6F541FFF6}"/>
                </a:ext>
              </a:extLst>
            </p:cNvPr>
            <p:cNvSpPr>
              <a:spLocks noChangeArrowheads="1"/>
            </p:cNvSpPr>
            <p:nvPr/>
          </p:nvSpPr>
          <p:spPr bwMode="auto">
            <a:xfrm>
              <a:off x="3777" y="819"/>
              <a:ext cx="975" cy="605"/>
            </a:xfrm>
            <a:custGeom>
              <a:avLst/>
              <a:gdLst>
                <a:gd name="T0" fmla="*/ 975 w 975"/>
                <a:gd name="T1" fmla="*/ 0 h 605"/>
                <a:gd name="T2" fmla="*/ 471 w 975"/>
                <a:gd name="T3" fmla="*/ 201 h 605"/>
                <a:gd name="T4" fmla="*/ 0 w 975"/>
                <a:gd name="T5" fmla="*/ 605 h 605"/>
                <a:gd name="T6" fmla="*/ 0 60000 65536"/>
                <a:gd name="T7" fmla="*/ 0 60000 65536"/>
                <a:gd name="T8" fmla="*/ 0 60000 65536"/>
              </a:gdLst>
              <a:ahLst/>
              <a:cxnLst>
                <a:cxn ang="T6">
                  <a:pos x="T0" y="T1"/>
                </a:cxn>
                <a:cxn ang="T7">
                  <a:pos x="T2" y="T3"/>
                </a:cxn>
                <a:cxn ang="T8">
                  <a:pos x="T4" y="T5"/>
                </a:cxn>
              </a:cxnLst>
              <a:rect l="0" t="0" r="r" b="b"/>
              <a:pathLst>
                <a:path w="975" h="605">
                  <a:moveTo>
                    <a:pt x="975" y="0"/>
                  </a:moveTo>
                  <a:cubicBezTo>
                    <a:pt x="891" y="32"/>
                    <a:pt x="633" y="100"/>
                    <a:pt x="471" y="201"/>
                  </a:cubicBezTo>
                  <a:cubicBezTo>
                    <a:pt x="309" y="302"/>
                    <a:pt x="78" y="537"/>
                    <a:pt x="0" y="605"/>
                  </a:cubicBezTo>
                </a:path>
              </a:pathLst>
            </a:custGeom>
            <a:noFill/>
            <a:ln w="22225">
              <a:solidFill>
                <a:srgbClr val="000000"/>
              </a:solidFill>
              <a:round/>
              <a:headEnd type="stealth" w="sm" len="lg"/>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48" name="Freeform 254">
              <a:extLst>
                <a:ext uri="{FF2B5EF4-FFF2-40B4-BE49-F238E27FC236}">
                  <a16:creationId xmlns:a16="http://schemas.microsoft.com/office/drawing/2014/main" id="{32BD4FC1-F69D-C254-DACB-9003C4AD1858}"/>
                </a:ext>
              </a:extLst>
            </p:cNvPr>
            <p:cNvSpPr>
              <a:spLocks noChangeArrowheads="1"/>
            </p:cNvSpPr>
            <p:nvPr/>
          </p:nvSpPr>
          <p:spPr bwMode="auto">
            <a:xfrm>
              <a:off x="3580" y="738"/>
              <a:ext cx="1010" cy="677"/>
            </a:xfrm>
            <a:custGeom>
              <a:avLst/>
              <a:gdLst>
                <a:gd name="T0" fmla="*/ 1010 w 1010"/>
                <a:gd name="T1" fmla="*/ 0 h 677"/>
                <a:gd name="T2" fmla="*/ 442 w 1010"/>
                <a:gd name="T3" fmla="*/ 242 h 677"/>
                <a:gd name="T4" fmla="*/ 0 w 1010"/>
                <a:gd name="T5" fmla="*/ 677 h 677"/>
                <a:gd name="T6" fmla="*/ 0 60000 65536"/>
                <a:gd name="T7" fmla="*/ 0 60000 65536"/>
                <a:gd name="T8" fmla="*/ 0 60000 65536"/>
              </a:gdLst>
              <a:ahLst/>
              <a:cxnLst>
                <a:cxn ang="T6">
                  <a:pos x="T0" y="T1"/>
                </a:cxn>
                <a:cxn ang="T7">
                  <a:pos x="T2" y="T3"/>
                </a:cxn>
                <a:cxn ang="T8">
                  <a:pos x="T4" y="T5"/>
                </a:cxn>
              </a:cxnLst>
              <a:rect l="0" t="0" r="r" b="b"/>
              <a:pathLst>
                <a:path w="1010" h="677">
                  <a:moveTo>
                    <a:pt x="1010" y="0"/>
                  </a:moveTo>
                  <a:cubicBezTo>
                    <a:pt x="915" y="39"/>
                    <a:pt x="610" y="129"/>
                    <a:pt x="442" y="242"/>
                  </a:cubicBezTo>
                  <a:cubicBezTo>
                    <a:pt x="274" y="355"/>
                    <a:pt x="74" y="605"/>
                    <a:pt x="0" y="677"/>
                  </a:cubicBezTo>
                </a:path>
              </a:pathLst>
            </a:custGeom>
            <a:noFill/>
            <a:ln w="22225">
              <a:solidFill>
                <a:srgbClr val="000000"/>
              </a:solidFill>
              <a:round/>
              <a:headEnd type="stealth" w="sm" len="lg"/>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49" name="Line 255">
              <a:extLst>
                <a:ext uri="{FF2B5EF4-FFF2-40B4-BE49-F238E27FC236}">
                  <a16:creationId xmlns:a16="http://schemas.microsoft.com/office/drawing/2014/main" id="{E98B80E1-47B8-4065-08E6-430CA28AE4F1}"/>
                </a:ext>
              </a:extLst>
            </p:cNvPr>
            <p:cNvSpPr>
              <a:spLocks noChangeShapeType="1"/>
            </p:cNvSpPr>
            <p:nvPr/>
          </p:nvSpPr>
          <p:spPr bwMode="auto">
            <a:xfrm rot="401009">
              <a:off x="3612" y="1548"/>
              <a:ext cx="295" cy="0"/>
            </a:xfrm>
            <a:prstGeom prst="line">
              <a:avLst/>
            </a:prstGeom>
            <a:noFill/>
            <a:ln w="9525">
              <a:solidFill>
                <a:srgbClr val="000000"/>
              </a:solidFill>
              <a:round/>
              <a:headEnd type="stealth" w="sm" len="sm"/>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25650" name="Line 256">
              <a:extLst>
                <a:ext uri="{FF2B5EF4-FFF2-40B4-BE49-F238E27FC236}">
                  <a16:creationId xmlns:a16="http://schemas.microsoft.com/office/drawing/2014/main" id="{FA393EC1-7F4F-30C4-9FFA-E3365A5B3315}"/>
                </a:ext>
              </a:extLst>
            </p:cNvPr>
            <p:cNvSpPr>
              <a:spLocks noChangeShapeType="1"/>
            </p:cNvSpPr>
            <p:nvPr/>
          </p:nvSpPr>
          <p:spPr bwMode="auto">
            <a:xfrm rot="2206631">
              <a:off x="3865" y="1520"/>
              <a:ext cx="81" cy="11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51" name="Line 257">
              <a:extLst>
                <a:ext uri="{FF2B5EF4-FFF2-40B4-BE49-F238E27FC236}">
                  <a16:creationId xmlns:a16="http://schemas.microsoft.com/office/drawing/2014/main" id="{20B6C4C2-CE95-2C1B-D1D7-6C68F578C392}"/>
                </a:ext>
              </a:extLst>
            </p:cNvPr>
            <p:cNvSpPr>
              <a:spLocks noChangeShapeType="1"/>
            </p:cNvSpPr>
            <p:nvPr/>
          </p:nvSpPr>
          <p:spPr bwMode="auto">
            <a:xfrm>
              <a:off x="4378" y="1223"/>
              <a:ext cx="0" cy="137"/>
            </a:xfrm>
            <a:prstGeom prst="line">
              <a:avLst/>
            </a:prstGeom>
            <a:noFill/>
            <a:ln w="19050">
              <a:solidFill>
                <a:srgbClr val="000000"/>
              </a:solidFill>
              <a:prstDash val="dash"/>
              <a:round/>
              <a:headE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25652" name="Line 258">
              <a:extLst>
                <a:ext uri="{FF2B5EF4-FFF2-40B4-BE49-F238E27FC236}">
                  <a16:creationId xmlns:a16="http://schemas.microsoft.com/office/drawing/2014/main" id="{73E15D20-AB49-D5F9-5BE8-E18A153D359E}"/>
                </a:ext>
              </a:extLst>
            </p:cNvPr>
            <p:cNvSpPr>
              <a:spLocks noChangeShapeType="1"/>
            </p:cNvSpPr>
            <p:nvPr/>
          </p:nvSpPr>
          <p:spPr bwMode="auto">
            <a:xfrm>
              <a:off x="4378" y="1398"/>
              <a:ext cx="0" cy="137"/>
            </a:xfrm>
            <a:prstGeom prst="line">
              <a:avLst/>
            </a:prstGeom>
            <a:noFill/>
            <a:ln w="19050">
              <a:solidFill>
                <a:srgbClr val="000000"/>
              </a:solidFill>
              <a:prstDash val="dash"/>
              <a:round/>
              <a:headEnd type="stealth" w="sm" len="lg"/>
              <a:tailEnd/>
            </a:ln>
            <a:extLst>
              <a:ext uri="{909E8E84-426E-40DD-AFC4-6F175D3DCCD1}">
                <a14:hiddenFill xmlns:a14="http://schemas.microsoft.com/office/drawing/2010/main">
                  <a:noFill/>
                </a14:hiddenFill>
              </a:ext>
            </a:extLst>
          </p:spPr>
          <p:txBody>
            <a:bodyPr/>
            <a:lstStyle/>
            <a:p>
              <a:endParaRPr lang="zh-CN" altLang="en-US"/>
            </a:p>
          </p:txBody>
        </p:sp>
        <p:sp>
          <p:nvSpPr>
            <p:cNvPr id="25653" name="Freeform 259">
              <a:extLst>
                <a:ext uri="{FF2B5EF4-FFF2-40B4-BE49-F238E27FC236}">
                  <a16:creationId xmlns:a16="http://schemas.microsoft.com/office/drawing/2014/main" id="{6D09E08A-CC04-9B67-4D56-67877CC071C1}"/>
                </a:ext>
              </a:extLst>
            </p:cNvPr>
            <p:cNvSpPr>
              <a:spLocks noChangeArrowheads="1"/>
            </p:cNvSpPr>
            <p:nvPr/>
          </p:nvSpPr>
          <p:spPr bwMode="auto">
            <a:xfrm>
              <a:off x="4506" y="666"/>
              <a:ext cx="866" cy="270"/>
            </a:xfrm>
            <a:custGeom>
              <a:avLst/>
              <a:gdLst>
                <a:gd name="T0" fmla="*/ 0 w 813"/>
                <a:gd name="T1" fmla="*/ 9 h 270"/>
                <a:gd name="T2" fmla="*/ 49 w 813"/>
                <a:gd name="T3" fmla="*/ 6 h 270"/>
                <a:gd name="T4" fmla="*/ 95 w 813"/>
                <a:gd name="T5" fmla="*/ 36 h 270"/>
                <a:gd name="T6" fmla="*/ 175 w 813"/>
                <a:gd name="T7" fmla="*/ 44 h 270"/>
                <a:gd name="T8" fmla="*/ 229 w 813"/>
                <a:gd name="T9" fmla="*/ 60 h 270"/>
                <a:gd name="T10" fmla="*/ 277 w 813"/>
                <a:gd name="T11" fmla="*/ 83 h 270"/>
                <a:gd name="T12" fmla="*/ 395 w 813"/>
                <a:gd name="T13" fmla="*/ 90 h 270"/>
                <a:gd name="T14" fmla="*/ 591 w 813"/>
                <a:gd name="T15" fmla="*/ 144 h 270"/>
                <a:gd name="T16" fmla="*/ 639 w 813"/>
                <a:gd name="T17" fmla="*/ 167 h 270"/>
                <a:gd name="T18" fmla="*/ 741 w 813"/>
                <a:gd name="T19" fmla="*/ 190 h 270"/>
                <a:gd name="T20" fmla="*/ 812 w 813"/>
                <a:gd name="T21" fmla="*/ 214 h 270"/>
                <a:gd name="T22" fmla="*/ 882 w 813"/>
                <a:gd name="T23" fmla="*/ 252 h 270"/>
                <a:gd name="T24" fmla="*/ 899 w 813"/>
                <a:gd name="T25" fmla="*/ 249 h 270"/>
                <a:gd name="T26" fmla="*/ 921 w 813"/>
                <a:gd name="T27" fmla="*/ 267 h 270"/>
                <a:gd name="T28" fmla="*/ 913 w 813"/>
                <a:gd name="T29" fmla="*/ 267 h 27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13" h="270">
                  <a:moveTo>
                    <a:pt x="0" y="9"/>
                  </a:moveTo>
                  <a:cubicBezTo>
                    <a:pt x="12" y="12"/>
                    <a:pt x="32" y="0"/>
                    <a:pt x="43" y="6"/>
                  </a:cubicBezTo>
                  <a:cubicBezTo>
                    <a:pt x="58" y="13"/>
                    <a:pt x="68" y="34"/>
                    <a:pt x="84" y="36"/>
                  </a:cubicBezTo>
                  <a:cubicBezTo>
                    <a:pt x="107" y="39"/>
                    <a:pt x="130" y="42"/>
                    <a:pt x="154" y="44"/>
                  </a:cubicBezTo>
                  <a:cubicBezTo>
                    <a:pt x="162" y="47"/>
                    <a:pt x="192" y="54"/>
                    <a:pt x="202" y="60"/>
                  </a:cubicBezTo>
                  <a:cubicBezTo>
                    <a:pt x="222" y="70"/>
                    <a:pt x="221" y="80"/>
                    <a:pt x="244" y="83"/>
                  </a:cubicBezTo>
                  <a:cubicBezTo>
                    <a:pt x="278" y="87"/>
                    <a:pt x="313" y="88"/>
                    <a:pt x="348" y="90"/>
                  </a:cubicBezTo>
                  <a:cubicBezTo>
                    <a:pt x="405" y="111"/>
                    <a:pt x="463" y="126"/>
                    <a:pt x="521" y="144"/>
                  </a:cubicBezTo>
                  <a:cubicBezTo>
                    <a:pt x="574" y="161"/>
                    <a:pt x="508" y="140"/>
                    <a:pt x="563" y="167"/>
                  </a:cubicBezTo>
                  <a:cubicBezTo>
                    <a:pt x="599" y="185"/>
                    <a:pt x="613" y="184"/>
                    <a:pt x="653" y="190"/>
                  </a:cubicBezTo>
                  <a:cubicBezTo>
                    <a:pt x="673" y="198"/>
                    <a:pt x="697" y="200"/>
                    <a:pt x="715" y="214"/>
                  </a:cubicBezTo>
                  <a:cubicBezTo>
                    <a:pt x="763" y="249"/>
                    <a:pt x="741" y="239"/>
                    <a:pt x="777" y="252"/>
                  </a:cubicBezTo>
                  <a:cubicBezTo>
                    <a:pt x="784" y="249"/>
                    <a:pt x="785" y="246"/>
                    <a:pt x="792" y="249"/>
                  </a:cubicBezTo>
                  <a:cubicBezTo>
                    <a:pt x="800" y="253"/>
                    <a:pt x="809" y="259"/>
                    <a:pt x="812" y="267"/>
                  </a:cubicBezTo>
                  <a:cubicBezTo>
                    <a:pt x="813" y="270"/>
                    <a:pt x="807" y="267"/>
                    <a:pt x="805" y="267"/>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54" name="AutoShape 260">
              <a:extLst>
                <a:ext uri="{FF2B5EF4-FFF2-40B4-BE49-F238E27FC236}">
                  <a16:creationId xmlns:a16="http://schemas.microsoft.com/office/drawing/2014/main" id="{AE66E5AD-EE18-92E6-395F-CF1942CD8F25}"/>
                </a:ext>
              </a:extLst>
            </p:cNvPr>
            <p:cNvSpPr>
              <a:spLocks noChangeArrowheads="1"/>
            </p:cNvSpPr>
            <p:nvPr/>
          </p:nvSpPr>
          <p:spPr bwMode="auto">
            <a:xfrm>
              <a:off x="4550" y="1481"/>
              <a:ext cx="571" cy="272"/>
            </a:xfrm>
            <a:prstGeom prst="wedgeRectCallout">
              <a:avLst>
                <a:gd name="adj1" fmla="val -78972"/>
                <a:gd name="adj2" fmla="val -85662"/>
              </a:avLst>
            </a:prstGeom>
            <a:noFill/>
            <a:ln w="9525">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just" eaLnBrk="1" hangingPunct="1">
                <a:spcBef>
                  <a:spcPct val="15000"/>
                </a:spcBef>
              </a:pPr>
              <a:r>
                <a:rPr lang="en-US" altLang="zh-CN" sz="1000" b="0" i="1">
                  <a:latin typeface="Times New Roman" panose="02020603050405020304" pitchFamily="18" charset="0"/>
                  <a:ea typeface="宋体" panose="02010600030101010101" pitchFamily="2" charset="-122"/>
                </a:rPr>
                <a:t>d</a:t>
              </a:r>
              <a:r>
                <a:rPr lang="en-US" altLang="zh-CN" sz="1000" b="0">
                  <a:latin typeface="Times New Roman" panose="02020603050405020304" pitchFamily="18" charset="0"/>
                  <a:ea typeface="宋体" panose="02010600030101010101" pitchFamily="2" charset="-122"/>
                </a:rPr>
                <a:t>   0</a:t>
              </a:r>
              <a:endParaRPr lang="en-US" altLang="zh-CN" sz="2800" b="0">
                <a:ea typeface="幼圆" panose="02010509060101010101" pitchFamily="49" charset="-122"/>
              </a:endParaRPr>
            </a:p>
          </p:txBody>
        </p:sp>
        <p:sp>
          <p:nvSpPr>
            <p:cNvPr id="25655" name="Line 261">
              <a:extLst>
                <a:ext uri="{FF2B5EF4-FFF2-40B4-BE49-F238E27FC236}">
                  <a16:creationId xmlns:a16="http://schemas.microsoft.com/office/drawing/2014/main" id="{575AE1D4-33CF-3375-18CD-666D610AD125}"/>
                </a:ext>
              </a:extLst>
            </p:cNvPr>
            <p:cNvSpPr>
              <a:spLocks noChangeShapeType="1"/>
            </p:cNvSpPr>
            <p:nvPr/>
          </p:nvSpPr>
          <p:spPr bwMode="auto">
            <a:xfrm rot="2206631">
              <a:off x="3566" y="1491"/>
              <a:ext cx="82" cy="11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56" name="Line 262">
              <a:extLst>
                <a:ext uri="{FF2B5EF4-FFF2-40B4-BE49-F238E27FC236}">
                  <a16:creationId xmlns:a16="http://schemas.microsoft.com/office/drawing/2014/main" id="{639C6C92-AC90-8BDD-8247-73BE01E5EA71}"/>
                </a:ext>
              </a:extLst>
            </p:cNvPr>
            <p:cNvSpPr>
              <a:spLocks noChangeShapeType="1"/>
            </p:cNvSpPr>
            <p:nvPr/>
          </p:nvSpPr>
          <p:spPr bwMode="auto">
            <a:xfrm flipV="1">
              <a:off x="4009" y="891"/>
              <a:ext cx="349" cy="303"/>
            </a:xfrm>
            <a:prstGeom prst="line">
              <a:avLst/>
            </a:prstGeom>
            <a:noFill/>
            <a:ln w="28575">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5657" name="Line 263">
              <a:extLst>
                <a:ext uri="{FF2B5EF4-FFF2-40B4-BE49-F238E27FC236}">
                  <a16:creationId xmlns:a16="http://schemas.microsoft.com/office/drawing/2014/main" id="{7FA25F58-AD36-2C9E-2686-32C977735896}"/>
                </a:ext>
              </a:extLst>
            </p:cNvPr>
            <p:cNvSpPr>
              <a:spLocks noChangeAspect="1" noChangeShapeType="1"/>
            </p:cNvSpPr>
            <p:nvPr/>
          </p:nvSpPr>
          <p:spPr bwMode="auto">
            <a:xfrm flipH="1" flipV="1">
              <a:off x="3871" y="846"/>
              <a:ext cx="148" cy="340"/>
            </a:xfrm>
            <a:prstGeom prst="line">
              <a:avLst/>
            </a:prstGeom>
            <a:noFill/>
            <a:ln w="28575">
              <a:solidFill>
                <a:srgbClr val="FF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5658" name="Object 264">
              <a:extLst>
                <a:ext uri="{FF2B5EF4-FFF2-40B4-BE49-F238E27FC236}">
                  <a16:creationId xmlns:a16="http://schemas.microsoft.com/office/drawing/2014/main" id="{8E7DA611-2163-000E-76E5-934A21D20EB9}"/>
                </a:ext>
              </a:extLst>
            </p:cNvPr>
            <p:cNvGraphicFramePr>
              <a:graphicFrameLocks noChangeAspect="1"/>
            </p:cNvGraphicFramePr>
            <p:nvPr>
              <p:extLst>
                <p:ext uri="{D42A27DB-BD31-4B8C-83A1-F6EECF244321}">
                  <p14:modId xmlns:p14="http://schemas.microsoft.com/office/powerpoint/2010/main" val="2196175729"/>
                </p:ext>
              </p:extLst>
            </p:nvPr>
          </p:nvGraphicFramePr>
          <p:xfrm>
            <a:off x="4338" y="772"/>
            <a:ext cx="175" cy="299"/>
          </p:xfrm>
          <a:graphic>
            <a:graphicData uri="http://schemas.openxmlformats.org/presentationml/2006/ole">
              <mc:AlternateContent xmlns:mc="http://schemas.openxmlformats.org/markup-compatibility/2006">
                <mc:Choice xmlns:v="urn:schemas-microsoft-com:vml" Requires="v">
                  <p:oleObj r:id="rId10" imgW="50765" imgH="133419" progId="Equation.DSMT4">
                    <p:embed/>
                  </p:oleObj>
                </mc:Choice>
                <mc:Fallback>
                  <p:oleObj r:id="rId10" imgW="50765" imgH="133419" progId="Equation.DSMT4">
                    <p:embed/>
                    <p:pic>
                      <p:nvPicPr>
                        <p:cNvPr id="25658" name="Object 264">
                          <a:extLst>
                            <a:ext uri="{FF2B5EF4-FFF2-40B4-BE49-F238E27FC236}">
                              <a16:creationId xmlns:a16="http://schemas.microsoft.com/office/drawing/2014/main" id="{8E7DA611-2163-000E-76E5-934A21D20EB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38" y="772"/>
                          <a:ext cx="17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5659" name="Object 265">
              <a:extLst>
                <a:ext uri="{FF2B5EF4-FFF2-40B4-BE49-F238E27FC236}">
                  <a16:creationId xmlns:a16="http://schemas.microsoft.com/office/drawing/2014/main" id="{1F245FBB-E654-31DC-BCC1-BE3170941E79}"/>
                </a:ext>
              </a:extLst>
            </p:cNvPr>
            <p:cNvGraphicFramePr>
              <a:graphicFrameLocks noChangeAspect="1"/>
            </p:cNvGraphicFramePr>
            <p:nvPr>
              <p:extLst>
                <p:ext uri="{D42A27DB-BD31-4B8C-83A1-F6EECF244321}">
                  <p14:modId xmlns:p14="http://schemas.microsoft.com/office/powerpoint/2010/main" val="1829756510"/>
                </p:ext>
              </p:extLst>
            </p:nvPr>
          </p:nvGraphicFramePr>
          <p:xfrm>
            <a:off x="3777" y="595"/>
            <a:ext cx="251" cy="317"/>
          </p:xfrm>
          <a:graphic>
            <a:graphicData uri="http://schemas.openxmlformats.org/presentationml/2006/ole">
              <mc:AlternateContent xmlns:mc="http://schemas.openxmlformats.org/markup-compatibility/2006">
                <mc:Choice xmlns:v="urn:schemas-microsoft-com:vml" Requires="v">
                  <p:oleObj r:id="rId12" imgW="76148" imgH="133419" progId="Equation.DSMT4">
                    <p:embed/>
                  </p:oleObj>
                </mc:Choice>
                <mc:Fallback>
                  <p:oleObj r:id="rId12" imgW="76148" imgH="133419" progId="Equation.DSMT4">
                    <p:embed/>
                    <p:pic>
                      <p:nvPicPr>
                        <p:cNvPr id="25659" name="Object 265">
                          <a:extLst>
                            <a:ext uri="{FF2B5EF4-FFF2-40B4-BE49-F238E27FC236}">
                              <a16:creationId xmlns:a16="http://schemas.microsoft.com/office/drawing/2014/main" id="{1F245FBB-E654-31DC-BCC1-BE3170941E7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77" y="595"/>
                          <a:ext cx="251"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5660" name="Object 266">
              <a:extLst>
                <a:ext uri="{FF2B5EF4-FFF2-40B4-BE49-F238E27FC236}">
                  <a16:creationId xmlns:a16="http://schemas.microsoft.com/office/drawing/2014/main" id="{75FD164E-83EA-A69B-55E9-B1B5191850DC}"/>
                </a:ext>
              </a:extLst>
            </p:cNvPr>
            <p:cNvGraphicFramePr>
              <a:graphicFrameLocks noChangeAspect="1"/>
            </p:cNvGraphicFramePr>
            <p:nvPr>
              <p:extLst>
                <p:ext uri="{D42A27DB-BD31-4B8C-83A1-F6EECF244321}">
                  <p14:modId xmlns:p14="http://schemas.microsoft.com/office/powerpoint/2010/main" val="1272585061"/>
                </p:ext>
              </p:extLst>
            </p:nvPr>
          </p:nvGraphicFramePr>
          <p:xfrm>
            <a:off x="3632" y="1571"/>
            <a:ext cx="271" cy="192"/>
          </p:xfrm>
          <a:graphic>
            <a:graphicData uri="http://schemas.openxmlformats.org/presentationml/2006/ole">
              <mc:AlternateContent xmlns:mc="http://schemas.openxmlformats.org/markup-compatibility/2006">
                <mc:Choice xmlns:v="urn:schemas-microsoft-com:vml" Requires="v">
                  <p:oleObj r:id="rId14" imgW="101531" imgH="88946" progId="Equation.DSMT4">
                    <p:embed/>
                  </p:oleObj>
                </mc:Choice>
                <mc:Fallback>
                  <p:oleObj r:id="rId14" imgW="101531" imgH="88946" progId="Equation.DSMT4">
                    <p:embed/>
                    <p:pic>
                      <p:nvPicPr>
                        <p:cNvPr id="25660" name="Object 266">
                          <a:extLst>
                            <a:ext uri="{FF2B5EF4-FFF2-40B4-BE49-F238E27FC236}">
                              <a16:creationId xmlns:a16="http://schemas.microsoft.com/office/drawing/2014/main" id="{75FD164E-83EA-A69B-55E9-B1B5191850D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632" y="1571"/>
                          <a:ext cx="27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5661" name="Object 267">
              <a:extLst>
                <a:ext uri="{FF2B5EF4-FFF2-40B4-BE49-F238E27FC236}">
                  <a16:creationId xmlns:a16="http://schemas.microsoft.com/office/drawing/2014/main" id="{868CF7CB-43A0-3385-7A7E-43C1F92D39D3}"/>
                </a:ext>
              </a:extLst>
            </p:cNvPr>
            <p:cNvGraphicFramePr>
              <a:graphicFrameLocks noChangeAspect="1"/>
            </p:cNvGraphicFramePr>
            <p:nvPr>
              <p:extLst>
                <p:ext uri="{D42A27DB-BD31-4B8C-83A1-F6EECF244321}">
                  <p14:modId xmlns:p14="http://schemas.microsoft.com/office/powerpoint/2010/main" val="3807810415"/>
                </p:ext>
              </p:extLst>
            </p:nvPr>
          </p:nvGraphicFramePr>
          <p:xfrm>
            <a:off x="4743" y="619"/>
            <a:ext cx="242" cy="324"/>
          </p:xfrm>
          <a:graphic>
            <a:graphicData uri="http://schemas.openxmlformats.org/presentationml/2006/ole">
              <mc:AlternateContent xmlns:mc="http://schemas.openxmlformats.org/markup-compatibility/2006">
                <mc:Choice xmlns:v="urn:schemas-microsoft-com:vml" Requires="v">
                  <p:oleObj r:id="rId16" imgW="101531" imgH="152539" progId="Equation.DSMT4">
                    <p:embed/>
                  </p:oleObj>
                </mc:Choice>
                <mc:Fallback>
                  <p:oleObj r:id="rId16" imgW="101531" imgH="152539" progId="Equation.DSMT4">
                    <p:embed/>
                    <p:pic>
                      <p:nvPicPr>
                        <p:cNvPr id="25661" name="Object 267">
                          <a:extLst>
                            <a:ext uri="{FF2B5EF4-FFF2-40B4-BE49-F238E27FC236}">
                              <a16:creationId xmlns:a16="http://schemas.microsoft.com/office/drawing/2014/main" id="{868CF7CB-43A0-3385-7A7E-43C1F92D39D3}"/>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743" y="619"/>
                          <a:ext cx="242"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5662" name="Object 268">
              <a:extLst>
                <a:ext uri="{FF2B5EF4-FFF2-40B4-BE49-F238E27FC236}">
                  <a16:creationId xmlns:a16="http://schemas.microsoft.com/office/drawing/2014/main" id="{64D70F9F-50FF-F21D-D186-6CCBF3061DAD}"/>
                </a:ext>
              </a:extLst>
            </p:cNvPr>
            <p:cNvGraphicFramePr>
              <a:graphicFrameLocks noChangeAspect="1"/>
            </p:cNvGraphicFramePr>
            <p:nvPr>
              <p:extLst>
                <p:ext uri="{D42A27DB-BD31-4B8C-83A1-F6EECF244321}">
                  <p14:modId xmlns:p14="http://schemas.microsoft.com/office/powerpoint/2010/main" val="3216894484"/>
                </p:ext>
              </p:extLst>
            </p:nvPr>
          </p:nvGraphicFramePr>
          <p:xfrm>
            <a:off x="4598" y="1481"/>
            <a:ext cx="484" cy="226"/>
          </p:xfrm>
          <a:graphic>
            <a:graphicData uri="http://schemas.openxmlformats.org/presentationml/2006/ole">
              <mc:AlternateContent xmlns:mc="http://schemas.openxmlformats.org/markup-compatibility/2006">
                <mc:Choice xmlns:v="urn:schemas-microsoft-com:vml" Requires="v">
                  <p:oleObj r:id="rId18" imgW="298350" imgH="88946" progId="Equation.DSMT4">
                    <p:embed/>
                  </p:oleObj>
                </mc:Choice>
                <mc:Fallback>
                  <p:oleObj r:id="rId18" imgW="298350" imgH="88946" progId="Equation.DSMT4">
                    <p:embed/>
                    <p:pic>
                      <p:nvPicPr>
                        <p:cNvPr id="25662" name="Object 268">
                          <a:extLst>
                            <a:ext uri="{FF2B5EF4-FFF2-40B4-BE49-F238E27FC236}">
                              <a16:creationId xmlns:a16="http://schemas.microsoft.com/office/drawing/2014/main" id="{64D70F9F-50FF-F21D-D186-6CCBF3061DAD}"/>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598" y="1481"/>
                          <a:ext cx="484"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5663" name="Freeform 269">
              <a:extLst>
                <a:ext uri="{FF2B5EF4-FFF2-40B4-BE49-F238E27FC236}">
                  <a16:creationId xmlns:a16="http://schemas.microsoft.com/office/drawing/2014/main" id="{F4665C77-FDD9-E62D-E668-E2A4D61BC258}"/>
                </a:ext>
              </a:extLst>
            </p:cNvPr>
            <p:cNvSpPr>
              <a:spLocks noChangeArrowheads="1"/>
            </p:cNvSpPr>
            <p:nvPr/>
          </p:nvSpPr>
          <p:spPr bwMode="auto">
            <a:xfrm>
              <a:off x="3914" y="1090"/>
              <a:ext cx="42" cy="152"/>
            </a:xfrm>
            <a:custGeom>
              <a:avLst/>
              <a:gdLst>
                <a:gd name="T0" fmla="*/ 39 w 45"/>
                <a:gd name="T1" fmla="*/ 0 h 182"/>
                <a:gd name="T2" fmla="*/ 0 w 45"/>
                <a:gd name="T3" fmla="*/ 32 h 182"/>
                <a:gd name="T4" fmla="*/ 39 w 45"/>
                <a:gd name="T5" fmla="*/ 127 h 182"/>
                <a:gd name="T6" fmla="*/ 0 60000 65536"/>
                <a:gd name="T7" fmla="*/ 0 60000 65536"/>
                <a:gd name="T8" fmla="*/ 0 60000 65536"/>
              </a:gdLst>
              <a:ahLst/>
              <a:cxnLst>
                <a:cxn ang="T6">
                  <a:pos x="T0" y="T1"/>
                </a:cxn>
                <a:cxn ang="T7">
                  <a:pos x="T2" y="T3"/>
                </a:cxn>
                <a:cxn ang="T8">
                  <a:pos x="T4" y="T5"/>
                </a:cxn>
              </a:cxnLst>
              <a:rect l="0" t="0" r="r" b="b"/>
              <a:pathLst>
                <a:path w="45" h="182">
                  <a:moveTo>
                    <a:pt x="45" y="0"/>
                  </a:moveTo>
                  <a:lnTo>
                    <a:pt x="0" y="45"/>
                  </a:lnTo>
                  <a:lnTo>
                    <a:pt x="45" y="182"/>
                  </a:lnTo>
                </a:path>
              </a:pathLst>
            </a:custGeom>
            <a:noFill/>
            <a:ln w="158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6" name="Group 270">
            <a:extLst>
              <a:ext uri="{FF2B5EF4-FFF2-40B4-BE49-F238E27FC236}">
                <a16:creationId xmlns:a16="http://schemas.microsoft.com/office/drawing/2014/main" id="{5EC544F8-2FB4-407F-2E61-9E65B9B307F6}"/>
              </a:ext>
            </a:extLst>
          </p:cNvPr>
          <p:cNvGrpSpPr>
            <a:grpSpLocks/>
          </p:cNvGrpSpPr>
          <p:nvPr/>
        </p:nvGrpSpPr>
        <p:grpSpPr bwMode="auto">
          <a:xfrm>
            <a:off x="5795963" y="1916113"/>
            <a:ext cx="1225550" cy="476250"/>
            <a:chOff x="3560" y="1298"/>
            <a:chExt cx="772" cy="300"/>
          </a:xfrm>
        </p:grpSpPr>
        <p:sp>
          <p:nvSpPr>
            <p:cNvPr id="25621" name="Freeform 271">
              <a:extLst>
                <a:ext uri="{FF2B5EF4-FFF2-40B4-BE49-F238E27FC236}">
                  <a16:creationId xmlns:a16="http://schemas.microsoft.com/office/drawing/2014/main" id="{5EDCA81F-9F0F-3566-B0CF-E988A42003C7}"/>
                </a:ext>
              </a:extLst>
            </p:cNvPr>
            <p:cNvSpPr>
              <a:spLocks noChangeArrowheads="1"/>
            </p:cNvSpPr>
            <p:nvPr/>
          </p:nvSpPr>
          <p:spPr bwMode="auto">
            <a:xfrm rot="368065">
              <a:off x="3560" y="1298"/>
              <a:ext cx="772" cy="91"/>
            </a:xfrm>
            <a:custGeom>
              <a:avLst/>
              <a:gdLst>
                <a:gd name="T0" fmla="*/ 0 w 726"/>
                <a:gd name="T1" fmla="*/ 58 h 143"/>
                <a:gd name="T2" fmla="*/ 256 w 726"/>
                <a:gd name="T3" fmla="*/ 21 h 143"/>
                <a:gd name="T4" fmla="*/ 514 w 726"/>
                <a:gd name="T5" fmla="*/ 3 h 143"/>
                <a:gd name="T6" fmla="*/ 821 w 726"/>
                <a:gd name="T7" fmla="*/ 3 h 14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26" h="143">
                  <a:moveTo>
                    <a:pt x="0" y="143"/>
                  </a:moveTo>
                  <a:cubicBezTo>
                    <a:pt x="75" y="109"/>
                    <a:pt x="151" y="75"/>
                    <a:pt x="227" y="52"/>
                  </a:cubicBezTo>
                  <a:cubicBezTo>
                    <a:pt x="303" y="29"/>
                    <a:pt x="371" y="14"/>
                    <a:pt x="454" y="7"/>
                  </a:cubicBezTo>
                  <a:cubicBezTo>
                    <a:pt x="537" y="0"/>
                    <a:pt x="681" y="7"/>
                    <a:pt x="726" y="7"/>
                  </a:cubicBezTo>
                </a:path>
              </a:pathLst>
            </a:custGeom>
            <a:noFill/>
            <a:ln w="31750">
              <a:solidFill>
                <a:srgbClr val="FF00FF"/>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25622" name="Object 272">
              <a:extLst>
                <a:ext uri="{FF2B5EF4-FFF2-40B4-BE49-F238E27FC236}">
                  <a16:creationId xmlns:a16="http://schemas.microsoft.com/office/drawing/2014/main" id="{B30FCE01-B6FD-78B7-8B4A-9CF6365474C6}"/>
                </a:ext>
              </a:extLst>
            </p:cNvPr>
            <p:cNvGraphicFramePr>
              <a:graphicFrameLocks noChangeAspect="1"/>
            </p:cNvGraphicFramePr>
            <p:nvPr>
              <p:extLst>
                <p:ext uri="{D42A27DB-BD31-4B8C-83A1-F6EECF244321}">
                  <p14:modId xmlns:p14="http://schemas.microsoft.com/office/powerpoint/2010/main" val="1085984048"/>
                </p:ext>
              </p:extLst>
            </p:nvPr>
          </p:nvGraphicFramePr>
          <p:xfrm>
            <a:off x="3924" y="1298"/>
            <a:ext cx="226" cy="300"/>
          </p:xfrm>
          <a:graphic>
            <a:graphicData uri="http://schemas.openxmlformats.org/presentationml/2006/ole">
              <mc:AlternateContent xmlns:mc="http://schemas.openxmlformats.org/markup-compatibility/2006">
                <mc:Choice xmlns:v="urn:schemas-microsoft-com:vml" Requires="v">
                  <p:oleObj r:id="rId20" imgW="38282" imgH="120535" progId="Equation.3">
                    <p:embed/>
                  </p:oleObj>
                </mc:Choice>
                <mc:Fallback>
                  <p:oleObj r:id="rId20" imgW="38282" imgH="120535" progId="Equation.3">
                    <p:embed/>
                    <p:pic>
                      <p:nvPicPr>
                        <p:cNvPr id="25622" name="Object 272">
                          <a:extLst>
                            <a:ext uri="{FF2B5EF4-FFF2-40B4-BE49-F238E27FC236}">
                              <a16:creationId xmlns:a16="http://schemas.microsoft.com/office/drawing/2014/main" id="{B30FCE01-B6FD-78B7-8B4A-9CF6365474C6}"/>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924" y="1298"/>
                          <a:ext cx="226"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7" name="Group 273">
            <a:extLst>
              <a:ext uri="{FF2B5EF4-FFF2-40B4-BE49-F238E27FC236}">
                <a16:creationId xmlns:a16="http://schemas.microsoft.com/office/drawing/2014/main" id="{47D52D2D-6548-4844-A7AC-15AC0E62CF28}"/>
              </a:ext>
            </a:extLst>
          </p:cNvPr>
          <p:cNvGrpSpPr>
            <a:grpSpLocks/>
          </p:cNvGrpSpPr>
          <p:nvPr/>
        </p:nvGrpSpPr>
        <p:grpSpPr bwMode="auto">
          <a:xfrm>
            <a:off x="6392863" y="1169988"/>
            <a:ext cx="266700" cy="790575"/>
            <a:chOff x="4027" y="709"/>
            <a:chExt cx="168" cy="498"/>
          </a:xfrm>
        </p:grpSpPr>
        <p:sp>
          <p:nvSpPr>
            <p:cNvPr id="25619" name="Line 274">
              <a:extLst>
                <a:ext uri="{FF2B5EF4-FFF2-40B4-BE49-F238E27FC236}">
                  <a16:creationId xmlns:a16="http://schemas.microsoft.com/office/drawing/2014/main" id="{062ACCD2-C129-932E-AF65-6B13081E8D08}"/>
                </a:ext>
              </a:extLst>
            </p:cNvPr>
            <p:cNvSpPr>
              <a:spLocks noChangeShapeType="1"/>
            </p:cNvSpPr>
            <p:nvPr/>
          </p:nvSpPr>
          <p:spPr bwMode="auto">
            <a:xfrm flipV="1">
              <a:off x="4027" y="709"/>
              <a:ext cx="168" cy="453"/>
            </a:xfrm>
            <a:prstGeom prst="line">
              <a:avLst/>
            </a:prstGeom>
            <a:noFill/>
            <a:ln w="25400">
              <a:solidFill>
                <a:srgbClr val="8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20" name="Freeform 275">
              <a:extLst>
                <a:ext uri="{FF2B5EF4-FFF2-40B4-BE49-F238E27FC236}">
                  <a16:creationId xmlns:a16="http://schemas.microsoft.com/office/drawing/2014/main" id="{DAFA21BB-34D4-79D5-AC41-E7826ACAAADE}"/>
                </a:ext>
              </a:extLst>
            </p:cNvPr>
            <p:cNvSpPr>
              <a:spLocks noChangeArrowheads="1"/>
            </p:cNvSpPr>
            <p:nvPr/>
          </p:nvSpPr>
          <p:spPr bwMode="auto">
            <a:xfrm>
              <a:off x="4068" y="1017"/>
              <a:ext cx="82" cy="190"/>
            </a:xfrm>
            <a:custGeom>
              <a:avLst/>
              <a:gdLst>
                <a:gd name="T0" fmla="*/ 0 w 82"/>
                <a:gd name="T1" fmla="*/ 0 h 190"/>
                <a:gd name="T2" fmla="*/ 82 w 82"/>
                <a:gd name="T3" fmla="*/ 9 h 190"/>
                <a:gd name="T4" fmla="*/ 18 w 82"/>
                <a:gd name="T5" fmla="*/ 190 h 190"/>
                <a:gd name="T6" fmla="*/ 0 60000 65536"/>
                <a:gd name="T7" fmla="*/ 0 60000 65536"/>
                <a:gd name="T8" fmla="*/ 0 60000 65536"/>
              </a:gdLst>
              <a:ahLst/>
              <a:cxnLst>
                <a:cxn ang="T6">
                  <a:pos x="T0" y="T1"/>
                </a:cxn>
                <a:cxn ang="T7">
                  <a:pos x="T2" y="T3"/>
                </a:cxn>
                <a:cxn ang="T8">
                  <a:pos x="T4" y="T5"/>
                </a:cxn>
              </a:cxnLst>
              <a:rect l="0" t="0" r="r" b="b"/>
              <a:pathLst>
                <a:path w="82" h="190">
                  <a:moveTo>
                    <a:pt x="0" y="0"/>
                  </a:moveTo>
                  <a:lnTo>
                    <a:pt x="82" y="9"/>
                  </a:lnTo>
                  <a:lnTo>
                    <a:pt x="18" y="190"/>
                  </a:lnTo>
                </a:path>
              </a:pathLst>
            </a:custGeom>
            <a:noFill/>
            <a:ln w="15875">
              <a:solidFill>
                <a:srgbClr val="80008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433430" name="Rectangle 278">
            <a:extLst>
              <a:ext uri="{FF2B5EF4-FFF2-40B4-BE49-F238E27FC236}">
                <a16:creationId xmlns:a16="http://schemas.microsoft.com/office/drawing/2014/main" id="{39F543EE-1416-52DB-6DF2-D9B5783A58B7}"/>
              </a:ext>
            </a:extLst>
          </p:cNvPr>
          <p:cNvSpPr>
            <a:spLocks noChangeArrowheads="1"/>
          </p:cNvSpPr>
          <p:nvPr/>
        </p:nvSpPr>
        <p:spPr bwMode="auto">
          <a:xfrm>
            <a:off x="250825" y="4556125"/>
            <a:ext cx="741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r>
              <a:rPr lang="zh-CN" altLang="en-US" dirty="0">
                <a:latin typeface="楷体_GB2312" pitchFamily="49" charset="-122"/>
              </a:rPr>
              <a:t>物理意义：</a:t>
            </a:r>
            <a:r>
              <a:rPr lang="zh-CN" altLang="en-US" dirty="0"/>
              <a:t>通过</a:t>
            </a:r>
            <a:r>
              <a:rPr lang="zh-CN" altLang="en-US" dirty="0">
                <a:solidFill>
                  <a:srgbClr val="FFCC66"/>
                </a:solidFill>
                <a:latin typeface="楷体_GB2312" pitchFamily="49" charset="-122"/>
              </a:rPr>
              <a:t>单位横截线</a:t>
            </a:r>
            <a:r>
              <a:rPr lang="zh-CN" altLang="en-US" dirty="0"/>
              <a:t>的电流。</a:t>
            </a:r>
          </a:p>
        </p:txBody>
      </p:sp>
      <p:pic>
        <p:nvPicPr>
          <p:cNvPr id="10" name="图片 9">
            <a:extLst>
              <a:ext uri="{FF2B5EF4-FFF2-40B4-BE49-F238E27FC236}">
                <a16:creationId xmlns:a16="http://schemas.microsoft.com/office/drawing/2014/main" id="{D9F5833D-5FE5-B460-FC61-AFA2494C67ED}"/>
              </a:ext>
            </a:extLst>
          </p:cNvPr>
          <p:cNvPicPr>
            <a:picLocks noChangeAspect="1"/>
          </p:cNvPicPr>
          <p:nvPr/>
        </p:nvPicPr>
        <p:blipFill>
          <a:blip r:embed="rId22"/>
          <a:stretch>
            <a:fillRect/>
          </a:stretch>
        </p:blipFill>
        <p:spPr>
          <a:xfrm>
            <a:off x="1250157" y="3041650"/>
            <a:ext cx="2971800" cy="809625"/>
          </a:xfrm>
          <a:prstGeom prst="rect">
            <a:avLst/>
          </a:prstGeom>
        </p:spPr>
      </p:pic>
      <p:pic>
        <p:nvPicPr>
          <p:cNvPr id="12" name="图片 11">
            <a:extLst>
              <a:ext uri="{FF2B5EF4-FFF2-40B4-BE49-F238E27FC236}">
                <a16:creationId xmlns:a16="http://schemas.microsoft.com/office/drawing/2014/main" id="{D2072A96-44F9-6699-7A80-53EC6FB7C114}"/>
              </a:ext>
            </a:extLst>
          </p:cNvPr>
          <p:cNvPicPr>
            <a:picLocks noChangeAspect="1"/>
          </p:cNvPicPr>
          <p:nvPr/>
        </p:nvPicPr>
        <p:blipFill>
          <a:blip r:embed="rId23"/>
          <a:stretch>
            <a:fillRect/>
          </a:stretch>
        </p:blipFill>
        <p:spPr>
          <a:xfrm>
            <a:off x="1094581" y="5754687"/>
            <a:ext cx="5295900" cy="676275"/>
          </a:xfrm>
          <a:prstGeom prst="rect">
            <a:avLst/>
          </a:prstGeom>
        </p:spPr>
      </p:pic>
    </p:spTree>
    <p:extLst>
      <p:ext uri="{BB962C8B-B14F-4D97-AF65-F5344CB8AC3E}">
        <p14:creationId xmlns:p14="http://schemas.microsoft.com/office/powerpoint/2010/main" val="41002960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5">
            <a:extLst>
              <a:ext uri="{FF2B5EF4-FFF2-40B4-BE49-F238E27FC236}">
                <a16:creationId xmlns:a16="http://schemas.microsoft.com/office/drawing/2014/main" id="{6490E2FC-E483-EC8F-BCF6-E0559D807192}"/>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B247B854-686F-47CF-A3A3-52D05A258948}" type="slidenum">
              <a:rPr altLang="zh-CN" sz="1400" b="0">
                <a:solidFill>
                  <a:schemeClr val="tx1"/>
                </a:solidFill>
                <a:ea typeface="宋体" panose="02010600030101010101" pitchFamily="2" charset="-122"/>
              </a:rPr>
              <a:pPr/>
              <a:t>14</a:t>
            </a:fld>
            <a:endParaRPr lang="zh-CN" altLang="zh-CN" sz="1400" b="0">
              <a:solidFill>
                <a:schemeClr val="tx1"/>
              </a:solidFill>
              <a:ea typeface="宋体" panose="02010600030101010101" pitchFamily="2" charset="-122"/>
            </a:endParaRPr>
          </a:p>
        </p:txBody>
      </p:sp>
      <p:sp>
        <p:nvSpPr>
          <p:cNvPr id="672770" name="Text Box 2">
            <a:extLst>
              <a:ext uri="{FF2B5EF4-FFF2-40B4-BE49-F238E27FC236}">
                <a16:creationId xmlns:a16="http://schemas.microsoft.com/office/drawing/2014/main" id="{4B05EFAD-90DA-B21C-FF9C-0E22143DDCAB}"/>
              </a:ext>
            </a:extLst>
          </p:cNvPr>
          <p:cNvSpPr txBox="1">
            <a:spLocks noChangeArrowheads="1"/>
          </p:cNvSpPr>
          <p:nvPr/>
        </p:nvSpPr>
        <p:spPr bwMode="auto">
          <a:xfrm>
            <a:off x="323850" y="549275"/>
            <a:ext cx="7634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defRPr sz="2400" b="1">
                <a:solidFill>
                  <a:schemeClr val="bg1"/>
                </a:solidFill>
                <a:latin typeface="Arial" panose="020B0604020202020204" pitchFamily="34" charset="0"/>
                <a:ea typeface="楷体_GB2312" pitchFamily="49" charset="-122"/>
              </a:defRPr>
            </a:lvl1pPr>
            <a:lvl2pPr marL="742950" indent="-285750" defTabSz="762000">
              <a:defRPr sz="2400" b="1">
                <a:solidFill>
                  <a:schemeClr val="bg1"/>
                </a:solidFill>
                <a:latin typeface="Arial" panose="020B0604020202020204" pitchFamily="34" charset="0"/>
                <a:ea typeface="楷体_GB2312" pitchFamily="49" charset="-122"/>
              </a:defRPr>
            </a:lvl2pPr>
            <a:lvl3pPr marL="1143000" indent="-228600" defTabSz="762000">
              <a:defRPr sz="2400" b="1">
                <a:solidFill>
                  <a:schemeClr val="bg1"/>
                </a:solidFill>
                <a:latin typeface="Arial" panose="020B0604020202020204" pitchFamily="34" charset="0"/>
                <a:ea typeface="楷体_GB2312" pitchFamily="49" charset="-122"/>
              </a:defRPr>
            </a:lvl3pPr>
            <a:lvl4pPr marL="1600200" indent="-228600" defTabSz="762000">
              <a:defRPr sz="2400" b="1">
                <a:solidFill>
                  <a:schemeClr val="bg1"/>
                </a:solidFill>
                <a:latin typeface="Arial" panose="020B0604020202020204" pitchFamily="34" charset="0"/>
                <a:ea typeface="楷体_GB2312" pitchFamily="49" charset="-122"/>
              </a:defRPr>
            </a:lvl4pPr>
            <a:lvl5pPr marL="2057400" indent="-228600" defTabSz="762000">
              <a:defRPr sz="2400" b="1">
                <a:solidFill>
                  <a:schemeClr val="bg1"/>
                </a:solidFill>
                <a:latin typeface="Arial" panose="020B0604020202020204" pitchFamily="34" charset="0"/>
                <a:ea typeface="楷体_GB2312" pitchFamily="49" charset="-122"/>
              </a:defRPr>
            </a:lvl5pPr>
            <a:lvl6pPr marL="2514600" indent="-228600" defTabSz="7620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defTabSz="7620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defTabSz="7620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defTabSz="7620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spcBef>
                <a:spcPct val="50000"/>
              </a:spcBef>
            </a:pPr>
            <a:r>
              <a:rPr lang="en-US" altLang="zh-CN">
                <a:solidFill>
                  <a:srgbClr val="F8A6A6"/>
                </a:solidFill>
                <a:latin typeface="Times New Roman" panose="02020603050405020304" pitchFamily="18" charset="0"/>
                <a:sym typeface="Monotype Sorts" pitchFamily="2" charset="2"/>
              </a:rPr>
              <a:t>3.  </a:t>
            </a:r>
            <a:r>
              <a:rPr lang="zh-CN" altLang="en-US">
                <a:solidFill>
                  <a:srgbClr val="F8A6A6"/>
                </a:solidFill>
                <a:latin typeface="Times New Roman" panose="02020603050405020304" pitchFamily="18" charset="0"/>
                <a:ea typeface="宋体" panose="02010600030101010101" pitchFamily="2" charset="-122"/>
                <a:sym typeface="Monotype Sorts" pitchFamily="2" charset="2"/>
              </a:rPr>
              <a:t>线电流</a:t>
            </a:r>
            <a:endParaRPr lang="zh-CN" altLang="en-US" sz="2000">
              <a:solidFill>
                <a:srgbClr val="F8A6A6"/>
              </a:solidFill>
              <a:latin typeface="Times New Roman" panose="02020603050405020304" pitchFamily="18" charset="0"/>
              <a:ea typeface="宋体" panose="02010600030101010101" pitchFamily="2" charset="-122"/>
            </a:endParaRPr>
          </a:p>
        </p:txBody>
      </p:sp>
      <p:sp>
        <p:nvSpPr>
          <p:cNvPr id="672818" name="Rectangle 50">
            <a:extLst>
              <a:ext uri="{FF2B5EF4-FFF2-40B4-BE49-F238E27FC236}">
                <a16:creationId xmlns:a16="http://schemas.microsoft.com/office/drawing/2014/main" id="{F2B4E1E6-B458-A392-C485-6990F0CDC46A}"/>
              </a:ext>
            </a:extLst>
          </p:cNvPr>
          <p:cNvSpPr>
            <a:spLocks noChangeArrowheads="1"/>
          </p:cNvSpPr>
          <p:nvPr/>
        </p:nvSpPr>
        <p:spPr bwMode="auto">
          <a:xfrm>
            <a:off x="611188" y="1052513"/>
            <a:ext cx="8281987"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15000"/>
              </a:spcBef>
            </a:pPr>
            <a:r>
              <a:rPr lang="zh-CN" altLang="en-US"/>
              <a:t>电荷在一个横截面积可以忽略的细线中定向运动所形成的电流称为线电流，可认为电流集中在细导线的轴线上。</a:t>
            </a:r>
          </a:p>
        </p:txBody>
      </p:sp>
      <p:sp>
        <p:nvSpPr>
          <p:cNvPr id="27653" name="AutoShape 58">
            <a:hlinkClick r:id="rId3" action="ppaction://hlinksldjump" highlightClick="1"/>
            <a:extLst>
              <a:ext uri="{FF2B5EF4-FFF2-40B4-BE49-F238E27FC236}">
                <a16:creationId xmlns:a16="http://schemas.microsoft.com/office/drawing/2014/main" id="{8E0B3956-134A-368A-2FAD-9B144BFF20D3}"/>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7654" name="AutoShape 59">
            <a:hlinkClick r:id="" action="ppaction://hlinkshowjump?jump=previousslide" highlightClick="1"/>
            <a:extLst>
              <a:ext uri="{FF2B5EF4-FFF2-40B4-BE49-F238E27FC236}">
                <a16:creationId xmlns:a16="http://schemas.microsoft.com/office/drawing/2014/main" id="{F459BB3E-BEF9-AB74-6294-06D99A19BA58}"/>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7655" name="AutoShape 60">
            <a:hlinkClick r:id="" action="ppaction://hlinkshowjump?jump=nextslide" highlightClick="1"/>
            <a:extLst>
              <a:ext uri="{FF2B5EF4-FFF2-40B4-BE49-F238E27FC236}">
                <a16:creationId xmlns:a16="http://schemas.microsoft.com/office/drawing/2014/main" id="{49B0971E-B115-173D-1C45-7BF10971A9BA}"/>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7656" name="AutoShape 61">
            <a:hlinkClick r:id="" action="ppaction://hlinkshowjump?jump=lastslide" highlightClick="1"/>
            <a:extLst>
              <a:ext uri="{FF2B5EF4-FFF2-40B4-BE49-F238E27FC236}">
                <a16:creationId xmlns:a16="http://schemas.microsoft.com/office/drawing/2014/main" id="{2CBC0587-17BE-2B8C-1365-F6CF9E48C995}"/>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aphicFrame>
        <p:nvGraphicFramePr>
          <p:cNvPr id="672830" name="Object 62">
            <a:extLst>
              <a:ext uri="{FF2B5EF4-FFF2-40B4-BE49-F238E27FC236}">
                <a16:creationId xmlns:a16="http://schemas.microsoft.com/office/drawing/2014/main" id="{53ACE506-9CCC-4BEB-7F36-8223DE42CA01}"/>
              </a:ext>
            </a:extLst>
          </p:cNvPr>
          <p:cNvGraphicFramePr>
            <a:graphicFrameLocks noGrp="1" noChangeAspect="1"/>
          </p:cNvGraphicFramePr>
          <p:nvPr>
            <p:ph sz="half" idx="1"/>
            <p:extLst>
              <p:ext uri="{D42A27DB-BD31-4B8C-83A1-F6EECF244321}">
                <p14:modId xmlns:p14="http://schemas.microsoft.com/office/powerpoint/2010/main" val="1630086299"/>
              </p:ext>
            </p:extLst>
          </p:nvPr>
        </p:nvGraphicFramePr>
        <p:xfrm>
          <a:off x="3438525" y="3754438"/>
          <a:ext cx="114300" cy="215900"/>
        </p:xfrm>
        <a:graphic>
          <a:graphicData uri="http://schemas.openxmlformats.org/presentationml/2006/ole">
            <mc:AlternateContent xmlns:mc="http://schemas.openxmlformats.org/markup-compatibility/2006">
              <mc:Choice xmlns:v="urn:schemas-microsoft-com:vml" Requires="v">
                <p:oleObj r:id="rId4" imgW="114151" imgH="215619" progId="Equation.3">
                  <p:embed/>
                </p:oleObj>
              </mc:Choice>
              <mc:Fallback>
                <p:oleObj r:id="rId4" imgW="114151" imgH="215619" progId="Equation.3">
                  <p:embed/>
                  <p:pic>
                    <p:nvPicPr>
                      <p:cNvPr id="672830" name="Object 62">
                        <a:extLst>
                          <a:ext uri="{FF2B5EF4-FFF2-40B4-BE49-F238E27FC236}">
                            <a16:creationId xmlns:a16="http://schemas.microsoft.com/office/drawing/2014/main" id="{53ACE506-9CCC-4BEB-7F36-8223DE42CA01}"/>
                          </a:ext>
                        </a:extLst>
                      </p:cNvPr>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38525" y="3754438"/>
                        <a:ext cx="1143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72835" name="Rectangle 67">
            <a:extLst>
              <a:ext uri="{FF2B5EF4-FFF2-40B4-BE49-F238E27FC236}">
                <a16:creationId xmlns:a16="http://schemas.microsoft.com/office/drawing/2014/main" id="{EE978EC1-8009-3CFC-9D03-1D7FE0F863AD}"/>
              </a:ext>
            </a:extLst>
          </p:cNvPr>
          <p:cNvSpPr>
            <a:spLocks noChangeArrowheads="1"/>
          </p:cNvSpPr>
          <p:nvPr/>
        </p:nvSpPr>
        <p:spPr bwMode="auto">
          <a:xfrm>
            <a:off x="640129" y="2368333"/>
            <a:ext cx="8281987" cy="877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15000"/>
              </a:spcBef>
            </a:pPr>
            <a:r>
              <a:rPr lang="zh-CN" altLang="en-US" dirty="0"/>
              <a:t>长度元 </a:t>
            </a:r>
            <a:r>
              <a:rPr lang="zh-CN" altLang="en-US" dirty="0">
                <a:latin typeface="Times New Roman" panose="02020603050405020304" pitchFamily="18" charset="0"/>
              </a:rPr>
              <a:t>    </a:t>
            </a:r>
            <a:r>
              <a:rPr lang="zh-CN" altLang="en-US" dirty="0"/>
              <a:t>中流过电流</a:t>
            </a:r>
            <a:r>
              <a:rPr lang="en-US" altLang="zh-CN" dirty="0">
                <a:latin typeface="Times New Roman" panose="02020603050405020304" pitchFamily="18" charset="0"/>
              </a:rPr>
              <a:t>I</a:t>
            </a:r>
            <a:r>
              <a:rPr lang="zh-CN" altLang="en-US" dirty="0"/>
              <a:t>，将 </a:t>
            </a:r>
            <a:r>
              <a:rPr lang="zh-CN" altLang="en-US" dirty="0">
                <a:latin typeface="Times New Roman" panose="02020603050405020304" pitchFamily="18" charset="0"/>
              </a:rPr>
              <a:t>     </a:t>
            </a:r>
            <a:r>
              <a:rPr lang="zh-CN" altLang="en-US" dirty="0"/>
              <a:t>称为线电流元。</a:t>
            </a:r>
          </a:p>
          <a:p>
            <a:pPr eaLnBrk="1" hangingPunct="1">
              <a:spcBef>
                <a:spcPct val="15000"/>
              </a:spcBef>
            </a:pPr>
            <a:r>
              <a:rPr lang="zh-CN" altLang="en-US" dirty="0"/>
              <a:t>规定</a:t>
            </a:r>
            <a:r>
              <a:rPr lang="en-US" altLang="zh-CN" dirty="0"/>
              <a:t>dl</a:t>
            </a:r>
            <a:r>
              <a:rPr lang="zh-CN" altLang="en-US" dirty="0"/>
              <a:t>的方向与导线中电流的方向相同</a:t>
            </a:r>
          </a:p>
        </p:txBody>
      </p:sp>
      <p:sp>
        <p:nvSpPr>
          <p:cNvPr id="672836" name="Rectangle 68">
            <a:extLst>
              <a:ext uri="{FF2B5EF4-FFF2-40B4-BE49-F238E27FC236}">
                <a16:creationId xmlns:a16="http://schemas.microsoft.com/office/drawing/2014/main" id="{21D2060A-C0B6-63BE-B5EA-7EC02256CC27}"/>
              </a:ext>
            </a:extLst>
          </p:cNvPr>
          <p:cNvSpPr>
            <a:spLocks noChangeArrowheads="1"/>
          </p:cNvSpPr>
          <p:nvPr/>
        </p:nvSpPr>
        <p:spPr bwMode="auto">
          <a:xfrm>
            <a:off x="574675" y="3187700"/>
            <a:ext cx="8245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15000"/>
              </a:spcBef>
            </a:pPr>
            <a:r>
              <a:rPr lang="zh-CN" altLang="en-US">
                <a:solidFill>
                  <a:srgbClr val="FFCC66"/>
                </a:solidFill>
                <a:latin typeface="楷体_GB2312" pitchFamily="49" charset="-122"/>
              </a:rPr>
              <a:t>不能定义线电流密度函数，只能计算</a:t>
            </a:r>
            <a:r>
              <a:rPr lang="zh-CN" altLang="en-US">
                <a:solidFill>
                  <a:srgbClr val="F03E3E"/>
                </a:solidFill>
                <a:latin typeface="楷体_GB2312" pitchFamily="49" charset="-122"/>
              </a:rPr>
              <a:t>线电流的电流强度</a:t>
            </a:r>
            <a:r>
              <a:rPr lang="zh-CN" altLang="en-US">
                <a:solidFill>
                  <a:srgbClr val="FFCC66"/>
                </a:solidFill>
                <a:latin typeface="楷体_GB2312" pitchFamily="49" charset="-122"/>
              </a:rPr>
              <a:t>。</a:t>
            </a:r>
          </a:p>
        </p:txBody>
      </p:sp>
      <p:pic>
        <p:nvPicPr>
          <p:cNvPr id="7" name="图片 6">
            <a:extLst>
              <a:ext uri="{FF2B5EF4-FFF2-40B4-BE49-F238E27FC236}">
                <a16:creationId xmlns:a16="http://schemas.microsoft.com/office/drawing/2014/main" id="{7396C60F-9246-0A4B-6DF8-948AE58D94ED}"/>
              </a:ext>
            </a:extLst>
          </p:cNvPr>
          <p:cNvPicPr>
            <a:picLocks noChangeAspect="1"/>
          </p:cNvPicPr>
          <p:nvPr/>
        </p:nvPicPr>
        <p:blipFill>
          <a:blip r:embed="rId6"/>
          <a:stretch>
            <a:fillRect/>
          </a:stretch>
        </p:blipFill>
        <p:spPr>
          <a:xfrm>
            <a:off x="4275931" y="2390993"/>
            <a:ext cx="476250" cy="352425"/>
          </a:xfrm>
          <a:prstGeom prst="rect">
            <a:avLst/>
          </a:prstGeom>
        </p:spPr>
      </p:pic>
      <p:pic>
        <p:nvPicPr>
          <p:cNvPr id="9" name="图片 8">
            <a:extLst>
              <a:ext uri="{FF2B5EF4-FFF2-40B4-BE49-F238E27FC236}">
                <a16:creationId xmlns:a16="http://schemas.microsoft.com/office/drawing/2014/main" id="{C02B4AF9-009A-56F2-30F0-0F81F00E955A}"/>
              </a:ext>
            </a:extLst>
          </p:cNvPr>
          <p:cNvPicPr>
            <a:picLocks noChangeAspect="1"/>
          </p:cNvPicPr>
          <p:nvPr/>
        </p:nvPicPr>
        <p:blipFill>
          <a:blip r:embed="rId7"/>
          <a:stretch>
            <a:fillRect/>
          </a:stretch>
        </p:blipFill>
        <p:spPr>
          <a:xfrm>
            <a:off x="1691680" y="2420838"/>
            <a:ext cx="371475" cy="314325"/>
          </a:xfrm>
          <a:prstGeom prst="rect">
            <a:avLst/>
          </a:prstGeom>
        </p:spPr>
      </p:pic>
    </p:spTree>
    <p:extLst>
      <p:ext uri="{BB962C8B-B14F-4D97-AF65-F5344CB8AC3E}">
        <p14:creationId xmlns:p14="http://schemas.microsoft.com/office/powerpoint/2010/main" val="34099056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5">
            <a:extLst>
              <a:ext uri="{FF2B5EF4-FFF2-40B4-BE49-F238E27FC236}">
                <a16:creationId xmlns:a16="http://schemas.microsoft.com/office/drawing/2014/main" id="{32CFCDFF-A4FE-13F5-FCE5-1E5BF92CC0C0}"/>
              </a:ext>
            </a:extLst>
          </p:cNvPr>
          <p:cNvSpPr txBox="1">
            <a:spLocks noGrp="1" noChangeArrowheads="1"/>
          </p:cNvSpPr>
          <p:nvPr/>
        </p:nvSpPr>
        <p:spPr bwMode="auto">
          <a:xfrm>
            <a:off x="6877050" y="65088"/>
            <a:ext cx="2133600"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r" eaLnBrk="1" hangingPunct="1"/>
            <a:fld id="{81631C7C-EE19-4E3F-80EA-0C5BC7F9C42D}" type="slidenum">
              <a:rPr lang="en-US" altLang="zh-CN" sz="1400" b="0">
                <a:solidFill>
                  <a:schemeClr val="tx1"/>
                </a:solidFill>
                <a:ea typeface="宋体" panose="02010600030101010101" pitchFamily="2" charset="-122"/>
              </a:rPr>
              <a:pPr algn="r" eaLnBrk="1" hangingPunct="1"/>
              <a:t>15</a:t>
            </a:fld>
            <a:endParaRPr lang="en-US" altLang="zh-CN" sz="1400" b="0">
              <a:solidFill>
                <a:schemeClr val="tx1"/>
              </a:solidFill>
              <a:ea typeface="宋体" panose="02010600030101010101" pitchFamily="2" charset="-122"/>
            </a:endParaRPr>
          </a:p>
        </p:txBody>
      </p:sp>
      <p:sp>
        <p:nvSpPr>
          <p:cNvPr id="29699" name="AutoShape 58">
            <a:hlinkClick r:id="rId3" action="ppaction://hlinksldjump" highlightClick="1"/>
            <a:extLst>
              <a:ext uri="{FF2B5EF4-FFF2-40B4-BE49-F238E27FC236}">
                <a16:creationId xmlns:a16="http://schemas.microsoft.com/office/drawing/2014/main" id="{C22C0BFF-9BAA-F130-BDA5-B7A3D522A3A4}"/>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9700" name="AutoShape 59">
            <a:hlinkClick r:id="" action="ppaction://hlinkshowjump?jump=previousslide" highlightClick="1"/>
            <a:extLst>
              <a:ext uri="{FF2B5EF4-FFF2-40B4-BE49-F238E27FC236}">
                <a16:creationId xmlns:a16="http://schemas.microsoft.com/office/drawing/2014/main" id="{72BB9BAC-0BB6-5BA6-0100-E6FCF927F34F}"/>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9701" name="AutoShape 60">
            <a:hlinkClick r:id="" action="ppaction://hlinkshowjump?jump=nextslide" highlightClick="1"/>
            <a:extLst>
              <a:ext uri="{FF2B5EF4-FFF2-40B4-BE49-F238E27FC236}">
                <a16:creationId xmlns:a16="http://schemas.microsoft.com/office/drawing/2014/main" id="{62EB8C49-1566-1CF2-F5AC-CADC51A9A8D8}"/>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9702" name="AutoShape 61">
            <a:hlinkClick r:id="" action="ppaction://hlinkshowjump?jump=lastslide" highlightClick="1"/>
            <a:extLst>
              <a:ext uri="{FF2B5EF4-FFF2-40B4-BE49-F238E27FC236}">
                <a16:creationId xmlns:a16="http://schemas.microsoft.com/office/drawing/2014/main" id="{B05CA0DF-7216-3DED-5E27-0307D4C17C70}"/>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nvGrpSpPr>
          <p:cNvPr id="2" name="Group 81">
            <a:extLst>
              <a:ext uri="{FF2B5EF4-FFF2-40B4-BE49-F238E27FC236}">
                <a16:creationId xmlns:a16="http://schemas.microsoft.com/office/drawing/2014/main" id="{7A37067B-D268-B8BE-AD50-F09CB3072854}"/>
              </a:ext>
            </a:extLst>
          </p:cNvPr>
          <p:cNvGrpSpPr>
            <a:grpSpLocks/>
          </p:cNvGrpSpPr>
          <p:nvPr/>
        </p:nvGrpSpPr>
        <p:grpSpPr bwMode="auto">
          <a:xfrm>
            <a:off x="755650" y="1557338"/>
            <a:ext cx="4321175" cy="566737"/>
            <a:chOff x="249" y="664"/>
            <a:chExt cx="2722" cy="357"/>
          </a:xfrm>
        </p:grpSpPr>
        <p:sp>
          <p:nvSpPr>
            <p:cNvPr id="29723" name="Rectangle 82">
              <a:extLst>
                <a:ext uri="{FF2B5EF4-FFF2-40B4-BE49-F238E27FC236}">
                  <a16:creationId xmlns:a16="http://schemas.microsoft.com/office/drawing/2014/main" id="{A4680DE1-11D7-6E9E-9F73-381FF85A4A03}"/>
                </a:ext>
              </a:extLst>
            </p:cNvPr>
            <p:cNvSpPr>
              <a:spLocks noChangeArrowheads="1"/>
            </p:cNvSpPr>
            <p:nvPr/>
          </p:nvSpPr>
          <p:spPr bwMode="auto">
            <a:xfrm>
              <a:off x="476" y="664"/>
              <a:ext cx="2495"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30000"/>
                </a:lnSpc>
              </a:pPr>
              <a:r>
                <a:rPr lang="zh-CN" altLang="en-US"/>
                <a:t>体</a:t>
              </a:r>
              <a:r>
                <a:rPr lang="zh-CN" altLang="en-US">
                  <a:latin typeface="宋体" panose="02010600030101010101" pitchFamily="2" charset="-122"/>
                </a:rPr>
                <a:t>电流元</a:t>
              </a:r>
              <a:endParaRPr lang="zh-CN" altLang="en-US">
                <a:latin typeface="宋体" panose="02010600030101010101" pitchFamily="2" charset="-122"/>
                <a:cs typeface="Times New Roman" panose="02020603050405020304" pitchFamily="18" charset="0"/>
              </a:endParaRPr>
            </a:p>
          </p:txBody>
        </p:sp>
        <p:sp>
          <p:nvSpPr>
            <p:cNvPr id="29724" name="Oval 83">
              <a:extLst>
                <a:ext uri="{FF2B5EF4-FFF2-40B4-BE49-F238E27FC236}">
                  <a16:creationId xmlns:a16="http://schemas.microsoft.com/office/drawing/2014/main" id="{A298AF03-FFC6-9B2F-C9D2-132124736CDD}"/>
                </a:ext>
              </a:extLst>
            </p:cNvPr>
            <p:cNvSpPr>
              <a:spLocks noChangeAspect="1" noChangeArrowheads="1"/>
            </p:cNvSpPr>
            <p:nvPr/>
          </p:nvSpPr>
          <p:spPr bwMode="auto">
            <a:xfrm>
              <a:off x="249" y="799"/>
              <a:ext cx="125" cy="126"/>
            </a:xfrm>
            <a:prstGeom prst="ellipse">
              <a:avLst/>
            </a:prstGeom>
            <a:gradFill rotWithShape="1">
              <a:gsLst>
                <a:gs pos="0">
                  <a:srgbClr val="F60000"/>
                </a:gs>
                <a:gs pos="100000">
                  <a:srgbClr val="FF99CC"/>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graphicFrame>
        <p:nvGraphicFramePr>
          <p:cNvPr id="672852" name="Object 84">
            <a:extLst>
              <a:ext uri="{FF2B5EF4-FFF2-40B4-BE49-F238E27FC236}">
                <a16:creationId xmlns:a16="http://schemas.microsoft.com/office/drawing/2014/main" id="{51BD2BDC-375B-130F-4CDE-CFAE4BDCA6AE}"/>
              </a:ext>
            </a:extLst>
          </p:cNvPr>
          <p:cNvGraphicFramePr>
            <a:graphicFrameLocks noChangeAspect="1"/>
          </p:cNvGraphicFramePr>
          <p:nvPr>
            <p:extLst>
              <p:ext uri="{D42A27DB-BD31-4B8C-83A1-F6EECF244321}">
                <p14:modId xmlns:p14="http://schemas.microsoft.com/office/powerpoint/2010/main" val="3202556604"/>
              </p:ext>
            </p:extLst>
          </p:nvPr>
        </p:nvGraphicFramePr>
        <p:xfrm>
          <a:off x="4356100" y="1576388"/>
          <a:ext cx="1223963" cy="620712"/>
        </p:xfrm>
        <a:graphic>
          <a:graphicData uri="http://schemas.openxmlformats.org/presentationml/2006/ole">
            <mc:AlternateContent xmlns:mc="http://schemas.openxmlformats.org/markup-compatibility/2006">
              <mc:Choice xmlns:v="urn:schemas-microsoft-com:vml" Requires="v">
                <p:oleObj r:id="rId4" imgW="336632" imgH="139654" progId="Equation.DSMT4">
                  <p:embed/>
                </p:oleObj>
              </mc:Choice>
              <mc:Fallback>
                <p:oleObj r:id="rId4" imgW="336632" imgH="139654" progId="Equation.DSMT4">
                  <p:embed/>
                  <p:pic>
                    <p:nvPicPr>
                      <p:cNvPr id="672852" name="Object 84">
                        <a:extLst>
                          <a:ext uri="{FF2B5EF4-FFF2-40B4-BE49-F238E27FC236}">
                            <a16:creationId xmlns:a16="http://schemas.microsoft.com/office/drawing/2014/main" id="{51BD2BDC-375B-130F-4CDE-CFAE4BDCA6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56100" y="1576388"/>
                        <a:ext cx="1223963"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72853" name="Object 85">
            <a:extLst>
              <a:ext uri="{FF2B5EF4-FFF2-40B4-BE49-F238E27FC236}">
                <a16:creationId xmlns:a16="http://schemas.microsoft.com/office/drawing/2014/main" id="{9DF5B80A-1E5B-FFD7-D442-E1B01EBC7956}"/>
              </a:ext>
            </a:extLst>
          </p:cNvPr>
          <p:cNvGraphicFramePr>
            <a:graphicFrameLocks noChangeAspect="1"/>
          </p:cNvGraphicFramePr>
          <p:nvPr>
            <p:extLst>
              <p:ext uri="{D42A27DB-BD31-4B8C-83A1-F6EECF244321}">
                <p14:modId xmlns:p14="http://schemas.microsoft.com/office/powerpoint/2010/main" val="4200561968"/>
              </p:ext>
            </p:extLst>
          </p:nvPr>
        </p:nvGraphicFramePr>
        <p:xfrm>
          <a:off x="4341813" y="2355850"/>
          <a:ext cx="1382712" cy="600075"/>
        </p:xfrm>
        <a:graphic>
          <a:graphicData uri="http://schemas.openxmlformats.org/presentationml/2006/ole">
            <mc:AlternateContent xmlns:mc="http://schemas.openxmlformats.org/markup-compatibility/2006">
              <mc:Choice xmlns:v="urn:schemas-microsoft-com:vml" Requires="v">
                <p:oleObj r:id="rId6" imgW="438163" imgH="152539" progId="Equation.DSMT4">
                  <p:embed/>
                </p:oleObj>
              </mc:Choice>
              <mc:Fallback>
                <p:oleObj r:id="rId6" imgW="438163" imgH="152539" progId="Equation.DSMT4">
                  <p:embed/>
                  <p:pic>
                    <p:nvPicPr>
                      <p:cNvPr id="672853" name="Object 85">
                        <a:extLst>
                          <a:ext uri="{FF2B5EF4-FFF2-40B4-BE49-F238E27FC236}">
                            <a16:creationId xmlns:a16="http://schemas.microsoft.com/office/drawing/2014/main" id="{9DF5B80A-1E5B-FFD7-D442-E1B01EBC795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41813" y="2355850"/>
                        <a:ext cx="1382712"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72854" name="Object 86">
            <a:extLst>
              <a:ext uri="{FF2B5EF4-FFF2-40B4-BE49-F238E27FC236}">
                <a16:creationId xmlns:a16="http://schemas.microsoft.com/office/drawing/2014/main" id="{A4EB3A90-ACEC-231D-61DB-181A30CFE60D}"/>
              </a:ext>
            </a:extLst>
          </p:cNvPr>
          <p:cNvGraphicFramePr>
            <a:graphicFrameLocks noChangeAspect="1"/>
          </p:cNvGraphicFramePr>
          <p:nvPr>
            <p:extLst>
              <p:ext uri="{D42A27DB-BD31-4B8C-83A1-F6EECF244321}">
                <p14:modId xmlns:p14="http://schemas.microsoft.com/office/powerpoint/2010/main" val="2137264560"/>
              </p:ext>
            </p:extLst>
          </p:nvPr>
        </p:nvGraphicFramePr>
        <p:xfrm>
          <a:off x="3995738" y="3179763"/>
          <a:ext cx="1079500" cy="528637"/>
        </p:xfrm>
        <a:graphic>
          <a:graphicData uri="http://schemas.openxmlformats.org/presentationml/2006/ole">
            <mc:AlternateContent xmlns:mc="http://schemas.openxmlformats.org/markup-compatibility/2006">
              <mc:Choice xmlns:v="urn:schemas-microsoft-com:vml" Requires="v">
                <p:oleObj r:id="rId8" imgW="336632" imgH="133419" progId="Equation.DSMT4">
                  <p:embed/>
                </p:oleObj>
              </mc:Choice>
              <mc:Fallback>
                <p:oleObj r:id="rId8" imgW="336632" imgH="133419" progId="Equation.DSMT4">
                  <p:embed/>
                  <p:pic>
                    <p:nvPicPr>
                      <p:cNvPr id="672854" name="Object 86">
                        <a:extLst>
                          <a:ext uri="{FF2B5EF4-FFF2-40B4-BE49-F238E27FC236}">
                            <a16:creationId xmlns:a16="http://schemas.microsoft.com/office/drawing/2014/main" id="{A4EB3A90-ACEC-231D-61DB-181A30CFE60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95738" y="3179763"/>
                        <a:ext cx="1079500" cy="52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3" name="Group 87">
            <a:extLst>
              <a:ext uri="{FF2B5EF4-FFF2-40B4-BE49-F238E27FC236}">
                <a16:creationId xmlns:a16="http://schemas.microsoft.com/office/drawing/2014/main" id="{6C9FA1E0-FEB7-AE80-D508-66825CA1DA4A}"/>
              </a:ext>
            </a:extLst>
          </p:cNvPr>
          <p:cNvGrpSpPr>
            <a:grpSpLocks/>
          </p:cNvGrpSpPr>
          <p:nvPr/>
        </p:nvGrpSpPr>
        <p:grpSpPr bwMode="auto">
          <a:xfrm>
            <a:off x="900113" y="4076700"/>
            <a:ext cx="3960812" cy="503238"/>
            <a:chOff x="1247" y="1389"/>
            <a:chExt cx="2495" cy="317"/>
          </a:xfrm>
        </p:grpSpPr>
        <p:sp>
          <p:nvSpPr>
            <p:cNvPr id="29721" name="Rectangle 88">
              <a:extLst>
                <a:ext uri="{FF2B5EF4-FFF2-40B4-BE49-F238E27FC236}">
                  <a16:creationId xmlns:a16="http://schemas.microsoft.com/office/drawing/2014/main" id="{094E4F8B-0F91-AED7-3407-BAD83A75DD5B}"/>
                </a:ext>
              </a:extLst>
            </p:cNvPr>
            <p:cNvSpPr>
              <a:spLocks noChangeArrowheads="1"/>
            </p:cNvSpPr>
            <p:nvPr/>
          </p:nvSpPr>
          <p:spPr bwMode="auto">
            <a:xfrm>
              <a:off x="1247" y="1389"/>
              <a:ext cx="249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600075">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fontAlgn="ctr" hangingPunct="1"/>
              <a:r>
                <a:rPr lang="en-US" altLang="zh-CN">
                  <a:latin typeface="Times New Roman" panose="02020603050405020304" pitchFamily="18" charset="0"/>
                </a:rPr>
                <a:t>:</a:t>
              </a:r>
              <a:r>
                <a:rPr lang="zh-CN" altLang="en-US">
                  <a:latin typeface="Times New Roman" panose="02020603050405020304" pitchFamily="18" charset="0"/>
                </a:rPr>
                <a:t>电荷运动速度</a:t>
              </a:r>
              <a:endParaRPr lang="zh-CN" altLang="en-US">
                <a:cs typeface="Times New Roman" panose="02020603050405020304" pitchFamily="18" charset="0"/>
              </a:endParaRPr>
            </a:p>
          </p:txBody>
        </p:sp>
        <p:graphicFrame>
          <p:nvGraphicFramePr>
            <p:cNvPr id="29722" name="Object 89">
              <a:extLst>
                <a:ext uri="{FF2B5EF4-FFF2-40B4-BE49-F238E27FC236}">
                  <a16:creationId xmlns:a16="http://schemas.microsoft.com/office/drawing/2014/main" id="{D62C4B9C-183C-BC5A-525E-D2E6E3382CA7}"/>
                </a:ext>
              </a:extLst>
            </p:cNvPr>
            <p:cNvGraphicFramePr>
              <a:graphicFrameLocks noChangeAspect="1"/>
            </p:cNvGraphicFramePr>
            <p:nvPr>
              <p:extLst>
                <p:ext uri="{D42A27DB-BD31-4B8C-83A1-F6EECF244321}">
                  <p14:modId xmlns:p14="http://schemas.microsoft.com/office/powerpoint/2010/main" val="3373743113"/>
                </p:ext>
              </p:extLst>
            </p:nvPr>
          </p:nvGraphicFramePr>
          <p:xfrm>
            <a:off x="1428" y="1389"/>
            <a:ext cx="227" cy="317"/>
          </p:xfrm>
          <a:graphic>
            <a:graphicData uri="http://schemas.openxmlformats.org/presentationml/2006/ole">
              <mc:AlternateContent xmlns:mc="http://schemas.openxmlformats.org/markup-compatibility/2006">
                <mc:Choice xmlns:v="urn:schemas-microsoft-com:vml" Requires="v">
                  <p:oleObj r:id="rId10" imgW="44524" imgH="88946" progId="Equation.DSMT4">
                    <p:embed/>
                  </p:oleObj>
                </mc:Choice>
                <mc:Fallback>
                  <p:oleObj r:id="rId10" imgW="44524" imgH="88946" progId="Equation.DSMT4">
                    <p:embed/>
                    <p:pic>
                      <p:nvPicPr>
                        <p:cNvPr id="29722" name="Object 89">
                          <a:extLst>
                            <a:ext uri="{FF2B5EF4-FFF2-40B4-BE49-F238E27FC236}">
                              <a16:creationId xmlns:a16="http://schemas.microsoft.com/office/drawing/2014/main" id="{D62C4B9C-183C-BC5A-525E-D2E6E3382CA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28" y="1389"/>
                          <a:ext cx="22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672861" name="Text Box 93">
            <a:extLst>
              <a:ext uri="{FF2B5EF4-FFF2-40B4-BE49-F238E27FC236}">
                <a16:creationId xmlns:a16="http://schemas.microsoft.com/office/drawing/2014/main" id="{56D5AE12-93A3-8B79-4B6A-6948962131BB}"/>
              </a:ext>
            </a:extLst>
          </p:cNvPr>
          <p:cNvSpPr txBox="1">
            <a:spLocks noChangeArrowheads="1"/>
          </p:cNvSpPr>
          <p:nvPr/>
        </p:nvSpPr>
        <p:spPr bwMode="auto">
          <a:xfrm>
            <a:off x="539750" y="865188"/>
            <a:ext cx="7634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defRPr sz="2400" b="1">
                <a:solidFill>
                  <a:schemeClr val="bg1"/>
                </a:solidFill>
                <a:latin typeface="Arial" panose="020B0604020202020204" pitchFamily="34" charset="0"/>
                <a:ea typeface="楷体_GB2312" pitchFamily="49" charset="-122"/>
              </a:defRPr>
            </a:lvl1pPr>
            <a:lvl2pPr marL="742950" indent="-285750" defTabSz="762000">
              <a:defRPr sz="2400" b="1">
                <a:solidFill>
                  <a:schemeClr val="bg1"/>
                </a:solidFill>
                <a:latin typeface="Arial" panose="020B0604020202020204" pitchFamily="34" charset="0"/>
                <a:ea typeface="楷体_GB2312" pitchFamily="49" charset="-122"/>
              </a:defRPr>
            </a:lvl2pPr>
            <a:lvl3pPr marL="1143000" indent="-228600" defTabSz="762000">
              <a:defRPr sz="2400" b="1">
                <a:solidFill>
                  <a:schemeClr val="bg1"/>
                </a:solidFill>
                <a:latin typeface="Arial" panose="020B0604020202020204" pitchFamily="34" charset="0"/>
                <a:ea typeface="楷体_GB2312" pitchFamily="49" charset="-122"/>
              </a:defRPr>
            </a:lvl3pPr>
            <a:lvl4pPr marL="1600200" indent="-228600" defTabSz="762000">
              <a:defRPr sz="2400" b="1">
                <a:solidFill>
                  <a:schemeClr val="bg1"/>
                </a:solidFill>
                <a:latin typeface="Arial" panose="020B0604020202020204" pitchFamily="34" charset="0"/>
                <a:ea typeface="楷体_GB2312" pitchFamily="49" charset="-122"/>
              </a:defRPr>
            </a:lvl4pPr>
            <a:lvl5pPr marL="2057400" indent="-228600" defTabSz="762000">
              <a:defRPr sz="2400" b="1">
                <a:solidFill>
                  <a:schemeClr val="bg1"/>
                </a:solidFill>
                <a:latin typeface="Arial" panose="020B0604020202020204" pitchFamily="34" charset="0"/>
                <a:ea typeface="楷体_GB2312" pitchFamily="49" charset="-122"/>
              </a:defRPr>
            </a:lvl5pPr>
            <a:lvl6pPr marL="2514600" indent="-228600" defTabSz="7620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defTabSz="7620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defTabSz="7620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defTabSz="7620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spcBef>
                <a:spcPct val="50000"/>
              </a:spcBef>
            </a:pPr>
            <a:r>
              <a:rPr lang="zh-CN" altLang="en-US">
                <a:solidFill>
                  <a:srgbClr val="F8A6A6"/>
                </a:solidFill>
                <a:latin typeface="Times New Roman" panose="02020603050405020304" pitchFamily="18" charset="0"/>
                <a:ea typeface="宋体" panose="02010600030101010101" pitchFamily="2" charset="-122"/>
                <a:sym typeface="Monotype Sorts" pitchFamily="2" charset="2"/>
              </a:rPr>
              <a:t>电流元</a:t>
            </a:r>
            <a:r>
              <a:rPr lang="en-US" altLang="zh-CN">
                <a:solidFill>
                  <a:srgbClr val="F8A6A6"/>
                </a:solidFill>
                <a:latin typeface="Times New Roman" panose="02020603050405020304" pitchFamily="18" charset="0"/>
                <a:ea typeface="宋体" panose="02010600030101010101" pitchFamily="2" charset="-122"/>
                <a:sym typeface="Monotype Sorts" pitchFamily="2" charset="2"/>
              </a:rPr>
              <a:t>:</a:t>
            </a:r>
            <a:r>
              <a:rPr lang="zh-CN" altLang="en-US">
                <a:solidFill>
                  <a:srgbClr val="F8A6A6"/>
                </a:solidFill>
                <a:latin typeface="Times New Roman" panose="02020603050405020304" pitchFamily="18" charset="0"/>
                <a:ea typeface="宋体" panose="02010600030101010101" pitchFamily="2" charset="-122"/>
                <a:sym typeface="Monotype Sorts" pitchFamily="2" charset="2"/>
              </a:rPr>
              <a:t>类似于点电荷</a:t>
            </a:r>
          </a:p>
        </p:txBody>
      </p:sp>
      <p:grpSp>
        <p:nvGrpSpPr>
          <p:cNvPr id="4" name="Group 94">
            <a:extLst>
              <a:ext uri="{FF2B5EF4-FFF2-40B4-BE49-F238E27FC236}">
                <a16:creationId xmlns:a16="http://schemas.microsoft.com/office/drawing/2014/main" id="{DE3CFD34-BC80-82AB-2AE1-3ECF0FC6F31C}"/>
              </a:ext>
            </a:extLst>
          </p:cNvPr>
          <p:cNvGrpSpPr>
            <a:grpSpLocks/>
          </p:cNvGrpSpPr>
          <p:nvPr/>
        </p:nvGrpSpPr>
        <p:grpSpPr bwMode="auto">
          <a:xfrm>
            <a:off x="755650" y="2284413"/>
            <a:ext cx="4321175" cy="566737"/>
            <a:chOff x="249" y="664"/>
            <a:chExt cx="2722" cy="357"/>
          </a:xfrm>
        </p:grpSpPr>
        <p:sp>
          <p:nvSpPr>
            <p:cNvPr id="29719" name="Rectangle 95">
              <a:extLst>
                <a:ext uri="{FF2B5EF4-FFF2-40B4-BE49-F238E27FC236}">
                  <a16:creationId xmlns:a16="http://schemas.microsoft.com/office/drawing/2014/main" id="{83ABC16F-5CA1-6CCD-006B-4847B38F8E3B}"/>
                </a:ext>
              </a:extLst>
            </p:cNvPr>
            <p:cNvSpPr>
              <a:spLocks noChangeArrowheads="1"/>
            </p:cNvSpPr>
            <p:nvPr/>
          </p:nvSpPr>
          <p:spPr bwMode="auto">
            <a:xfrm>
              <a:off x="476" y="664"/>
              <a:ext cx="2495"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30000"/>
                </a:lnSpc>
              </a:pPr>
              <a:r>
                <a:rPr lang="zh-CN" altLang="en-US"/>
                <a:t>面</a:t>
              </a:r>
              <a:r>
                <a:rPr lang="zh-CN" altLang="en-US">
                  <a:latin typeface="宋体" panose="02010600030101010101" pitchFamily="2" charset="-122"/>
                </a:rPr>
                <a:t>电流元</a:t>
              </a:r>
              <a:endParaRPr lang="zh-CN" altLang="en-US">
                <a:latin typeface="宋体" panose="02010600030101010101" pitchFamily="2" charset="-122"/>
                <a:cs typeface="Times New Roman" panose="02020603050405020304" pitchFamily="18" charset="0"/>
              </a:endParaRPr>
            </a:p>
          </p:txBody>
        </p:sp>
        <p:sp>
          <p:nvSpPr>
            <p:cNvPr id="29720" name="Oval 96">
              <a:extLst>
                <a:ext uri="{FF2B5EF4-FFF2-40B4-BE49-F238E27FC236}">
                  <a16:creationId xmlns:a16="http://schemas.microsoft.com/office/drawing/2014/main" id="{8D5DCA41-8FD9-0A25-9044-62A67765C713}"/>
                </a:ext>
              </a:extLst>
            </p:cNvPr>
            <p:cNvSpPr>
              <a:spLocks noChangeAspect="1" noChangeArrowheads="1"/>
            </p:cNvSpPr>
            <p:nvPr/>
          </p:nvSpPr>
          <p:spPr bwMode="auto">
            <a:xfrm>
              <a:off x="249" y="799"/>
              <a:ext cx="125" cy="126"/>
            </a:xfrm>
            <a:prstGeom prst="ellipse">
              <a:avLst/>
            </a:prstGeom>
            <a:gradFill rotWithShape="1">
              <a:gsLst>
                <a:gs pos="0">
                  <a:srgbClr val="F60000"/>
                </a:gs>
                <a:gs pos="100000">
                  <a:srgbClr val="FF99CC"/>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grpSp>
        <p:nvGrpSpPr>
          <p:cNvPr id="5" name="Group 97">
            <a:extLst>
              <a:ext uri="{FF2B5EF4-FFF2-40B4-BE49-F238E27FC236}">
                <a16:creationId xmlns:a16="http://schemas.microsoft.com/office/drawing/2014/main" id="{DF1148AA-94B6-E9F6-C409-B2C227B72997}"/>
              </a:ext>
            </a:extLst>
          </p:cNvPr>
          <p:cNvGrpSpPr>
            <a:grpSpLocks/>
          </p:cNvGrpSpPr>
          <p:nvPr/>
        </p:nvGrpSpPr>
        <p:grpSpPr bwMode="auto">
          <a:xfrm>
            <a:off x="755650" y="3068638"/>
            <a:ext cx="4321175" cy="566737"/>
            <a:chOff x="249" y="664"/>
            <a:chExt cx="2722" cy="357"/>
          </a:xfrm>
        </p:grpSpPr>
        <p:sp>
          <p:nvSpPr>
            <p:cNvPr id="29717" name="Rectangle 98">
              <a:extLst>
                <a:ext uri="{FF2B5EF4-FFF2-40B4-BE49-F238E27FC236}">
                  <a16:creationId xmlns:a16="http://schemas.microsoft.com/office/drawing/2014/main" id="{8E180F27-6A50-857F-DF3B-C40254F70683}"/>
                </a:ext>
              </a:extLst>
            </p:cNvPr>
            <p:cNvSpPr>
              <a:spLocks noChangeArrowheads="1"/>
            </p:cNvSpPr>
            <p:nvPr/>
          </p:nvSpPr>
          <p:spPr bwMode="auto">
            <a:xfrm>
              <a:off x="476" y="664"/>
              <a:ext cx="2495"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30000"/>
                </a:lnSpc>
              </a:pPr>
              <a:r>
                <a:rPr lang="zh-CN" altLang="en-US"/>
                <a:t>线</a:t>
              </a:r>
              <a:r>
                <a:rPr lang="zh-CN" altLang="en-US">
                  <a:latin typeface="宋体" panose="02010600030101010101" pitchFamily="2" charset="-122"/>
                </a:rPr>
                <a:t>电流元</a:t>
              </a:r>
              <a:endParaRPr lang="zh-CN" altLang="en-US">
                <a:latin typeface="宋体" panose="02010600030101010101" pitchFamily="2" charset="-122"/>
                <a:cs typeface="Times New Roman" panose="02020603050405020304" pitchFamily="18" charset="0"/>
              </a:endParaRPr>
            </a:p>
          </p:txBody>
        </p:sp>
        <p:sp>
          <p:nvSpPr>
            <p:cNvPr id="29718" name="Oval 99">
              <a:extLst>
                <a:ext uri="{FF2B5EF4-FFF2-40B4-BE49-F238E27FC236}">
                  <a16:creationId xmlns:a16="http://schemas.microsoft.com/office/drawing/2014/main" id="{0437ED1A-1FE4-A217-12CD-E8EF72BB4F34}"/>
                </a:ext>
              </a:extLst>
            </p:cNvPr>
            <p:cNvSpPr>
              <a:spLocks noChangeAspect="1" noChangeArrowheads="1"/>
            </p:cNvSpPr>
            <p:nvPr/>
          </p:nvSpPr>
          <p:spPr bwMode="auto">
            <a:xfrm>
              <a:off x="249" y="799"/>
              <a:ext cx="125" cy="126"/>
            </a:xfrm>
            <a:prstGeom prst="ellipse">
              <a:avLst/>
            </a:prstGeom>
            <a:gradFill rotWithShape="1">
              <a:gsLst>
                <a:gs pos="0">
                  <a:srgbClr val="F60000"/>
                </a:gs>
                <a:gs pos="100000">
                  <a:srgbClr val="FF99CC"/>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sp>
        <p:nvSpPr>
          <p:cNvPr id="29714" name="AutoShape 38">
            <a:extLst>
              <a:ext uri="{FF2B5EF4-FFF2-40B4-BE49-F238E27FC236}">
                <a16:creationId xmlns:a16="http://schemas.microsoft.com/office/drawing/2014/main" id="{DAC96336-F7CB-D1C2-3F22-4389A3F4E8F8}"/>
              </a:ext>
            </a:extLst>
          </p:cNvPr>
          <p:cNvSpPr>
            <a:spLocks noChangeArrowheads="1"/>
          </p:cNvSpPr>
          <p:nvPr/>
        </p:nvSpPr>
        <p:spPr bwMode="auto">
          <a:xfrm>
            <a:off x="3563938" y="1639888"/>
            <a:ext cx="647700" cy="433387"/>
          </a:xfrm>
          <a:prstGeom prst="rightArrow">
            <a:avLst>
              <a:gd name="adj1" fmla="val 50000"/>
              <a:gd name="adj2" fmla="val 37356"/>
            </a:avLst>
          </a:prstGeom>
          <a:solidFill>
            <a:srgbClr val="FFD9EC"/>
          </a:solidFill>
          <a:ln w="9525">
            <a:solidFill>
              <a:srgbClr val="FF0000"/>
            </a:solidFill>
            <a:miter lim="800000"/>
            <a:headEnd/>
            <a:tailEnd/>
          </a:ln>
        </p:spPr>
        <p:txBody>
          <a:bodyPr wrap="none"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endParaRPr lang="zh-CN" altLang="en-US" b="0"/>
          </a:p>
        </p:txBody>
      </p:sp>
      <p:sp>
        <p:nvSpPr>
          <p:cNvPr id="29715" name="AutoShape 39">
            <a:extLst>
              <a:ext uri="{FF2B5EF4-FFF2-40B4-BE49-F238E27FC236}">
                <a16:creationId xmlns:a16="http://schemas.microsoft.com/office/drawing/2014/main" id="{F1E889AB-9D58-1274-F8EB-C7EF26AAE200}"/>
              </a:ext>
            </a:extLst>
          </p:cNvPr>
          <p:cNvSpPr>
            <a:spLocks noChangeArrowheads="1"/>
          </p:cNvSpPr>
          <p:nvPr/>
        </p:nvSpPr>
        <p:spPr bwMode="auto">
          <a:xfrm>
            <a:off x="3563938" y="2420938"/>
            <a:ext cx="647700" cy="433387"/>
          </a:xfrm>
          <a:prstGeom prst="rightArrow">
            <a:avLst>
              <a:gd name="adj1" fmla="val 50000"/>
              <a:gd name="adj2" fmla="val 37356"/>
            </a:avLst>
          </a:prstGeom>
          <a:solidFill>
            <a:srgbClr val="FFD9EC"/>
          </a:solidFill>
          <a:ln w="9525">
            <a:solidFill>
              <a:srgbClr val="FF0000"/>
            </a:solidFill>
            <a:miter lim="800000"/>
            <a:headEnd/>
            <a:tailEnd/>
          </a:ln>
        </p:spPr>
        <p:txBody>
          <a:bodyPr wrap="none"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endParaRPr lang="zh-CN" altLang="en-US" b="0"/>
          </a:p>
        </p:txBody>
      </p:sp>
      <p:sp>
        <p:nvSpPr>
          <p:cNvPr id="29716" name="AutoShape 40">
            <a:extLst>
              <a:ext uri="{FF2B5EF4-FFF2-40B4-BE49-F238E27FC236}">
                <a16:creationId xmlns:a16="http://schemas.microsoft.com/office/drawing/2014/main" id="{46B962EA-3990-36EB-EA92-3C0B27428ADC}"/>
              </a:ext>
            </a:extLst>
          </p:cNvPr>
          <p:cNvSpPr>
            <a:spLocks noChangeArrowheads="1"/>
          </p:cNvSpPr>
          <p:nvPr/>
        </p:nvSpPr>
        <p:spPr bwMode="auto">
          <a:xfrm>
            <a:off x="3276600" y="3213100"/>
            <a:ext cx="647700" cy="433388"/>
          </a:xfrm>
          <a:prstGeom prst="rightArrow">
            <a:avLst>
              <a:gd name="adj1" fmla="val 50000"/>
              <a:gd name="adj2" fmla="val 37356"/>
            </a:avLst>
          </a:prstGeom>
          <a:solidFill>
            <a:srgbClr val="FFD9EC"/>
          </a:solidFill>
          <a:ln w="9525">
            <a:solidFill>
              <a:srgbClr val="FF0000"/>
            </a:solidFill>
            <a:miter lim="800000"/>
            <a:headEnd/>
            <a:tailEnd/>
          </a:ln>
        </p:spPr>
        <p:txBody>
          <a:bodyPr wrap="none"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endParaRPr lang="zh-CN" altLang="en-US" b="0"/>
          </a:p>
        </p:txBody>
      </p:sp>
      <p:pic>
        <p:nvPicPr>
          <p:cNvPr id="12" name="图片 11">
            <a:extLst>
              <a:ext uri="{FF2B5EF4-FFF2-40B4-BE49-F238E27FC236}">
                <a16:creationId xmlns:a16="http://schemas.microsoft.com/office/drawing/2014/main" id="{7B26EAB1-6502-6BE0-3E9D-88F8EE61AAB0}"/>
              </a:ext>
            </a:extLst>
          </p:cNvPr>
          <p:cNvPicPr>
            <a:picLocks noChangeAspect="1"/>
          </p:cNvPicPr>
          <p:nvPr/>
        </p:nvPicPr>
        <p:blipFill>
          <a:blip r:embed="rId12"/>
          <a:stretch>
            <a:fillRect/>
          </a:stretch>
        </p:blipFill>
        <p:spPr>
          <a:xfrm>
            <a:off x="6094413" y="1712447"/>
            <a:ext cx="2011184" cy="1500653"/>
          </a:xfrm>
          <a:prstGeom prst="rect">
            <a:avLst/>
          </a:prstGeom>
        </p:spPr>
      </p:pic>
      <p:pic>
        <p:nvPicPr>
          <p:cNvPr id="8" name="图片 7">
            <a:extLst>
              <a:ext uri="{FF2B5EF4-FFF2-40B4-BE49-F238E27FC236}">
                <a16:creationId xmlns:a16="http://schemas.microsoft.com/office/drawing/2014/main" id="{7C7A07EA-B8EC-A761-42EC-4AABFFD6BD22}"/>
              </a:ext>
            </a:extLst>
          </p:cNvPr>
          <p:cNvPicPr>
            <a:picLocks noChangeAspect="1"/>
          </p:cNvPicPr>
          <p:nvPr/>
        </p:nvPicPr>
        <p:blipFill>
          <a:blip r:embed="rId13"/>
          <a:stretch>
            <a:fillRect/>
          </a:stretch>
        </p:blipFill>
        <p:spPr>
          <a:xfrm>
            <a:off x="2550818" y="3112137"/>
            <a:ext cx="644820" cy="541649"/>
          </a:xfrm>
          <a:prstGeom prst="rect">
            <a:avLst/>
          </a:prstGeom>
        </p:spPr>
      </p:pic>
      <p:pic>
        <p:nvPicPr>
          <p:cNvPr id="10" name="图片 9">
            <a:extLst>
              <a:ext uri="{FF2B5EF4-FFF2-40B4-BE49-F238E27FC236}">
                <a16:creationId xmlns:a16="http://schemas.microsoft.com/office/drawing/2014/main" id="{30578B7B-1C6E-1296-FB01-1B19F80FB0E1}"/>
              </a:ext>
            </a:extLst>
          </p:cNvPr>
          <p:cNvPicPr>
            <a:picLocks noChangeAspect="1"/>
          </p:cNvPicPr>
          <p:nvPr/>
        </p:nvPicPr>
        <p:blipFill>
          <a:blip r:embed="rId14"/>
          <a:stretch>
            <a:fillRect/>
          </a:stretch>
        </p:blipFill>
        <p:spPr>
          <a:xfrm>
            <a:off x="2506362" y="2378977"/>
            <a:ext cx="1028700" cy="523875"/>
          </a:xfrm>
          <a:prstGeom prst="rect">
            <a:avLst/>
          </a:prstGeom>
        </p:spPr>
      </p:pic>
      <p:pic>
        <p:nvPicPr>
          <p:cNvPr id="13" name="图片 12">
            <a:extLst>
              <a:ext uri="{FF2B5EF4-FFF2-40B4-BE49-F238E27FC236}">
                <a16:creationId xmlns:a16="http://schemas.microsoft.com/office/drawing/2014/main" id="{644C7F22-CDED-A948-285F-4CB74284DB23}"/>
              </a:ext>
            </a:extLst>
          </p:cNvPr>
          <p:cNvPicPr>
            <a:picLocks noChangeAspect="1"/>
          </p:cNvPicPr>
          <p:nvPr/>
        </p:nvPicPr>
        <p:blipFill>
          <a:blip r:embed="rId15"/>
          <a:stretch>
            <a:fillRect/>
          </a:stretch>
        </p:blipFill>
        <p:spPr>
          <a:xfrm>
            <a:off x="2592388" y="1665705"/>
            <a:ext cx="714375" cy="409575"/>
          </a:xfrm>
          <a:prstGeom prst="rect">
            <a:avLst/>
          </a:prstGeom>
        </p:spPr>
      </p:pic>
      <p:pic>
        <p:nvPicPr>
          <p:cNvPr id="7" name="图片 6">
            <a:extLst>
              <a:ext uri="{FF2B5EF4-FFF2-40B4-BE49-F238E27FC236}">
                <a16:creationId xmlns:a16="http://schemas.microsoft.com/office/drawing/2014/main" id="{62AF934A-0FD0-1D34-4F29-239E2B8A7929}"/>
              </a:ext>
            </a:extLst>
          </p:cNvPr>
          <p:cNvPicPr>
            <a:picLocks noChangeAspect="1"/>
          </p:cNvPicPr>
          <p:nvPr/>
        </p:nvPicPr>
        <p:blipFill>
          <a:blip r:embed="rId16"/>
          <a:stretch>
            <a:fillRect/>
          </a:stretch>
        </p:blipFill>
        <p:spPr>
          <a:xfrm>
            <a:off x="0" y="4591050"/>
            <a:ext cx="9144000" cy="1832225"/>
          </a:xfrm>
          <a:prstGeom prst="rect">
            <a:avLst/>
          </a:prstGeom>
        </p:spPr>
      </p:pic>
    </p:spTree>
    <p:extLst>
      <p:ext uri="{BB962C8B-B14F-4D97-AF65-F5344CB8AC3E}">
        <p14:creationId xmlns:p14="http://schemas.microsoft.com/office/powerpoint/2010/main" val="2083965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3">
            <a:extLst>
              <a:ext uri="{FF2B5EF4-FFF2-40B4-BE49-F238E27FC236}">
                <a16:creationId xmlns:a16="http://schemas.microsoft.com/office/drawing/2014/main" id="{2AC9313C-96A4-D1A2-F0C4-B675E0936267}"/>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74AD2859-DDAD-4285-B0EA-36C77D9D649F}" type="slidenum">
              <a:rPr altLang="zh-CN" sz="1400" b="0">
                <a:solidFill>
                  <a:schemeClr val="tx1"/>
                </a:solidFill>
                <a:ea typeface="宋体" panose="02010600030101010101" pitchFamily="2" charset="-122"/>
              </a:rPr>
              <a:pPr/>
              <a:t>16</a:t>
            </a:fld>
            <a:endParaRPr lang="zh-CN" altLang="zh-CN" sz="1400" b="0">
              <a:solidFill>
                <a:schemeClr val="tx1"/>
              </a:solidFill>
              <a:ea typeface="宋体" panose="02010600030101010101" pitchFamily="2" charset="-122"/>
            </a:endParaRPr>
          </a:p>
        </p:txBody>
      </p:sp>
      <p:sp>
        <p:nvSpPr>
          <p:cNvPr id="291878" name="Rectangle 38">
            <a:extLst>
              <a:ext uri="{FF2B5EF4-FFF2-40B4-BE49-F238E27FC236}">
                <a16:creationId xmlns:a16="http://schemas.microsoft.com/office/drawing/2014/main" id="{404141ED-59DF-AFEE-B3F5-E8F4647DCD4F}"/>
              </a:ext>
            </a:extLst>
          </p:cNvPr>
          <p:cNvSpPr>
            <a:spLocks noChangeArrowheads="1"/>
          </p:cNvSpPr>
          <p:nvPr/>
        </p:nvSpPr>
        <p:spPr bwMode="auto">
          <a:xfrm>
            <a:off x="250825" y="476250"/>
            <a:ext cx="6049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20000"/>
              </a:spcBef>
            </a:pPr>
            <a:r>
              <a:rPr lang="en-US" altLang="zh-CN">
                <a:latin typeface="Times New Roman" panose="02020603050405020304" pitchFamily="18" charset="0"/>
                <a:ea typeface="幼圆" panose="02010509060101010101" pitchFamily="49" charset="-122"/>
              </a:rPr>
              <a:t>2.1.3 </a:t>
            </a:r>
            <a:r>
              <a:rPr lang="en-US" altLang="zh-CN">
                <a:latin typeface="幼圆" panose="02010509060101010101" pitchFamily="49" charset="-122"/>
                <a:ea typeface="幼圆" panose="02010509060101010101" pitchFamily="49" charset="-122"/>
              </a:rPr>
              <a:t> </a:t>
            </a:r>
            <a:r>
              <a:rPr lang="zh-CN" altLang="en-US">
                <a:latin typeface="幼圆" panose="02010509060101010101" pitchFamily="49" charset="-122"/>
                <a:ea typeface="幼圆" panose="02010509060101010101" pitchFamily="49" charset="-122"/>
              </a:rPr>
              <a:t>电荷守恒定律</a:t>
            </a:r>
          </a:p>
        </p:txBody>
      </p:sp>
      <p:sp>
        <p:nvSpPr>
          <p:cNvPr id="291883" name="Rectangle 43">
            <a:extLst>
              <a:ext uri="{FF2B5EF4-FFF2-40B4-BE49-F238E27FC236}">
                <a16:creationId xmlns:a16="http://schemas.microsoft.com/office/drawing/2014/main" id="{ED50CF0E-DD81-43D1-497F-F36D72FBEF9C}"/>
              </a:ext>
            </a:extLst>
          </p:cNvPr>
          <p:cNvSpPr>
            <a:spLocks noChangeArrowheads="1"/>
          </p:cNvSpPr>
          <p:nvPr/>
        </p:nvSpPr>
        <p:spPr bwMode="auto">
          <a:xfrm>
            <a:off x="250825" y="1198563"/>
            <a:ext cx="86423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25000"/>
              </a:lnSpc>
            </a:pPr>
            <a:r>
              <a:rPr lang="zh-CN" altLang="en-US"/>
              <a:t>电荷既不能被创造，也不能被消灭，只能从物体的一部分转移到另一部分，或者从一个物体转移到另一个物体。</a:t>
            </a:r>
          </a:p>
        </p:txBody>
      </p:sp>
      <p:sp>
        <p:nvSpPr>
          <p:cNvPr id="291895" name="Rectangle 55">
            <a:extLst>
              <a:ext uri="{FF2B5EF4-FFF2-40B4-BE49-F238E27FC236}">
                <a16:creationId xmlns:a16="http://schemas.microsoft.com/office/drawing/2014/main" id="{9918B6BA-D7ED-16FB-9811-6CFBDF4A4463}"/>
              </a:ext>
            </a:extLst>
          </p:cNvPr>
          <p:cNvSpPr>
            <a:spLocks noChangeArrowheads="1"/>
          </p:cNvSpPr>
          <p:nvPr/>
        </p:nvSpPr>
        <p:spPr bwMode="auto">
          <a:xfrm>
            <a:off x="250825" y="2684463"/>
            <a:ext cx="7273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15000"/>
              </a:spcBef>
            </a:pPr>
            <a:r>
              <a:rPr lang="zh-CN" altLang="en-US"/>
              <a:t>电荷守恒定律是电磁现象中的基本定律之一。</a:t>
            </a:r>
          </a:p>
        </p:txBody>
      </p:sp>
      <p:sp>
        <p:nvSpPr>
          <p:cNvPr id="31750" name="AutoShape 67">
            <a:hlinkClick r:id="rId3" action="ppaction://hlinksldjump" highlightClick="1"/>
            <a:extLst>
              <a:ext uri="{FF2B5EF4-FFF2-40B4-BE49-F238E27FC236}">
                <a16:creationId xmlns:a16="http://schemas.microsoft.com/office/drawing/2014/main" id="{1F093110-CF2D-EA36-F8BB-D6A45047FF27}"/>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31751" name="AutoShape 68">
            <a:hlinkClick r:id="" action="ppaction://hlinkshowjump?jump=previousslide" highlightClick="1"/>
            <a:extLst>
              <a:ext uri="{FF2B5EF4-FFF2-40B4-BE49-F238E27FC236}">
                <a16:creationId xmlns:a16="http://schemas.microsoft.com/office/drawing/2014/main" id="{BEEB283D-4CAC-7EBE-ACA3-A2D1F50BB305}"/>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31752" name="AutoShape 69">
            <a:hlinkClick r:id="" action="ppaction://hlinkshowjump?jump=nextslide" highlightClick="1"/>
            <a:extLst>
              <a:ext uri="{FF2B5EF4-FFF2-40B4-BE49-F238E27FC236}">
                <a16:creationId xmlns:a16="http://schemas.microsoft.com/office/drawing/2014/main" id="{0513C03D-F6F1-6EE8-8A3C-F45D2294F55E}"/>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31753" name="AutoShape 70">
            <a:hlinkClick r:id="" action="ppaction://hlinkshowjump?jump=lastslide" highlightClick="1"/>
            <a:extLst>
              <a:ext uri="{FF2B5EF4-FFF2-40B4-BE49-F238E27FC236}">
                <a16:creationId xmlns:a16="http://schemas.microsoft.com/office/drawing/2014/main" id="{FECBBBE0-9032-ED89-07DE-D62E2889E654}"/>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91940" name="Rectangle 100">
            <a:extLst>
              <a:ext uri="{FF2B5EF4-FFF2-40B4-BE49-F238E27FC236}">
                <a16:creationId xmlns:a16="http://schemas.microsoft.com/office/drawing/2014/main" id="{903E8413-D1E0-8EE3-95AD-D6C91D6BBE21}"/>
              </a:ext>
            </a:extLst>
          </p:cNvPr>
          <p:cNvSpPr>
            <a:spLocks noChangeArrowheads="1"/>
          </p:cNvSpPr>
          <p:nvPr/>
        </p:nvSpPr>
        <p:spPr bwMode="auto">
          <a:xfrm>
            <a:off x="250825" y="3860800"/>
            <a:ext cx="7273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15000"/>
              </a:spcBef>
            </a:pPr>
            <a:r>
              <a:rPr lang="zh-CN" altLang="en-US"/>
              <a:t>电荷守恒定律的</a:t>
            </a:r>
            <a:r>
              <a:rPr lang="zh-CN" altLang="en-US">
                <a:solidFill>
                  <a:srgbClr val="FFCC66"/>
                </a:solidFill>
                <a:latin typeface="楷体_GB2312" pitchFamily="49" charset="-122"/>
              </a:rPr>
              <a:t>数学表示式</a:t>
            </a:r>
            <a:r>
              <a:rPr lang="zh-CN" altLang="en-US"/>
              <a:t>：电流连续性方程。</a:t>
            </a:r>
          </a:p>
        </p:txBody>
      </p:sp>
    </p:spTree>
    <p:extLst>
      <p:ext uri="{BB962C8B-B14F-4D97-AF65-F5344CB8AC3E}">
        <p14:creationId xmlns:p14="http://schemas.microsoft.com/office/powerpoint/2010/main" val="190274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321FCA64-11C9-07D6-FFB6-A048EF975BC6}"/>
              </a:ext>
            </a:extLst>
          </p:cNvPr>
          <p:cNvPicPr>
            <a:picLocks noChangeAspect="1"/>
          </p:cNvPicPr>
          <p:nvPr/>
        </p:nvPicPr>
        <p:blipFill>
          <a:blip r:embed="rId3"/>
          <a:stretch>
            <a:fillRect/>
          </a:stretch>
        </p:blipFill>
        <p:spPr>
          <a:xfrm>
            <a:off x="2339975" y="5061351"/>
            <a:ext cx="1589175" cy="772917"/>
          </a:xfrm>
          <a:prstGeom prst="rect">
            <a:avLst/>
          </a:prstGeom>
        </p:spPr>
      </p:pic>
      <p:pic>
        <p:nvPicPr>
          <p:cNvPr id="6" name="图片 5">
            <a:extLst>
              <a:ext uri="{FF2B5EF4-FFF2-40B4-BE49-F238E27FC236}">
                <a16:creationId xmlns:a16="http://schemas.microsoft.com/office/drawing/2014/main" id="{421007C0-466A-AE37-5FC9-6155C78AB53C}"/>
              </a:ext>
            </a:extLst>
          </p:cNvPr>
          <p:cNvPicPr>
            <a:picLocks noChangeAspect="1"/>
          </p:cNvPicPr>
          <p:nvPr/>
        </p:nvPicPr>
        <p:blipFill>
          <a:blip r:embed="rId4"/>
          <a:stretch>
            <a:fillRect/>
          </a:stretch>
        </p:blipFill>
        <p:spPr>
          <a:xfrm>
            <a:off x="1664671" y="1789842"/>
            <a:ext cx="7258050" cy="1876425"/>
          </a:xfrm>
          <a:prstGeom prst="rect">
            <a:avLst/>
          </a:prstGeom>
        </p:spPr>
      </p:pic>
      <p:sp>
        <p:nvSpPr>
          <p:cNvPr id="33794" name="灯片编号占位符 3">
            <a:extLst>
              <a:ext uri="{FF2B5EF4-FFF2-40B4-BE49-F238E27FC236}">
                <a16:creationId xmlns:a16="http://schemas.microsoft.com/office/drawing/2014/main" id="{9752D6A0-F318-F601-B4CF-E2C73874FE98}"/>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9D4331E5-2E77-4612-BC8A-97504FD13CCC}" type="slidenum">
              <a:rPr altLang="zh-CN" sz="1400" b="0">
                <a:solidFill>
                  <a:schemeClr val="tx1"/>
                </a:solidFill>
                <a:ea typeface="宋体" panose="02010600030101010101" pitchFamily="2" charset="-122"/>
              </a:rPr>
              <a:pPr/>
              <a:t>17</a:t>
            </a:fld>
            <a:endParaRPr lang="zh-CN" altLang="zh-CN" sz="1400" b="0">
              <a:solidFill>
                <a:schemeClr val="tx1"/>
              </a:solidFill>
              <a:ea typeface="宋体" panose="02010600030101010101" pitchFamily="2" charset="-122"/>
            </a:endParaRPr>
          </a:p>
        </p:txBody>
      </p:sp>
      <p:sp>
        <p:nvSpPr>
          <p:cNvPr id="678914" name="Rectangle 2">
            <a:extLst>
              <a:ext uri="{FF2B5EF4-FFF2-40B4-BE49-F238E27FC236}">
                <a16:creationId xmlns:a16="http://schemas.microsoft.com/office/drawing/2014/main" id="{BE36BA0F-F018-03BE-A223-BFB957BE5A2B}"/>
              </a:ext>
            </a:extLst>
          </p:cNvPr>
          <p:cNvSpPr>
            <a:spLocks noChangeArrowheads="1"/>
          </p:cNvSpPr>
          <p:nvPr/>
        </p:nvSpPr>
        <p:spPr bwMode="auto">
          <a:xfrm>
            <a:off x="250825" y="476250"/>
            <a:ext cx="6049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20000"/>
              </a:spcBef>
            </a:pPr>
            <a:r>
              <a:rPr lang="en-US" altLang="zh-CN">
                <a:latin typeface="Times New Roman" panose="02020603050405020304" pitchFamily="18" charset="0"/>
                <a:ea typeface="幼圆" panose="02010509060101010101" pitchFamily="49" charset="-122"/>
              </a:rPr>
              <a:t>2.1.4 </a:t>
            </a:r>
            <a:r>
              <a:rPr lang="en-US" altLang="zh-CN">
                <a:latin typeface="幼圆" panose="02010509060101010101" pitchFamily="49" charset="-122"/>
                <a:ea typeface="幼圆" panose="02010509060101010101" pitchFamily="49" charset="-122"/>
              </a:rPr>
              <a:t> </a:t>
            </a:r>
            <a:r>
              <a:rPr lang="zh-CN" altLang="en-US">
                <a:latin typeface="幼圆" panose="02010509060101010101" pitchFamily="49" charset="-122"/>
                <a:ea typeface="幼圆" panose="02010509060101010101" pitchFamily="49" charset="-122"/>
              </a:rPr>
              <a:t>电流连续性方程</a:t>
            </a:r>
          </a:p>
        </p:txBody>
      </p:sp>
      <p:sp>
        <p:nvSpPr>
          <p:cNvPr id="678918" name="Rectangle 6">
            <a:extLst>
              <a:ext uri="{FF2B5EF4-FFF2-40B4-BE49-F238E27FC236}">
                <a16:creationId xmlns:a16="http://schemas.microsoft.com/office/drawing/2014/main" id="{16842BE5-172F-86EE-6F4F-FD1630498272}"/>
              </a:ext>
            </a:extLst>
          </p:cNvPr>
          <p:cNvSpPr>
            <a:spLocks noChangeArrowheads="1"/>
          </p:cNvSpPr>
          <p:nvPr/>
        </p:nvSpPr>
        <p:spPr bwMode="auto">
          <a:xfrm>
            <a:off x="180975" y="2695079"/>
            <a:ext cx="2159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20000"/>
              </a:spcBef>
            </a:pPr>
            <a:r>
              <a:rPr lang="zh-CN" altLang="en-US" dirty="0">
                <a:latin typeface="楷体_GB2312" pitchFamily="49" charset="-122"/>
              </a:rPr>
              <a:t>微分形式</a:t>
            </a:r>
          </a:p>
        </p:txBody>
      </p:sp>
      <p:sp>
        <p:nvSpPr>
          <p:cNvPr id="678919" name="AutoShape 7">
            <a:extLst>
              <a:ext uri="{FF2B5EF4-FFF2-40B4-BE49-F238E27FC236}">
                <a16:creationId xmlns:a16="http://schemas.microsoft.com/office/drawing/2014/main" id="{1D0A1608-5306-82E9-3E30-16A2ACB51BCB}"/>
              </a:ext>
            </a:extLst>
          </p:cNvPr>
          <p:cNvSpPr>
            <a:spLocks/>
          </p:cNvSpPr>
          <p:nvPr/>
        </p:nvSpPr>
        <p:spPr bwMode="auto">
          <a:xfrm>
            <a:off x="6589198" y="583872"/>
            <a:ext cx="2519362" cy="1150937"/>
          </a:xfrm>
          <a:prstGeom prst="borderCallout1">
            <a:avLst>
              <a:gd name="adj1" fmla="val 9931"/>
              <a:gd name="adj2" fmla="val -3023"/>
              <a:gd name="adj3" fmla="val 121380"/>
              <a:gd name="adj4" fmla="val -122620"/>
            </a:avLst>
          </a:prstGeom>
          <a:solidFill>
            <a:srgbClr val="CCFFFF"/>
          </a:solidFill>
          <a:ln w="25400">
            <a:solidFill>
              <a:srgbClr val="FF0000"/>
            </a:solidFill>
            <a:miter lim="800000"/>
            <a:headEnd/>
            <a:tailEnd type="triangle" w="med" len="med"/>
          </a:ln>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15000"/>
              </a:spcBef>
            </a:pPr>
            <a:r>
              <a:rPr lang="zh-CN" altLang="en-US" sz="2000" dirty="0">
                <a:solidFill>
                  <a:srgbClr val="993300"/>
                </a:solidFill>
                <a:latin typeface="Times New Roman" panose="02020603050405020304" pitchFamily="18" charset="0"/>
                <a:ea typeface="宋体" panose="02010600030101010101" pitchFamily="2" charset="-122"/>
              </a:rPr>
              <a:t>单位时间内流出闭曲面</a:t>
            </a:r>
            <a:r>
              <a:rPr lang="en-US" altLang="zh-CN" sz="2000" i="1" dirty="0">
                <a:solidFill>
                  <a:srgbClr val="993300"/>
                </a:solidFill>
                <a:latin typeface="Times New Roman" panose="02020603050405020304" pitchFamily="18" charset="0"/>
                <a:ea typeface="宋体" panose="02010600030101010101" pitchFamily="2" charset="-122"/>
              </a:rPr>
              <a:t>S’</a:t>
            </a:r>
            <a:r>
              <a:rPr lang="zh-CN" altLang="en-US" sz="2000" dirty="0">
                <a:solidFill>
                  <a:srgbClr val="993300"/>
                </a:solidFill>
                <a:latin typeface="Times New Roman" panose="02020603050405020304" pitchFamily="18" charset="0"/>
                <a:ea typeface="宋体" panose="02010600030101010101" pitchFamily="2" charset="-122"/>
              </a:rPr>
              <a:t>的电流等于体积</a:t>
            </a:r>
            <a:r>
              <a:rPr lang="en-US" altLang="zh-CN" sz="2000" i="1" dirty="0">
                <a:solidFill>
                  <a:srgbClr val="993300"/>
                </a:solidFill>
                <a:latin typeface="Times New Roman" panose="02020603050405020304" pitchFamily="18" charset="0"/>
                <a:ea typeface="宋体" panose="02010600030101010101" pitchFamily="2" charset="-122"/>
              </a:rPr>
              <a:t>V’</a:t>
            </a:r>
            <a:r>
              <a:rPr lang="zh-CN" altLang="en-US" sz="2000" dirty="0">
                <a:solidFill>
                  <a:srgbClr val="993300"/>
                </a:solidFill>
                <a:latin typeface="Times New Roman" panose="02020603050405020304" pitchFamily="18" charset="0"/>
                <a:ea typeface="宋体" panose="02010600030101010101" pitchFamily="2" charset="-122"/>
              </a:rPr>
              <a:t>内所减少的电荷量</a:t>
            </a:r>
          </a:p>
        </p:txBody>
      </p:sp>
      <p:sp>
        <p:nvSpPr>
          <p:cNvPr id="33799" name="AutoShape 11">
            <a:hlinkClick r:id="rId5" action="ppaction://hlinksldjump" highlightClick="1"/>
            <a:extLst>
              <a:ext uri="{FF2B5EF4-FFF2-40B4-BE49-F238E27FC236}">
                <a16:creationId xmlns:a16="http://schemas.microsoft.com/office/drawing/2014/main" id="{4E3B3090-932D-EB27-0A97-54A9B073742E}"/>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33800" name="AutoShape 12">
            <a:hlinkClick r:id="" action="ppaction://hlinkshowjump?jump=previousslide" highlightClick="1"/>
            <a:extLst>
              <a:ext uri="{FF2B5EF4-FFF2-40B4-BE49-F238E27FC236}">
                <a16:creationId xmlns:a16="http://schemas.microsoft.com/office/drawing/2014/main" id="{09212611-D8BD-4EBB-AF43-203A944A78D9}"/>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33801" name="AutoShape 13">
            <a:hlinkClick r:id="" action="ppaction://hlinkshowjump?jump=nextslide" highlightClick="1"/>
            <a:extLst>
              <a:ext uri="{FF2B5EF4-FFF2-40B4-BE49-F238E27FC236}">
                <a16:creationId xmlns:a16="http://schemas.microsoft.com/office/drawing/2014/main" id="{C36834D4-26A7-C8EE-A93E-8BD4EB69ACBF}"/>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33802" name="AutoShape 14">
            <a:hlinkClick r:id="" action="ppaction://hlinkshowjump?jump=lastslide" highlightClick="1"/>
            <a:extLst>
              <a:ext uri="{FF2B5EF4-FFF2-40B4-BE49-F238E27FC236}">
                <a16:creationId xmlns:a16="http://schemas.microsoft.com/office/drawing/2014/main" id="{EF6C235F-3EA5-8D48-9DAD-DAA42DFF1742}"/>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aphicFrame>
        <p:nvGraphicFramePr>
          <p:cNvPr id="678928" name="Object 16">
            <a:extLst>
              <a:ext uri="{FF2B5EF4-FFF2-40B4-BE49-F238E27FC236}">
                <a16:creationId xmlns:a16="http://schemas.microsoft.com/office/drawing/2014/main" id="{2CFC7B29-586D-8A44-CFBF-C4CDF324BC0F}"/>
              </a:ext>
            </a:extLst>
          </p:cNvPr>
          <p:cNvGraphicFramePr>
            <a:graphicFrameLocks noChangeAspect="1"/>
          </p:cNvGraphicFramePr>
          <p:nvPr>
            <p:extLst>
              <p:ext uri="{D42A27DB-BD31-4B8C-83A1-F6EECF244321}">
                <p14:modId xmlns:p14="http://schemas.microsoft.com/office/powerpoint/2010/main" val="3474665307"/>
              </p:ext>
            </p:extLst>
          </p:nvPr>
        </p:nvGraphicFramePr>
        <p:xfrm>
          <a:off x="2479843" y="4108375"/>
          <a:ext cx="1017587" cy="847725"/>
        </p:xfrm>
        <a:graphic>
          <a:graphicData uri="http://schemas.openxmlformats.org/presentationml/2006/ole">
            <mc:AlternateContent xmlns:mc="http://schemas.openxmlformats.org/markup-compatibility/2006">
              <mc:Choice xmlns:v="urn:schemas-microsoft-com:vml" Requires="v">
                <p:oleObj r:id="rId6" imgW="336632" imgH="279308" progId="Equation.DSMT4">
                  <p:embed/>
                </p:oleObj>
              </mc:Choice>
              <mc:Fallback>
                <p:oleObj r:id="rId6" imgW="336632" imgH="279308" progId="Equation.DSMT4">
                  <p:embed/>
                  <p:pic>
                    <p:nvPicPr>
                      <p:cNvPr id="678928" name="Object 16">
                        <a:extLst>
                          <a:ext uri="{FF2B5EF4-FFF2-40B4-BE49-F238E27FC236}">
                            <a16:creationId xmlns:a16="http://schemas.microsoft.com/office/drawing/2014/main" id="{2CFC7B29-586D-8A44-CFBF-C4CDF324BC0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79843" y="4108375"/>
                        <a:ext cx="1017587"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3804" name="AutoShape 18">
            <a:extLst>
              <a:ext uri="{FF2B5EF4-FFF2-40B4-BE49-F238E27FC236}">
                <a16:creationId xmlns:a16="http://schemas.microsoft.com/office/drawing/2014/main" id="{0E8394D6-14C7-D0AD-E86C-E167C4B605C6}"/>
              </a:ext>
            </a:extLst>
          </p:cNvPr>
          <p:cNvSpPr>
            <a:spLocks noChangeArrowheads="1"/>
          </p:cNvSpPr>
          <p:nvPr/>
        </p:nvSpPr>
        <p:spPr bwMode="auto">
          <a:xfrm>
            <a:off x="147064" y="5154220"/>
            <a:ext cx="518099" cy="533400"/>
          </a:xfrm>
          <a:prstGeom prst="rightArrow">
            <a:avLst>
              <a:gd name="adj1" fmla="val 50000"/>
              <a:gd name="adj2" fmla="val 25000"/>
            </a:avLst>
          </a:prstGeom>
          <a:solidFill>
            <a:srgbClr val="FFCC99"/>
          </a:solidFill>
          <a:ln w="22225">
            <a:solidFill>
              <a:srgbClr val="FF6600"/>
            </a:solidFill>
            <a:miter lim="800000"/>
            <a:headEnd/>
            <a:tailEnd/>
          </a:ln>
        </p:spPr>
        <p:txBody>
          <a:bodyPr wrap="square"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aphicFrame>
        <p:nvGraphicFramePr>
          <p:cNvPr id="33806" name="Object 20">
            <a:extLst>
              <a:ext uri="{FF2B5EF4-FFF2-40B4-BE49-F238E27FC236}">
                <a16:creationId xmlns:a16="http://schemas.microsoft.com/office/drawing/2014/main" id="{88EAC29E-63EA-1F5B-CE3E-6C4EB0E23DE6}"/>
              </a:ext>
            </a:extLst>
          </p:cNvPr>
          <p:cNvGraphicFramePr>
            <a:graphicFrameLocks noChangeAspect="1"/>
          </p:cNvGraphicFramePr>
          <p:nvPr>
            <p:extLst>
              <p:ext uri="{D42A27DB-BD31-4B8C-83A1-F6EECF244321}">
                <p14:modId xmlns:p14="http://schemas.microsoft.com/office/powerpoint/2010/main" val="1799010897"/>
              </p:ext>
            </p:extLst>
          </p:nvPr>
        </p:nvGraphicFramePr>
        <p:xfrm>
          <a:off x="800101" y="5145066"/>
          <a:ext cx="1466850" cy="533400"/>
        </p:xfrm>
        <a:graphic>
          <a:graphicData uri="http://schemas.openxmlformats.org/presentationml/2006/ole">
            <mc:AlternateContent xmlns:mc="http://schemas.openxmlformats.org/markup-compatibility/2006">
              <mc:Choice xmlns:v="urn:schemas-microsoft-com:vml" Requires="v">
                <p:oleObj r:id="rId8" imgW="438163" imgH="139654" progId="Equation.3">
                  <p:embed/>
                </p:oleObj>
              </mc:Choice>
              <mc:Fallback>
                <p:oleObj r:id="rId8" imgW="438163" imgH="139654" progId="Equation.3">
                  <p:embed/>
                  <p:pic>
                    <p:nvPicPr>
                      <p:cNvPr id="33806" name="Object 20">
                        <a:extLst>
                          <a:ext uri="{FF2B5EF4-FFF2-40B4-BE49-F238E27FC236}">
                            <a16:creationId xmlns:a16="http://schemas.microsoft.com/office/drawing/2014/main" id="{88EAC29E-63EA-1F5B-CE3E-6C4EB0E23DE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00101" y="5145066"/>
                        <a:ext cx="14668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3" name="Group 21">
            <a:extLst>
              <a:ext uri="{FF2B5EF4-FFF2-40B4-BE49-F238E27FC236}">
                <a16:creationId xmlns:a16="http://schemas.microsoft.com/office/drawing/2014/main" id="{EBB81EC1-73B3-2960-6C4E-4031810574AA}"/>
              </a:ext>
            </a:extLst>
          </p:cNvPr>
          <p:cNvGrpSpPr>
            <a:grpSpLocks/>
          </p:cNvGrpSpPr>
          <p:nvPr/>
        </p:nvGrpSpPr>
        <p:grpSpPr bwMode="auto">
          <a:xfrm>
            <a:off x="800101" y="5061351"/>
            <a:ext cx="8323263" cy="1228725"/>
            <a:chOff x="1629" y="3297"/>
            <a:chExt cx="5243" cy="774"/>
          </a:xfrm>
        </p:grpSpPr>
        <p:sp>
          <p:nvSpPr>
            <p:cNvPr id="33819" name="AutoShape 22">
              <a:extLst>
                <a:ext uri="{FF2B5EF4-FFF2-40B4-BE49-F238E27FC236}">
                  <a16:creationId xmlns:a16="http://schemas.microsoft.com/office/drawing/2014/main" id="{800B6F2D-4FD3-37D3-AEAE-A87F0480DF2A}"/>
                </a:ext>
              </a:extLst>
            </p:cNvPr>
            <p:cNvSpPr>
              <a:spLocks/>
            </p:cNvSpPr>
            <p:nvPr/>
          </p:nvSpPr>
          <p:spPr bwMode="auto">
            <a:xfrm>
              <a:off x="3846" y="3301"/>
              <a:ext cx="3026" cy="770"/>
            </a:xfrm>
            <a:prstGeom prst="borderCallout1">
              <a:avLst>
                <a:gd name="adj1" fmla="val 75173"/>
                <a:gd name="adj2" fmla="val -434"/>
                <a:gd name="adj3" fmla="val 51784"/>
                <a:gd name="adj4" fmla="val -22089"/>
              </a:avLst>
            </a:prstGeom>
            <a:solidFill>
              <a:srgbClr val="CCFFFF"/>
            </a:solidFill>
            <a:ln w="25400">
              <a:solidFill>
                <a:srgbClr val="FF0000"/>
              </a:solidFill>
              <a:miter lim="800000"/>
              <a:headEnd/>
              <a:tailEnd type="triangle" w="med" len="med"/>
            </a:ln>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10000"/>
                </a:lnSpc>
              </a:pPr>
              <a:r>
                <a:rPr lang="zh-CN" altLang="en-US" sz="2000" dirty="0">
                  <a:solidFill>
                    <a:srgbClr val="993300"/>
                  </a:solidFill>
                  <a:latin typeface="Times New Roman" panose="02020603050405020304" pitchFamily="18" charset="0"/>
                  <a:ea typeface="宋体" panose="02010600030101010101" pitchFamily="2" charset="-122"/>
                </a:rPr>
                <a:t>①</a:t>
              </a:r>
              <a:r>
                <a:rPr lang="zh-CN" altLang="en-US" sz="2000" dirty="0">
                  <a:solidFill>
                    <a:srgbClr val="FF9900"/>
                  </a:solidFill>
                  <a:latin typeface="Times New Roman" panose="02020603050405020304" pitchFamily="18" charset="0"/>
                  <a:ea typeface="宋体" panose="02010600030101010101" pitchFamily="2" charset="-122"/>
                </a:rPr>
                <a:t>恒定电流不可能中断，只能存在于闭合回路中</a:t>
              </a:r>
              <a:r>
                <a:rPr lang="zh-CN" altLang="en-US" sz="2000" dirty="0">
                  <a:solidFill>
                    <a:srgbClr val="993300"/>
                  </a:solidFill>
                  <a:latin typeface="Times New Roman" panose="02020603050405020304" pitchFamily="18" charset="0"/>
                  <a:ea typeface="宋体" panose="02010600030101010101" pitchFamily="2" charset="-122"/>
                </a:rPr>
                <a:t>； ②恒定电场是无散无旋场，恒定电场的场线是闭合曲线，无起点无终点。</a:t>
              </a:r>
            </a:p>
          </p:txBody>
        </p:sp>
        <p:sp>
          <p:nvSpPr>
            <p:cNvPr id="33820" name="Oval 23">
              <a:extLst>
                <a:ext uri="{FF2B5EF4-FFF2-40B4-BE49-F238E27FC236}">
                  <a16:creationId xmlns:a16="http://schemas.microsoft.com/office/drawing/2014/main" id="{E93E3645-CC49-95FD-109D-85815F5C0116}"/>
                </a:ext>
              </a:extLst>
            </p:cNvPr>
            <p:cNvSpPr>
              <a:spLocks noChangeArrowheads="1"/>
            </p:cNvSpPr>
            <p:nvPr/>
          </p:nvSpPr>
          <p:spPr bwMode="auto">
            <a:xfrm>
              <a:off x="1629" y="3297"/>
              <a:ext cx="2132" cy="453"/>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sp>
        <p:nvSpPr>
          <p:cNvPr id="678936" name="Rectangle 24">
            <a:extLst>
              <a:ext uri="{FF2B5EF4-FFF2-40B4-BE49-F238E27FC236}">
                <a16:creationId xmlns:a16="http://schemas.microsoft.com/office/drawing/2014/main" id="{F13FC5E2-DF59-B191-233B-9C790BBBA1A6}"/>
              </a:ext>
            </a:extLst>
          </p:cNvPr>
          <p:cNvSpPr>
            <a:spLocks noChangeArrowheads="1"/>
          </p:cNvSpPr>
          <p:nvPr/>
        </p:nvSpPr>
        <p:spPr bwMode="auto">
          <a:xfrm>
            <a:off x="4338859" y="4480206"/>
            <a:ext cx="467179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20000"/>
              </a:spcBef>
            </a:pPr>
            <a:r>
              <a:rPr lang="zh-CN" altLang="en-US" dirty="0">
                <a:solidFill>
                  <a:srgbClr val="F8A6A6"/>
                </a:solidFill>
                <a:latin typeface="宋体" panose="02010600030101010101" pitchFamily="2" charset="-122"/>
                <a:ea typeface="宋体" panose="02010600030101010101" pitchFamily="2" charset="-122"/>
              </a:rPr>
              <a:t>（见“</a:t>
            </a:r>
            <a:r>
              <a:rPr lang="en-US" altLang="zh-CN" dirty="0">
                <a:solidFill>
                  <a:srgbClr val="F8A6A6"/>
                </a:solidFill>
                <a:latin typeface="宋体" panose="02010600030101010101" pitchFamily="2" charset="-122"/>
                <a:ea typeface="宋体" panose="02010600030101010101" pitchFamily="2" charset="-122"/>
              </a:rPr>
              <a:t>3.2</a:t>
            </a:r>
            <a:r>
              <a:rPr lang="zh-CN" altLang="en-US" dirty="0">
                <a:solidFill>
                  <a:srgbClr val="F8A6A6"/>
                </a:solidFill>
                <a:latin typeface="宋体" panose="02010600030101010101" pitchFamily="2" charset="-122"/>
                <a:ea typeface="宋体" panose="02010600030101010101" pitchFamily="2" charset="-122"/>
              </a:rPr>
              <a:t>恒定电场”）</a:t>
            </a:r>
          </a:p>
        </p:txBody>
      </p:sp>
      <p:sp>
        <p:nvSpPr>
          <p:cNvPr id="678937" name="Rectangle 25">
            <a:extLst>
              <a:ext uri="{FF2B5EF4-FFF2-40B4-BE49-F238E27FC236}">
                <a16:creationId xmlns:a16="http://schemas.microsoft.com/office/drawing/2014/main" id="{4598F83A-478F-7702-8606-7C44ED27A51D}"/>
              </a:ext>
            </a:extLst>
          </p:cNvPr>
          <p:cNvSpPr>
            <a:spLocks noChangeArrowheads="1"/>
          </p:cNvSpPr>
          <p:nvPr/>
        </p:nvSpPr>
        <p:spPr bwMode="auto">
          <a:xfrm>
            <a:off x="179388" y="987474"/>
            <a:ext cx="46086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20000"/>
              </a:spcBef>
            </a:pPr>
            <a:r>
              <a:rPr lang="zh-CN" altLang="en-US" dirty="0">
                <a:solidFill>
                  <a:srgbClr val="FFCC66"/>
                </a:solidFill>
                <a:latin typeface="宋体" panose="02010600030101010101" pitchFamily="2" charset="-122"/>
                <a:ea typeface="宋体" panose="02010600030101010101" pitchFamily="2" charset="-122"/>
              </a:rPr>
              <a:t>体电流场的电流连续性方程：</a:t>
            </a:r>
          </a:p>
        </p:txBody>
      </p:sp>
      <p:sp>
        <p:nvSpPr>
          <p:cNvPr id="5" name="Rectangle 31">
            <a:extLst>
              <a:ext uri="{FF2B5EF4-FFF2-40B4-BE49-F238E27FC236}">
                <a16:creationId xmlns:a16="http://schemas.microsoft.com/office/drawing/2014/main" id="{84151183-F9FA-29F4-3AF6-04484ED8F07A}"/>
              </a:ext>
            </a:extLst>
          </p:cNvPr>
          <p:cNvSpPr>
            <a:spLocks noChangeArrowheads="1"/>
          </p:cNvSpPr>
          <p:nvPr/>
        </p:nvSpPr>
        <p:spPr bwMode="auto">
          <a:xfrm>
            <a:off x="179388" y="1843509"/>
            <a:ext cx="3816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20000"/>
              </a:spcBef>
            </a:pPr>
            <a:r>
              <a:rPr lang="zh-CN" altLang="en-US" dirty="0">
                <a:latin typeface="楷体_GB2312" pitchFamily="49" charset="-122"/>
              </a:rPr>
              <a:t>积分形式</a:t>
            </a:r>
          </a:p>
        </p:txBody>
      </p:sp>
      <p:sp>
        <p:nvSpPr>
          <p:cNvPr id="34" name="Rectangle 6">
            <a:extLst>
              <a:ext uri="{FF2B5EF4-FFF2-40B4-BE49-F238E27FC236}">
                <a16:creationId xmlns:a16="http://schemas.microsoft.com/office/drawing/2014/main" id="{355FA3EE-486F-C92C-D916-E75305769A41}"/>
              </a:ext>
            </a:extLst>
          </p:cNvPr>
          <p:cNvSpPr>
            <a:spLocks noChangeArrowheads="1"/>
          </p:cNvSpPr>
          <p:nvPr/>
        </p:nvSpPr>
        <p:spPr bwMode="auto">
          <a:xfrm>
            <a:off x="706640" y="4281124"/>
            <a:ext cx="2159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20000"/>
              </a:spcBef>
            </a:pPr>
            <a:r>
              <a:rPr lang="zh-CN" altLang="en-US" dirty="0">
                <a:latin typeface="楷体_GB2312" pitchFamily="49" charset="-122"/>
              </a:rPr>
              <a:t>恒定电流</a:t>
            </a:r>
            <a:r>
              <a:rPr lang="en-US" altLang="zh-CN" dirty="0">
                <a:latin typeface="楷体_GB2312" pitchFamily="49" charset="-122"/>
              </a:rPr>
              <a:t>I</a:t>
            </a:r>
            <a:r>
              <a:rPr lang="en-US" altLang="zh-CN" dirty="0">
                <a:latin typeface="宋体" panose="02010600030101010101" pitchFamily="2" charset="-122"/>
                <a:ea typeface="宋体" panose="02010600030101010101" pitchFamily="2" charset="-122"/>
              </a:rPr>
              <a:t>→</a:t>
            </a:r>
            <a:endParaRPr lang="zh-CN" altLang="en-US" dirty="0">
              <a:latin typeface="楷体_GB2312" pitchFamily="49" charset="-122"/>
            </a:endParaRPr>
          </a:p>
        </p:txBody>
      </p:sp>
      <p:sp>
        <p:nvSpPr>
          <p:cNvPr id="2" name="Rectangle 6">
            <a:extLst>
              <a:ext uri="{FF2B5EF4-FFF2-40B4-BE49-F238E27FC236}">
                <a16:creationId xmlns:a16="http://schemas.microsoft.com/office/drawing/2014/main" id="{664F70F9-7325-F5D7-111E-8CDDF959F108}"/>
              </a:ext>
            </a:extLst>
          </p:cNvPr>
          <p:cNvSpPr>
            <a:spLocks noChangeArrowheads="1"/>
          </p:cNvSpPr>
          <p:nvPr/>
        </p:nvSpPr>
        <p:spPr bwMode="auto">
          <a:xfrm>
            <a:off x="269240" y="3631919"/>
            <a:ext cx="34487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20000"/>
              </a:spcBef>
            </a:pPr>
            <a:r>
              <a:rPr lang="zh-CN" altLang="en-US" dirty="0">
                <a:solidFill>
                  <a:srgbClr val="FFCC66"/>
                </a:solidFill>
                <a:latin typeface="宋体" panose="02010600030101010101" pitchFamily="2" charset="-122"/>
                <a:ea typeface="宋体" panose="02010600030101010101" pitchFamily="2" charset="-122"/>
              </a:rPr>
              <a:t>恒定电流的连续性方程：</a:t>
            </a:r>
          </a:p>
        </p:txBody>
      </p:sp>
    </p:spTree>
    <p:extLst>
      <p:ext uri="{BB962C8B-B14F-4D97-AF65-F5344CB8AC3E}">
        <p14:creationId xmlns:p14="http://schemas.microsoft.com/office/powerpoint/2010/main" val="23605544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2">
            <a:extLst>
              <a:ext uri="{FF2B5EF4-FFF2-40B4-BE49-F238E27FC236}">
                <a16:creationId xmlns:a16="http://schemas.microsoft.com/office/drawing/2014/main" id="{9DC5C7E3-7671-95AE-8F07-43C32C7B0652}"/>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D18B41ED-5087-49A3-9BDE-0EBAC33E3139}" type="slidenum">
              <a:rPr altLang="zh-CN" sz="1400" b="0">
                <a:solidFill>
                  <a:schemeClr val="tx1"/>
                </a:solidFill>
                <a:ea typeface="宋体" panose="02010600030101010101" pitchFamily="2" charset="-122"/>
              </a:rPr>
              <a:pPr/>
              <a:t>18</a:t>
            </a:fld>
            <a:endParaRPr lang="zh-CN" altLang="zh-CN" sz="1400" b="0">
              <a:solidFill>
                <a:schemeClr val="tx1"/>
              </a:solidFill>
              <a:ea typeface="宋体" panose="02010600030101010101" pitchFamily="2" charset="-122"/>
            </a:endParaRPr>
          </a:p>
        </p:txBody>
      </p:sp>
      <p:sp>
        <p:nvSpPr>
          <p:cNvPr id="688133" name="Text Box 5">
            <a:extLst>
              <a:ext uri="{FF2B5EF4-FFF2-40B4-BE49-F238E27FC236}">
                <a16:creationId xmlns:a16="http://schemas.microsoft.com/office/drawing/2014/main" id="{AF2661D8-A3F8-8EEF-E249-2B49D11F1514}"/>
              </a:ext>
            </a:extLst>
          </p:cNvPr>
          <p:cNvSpPr txBox="1">
            <a:spLocks noChangeArrowheads="1"/>
          </p:cNvSpPr>
          <p:nvPr/>
        </p:nvSpPr>
        <p:spPr bwMode="auto">
          <a:xfrm>
            <a:off x="3276600" y="1052513"/>
            <a:ext cx="2808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r>
              <a:rPr lang="zh-CN" altLang="en-US">
                <a:solidFill>
                  <a:srgbClr val="FFB7B7"/>
                </a:solidFill>
                <a:latin typeface="Times New Roman" panose="02020603050405020304" pitchFamily="18" charset="0"/>
              </a:rPr>
              <a:t>作业</a:t>
            </a:r>
            <a:r>
              <a:rPr lang="zh-CN" altLang="en-US">
                <a:latin typeface="Times New Roman" panose="02020603050405020304" pitchFamily="18" charset="0"/>
              </a:rPr>
              <a:t>  </a:t>
            </a:r>
          </a:p>
        </p:txBody>
      </p:sp>
      <p:sp>
        <p:nvSpPr>
          <p:cNvPr id="35844" name="Rectangle 7">
            <a:extLst>
              <a:ext uri="{FF2B5EF4-FFF2-40B4-BE49-F238E27FC236}">
                <a16:creationId xmlns:a16="http://schemas.microsoft.com/office/drawing/2014/main" id="{84CED5F8-70AD-3BE9-0B12-96DD8BEA5515}"/>
              </a:ext>
            </a:extLst>
          </p:cNvPr>
          <p:cNvSpPr>
            <a:spLocks noChangeArrowheads="1"/>
          </p:cNvSpPr>
          <p:nvPr/>
        </p:nvSpPr>
        <p:spPr bwMode="auto">
          <a:xfrm>
            <a:off x="3419475" y="1773238"/>
            <a:ext cx="3889375"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50000"/>
              </a:lnSpc>
            </a:pPr>
            <a:r>
              <a:rPr lang="en-US" altLang="zh-CN" sz="2800" b="0">
                <a:latin typeface="Times New Roman" panose="02020603050405020304" pitchFamily="18" charset="0"/>
                <a:ea typeface="宋体" panose="02010600030101010101" pitchFamily="2" charset="-122"/>
              </a:rPr>
              <a:t>2.5</a:t>
            </a:r>
          </a:p>
        </p:txBody>
      </p:sp>
      <p:graphicFrame>
        <p:nvGraphicFramePr>
          <p:cNvPr id="6" name="Object 8">
            <a:extLst>
              <a:ext uri="{FF2B5EF4-FFF2-40B4-BE49-F238E27FC236}">
                <a16:creationId xmlns:a16="http://schemas.microsoft.com/office/drawing/2014/main" id="{3BE90028-A06D-FFA2-5156-452B26800680}"/>
              </a:ext>
            </a:extLst>
          </p:cNvPr>
          <p:cNvGraphicFramePr>
            <a:graphicFrameLocks noChangeAspect="1"/>
          </p:cNvGraphicFramePr>
          <p:nvPr>
            <p:extLst>
              <p:ext uri="{D42A27DB-BD31-4B8C-83A1-F6EECF244321}">
                <p14:modId xmlns:p14="http://schemas.microsoft.com/office/powerpoint/2010/main" val="3049263168"/>
              </p:ext>
            </p:extLst>
          </p:nvPr>
        </p:nvGraphicFramePr>
        <p:xfrm>
          <a:off x="1692275" y="3378200"/>
          <a:ext cx="4589463" cy="530225"/>
        </p:xfrm>
        <a:graphic>
          <a:graphicData uri="http://schemas.openxmlformats.org/presentationml/2006/ole">
            <mc:AlternateContent xmlns:mc="http://schemas.openxmlformats.org/markup-compatibility/2006">
              <mc:Choice xmlns:v="urn:schemas-microsoft-com:vml" Requires="v">
                <p:oleObj r:id="rId3" imgW="1803417" imgH="171658" progId="Equation.3">
                  <p:embed/>
                </p:oleObj>
              </mc:Choice>
              <mc:Fallback>
                <p:oleObj r:id="rId3" imgW="1803417" imgH="171658" progId="Equation.3">
                  <p:embed/>
                  <p:pic>
                    <p:nvPicPr>
                      <p:cNvPr id="6" name="Object 8">
                        <a:extLst>
                          <a:ext uri="{FF2B5EF4-FFF2-40B4-BE49-F238E27FC236}">
                            <a16:creationId xmlns:a16="http://schemas.microsoft.com/office/drawing/2014/main" id="{3BE90028-A06D-FFA2-5156-452B268006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2275" y="3378200"/>
                        <a:ext cx="4589463"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5846" name="Rectangle 7">
            <a:extLst>
              <a:ext uri="{FF2B5EF4-FFF2-40B4-BE49-F238E27FC236}">
                <a16:creationId xmlns:a16="http://schemas.microsoft.com/office/drawing/2014/main" id="{1220F15E-0199-5B86-3FF9-90B95660C5C8}"/>
              </a:ext>
            </a:extLst>
          </p:cNvPr>
          <p:cNvSpPr>
            <a:spLocks noChangeArrowheads="1"/>
          </p:cNvSpPr>
          <p:nvPr/>
        </p:nvSpPr>
        <p:spPr bwMode="auto">
          <a:xfrm>
            <a:off x="1152525" y="4149725"/>
            <a:ext cx="705643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50000"/>
              </a:lnSpc>
            </a:pPr>
            <a:r>
              <a:rPr lang="zh-CN" altLang="en-US" b="0">
                <a:latin typeface="Times New Roman" panose="02020603050405020304" pitchFamily="18" charset="0"/>
                <a:ea typeface="宋体" panose="02010600030101010101" pitchFamily="2" charset="-122"/>
              </a:rPr>
              <a:t>设球心为坐标原点，球体绕一条直径旋转时，假定是绕</a:t>
            </a:r>
            <a:r>
              <a:rPr lang="en-US" altLang="zh-CN" b="0">
                <a:latin typeface="Times New Roman" panose="02020603050405020304" pitchFamily="18" charset="0"/>
                <a:ea typeface="宋体" panose="02010600030101010101" pitchFamily="2" charset="-122"/>
              </a:rPr>
              <a:t>z</a:t>
            </a:r>
            <a:r>
              <a:rPr lang="zh-CN" altLang="en-US" b="0">
                <a:latin typeface="Times New Roman" panose="02020603050405020304" pitchFamily="18" charset="0"/>
                <a:ea typeface="宋体" panose="02010600030101010101" pitchFamily="2" charset="-122"/>
              </a:rPr>
              <a:t>轴旋转。</a:t>
            </a:r>
            <a:endParaRPr lang="en-US" altLang="zh-CN" b="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316147607"/>
      </p:ext>
    </p:extLst>
  </p:cSld>
  <p:clrMapOvr>
    <a:masterClrMapping/>
  </p:clrMapOvr>
</p:sld>
</file>

<file path=ppt/theme/theme1.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默认设计模板">
      <a:majorFont>
        <a:latin typeface="Arial"/>
        <a:ea typeface="宋体"/>
        <a:cs typeface="Arial"/>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1" fontAlgn="base" latinLnBrk="0" hangingPunct="1">
          <a:lnSpc>
            <a:spcPct val="100000"/>
          </a:lnSpc>
          <a:spcBef>
            <a:spcPct val="15000"/>
          </a:spcBef>
          <a:spcAft>
            <a:spcPct val="0"/>
          </a:spcAft>
          <a:buClrTx/>
          <a:buSzTx/>
          <a:buFontTx/>
          <a:buNone/>
          <a:defRPr kumimoji="0" lang="zh-CN" altLang="en-US" sz="2400" b="0" i="0" u="none" strike="noStrike" cap="none" normalizeH="0" baseline="0" smtClean="0">
            <a:ln>
              <a:noFill/>
            </a:ln>
            <a:solidFill>
              <a:schemeClr val="bg1"/>
            </a:solidFill>
            <a:effectLst/>
            <a:latin typeface="Arial" panose="020B0604020202020204" pitchFamily="34" charset="0"/>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1" fontAlgn="base" latinLnBrk="0" hangingPunct="1">
          <a:lnSpc>
            <a:spcPct val="100000"/>
          </a:lnSpc>
          <a:spcBef>
            <a:spcPct val="15000"/>
          </a:spcBef>
          <a:spcAft>
            <a:spcPct val="0"/>
          </a:spcAft>
          <a:buClrTx/>
          <a:buSzTx/>
          <a:buFontTx/>
          <a:buNone/>
          <a:defRPr kumimoji="0" lang="zh-CN" altLang="en-US" sz="2400" b="0" i="0" u="none" strike="noStrike" cap="none" normalizeH="0" baseline="0" smtClean="0">
            <a:ln>
              <a:noFill/>
            </a:ln>
            <a:solidFill>
              <a:schemeClr val="bg1"/>
            </a:solidFill>
            <a:effectLst/>
            <a:latin typeface="Arial" panose="020B0604020202020204" pitchFamily="34" charset="0"/>
            <a:ea typeface="楷体_GB2312" pitchFamily="49" charset="-122"/>
          </a:defRPr>
        </a:defPPr>
      </a:lstStyle>
    </a:lnDef>
  </a:objectDefaults>
  <a:extraClrSchemeLst>
    <a:extraClrScheme>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1790</TotalTime>
  <Words>1450</Words>
  <Application>Microsoft Office PowerPoint</Application>
  <PresentationFormat>全屏显示(4:3)</PresentationFormat>
  <Paragraphs>233</Paragraphs>
  <Slides>18</Slides>
  <Notes>15</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vt:i4>
      </vt:variant>
      <vt:variant>
        <vt:lpstr>幻灯片标题</vt:lpstr>
      </vt:variant>
      <vt:variant>
        <vt:i4>18</vt:i4>
      </vt:variant>
    </vt:vector>
  </HeadingPairs>
  <TitlesOfParts>
    <vt:vector size="31" baseType="lpstr">
      <vt:lpstr>-apple-system</vt:lpstr>
      <vt:lpstr>Monotype Sorts</vt:lpstr>
      <vt:lpstr>黑体</vt:lpstr>
      <vt:lpstr>楷体_GB2312</vt:lpstr>
      <vt:lpstr>隶书</vt:lpstr>
      <vt:lpstr>宋体</vt:lpstr>
      <vt:lpstr>幼圆</vt:lpstr>
      <vt:lpstr>Arial</vt:lpstr>
      <vt:lpstr>Symbol</vt:lpstr>
      <vt:lpstr>Times New Roman</vt:lpstr>
      <vt:lpstr>1_默认设计模板</vt:lpstr>
      <vt:lpstr>Equation.DSMT4</vt:lpstr>
      <vt:lpstr>Equation.3</vt:lpstr>
      <vt:lpstr>PowerPoint 演示文稿</vt:lpstr>
      <vt:lpstr>PowerPoint 演示文稿</vt:lpstr>
      <vt:lpstr>2.1 电荷守恒定律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武汉大学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lsp</dc:creator>
  <cp:lastModifiedBy>Admin</cp:lastModifiedBy>
  <cp:revision>2387</cp:revision>
  <dcterms:created xsi:type="dcterms:W3CDTF">2004-02-10T07:06:32Z</dcterms:created>
  <dcterms:modified xsi:type="dcterms:W3CDTF">2025-10-13T07:42:44Z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0FF6B3B4C067411E96926C055B61A004</vt:lpwstr>
  </property>
  <property fmtid="{D5CDD505-2E9C-101B-9397-08002B2CF9AE}" pid="3" name="KSOProductBuildVer">
    <vt:lpwstr>2052-11.1.0.10463</vt:lpwstr>
  </property>
</Properties>
</file>