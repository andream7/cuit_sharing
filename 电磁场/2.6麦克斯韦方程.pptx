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758" r:id="rId2"/>
    <p:sldId id="760" r:id="rId3"/>
    <p:sldId id="759" r:id="rId4"/>
    <p:sldId id="761" r:id="rId5"/>
    <p:sldId id="801" r:id="rId6"/>
    <p:sldId id="762" r:id="rId7"/>
    <p:sldId id="763" r:id="rId8"/>
    <p:sldId id="802" r:id="rId9"/>
    <p:sldId id="766" r:id="rId10"/>
    <p:sldId id="767" r:id="rId11"/>
    <p:sldId id="824" r:id="rId12"/>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5pPr>
    <a:lvl6pPr marL="22860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6pPr>
    <a:lvl7pPr marL="27432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7pPr>
    <a:lvl8pPr marL="32004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8pPr>
    <a:lvl9pPr marL="3657600" algn="l" defTabSz="914400" rtl="0" eaLnBrk="1" latinLnBrk="0" hangingPunct="1">
      <a:defRPr sz="2400" b="1" kern="1200">
        <a:solidFill>
          <a:schemeClr val="bg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FF"/>
    <a:srgbClr val="FF9900"/>
    <a:srgbClr val="77C1C7"/>
    <a:srgbClr val="282828"/>
    <a:srgbClr val="FF3300"/>
    <a:srgbClr val="BAF1F4"/>
    <a:srgbClr val="FF0000"/>
    <a:srgbClr val="D6009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9" autoAdjust="0"/>
    <p:restoredTop sz="89126" autoAdjust="0"/>
  </p:normalViewPr>
  <p:slideViewPr>
    <p:cSldViewPr>
      <p:cViewPr varScale="1">
        <p:scale>
          <a:sx n="80" d="100"/>
          <a:sy n="80" d="100"/>
        </p:scale>
        <p:origin x="8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55718582-C99E-0661-2E30-E0147BF80D62}"/>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3603" name="Rectangle 3">
            <a:extLst>
              <a:ext uri="{FF2B5EF4-FFF2-40B4-BE49-F238E27FC236}">
                <a16:creationId xmlns:a16="http://schemas.microsoft.com/office/drawing/2014/main" id="{80D6E15F-C664-3116-66CE-FD23D12720DB}"/>
              </a:ext>
            </a:extLst>
          </p:cNvPr>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38A6BD1A-3AB5-4CC6-9D29-8EDC4A748354}" type="datetime1">
              <a:rPr lang="zh-CN" altLang="en-US"/>
              <a:pPr>
                <a:defRPr/>
              </a:pPr>
              <a:t>2025/10/28</a:t>
            </a:fld>
            <a:endParaRPr lang="en-US" altLang="zh-CN"/>
          </a:p>
        </p:txBody>
      </p:sp>
      <p:sp>
        <p:nvSpPr>
          <p:cNvPr id="153604" name="Rectangle 4">
            <a:extLst>
              <a:ext uri="{FF2B5EF4-FFF2-40B4-BE49-F238E27FC236}">
                <a16:creationId xmlns:a16="http://schemas.microsoft.com/office/drawing/2014/main" id="{F7D677A1-55B5-7D8E-61A5-CCE83E1FCCCE}"/>
              </a:ext>
            </a:extLst>
          </p:cNvPr>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3605" name="Rectangle 5">
            <a:extLst>
              <a:ext uri="{FF2B5EF4-FFF2-40B4-BE49-F238E27FC236}">
                <a16:creationId xmlns:a16="http://schemas.microsoft.com/office/drawing/2014/main" id="{2A5216FA-7A4D-65B7-ED93-4F3607904A8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b="0" noProof="1" smtClean="0">
                <a:solidFill>
                  <a:schemeClr val="tx1"/>
                </a:solidFill>
                <a:ea typeface="宋体" panose="02010600030101010101" pitchFamily="2" charset="-122"/>
              </a:defRPr>
            </a:lvl1pPr>
          </a:lstStyle>
          <a:p>
            <a:pPr>
              <a:defRPr/>
            </a:pPr>
            <a:fld id="{62534190-E36B-43DA-8559-619AFF81D21D}" type="slidenum">
              <a:rPr altLang="zh-CN"/>
              <a:pPr>
                <a:defRPr/>
              </a:pPr>
              <a:t>‹#›</a:t>
            </a:fld>
            <a:endParaRPr lang="zh-CN"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B1B28B6C-9F66-6553-78BA-0BAACE0EA34B}"/>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5651" name="Rectangle 3">
            <a:extLst>
              <a:ext uri="{FF2B5EF4-FFF2-40B4-BE49-F238E27FC236}">
                <a16:creationId xmlns:a16="http://schemas.microsoft.com/office/drawing/2014/main" id="{9B7FF01C-CCF4-2945-C66B-CF6E8F56F43D}"/>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fld id="{B9C6F435-E508-4CD1-86BF-5A8F77C66126}" type="datetime1">
              <a:rPr lang="zh-CN" altLang="en-US"/>
              <a:pPr>
                <a:defRPr/>
              </a:pPr>
              <a:t>2025/10/28</a:t>
            </a:fld>
            <a:endParaRPr lang="en-US" altLang="zh-CN"/>
          </a:p>
        </p:txBody>
      </p:sp>
      <p:sp>
        <p:nvSpPr>
          <p:cNvPr id="2052" name="Rectangle 4">
            <a:extLst>
              <a:ext uri="{FF2B5EF4-FFF2-40B4-BE49-F238E27FC236}">
                <a16:creationId xmlns:a16="http://schemas.microsoft.com/office/drawing/2014/main" id="{2E476029-3093-BDF0-7F9D-8855CA41B7D6}"/>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5">
            <a:extLst>
              <a:ext uri="{FF2B5EF4-FFF2-40B4-BE49-F238E27FC236}">
                <a16:creationId xmlns:a16="http://schemas.microsoft.com/office/drawing/2014/main" id="{64969551-8F51-A457-1392-8E311915B090}"/>
              </a:ext>
            </a:extLst>
          </p:cNvPr>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253FBE46-C72A-9CE2-0ECD-DAB55DDC1029}"/>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defRPr sz="1200" b="0">
                <a:solidFill>
                  <a:schemeClr val="tx1"/>
                </a:solidFill>
                <a:latin typeface="Arial" panose="020B0604020202020204" pitchFamily="34" charset="0"/>
                <a:ea typeface="宋体" panose="02010600030101010101" pitchFamily="2" charset="-122"/>
              </a:defRPr>
            </a:lvl1pPr>
          </a:lstStyle>
          <a:p>
            <a:pPr>
              <a:defRPr/>
            </a:pPr>
            <a:r>
              <a:rPr lang="en-US" altLang="zh-CN"/>
              <a:t>第一课</a:t>
            </a:r>
          </a:p>
        </p:txBody>
      </p:sp>
      <p:sp>
        <p:nvSpPr>
          <p:cNvPr id="155655" name="Rectangle 7">
            <a:extLst>
              <a:ext uri="{FF2B5EF4-FFF2-40B4-BE49-F238E27FC236}">
                <a16:creationId xmlns:a16="http://schemas.microsoft.com/office/drawing/2014/main" id="{95EC9397-CB2A-71EE-CFCB-184D8446F3B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b="0" noProof="1" smtClean="0">
                <a:solidFill>
                  <a:schemeClr val="tx1"/>
                </a:solidFill>
                <a:ea typeface="宋体" panose="02010600030101010101" pitchFamily="2" charset="-122"/>
              </a:defRPr>
            </a:lvl1pPr>
          </a:lstStyle>
          <a:p>
            <a:pPr>
              <a:defRPr/>
            </a:pPr>
            <a:fld id="{1C5A734A-3362-4E54-BC74-9F9B00AF169C}" type="slidenum">
              <a:rPr altLang="zh-CN"/>
              <a:pPr>
                <a:defRPr/>
              </a:pPr>
              <a:t>‹#›</a:t>
            </a:fld>
            <a:endParaRPr lang="zh-CN" altLang="zh-CN"/>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6E73DB46-5EDA-61C3-F846-13AB006B896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27331" name="Rectangle 3">
            <a:extLst>
              <a:ext uri="{FF2B5EF4-FFF2-40B4-BE49-F238E27FC236}">
                <a16:creationId xmlns:a16="http://schemas.microsoft.com/office/drawing/2014/main" id="{826F7DEF-14C9-5EBE-D252-8364853EE80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B50265E-2AA0-445D-AF1C-F222C7FFB537}"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27332" name="Rectangle 6">
            <a:extLst>
              <a:ext uri="{FF2B5EF4-FFF2-40B4-BE49-F238E27FC236}">
                <a16:creationId xmlns:a16="http://schemas.microsoft.com/office/drawing/2014/main" id="{D5454567-4D18-D524-D749-AD337FC3902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27333" name="Rectangle 7">
            <a:extLst>
              <a:ext uri="{FF2B5EF4-FFF2-40B4-BE49-F238E27FC236}">
                <a16:creationId xmlns:a16="http://schemas.microsoft.com/office/drawing/2014/main" id="{76D99DD8-8A12-AFB5-1F6F-4F19E9404A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68258B5-0D4E-4287-AE22-02D8B87105F5}" type="slidenum">
              <a:rPr altLang="zh-CN"/>
              <a:pPr/>
              <a:t>1</a:t>
            </a:fld>
            <a:endParaRPr lang="zh-CN" altLang="zh-CN"/>
          </a:p>
        </p:txBody>
      </p:sp>
      <p:sp>
        <p:nvSpPr>
          <p:cNvPr id="227334" name="Rectangle 2">
            <a:extLst>
              <a:ext uri="{FF2B5EF4-FFF2-40B4-BE49-F238E27FC236}">
                <a16:creationId xmlns:a16="http://schemas.microsoft.com/office/drawing/2014/main" id="{10775D9D-1565-718A-3977-3128ADC7EF3C}"/>
              </a:ext>
            </a:extLst>
          </p:cNvPr>
          <p:cNvSpPr>
            <a:spLocks noGrp="1" noRot="1" noChangeAspect="1" noChangeArrowheads="1" noTextEdit="1"/>
          </p:cNvSpPr>
          <p:nvPr>
            <p:ph type="sldImg" idx="4294967295"/>
          </p:nvPr>
        </p:nvSpPr>
        <p:spPr>
          <a:ln/>
        </p:spPr>
      </p:sp>
      <p:sp>
        <p:nvSpPr>
          <p:cNvPr id="227335" name="Rectangle 3">
            <a:extLst>
              <a:ext uri="{FF2B5EF4-FFF2-40B4-BE49-F238E27FC236}">
                <a16:creationId xmlns:a16="http://schemas.microsoft.com/office/drawing/2014/main" id="{3888A263-8F25-D6A0-716D-AD0907880429}"/>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8911F143-8436-D45A-A320-D6D675E493C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29379" name="Rectangle 3">
            <a:extLst>
              <a:ext uri="{FF2B5EF4-FFF2-40B4-BE49-F238E27FC236}">
                <a16:creationId xmlns:a16="http://schemas.microsoft.com/office/drawing/2014/main" id="{40B3CF3C-0BD1-96C9-27EF-D77C3BA6A15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23475C8C-C8B6-41B8-91DB-3AFDCA046819}"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29380" name="Rectangle 6">
            <a:extLst>
              <a:ext uri="{FF2B5EF4-FFF2-40B4-BE49-F238E27FC236}">
                <a16:creationId xmlns:a16="http://schemas.microsoft.com/office/drawing/2014/main" id="{1AC0093B-9728-979F-F7BE-0C193A0D552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29381" name="Rectangle 7">
            <a:extLst>
              <a:ext uri="{FF2B5EF4-FFF2-40B4-BE49-F238E27FC236}">
                <a16:creationId xmlns:a16="http://schemas.microsoft.com/office/drawing/2014/main" id="{19373741-2489-3220-DFE9-5CA25B8FE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A6E01C3-81F0-4181-A99D-4334BDB30E8E}" type="slidenum">
              <a:rPr altLang="zh-CN"/>
              <a:pPr/>
              <a:t>2</a:t>
            </a:fld>
            <a:endParaRPr lang="zh-CN" altLang="zh-CN"/>
          </a:p>
        </p:txBody>
      </p:sp>
      <p:sp>
        <p:nvSpPr>
          <p:cNvPr id="229382" name="Rectangle 2">
            <a:extLst>
              <a:ext uri="{FF2B5EF4-FFF2-40B4-BE49-F238E27FC236}">
                <a16:creationId xmlns:a16="http://schemas.microsoft.com/office/drawing/2014/main" id="{062A35BE-F931-0FDF-4C6B-44E8B9D0B97E}"/>
              </a:ext>
            </a:extLst>
          </p:cNvPr>
          <p:cNvSpPr>
            <a:spLocks noGrp="1" noRot="1" noChangeAspect="1" noChangeArrowheads="1" noTextEdit="1"/>
          </p:cNvSpPr>
          <p:nvPr>
            <p:ph type="sldImg" idx="4294967295"/>
          </p:nvPr>
        </p:nvSpPr>
        <p:spPr>
          <a:ln/>
        </p:spPr>
      </p:sp>
      <p:sp>
        <p:nvSpPr>
          <p:cNvPr id="229383" name="Rectangle 3">
            <a:extLst>
              <a:ext uri="{FF2B5EF4-FFF2-40B4-BE49-F238E27FC236}">
                <a16:creationId xmlns:a16="http://schemas.microsoft.com/office/drawing/2014/main" id="{4D631804-638B-3638-15AE-0D2698E946D4}"/>
              </a:ext>
            </a:extLst>
          </p:cNvPr>
          <p:cNvSpPr>
            <a:spLocks noGrp="1" noChangeArrowheads="1"/>
          </p:cNvSpPr>
          <p:nvPr>
            <p:ph type="body" idx="4294967295"/>
          </p:nvPr>
        </p:nvSpPr>
        <p:spPr/>
        <p:txBody>
          <a:bodyPr>
            <a:prstTxWarp prst="textNoShape">
              <a:avLst/>
            </a:prstTxWarp>
          </a:bodyPr>
          <a:lstStyle/>
          <a:p>
            <a:pPr eaLnBrk="1" hangingPunct="1"/>
            <a:r>
              <a:rPr lang="zh-CN" altLang="en-US" b="0" i="0" dirty="0">
                <a:solidFill>
                  <a:srgbClr val="333333"/>
                </a:solidFill>
                <a:effectLst/>
                <a:latin typeface="Helvetica Neue"/>
              </a:rPr>
              <a:t>磁通连续原理也称磁路第一定律，是指通过磁路中任一节点的磁通的代数和为零</a:t>
            </a:r>
            <a:endParaRPr lang="zh-CN" altLang="en-US" b="1" u="sng"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FA00D320-07BD-A9BD-E74E-F4029EE3C13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1427" name="Rectangle 3">
            <a:extLst>
              <a:ext uri="{FF2B5EF4-FFF2-40B4-BE49-F238E27FC236}">
                <a16:creationId xmlns:a16="http://schemas.microsoft.com/office/drawing/2014/main" id="{DDABBCC0-4DDE-1758-27A4-63E7D24ADD9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6E6CC9C-53FE-45CD-8EA2-63D5BF0CC3D0}"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31428" name="Rectangle 6">
            <a:extLst>
              <a:ext uri="{FF2B5EF4-FFF2-40B4-BE49-F238E27FC236}">
                <a16:creationId xmlns:a16="http://schemas.microsoft.com/office/drawing/2014/main" id="{0B47A756-F5E7-299D-E02F-769811289EC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1429" name="Rectangle 7">
            <a:extLst>
              <a:ext uri="{FF2B5EF4-FFF2-40B4-BE49-F238E27FC236}">
                <a16:creationId xmlns:a16="http://schemas.microsoft.com/office/drawing/2014/main" id="{5450C90C-4C53-3FCA-70E4-9BAD6C1A1B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3BA63EE-F1D8-4AC5-9859-1D112A6582E3}" type="slidenum">
              <a:rPr altLang="zh-CN"/>
              <a:pPr/>
              <a:t>3</a:t>
            </a:fld>
            <a:endParaRPr lang="zh-CN" altLang="zh-CN"/>
          </a:p>
        </p:txBody>
      </p:sp>
      <p:sp>
        <p:nvSpPr>
          <p:cNvPr id="231430" name="Rectangle 2">
            <a:extLst>
              <a:ext uri="{FF2B5EF4-FFF2-40B4-BE49-F238E27FC236}">
                <a16:creationId xmlns:a16="http://schemas.microsoft.com/office/drawing/2014/main" id="{C240AB38-2FD4-7CCA-0873-2032AA9783FB}"/>
              </a:ext>
            </a:extLst>
          </p:cNvPr>
          <p:cNvSpPr>
            <a:spLocks noGrp="1" noRot="1" noChangeAspect="1" noChangeArrowheads="1" noTextEdit="1"/>
          </p:cNvSpPr>
          <p:nvPr>
            <p:ph type="sldImg" idx="4294967295"/>
          </p:nvPr>
        </p:nvSpPr>
        <p:spPr>
          <a:ln/>
        </p:spPr>
      </p:sp>
      <p:sp>
        <p:nvSpPr>
          <p:cNvPr id="231431" name="Rectangle 3">
            <a:extLst>
              <a:ext uri="{FF2B5EF4-FFF2-40B4-BE49-F238E27FC236}">
                <a16:creationId xmlns:a16="http://schemas.microsoft.com/office/drawing/2014/main" id="{467B17BF-A72A-9026-E776-B9A1B81256BF}"/>
              </a:ext>
            </a:extLst>
          </p:cNvPr>
          <p:cNvSpPr>
            <a:spLocks noGrp="1" noChangeArrowheads="1"/>
          </p:cNvSpPr>
          <p:nvPr>
            <p:ph type="body" idx="4294967295"/>
          </p:nvPr>
        </p:nvSpPr>
        <p:spPr/>
        <p:txBody>
          <a:bodyPr>
            <a:prstTxWarp prst="textNoShape">
              <a:avLst/>
            </a:prstTxWarp>
          </a:bodyPr>
          <a:lstStyle/>
          <a:p>
            <a:pPr marL="228600" indent="-228600" eaLnBrk="1" hangingPunct="1"/>
            <a:endParaRPr lang="zh-CN" altLang="en-US" dirty="0"/>
          </a:p>
          <a:p>
            <a:pPr marL="228600" indent="-228600" eaLnBrk="1" hangingPunct="1"/>
            <a:endParaRPr lang="en-US" altLang="zh-CN" b="1" dirty="0">
              <a:solidFill>
                <a:srgbClr val="000066"/>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90D0025B-4AC3-2823-EB71-030DA078145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3475" name="Rectangle 3">
            <a:extLst>
              <a:ext uri="{FF2B5EF4-FFF2-40B4-BE49-F238E27FC236}">
                <a16:creationId xmlns:a16="http://schemas.microsoft.com/office/drawing/2014/main" id="{351175D9-6846-AE2F-F17D-06C27EB694C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1B6D3952-E004-4E7A-83D8-163A01FB9181}"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33476" name="Rectangle 6">
            <a:extLst>
              <a:ext uri="{FF2B5EF4-FFF2-40B4-BE49-F238E27FC236}">
                <a16:creationId xmlns:a16="http://schemas.microsoft.com/office/drawing/2014/main" id="{F8FF8238-FC90-C425-0EE0-E7D7DC0245E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3477" name="Rectangle 7">
            <a:extLst>
              <a:ext uri="{FF2B5EF4-FFF2-40B4-BE49-F238E27FC236}">
                <a16:creationId xmlns:a16="http://schemas.microsoft.com/office/drawing/2014/main" id="{D0B07BA5-F44A-F082-677A-99AAE91E34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8D07F246-4825-4970-8E2E-2938525718A2}" type="slidenum">
              <a:rPr altLang="zh-CN"/>
              <a:pPr/>
              <a:t>4</a:t>
            </a:fld>
            <a:endParaRPr lang="zh-CN" altLang="zh-CN"/>
          </a:p>
        </p:txBody>
      </p:sp>
      <p:sp>
        <p:nvSpPr>
          <p:cNvPr id="233478" name="Rectangle 2">
            <a:extLst>
              <a:ext uri="{FF2B5EF4-FFF2-40B4-BE49-F238E27FC236}">
                <a16:creationId xmlns:a16="http://schemas.microsoft.com/office/drawing/2014/main" id="{493A538F-D1E2-F4F7-ADC9-E497962BD5C8}"/>
              </a:ext>
            </a:extLst>
          </p:cNvPr>
          <p:cNvSpPr>
            <a:spLocks noGrp="1" noRot="1" noChangeAspect="1" noChangeArrowheads="1" noTextEdit="1"/>
          </p:cNvSpPr>
          <p:nvPr>
            <p:ph type="sldImg" idx="4294967295"/>
          </p:nvPr>
        </p:nvSpPr>
        <p:spPr>
          <a:ln/>
        </p:spPr>
      </p:sp>
      <p:sp>
        <p:nvSpPr>
          <p:cNvPr id="233479" name="Rectangle 3">
            <a:extLst>
              <a:ext uri="{FF2B5EF4-FFF2-40B4-BE49-F238E27FC236}">
                <a16:creationId xmlns:a16="http://schemas.microsoft.com/office/drawing/2014/main" id="{B3929766-D938-4552-AD20-0677428F1201}"/>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B46C568E-57C1-D9FD-C2D2-9F9B3FD0A58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5523" name="Rectangle 3">
            <a:extLst>
              <a:ext uri="{FF2B5EF4-FFF2-40B4-BE49-F238E27FC236}">
                <a16:creationId xmlns:a16="http://schemas.microsoft.com/office/drawing/2014/main" id="{D9013B3D-4927-AF22-9ED3-A65641A9ACD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6162DBB-82C3-4D74-AE4C-21F92E46DD23}"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35524" name="Rectangle 6">
            <a:extLst>
              <a:ext uri="{FF2B5EF4-FFF2-40B4-BE49-F238E27FC236}">
                <a16:creationId xmlns:a16="http://schemas.microsoft.com/office/drawing/2014/main" id="{A2C2E8C9-92D0-745C-B382-4B2CBCD4761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5525" name="Rectangle 7">
            <a:extLst>
              <a:ext uri="{FF2B5EF4-FFF2-40B4-BE49-F238E27FC236}">
                <a16:creationId xmlns:a16="http://schemas.microsoft.com/office/drawing/2014/main" id="{FD01CFEB-76D4-FB3D-441E-D717B191FC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E9D1A9C4-DCD2-4A9E-A78C-3598BFE8BC2F}" type="slidenum">
              <a:rPr altLang="zh-CN"/>
              <a:pPr/>
              <a:t>5</a:t>
            </a:fld>
            <a:endParaRPr lang="zh-CN" altLang="zh-CN"/>
          </a:p>
        </p:txBody>
      </p:sp>
      <p:sp>
        <p:nvSpPr>
          <p:cNvPr id="235526" name="Rectangle 2">
            <a:extLst>
              <a:ext uri="{FF2B5EF4-FFF2-40B4-BE49-F238E27FC236}">
                <a16:creationId xmlns:a16="http://schemas.microsoft.com/office/drawing/2014/main" id="{E98DDDA2-7A64-5A95-7DD8-A8F13AFD81B8}"/>
              </a:ext>
            </a:extLst>
          </p:cNvPr>
          <p:cNvSpPr>
            <a:spLocks noGrp="1" noRot="1" noChangeAspect="1" noChangeArrowheads="1" noTextEdit="1"/>
          </p:cNvSpPr>
          <p:nvPr>
            <p:ph type="sldImg" idx="4294967295"/>
          </p:nvPr>
        </p:nvSpPr>
        <p:spPr>
          <a:ln/>
        </p:spPr>
      </p:sp>
      <p:sp>
        <p:nvSpPr>
          <p:cNvPr id="235527" name="Rectangle 3">
            <a:extLst>
              <a:ext uri="{FF2B5EF4-FFF2-40B4-BE49-F238E27FC236}">
                <a16:creationId xmlns:a16="http://schemas.microsoft.com/office/drawing/2014/main" id="{143F1978-15BF-4D98-33B0-F660FFB6446B}"/>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A0D76114-BE23-7554-3B96-E6CF6F6C2A0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7571" name="Rectangle 3">
            <a:extLst>
              <a:ext uri="{FF2B5EF4-FFF2-40B4-BE49-F238E27FC236}">
                <a16:creationId xmlns:a16="http://schemas.microsoft.com/office/drawing/2014/main" id="{FB8341AA-8EAF-82DF-7034-C39C09AF0C7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4BB722D-6B0D-4E0A-A00C-A92F6F058AED}"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37572" name="Rectangle 6">
            <a:extLst>
              <a:ext uri="{FF2B5EF4-FFF2-40B4-BE49-F238E27FC236}">
                <a16:creationId xmlns:a16="http://schemas.microsoft.com/office/drawing/2014/main" id="{1979596B-21D1-38F8-56C1-2679467005F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7573" name="Rectangle 7">
            <a:extLst>
              <a:ext uri="{FF2B5EF4-FFF2-40B4-BE49-F238E27FC236}">
                <a16:creationId xmlns:a16="http://schemas.microsoft.com/office/drawing/2014/main" id="{314E3E3E-BECF-0CA6-95DF-28AFAE6509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953972A-AEFC-43D6-A5DE-66152D7A42D7}" type="slidenum">
              <a:rPr altLang="zh-CN"/>
              <a:pPr/>
              <a:t>6</a:t>
            </a:fld>
            <a:endParaRPr lang="zh-CN" altLang="zh-CN"/>
          </a:p>
        </p:txBody>
      </p:sp>
      <p:sp>
        <p:nvSpPr>
          <p:cNvPr id="237574" name="Rectangle 2">
            <a:extLst>
              <a:ext uri="{FF2B5EF4-FFF2-40B4-BE49-F238E27FC236}">
                <a16:creationId xmlns:a16="http://schemas.microsoft.com/office/drawing/2014/main" id="{D31D9C2A-986D-A992-61D8-F6841D67D152}"/>
              </a:ext>
            </a:extLst>
          </p:cNvPr>
          <p:cNvSpPr>
            <a:spLocks noGrp="1" noRot="1" noChangeAspect="1" noChangeArrowheads="1" noTextEdit="1"/>
          </p:cNvSpPr>
          <p:nvPr>
            <p:ph type="sldImg" idx="4294967295"/>
          </p:nvPr>
        </p:nvSpPr>
        <p:spPr>
          <a:ln/>
        </p:spPr>
      </p:sp>
      <p:sp>
        <p:nvSpPr>
          <p:cNvPr id="237575" name="Rectangle 3">
            <a:extLst>
              <a:ext uri="{FF2B5EF4-FFF2-40B4-BE49-F238E27FC236}">
                <a16:creationId xmlns:a16="http://schemas.microsoft.com/office/drawing/2014/main" id="{8F80CC90-5587-30B2-49DD-745FACB557A2}"/>
              </a:ext>
            </a:extLst>
          </p:cNvPr>
          <p:cNvSpPr>
            <a:spLocks noGrp="1" noChangeArrowheads="1"/>
          </p:cNvSpPr>
          <p:nvPr>
            <p:ph type="body" idx="4294967295"/>
          </p:nvPr>
        </p:nvSpPr>
        <p:spPr/>
        <p:txBody>
          <a:bodyPr>
            <a:prstTxWarp prst="textNoShape">
              <a:avLst/>
            </a:prstTxWarp>
          </a:bodyPr>
          <a:lstStyle/>
          <a:p>
            <a:pPr marL="228600" indent="-228600" eaLnBrk="1" hangingPunct="1"/>
            <a:endParaRPr lang="zh-CN" altLang="en-US">
              <a:solidFill>
                <a:schemeClr val="bg1"/>
              </a:solidFill>
              <a:latin typeface="黑体" panose="02010609060101010101" pitchFamily="49" charset="-122"/>
              <a:ea typeface="黑体" panose="02010609060101010101"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A9ADE37C-EA54-379B-C77C-0CD77136EA9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9619" name="Rectangle 3">
            <a:extLst>
              <a:ext uri="{FF2B5EF4-FFF2-40B4-BE49-F238E27FC236}">
                <a16:creationId xmlns:a16="http://schemas.microsoft.com/office/drawing/2014/main" id="{DDA2B004-1678-B377-8969-CC8FF97EB7E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111CF05B-9A2F-4B03-829D-72F929B670F0}"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39620" name="Rectangle 6">
            <a:extLst>
              <a:ext uri="{FF2B5EF4-FFF2-40B4-BE49-F238E27FC236}">
                <a16:creationId xmlns:a16="http://schemas.microsoft.com/office/drawing/2014/main" id="{5E5AA339-97EA-BC5F-A2D2-BA3DB1FAD87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39621" name="Rectangle 7">
            <a:extLst>
              <a:ext uri="{FF2B5EF4-FFF2-40B4-BE49-F238E27FC236}">
                <a16:creationId xmlns:a16="http://schemas.microsoft.com/office/drawing/2014/main" id="{12E515DF-7EAF-9E76-B0AB-6534DEF7AF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BCD9241D-5F9E-4D0F-B5E2-3EE4537E02F8}" type="slidenum">
              <a:rPr altLang="zh-CN"/>
              <a:pPr/>
              <a:t>7</a:t>
            </a:fld>
            <a:endParaRPr lang="zh-CN" altLang="zh-CN"/>
          </a:p>
        </p:txBody>
      </p:sp>
      <p:sp>
        <p:nvSpPr>
          <p:cNvPr id="239622" name="Rectangle 2">
            <a:extLst>
              <a:ext uri="{FF2B5EF4-FFF2-40B4-BE49-F238E27FC236}">
                <a16:creationId xmlns:a16="http://schemas.microsoft.com/office/drawing/2014/main" id="{BCEF6E9C-DBCB-F620-9340-4FB7B4417D31}"/>
              </a:ext>
            </a:extLst>
          </p:cNvPr>
          <p:cNvSpPr>
            <a:spLocks noGrp="1" noRot="1" noChangeAspect="1" noChangeArrowheads="1" noTextEdit="1"/>
          </p:cNvSpPr>
          <p:nvPr>
            <p:ph type="sldImg" idx="4294967295"/>
          </p:nvPr>
        </p:nvSpPr>
        <p:spPr>
          <a:ln/>
        </p:spPr>
      </p:sp>
      <p:sp>
        <p:nvSpPr>
          <p:cNvPr id="239623" name="Rectangle 3">
            <a:extLst>
              <a:ext uri="{FF2B5EF4-FFF2-40B4-BE49-F238E27FC236}">
                <a16:creationId xmlns:a16="http://schemas.microsoft.com/office/drawing/2014/main" id="{365349DF-92CC-8E00-E53D-48696E2DDBC9}"/>
              </a:ext>
            </a:extLst>
          </p:cNvPr>
          <p:cNvSpPr>
            <a:spLocks noGrp="1" noChangeArrowheads="1"/>
          </p:cNvSpPr>
          <p:nvPr>
            <p:ph type="body" idx="4294967295"/>
          </p:nvPr>
        </p:nvSpPr>
        <p:spPr/>
        <p:txBody>
          <a:bodyPr>
            <a:prstTxWarp prst="textNoShape">
              <a:avLst/>
            </a:prstTxWarp>
          </a:bodyPr>
          <a:lstStyle/>
          <a:p>
            <a:pPr algn="l" fontAlgn="base">
              <a:buFont typeface="+mj-lt"/>
              <a:buNone/>
            </a:pPr>
            <a:r>
              <a:rPr lang="zh-CN" altLang="en-US" b="0" i="0" dirty="0">
                <a:effectLst/>
                <a:latin typeface="inherit"/>
              </a:rPr>
              <a:t>从普通物理的电磁学部分或高中的电学部分就已经知道，电路理论是电磁理论的特殊情况。换句话说，电路是从电磁场中抽象出来的。这种抽象的观点是解决实际问题的法宝之一。从电磁场中抽象出电路元件，就不再关心具体元件内部的电磁关系，而只对元件接线端上的电压和电流感兴趣。进一步也可以将部分电路（也称作子电路）抽象出来，不关心其内部各元件上的电压电流，而只对这部分电路与电路的其他部分（也称作外电路</a:t>
            </a:r>
            <a:r>
              <a:rPr lang="en-US" altLang="zh-CN" b="0" i="0" dirty="0">
                <a:effectLst/>
                <a:latin typeface="inherit"/>
              </a:rPr>
              <a:t>)</a:t>
            </a:r>
            <a:r>
              <a:rPr lang="zh-CN" altLang="en-US" b="0" i="0" dirty="0">
                <a:effectLst/>
                <a:latin typeface="inherit"/>
              </a:rPr>
              <a:t>联接的接线端上的电压和电流感兴趣。如果以一定的技术手段把那部分电路密封在一个盒子里（术语叫“封装”），就构成了一个集成电路。。。</a:t>
            </a:r>
            <a:endParaRPr lang="en-US" altLang="zh-CN" b="0" i="0" dirty="0">
              <a:effectLst/>
              <a:latin typeface="inherit"/>
            </a:endParaRPr>
          </a:p>
          <a:p>
            <a:pPr algn="l" fontAlgn="base">
              <a:buFont typeface="+mj-lt"/>
              <a:buNone/>
            </a:pPr>
            <a:r>
              <a:rPr lang="zh-CN" altLang="en-US" b="0" i="0" dirty="0">
                <a:effectLst/>
                <a:latin typeface="inherit"/>
              </a:rPr>
              <a:t>在建立了抽象的观点以后，往往可以将主要的注意力放在子电路接线端的电压和电流上。于是产生了另一个问题：如果两个子电路在接线端上的电压电流关系是一样的，那么这两个子电路对手外电路来说效果是否是相同的？答案是肯定的。在电路里称这种情况为两个子电路等效。等效的观点有时可以大大简化电路的分析和设计。如果待分析的子电路内部结构比较复杂，但其接线端上电压电流关系是简单的，就可以用比较简单的子电路来等效那个复杂的子电路。这样分析出来的结果对于外电路来说是一样的。当然如果对复杂子电路内部的电压电流也感兴趣，就需要根据求解出的子电路接线端电压电流反推其内部关系。能否及时建立等效观点往往会影响你能否顺利地掌握电路基本分析方法。</a:t>
            </a:r>
            <a:endParaRPr lang="en-US" altLang="zh-CN" b="0" i="0" dirty="0">
              <a:effectLst/>
              <a:latin typeface="inherit"/>
            </a:endParaRPr>
          </a:p>
          <a:p>
            <a:pPr algn="l" fontAlgn="base">
              <a:buFont typeface="+mj-lt"/>
              <a:buNone/>
            </a:pPr>
            <a:endParaRPr lang="en-US" altLang="zh-CN" b="0" i="0" dirty="0">
              <a:effectLst/>
              <a:latin typeface="inherit"/>
            </a:endParaRPr>
          </a:p>
          <a:p>
            <a:pPr algn="l" fontAlgn="base">
              <a:buFont typeface="+mj-lt"/>
              <a:buNone/>
            </a:pPr>
            <a:r>
              <a:rPr lang="zh-CN" altLang="en-US" b="0" i="0" dirty="0">
                <a:effectLst/>
                <a:latin typeface="inherit"/>
              </a:rPr>
              <a:t>在稳恒电路中，电源的电动势为常量，电流不随时间变化，即所谓稳恒电流或直流电。在稳恒态，纯电容的作用像无限大的电阻，不允许直流电通过，具有“隔直流”的作用；纯电感可以被简单处理成电阻为零的导线</a:t>
            </a:r>
            <a:r>
              <a:rPr lang="en-US" altLang="zh-CN" b="0" i="0" dirty="0">
                <a:effectLst/>
                <a:latin typeface="inherit"/>
              </a:rPr>
              <a:t>.</a:t>
            </a:r>
            <a:r>
              <a:rPr lang="zh-CN" altLang="en-US" b="0" i="0" dirty="0">
                <a:effectLst/>
                <a:latin typeface="inherit"/>
              </a:rPr>
              <a:t>因此，稳恒电路里只需要处理电阻对电流的效应。</a:t>
            </a:r>
            <a:endParaRPr lang="en-US" altLang="zh-CN" b="0" i="0" dirty="0">
              <a:effectLst/>
              <a:latin typeface="inherit"/>
            </a:endParaRPr>
          </a:p>
          <a:p>
            <a:pPr algn="l" fontAlgn="base">
              <a:buFont typeface="+mj-lt"/>
              <a:buNone/>
            </a:pPr>
            <a:r>
              <a:rPr lang="zh-CN" altLang="en-US" b="0" i="0" dirty="0">
                <a:effectLst/>
                <a:latin typeface="inherit"/>
              </a:rPr>
              <a:t>在暂态电路中，电流随时间的变化是在接通或断开直流电源的短暂时间里进行的，是从初态趋于最终的稳态的变化过程。这一变化过程的快慢由电路参量</a:t>
            </a:r>
            <a:r>
              <a:rPr lang="en-US" altLang="zh-CN" b="0" i="0" dirty="0">
                <a:effectLst/>
                <a:latin typeface="inherit"/>
              </a:rPr>
              <a:t>R</a:t>
            </a:r>
            <a:r>
              <a:rPr lang="zh-CN" altLang="en-US" b="0" i="0" dirty="0">
                <a:effectLst/>
                <a:latin typeface="inherit"/>
              </a:rPr>
              <a:t>、</a:t>
            </a:r>
            <a:r>
              <a:rPr lang="en-US" altLang="zh-CN" b="0" i="0" dirty="0">
                <a:effectLst/>
                <a:latin typeface="inherit"/>
              </a:rPr>
              <a:t>L</a:t>
            </a:r>
            <a:r>
              <a:rPr lang="zh-CN" altLang="en-US" b="0" i="0" dirty="0">
                <a:effectLst/>
                <a:latin typeface="inherit"/>
              </a:rPr>
              <a:t>和</a:t>
            </a:r>
            <a:r>
              <a:rPr lang="en-US" altLang="zh-CN" b="0" i="0" dirty="0">
                <a:effectLst/>
                <a:latin typeface="inherit"/>
              </a:rPr>
              <a:t>C</a:t>
            </a:r>
            <a:r>
              <a:rPr lang="zh-CN" altLang="en-US" b="0" i="0" dirty="0">
                <a:effectLst/>
                <a:latin typeface="inherit"/>
              </a:rPr>
              <a:t>决定，但终归是暂时的，故属于一种特殊的非稳态过程，即暂态过程（</a:t>
            </a:r>
            <a:r>
              <a:rPr lang="zh-CN" altLang="en-US" b="1" i="0" dirty="0">
                <a:effectLst/>
                <a:latin typeface="-apple-system"/>
              </a:rPr>
              <a:t>过渡阶段本身</a:t>
            </a:r>
            <a:r>
              <a:rPr lang="zh-CN" altLang="en-US" b="0" i="0" dirty="0">
                <a:effectLst/>
                <a:latin typeface="-apple-system"/>
              </a:rPr>
              <a:t>的电流、电压随时间不断变化，还没有到达那个“以后再也不变”的稳定状态</a:t>
            </a:r>
            <a:r>
              <a:rPr lang="zh-CN" altLang="en-US" b="0" i="0" dirty="0">
                <a:effectLst/>
                <a:latin typeface="inherit"/>
              </a:rPr>
              <a:t>）。</a:t>
            </a:r>
            <a:endParaRPr lang="en-US" altLang="zh-CN" b="0" i="0" dirty="0">
              <a:effectLst/>
              <a:latin typeface="inherit"/>
            </a:endParaRPr>
          </a:p>
          <a:p>
            <a:pPr algn="l" fontAlgn="base">
              <a:buFont typeface="+mj-lt"/>
              <a:buNone/>
            </a:pPr>
            <a:r>
              <a:rPr lang="zh-CN" altLang="en-US" b="0" i="0" dirty="0">
                <a:effectLst/>
                <a:latin typeface="inherit"/>
              </a:rPr>
              <a:t>而在交流电路中，电源电动势持续地随时间变化，电流和电压与周围的电磁场变化密切相关，而且电阻、电容和电感对电流显示出性质不同的效应，整个电路的时间行为始终是</a:t>
            </a:r>
            <a:r>
              <a:rPr lang="zh-CN" altLang="en-US" b="0" i="0" u="sng" dirty="0">
                <a:effectLst/>
                <a:latin typeface="inherit"/>
              </a:rPr>
              <a:t>非稳态的（</a:t>
            </a:r>
            <a:r>
              <a:rPr lang="zh-CN" altLang="en-US" b="0" i="0" u="sng" dirty="0">
                <a:effectLst/>
                <a:latin typeface="-apple-system"/>
              </a:rPr>
              <a:t>指交流量永远周期性变化，不会静止在某一常值。从“随时间不停变化”这个角度讲，它始终处在“非稳态”、即</a:t>
            </a:r>
            <a:r>
              <a:rPr lang="zh-CN" altLang="en-US" b="1" i="0" u="sng" dirty="0">
                <a:effectLst/>
                <a:latin typeface="-apple-system"/>
              </a:rPr>
              <a:t>非直流稳态</a:t>
            </a:r>
            <a:r>
              <a:rPr lang="zh-CN" altLang="en-US" b="0" i="0" u="sng" dirty="0">
                <a:effectLst/>
                <a:latin typeface="-apple-system"/>
              </a:rPr>
              <a:t>。但这并不是指电路会无限发散，而是说它的稳态是一种</a:t>
            </a:r>
            <a:r>
              <a:rPr lang="zh-CN" altLang="en-US" b="1" i="0" u="sng" dirty="0">
                <a:effectLst/>
                <a:latin typeface="-apple-system"/>
              </a:rPr>
              <a:t>周期性的动态稳态</a:t>
            </a:r>
            <a:r>
              <a:rPr lang="zh-CN" altLang="en-US" b="0" i="0" u="sng" dirty="0">
                <a:effectLst/>
                <a:latin typeface="-apple-system"/>
              </a:rPr>
              <a:t>，而不是直流电路那种恒定不变的稳态</a:t>
            </a:r>
            <a:r>
              <a:rPr lang="zh-CN" altLang="en-US" b="0" i="0" u="sng" dirty="0">
                <a:effectLst/>
                <a:latin typeface="inherit"/>
              </a:rPr>
              <a:t>）</a:t>
            </a:r>
            <a:r>
              <a:rPr lang="zh-CN" altLang="en-US" b="0" i="0" u="none" dirty="0">
                <a:effectLst/>
                <a:latin typeface="inherit"/>
              </a:rPr>
              <a:t>，</a:t>
            </a:r>
            <a:r>
              <a:rPr lang="zh-CN" altLang="en-US" b="0" i="0" dirty="0">
                <a:effectLst/>
                <a:latin typeface="inherit"/>
              </a:rPr>
              <a:t>情况要复杂得多。不过，对一个随时间变化不很迅速、即满足似稳条件的交流电路来说，我们可以采用似稳电路近似，从而得到很大的简化。</a:t>
            </a:r>
            <a:endParaRPr lang="en-US" altLang="zh-CN" b="0" i="0" dirty="0">
              <a:effectLst/>
              <a:latin typeface="inherit"/>
            </a:endParaRPr>
          </a:p>
          <a:p>
            <a:pPr algn="l" fontAlgn="base">
              <a:buFont typeface="+mj-lt"/>
              <a:buNone/>
            </a:pPr>
            <a:endParaRPr lang="en-US" altLang="zh-CN" b="0" i="0" dirty="0">
              <a:effectLst/>
              <a:latin typeface="inherit"/>
            </a:endParaRPr>
          </a:p>
          <a:p>
            <a:pPr algn="l" fontAlgn="base">
              <a:buFont typeface="+mj-lt"/>
              <a:buNone/>
            </a:pPr>
            <a:r>
              <a:rPr lang="zh-CN" altLang="en-US" b="1" i="0" dirty="0">
                <a:effectLst/>
                <a:latin typeface="-apple-system"/>
              </a:rPr>
              <a:t>任何动态电路（含</a:t>
            </a:r>
            <a:r>
              <a:rPr lang="en-US" altLang="zh-CN" b="1" i="0" dirty="0">
                <a:effectLst/>
                <a:latin typeface="-apple-system"/>
              </a:rPr>
              <a:t>L</a:t>
            </a:r>
            <a:r>
              <a:rPr lang="zh-CN" altLang="en-US" b="1" i="0" dirty="0">
                <a:effectLst/>
                <a:latin typeface="-apple-system"/>
              </a:rPr>
              <a:t>、</a:t>
            </a:r>
            <a:r>
              <a:rPr lang="en-US" altLang="zh-CN" b="1" i="0" dirty="0">
                <a:effectLst/>
                <a:latin typeface="-apple-system"/>
              </a:rPr>
              <a:t>C</a:t>
            </a:r>
            <a:r>
              <a:rPr lang="zh-CN" altLang="en-US" b="1" i="0" dirty="0">
                <a:effectLst/>
                <a:latin typeface="-apple-system"/>
              </a:rPr>
              <a:t>）都有暂态和稳态两个阶段</a:t>
            </a:r>
            <a:r>
              <a:rPr lang="zh-CN" altLang="en-US" b="0" i="0" dirty="0">
                <a:effectLst/>
                <a:latin typeface="-apple-system"/>
              </a:rPr>
              <a:t>。</a:t>
            </a:r>
            <a:r>
              <a:rPr lang="zh-CN" altLang="en-US" b="1" i="0" dirty="0">
                <a:effectLst/>
                <a:latin typeface="-apple-system"/>
              </a:rPr>
              <a:t>“稳态”</a:t>
            </a:r>
            <a:r>
              <a:rPr lang="zh-CN" altLang="en-US" b="1" i="0" dirty="0">
                <a:effectLst/>
                <a:latin typeface="inherit"/>
              </a:rPr>
              <a:t>与</a:t>
            </a:r>
            <a:r>
              <a:rPr lang="zh-CN" altLang="en-US" b="1" i="0" dirty="0">
                <a:effectLst/>
                <a:latin typeface="-apple-system"/>
              </a:rPr>
              <a:t>“暂态”</a:t>
            </a:r>
            <a:r>
              <a:rPr lang="zh-CN" altLang="en-US" b="1" i="0" dirty="0">
                <a:effectLst/>
                <a:latin typeface="inherit"/>
              </a:rPr>
              <a:t>描述的是</a:t>
            </a:r>
            <a:r>
              <a:rPr lang="zh-CN" altLang="en-US" b="1" i="0" dirty="0">
                <a:effectLst/>
                <a:latin typeface="-apple-system"/>
              </a:rPr>
              <a:t>电路在激励（电源、开关动作等）作用下的时间响应特性</a:t>
            </a:r>
            <a:r>
              <a:rPr lang="zh-CN" altLang="en-US" b="0" i="0" dirty="0">
                <a:effectLst/>
                <a:latin typeface="-apple-system"/>
              </a:rPr>
              <a:t>。</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03514179-E083-C116-0433-9D3A645989C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1667" name="Rectangle 3">
            <a:extLst>
              <a:ext uri="{FF2B5EF4-FFF2-40B4-BE49-F238E27FC236}">
                <a16:creationId xmlns:a16="http://schemas.microsoft.com/office/drawing/2014/main" id="{7CA00DEE-18AB-4961-89D2-02F3A4EA7E8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26CAB25-36C4-4D04-8E70-E66877191AC3}"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41668" name="Rectangle 6">
            <a:extLst>
              <a:ext uri="{FF2B5EF4-FFF2-40B4-BE49-F238E27FC236}">
                <a16:creationId xmlns:a16="http://schemas.microsoft.com/office/drawing/2014/main" id="{1CBE2E32-4A1D-3F92-1642-37C8788E202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1669" name="Rectangle 7">
            <a:extLst>
              <a:ext uri="{FF2B5EF4-FFF2-40B4-BE49-F238E27FC236}">
                <a16:creationId xmlns:a16="http://schemas.microsoft.com/office/drawing/2014/main" id="{27CDB9C6-7B48-3204-EC8D-9ADB70B572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0315C34E-35CF-43E0-90BE-0B4509157BBF}" type="slidenum">
              <a:rPr altLang="zh-CN"/>
              <a:pPr/>
              <a:t>8</a:t>
            </a:fld>
            <a:endParaRPr lang="zh-CN" altLang="zh-CN"/>
          </a:p>
        </p:txBody>
      </p:sp>
      <p:sp>
        <p:nvSpPr>
          <p:cNvPr id="241670" name="Rectangle 2">
            <a:extLst>
              <a:ext uri="{FF2B5EF4-FFF2-40B4-BE49-F238E27FC236}">
                <a16:creationId xmlns:a16="http://schemas.microsoft.com/office/drawing/2014/main" id="{1F02E63B-6739-AA71-7CDD-38DF29BAEBE5}"/>
              </a:ext>
            </a:extLst>
          </p:cNvPr>
          <p:cNvSpPr>
            <a:spLocks noGrp="1" noRot="1" noChangeAspect="1" noChangeArrowheads="1" noTextEdit="1"/>
          </p:cNvSpPr>
          <p:nvPr>
            <p:ph type="sldImg" idx="4294967295"/>
          </p:nvPr>
        </p:nvSpPr>
        <p:spPr>
          <a:ln/>
        </p:spPr>
      </p:sp>
      <p:sp>
        <p:nvSpPr>
          <p:cNvPr id="241671" name="Rectangle 3">
            <a:extLst>
              <a:ext uri="{FF2B5EF4-FFF2-40B4-BE49-F238E27FC236}">
                <a16:creationId xmlns:a16="http://schemas.microsoft.com/office/drawing/2014/main" id="{473F8589-A653-532E-7680-BEFEBD6DF44B}"/>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C5669995-B179-D593-5A14-D77C5E1B45D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3715" name="Rectangle 3">
            <a:extLst>
              <a:ext uri="{FF2B5EF4-FFF2-40B4-BE49-F238E27FC236}">
                <a16:creationId xmlns:a16="http://schemas.microsoft.com/office/drawing/2014/main" id="{BBD7CD62-071C-5143-5618-C928A5C2736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7FCB5986-64CB-42FD-ACCB-5469903EAA1B}"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43716" name="Rectangle 6">
            <a:extLst>
              <a:ext uri="{FF2B5EF4-FFF2-40B4-BE49-F238E27FC236}">
                <a16:creationId xmlns:a16="http://schemas.microsoft.com/office/drawing/2014/main" id="{B86429A6-4BD7-D975-ED6B-ABCE39F4005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3717" name="Rectangle 7">
            <a:extLst>
              <a:ext uri="{FF2B5EF4-FFF2-40B4-BE49-F238E27FC236}">
                <a16:creationId xmlns:a16="http://schemas.microsoft.com/office/drawing/2014/main" id="{E9A28226-8DCC-978B-29A0-3B2B54940F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2B9B3B0-B235-4D7C-B859-B065FD52F773}" type="slidenum">
              <a:rPr altLang="zh-CN"/>
              <a:pPr/>
              <a:t>9</a:t>
            </a:fld>
            <a:endParaRPr lang="zh-CN" altLang="zh-CN"/>
          </a:p>
        </p:txBody>
      </p:sp>
      <p:sp>
        <p:nvSpPr>
          <p:cNvPr id="243718" name="Rectangle 2">
            <a:extLst>
              <a:ext uri="{FF2B5EF4-FFF2-40B4-BE49-F238E27FC236}">
                <a16:creationId xmlns:a16="http://schemas.microsoft.com/office/drawing/2014/main" id="{2EA9B987-BA7E-9E21-89EF-C98EE75F23B6}"/>
              </a:ext>
            </a:extLst>
          </p:cNvPr>
          <p:cNvSpPr>
            <a:spLocks noGrp="1" noRot="1" noChangeAspect="1" noChangeArrowheads="1" noTextEdit="1"/>
          </p:cNvSpPr>
          <p:nvPr>
            <p:ph type="sldImg" idx="4294967295"/>
          </p:nvPr>
        </p:nvSpPr>
        <p:spPr>
          <a:ln/>
        </p:spPr>
      </p:sp>
      <p:sp>
        <p:nvSpPr>
          <p:cNvPr id="243719" name="Rectangle 3">
            <a:extLst>
              <a:ext uri="{FF2B5EF4-FFF2-40B4-BE49-F238E27FC236}">
                <a16:creationId xmlns:a16="http://schemas.microsoft.com/office/drawing/2014/main" id="{62C25E1B-4779-7C02-3AF0-715683ECAD49}"/>
              </a:ext>
            </a:extLst>
          </p:cNvPr>
          <p:cNvSpPr>
            <a:spLocks noGrp="1" noChangeArrowheads="1"/>
          </p:cNvSpPr>
          <p:nvPr>
            <p:ph type="body" idx="4294967295"/>
          </p:nvPr>
        </p:nvSpPr>
        <p:spPr/>
        <p:txBody>
          <a:bodyPr>
            <a:prstTxWarp prst="textNoShape">
              <a:avLst/>
            </a:prstTxWarp>
          </a:bodyPr>
          <a:lstStyle/>
          <a:p>
            <a:pPr eaLnBrk="1" hangingPunct="1"/>
            <a:endParaRPr lang="en-US" altLang="zh-CN">
              <a:latin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E73976B7-DF6B-3D6B-A6E0-25D336CEFE3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6787" name="Rectangle 3">
            <a:extLst>
              <a:ext uri="{FF2B5EF4-FFF2-40B4-BE49-F238E27FC236}">
                <a16:creationId xmlns:a16="http://schemas.microsoft.com/office/drawing/2014/main" id="{E670E161-A35A-E231-89CD-783034B50A0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BE45CA11-BA5E-49B6-8459-7717D8E25A9E}" type="datetime1">
              <a:rPr lang="zh-CN" altLang="en-US" sz="1200" b="0" smtClean="0">
                <a:solidFill>
                  <a:schemeClr val="tx1"/>
                </a:solidFill>
                <a:ea typeface="宋体" panose="02010600030101010101" pitchFamily="2" charset="-122"/>
              </a:rPr>
              <a:pPr/>
              <a:t>2025/10/28</a:t>
            </a:fld>
            <a:endParaRPr lang="zh-CN" altLang="en-US" sz="1200" b="0">
              <a:solidFill>
                <a:schemeClr val="tx1"/>
              </a:solidFill>
              <a:ea typeface="宋体" panose="02010600030101010101" pitchFamily="2" charset="-122"/>
            </a:endParaRPr>
          </a:p>
        </p:txBody>
      </p:sp>
      <p:sp>
        <p:nvSpPr>
          <p:cNvPr id="246788" name="Rectangle 6">
            <a:extLst>
              <a:ext uri="{FF2B5EF4-FFF2-40B4-BE49-F238E27FC236}">
                <a16:creationId xmlns:a16="http://schemas.microsoft.com/office/drawing/2014/main" id="{82DE2A2D-A9AF-8F8F-5CC5-E51395646FA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r>
              <a:rPr lang="en-US" altLang="zh-CN" sz="1200" b="0">
                <a:solidFill>
                  <a:schemeClr val="tx1"/>
                </a:solidFill>
              </a:rPr>
              <a:t>第一课</a:t>
            </a:r>
          </a:p>
        </p:txBody>
      </p:sp>
      <p:sp>
        <p:nvSpPr>
          <p:cNvPr id="246789" name="Rectangle 7">
            <a:extLst>
              <a:ext uri="{FF2B5EF4-FFF2-40B4-BE49-F238E27FC236}">
                <a16:creationId xmlns:a16="http://schemas.microsoft.com/office/drawing/2014/main" id="{F09CAE08-23CB-7CAA-9C32-C1E995E149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57CD02C1-B039-4DAC-B8FF-9ADE9025AA57}" type="slidenum">
              <a:rPr altLang="zh-CN"/>
              <a:pPr/>
              <a:t>11</a:t>
            </a:fld>
            <a:endParaRPr lang="zh-CN" altLang="zh-CN"/>
          </a:p>
        </p:txBody>
      </p:sp>
      <p:sp>
        <p:nvSpPr>
          <p:cNvPr id="246790" name="Rectangle 2">
            <a:extLst>
              <a:ext uri="{FF2B5EF4-FFF2-40B4-BE49-F238E27FC236}">
                <a16:creationId xmlns:a16="http://schemas.microsoft.com/office/drawing/2014/main" id="{158FBB64-1F59-C47F-AADF-D3C3FA61224D}"/>
              </a:ext>
            </a:extLst>
          </p:cNvPr>
          <p:cNvSpPr>
            <a:spLocks noGrp="1" noRot="1" noChangeAspect="1" noChangeArrowheads="1" noTextEdit="1"/>
          </p:cNvSpPr>
          <p:nvPr>
            <p:ph type="sldImg" idx="4294967295"/>
          </p:nvPr>
        </p:nvSpPr>
        <p:spPr>
          <a:ln/>
        </p:spPr>
      </p:sp>
      <p:sp>
        <p:nvSpPr>
          <p:cNvPr id="246791" name="Rectangle 3">
            <a:extLst>
              <a:ext uri="{FF2B5EF4-FFF2-40B4-BE49-F238E27FC236}">
                <a16:creationId xmlns:a16="http://schemas.microsoft.com/office/drawing/2014/main" id="{B8D7A0D9-6378-21AF-B781-68E9D27501C0}"/>
              </a:ext>
            </a:extLst>
          </p:cNvPr>
          <p:cNvSpPr>
            <a:spLocks noGrp="1" noChangeArrowheads="1"/>
          </p:cNvSpPr>
          <p:nvPr>
            <p:ph type="body" idx="4294967295"/>
          </p:nvPr>
        </p:nvSpPr>
        <p:spPr/>
        <p:txBody>
          <a:bodyPr>
            <a:prstTxWarp prst="textNoShape">
              <a:avLst/>
            </a:prstTxWarp>
          </a:bodyPr>
          <a:lstStyle/>
          <a:p>
            <a:pPr eaLnBrk="1" hangingPunct="1"/>
            <a:endParaRPr lang="el-GR" altLang="zh-CN">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11">
            <a:extLst>
              <a:ext uri="{FF2B5EF4-FFF2-40B4-BE49-F238E27FC236}">
                <a16:creationId xmlns:a16="http://schemas.microsoft.com/office/drawing/2014/main" id="{51576166-F8A8-2BB4-DD70-4DCCC41CD58B}"/>
              </a:ext>
            </a:extLst>
          </p:cNvPr>
          <p:cNvSpPr>
            <a:spLocks noGrp="1" noChangeArrowheads="1"/>
          </p:cNvSpPr>
          <p:nvPr>
            <p:ph type="sldNum" sz="quarter" idx="10"/>
          </p:nvPr>
        </p:nvSpPr>
        <p:spPr>
          <a:ln/>
        </p:spPr>
        <p:txBody>
          <a:bodyPr/>
          <a:lstStyle>
            <a:lvl1pPr>
              <a:defRPr/>
            </a:lvl1pPr>
          </a:lstStyle>
          <a:p>
            <a:pPr>
              <a:defRPr/>
            </a:pPr>
            <a:fld id="{76DB07C4-D545-4019-999F-2BF1C9F16671}" type="slidenum">
              <a:rPr altLang="zh-CN"/>
              <a:pPr>
                <a:defRPr/>
              </a:pPr>
              <a:t>‹#›</a:t>
            </a:fld>
            <a:endParaRPr lang="zh-CN" altLang="zh-CN"/>
          </a:p>
        </p:txBody>
      </p:sp>
    </p:spTree>
    <p:extLst>
      <p:ext uri="{BB962C8B-B14F-4D97-AF65-F5344CB8AC3E}">
        <p14:creationId xmlns:p14="http://schemas.microsoft.com/office/powerpoint/2010/main" val="4027127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90A496EF-690C-1322-217E-CF93873298BA}"/>
              </a:ext>
            </a:extLst>
          </p:cNvPr>
          <p:cNvSpPr>
            <a:spLocks noGrp="1" noChangeArrowheads="1"/>
          </p:cNvSpPr>
          <p:nvPr>
            <p:ph type="sldNum" sz="quarter" idx="10"/>
          </p:nvPr>
        </p:nvSpPr>
        <p:spPr>
          <a:ln/>
        </p:spPr>
        <p:txBody>
          <a:bodyPr/>
          <a:lstStyle>
            <a:lvl1pPr>
              <a:defRPr/>
            </a:lvl1pPr>
          </a:lstStyle>
          <a:p>
            <a:pPr>
              <a:defRPr/>
            </a:pPr>
            <a:fld id="{33017126-F83D-483A-A81D-FB110B6CC884}" type="slidenum">
              <a:rPr altLang="zh-CN"/>
              <a:pPr>
                <a:defRPr/>
              </a:pPr>
              <a:t>‹#›</a:t>
            </a:fld>
            <a:endParaRPr lang="zh-CN" altLang="zh-CN"/>
          </a:p>
        </p:txBody>
      </p:sp>
    </p:spTree>
    <p:extLst>
      <p:ext uri="{BB962C8B-B14F-4D97-AF65-F5344CB8AC3E}">
        <p14:creationId xmlns:p14="http://schemas.microsoft.com/office/powerpoint/2010/main" val="1301330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11">
            <a:extLst>
              <a:ext uri="{FF2B5EF4-FFF2-40B4-BE49-F238E27FC236}">
                <a16:creationId xmlns:a16="http://schemas.microsoft.com/office/drawing/2014/main" id="{4C76059A-DCE6-06DB-148D-23EFCAA634FF}"/>
              </a:ext>
            </a:extLst>
          </p:cNvPr>
          <p:cNvSpPr>
            <a:spLocks noGrp="1" noChangeArrowheads="1"/>
          </p:cNvSpPr>
          <p:nvPr>
            <p:ph type="sldNum" sz="quarter" idx="10"/>
          </p:nvPr>
        </p:nvSpPr>
        <p:spPr>
          <a:ln/>
        </p:spPr>
        <p:txBody>
          <a:bodyPr/>
          <a:lstStyle>
            <a:lvl1pPr>
              <a:defRPr/>
            </a:lvl1pPr>
          </a:lstStyle>
          <a:p>
            <a:pPr>
              <a:defRPr/>
            </a:pPr>
            <a:fld id="{23756850-B5A9-4138-96F8-43175F14C543}" type="slidenum">
              <a:rPr altLang="zh-CN"/>
              <a:pPr>
                <a:defRPr/>
              </a:pPr>
              <a:t>‹#›</a:t>
            </a:fld>
            <a:endParaRPr lang="zh-CN" altLang="zh-CN"/>
          </a:p>
        </p:txBody>
      </p:sp>
    </p:spTree>
    <p:extLst>
      <p:ext uri="{BB962C8B-B14F-4D97-AF65-F5344CB8AC3E}">
        <p14:creationId xmlns:p14="http://schemas.microsoft.com/office/powerpoint/2010/main" val="3334620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DBFA6E9E-9DC4-3D18-4801-133C430B9190}"/>
              </a:ext>
            </a:extLst>
          </p:cNvPr>
          <p:cNvSpPr>
            <a:spLocks noGrp="1" noChangeArrowheads="1"/>
          </p:cNvSpPr>
          <p:nvPr>
            <p:ph type="sldNum" sz="quarter" idx="10"/>
          </p:nvPr>
        </p:nvSpPr>
        <p:spPr>
          <a:ln/>
        </p:spPr>
        <p:txBody>
          <a:bodyPr/>
          <a:lstStyle>
            <a:lvl1pPr>
              <a:defRPr/>
            </a:lvl1pPr>
          </a:lstStyle>
          <a:p>
            <a:pPr>
              <a:defRPr/>
            </a:pPr>
            <a:fld id="{2900F768-CF50-45CB-A3B0-2FE34A0E6DEC}" type="slidenum">
              <a:rPr altLang="zh-CN"/>
              <a:pPr>
                <a:defRPr/>
              </a:pPr>
              <a:t>‹#›</a:t>
            </a:fld>
            <a:endParaRPr lang="zh-CN" altLang="zh-CN"/>
          </a:p>
        </p:txBody>
      </p:sp>
    </p:spTree>
    <p:extLst>
      <p:ext uri="{BB962C8B-B14F-4D97-AF65-F5344CB8AC3E}">
        <p14:creationId xmlns:p14="http://schemas.microsoft.com/office/powerpoint/2010/main" val="342331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41E05F3-2439-79E4-F7F5-8F2C2B617CE0}"/>
              </a:ext>
            </a:extLst>
          </p:cNvPr>
          <p:cNvSpPr>
            <a:spLocks noGrp="1" noChangeArrowheads="1"/>
          </p:cNvSpPr>
          <p:nvPr>
            <p:ph type="sldNum" sz="quarter" idx="10"/>
          </p:nvPr>
        </p:nvSpPr>
        <p:spPr>
          <a:ln/>
        </p:spPr>
        <p:txBody>
          <a:bodyPr/>
          <a:lstStyle>
            <a:lvl1pPr>
              <a:defRPr/>
            </a:lvl1pPr>
          </a:lstStyle>
          <a:p>
            <a:pPr>
              <a:defRPr/>
            </a:pPr>
            <a:fld id="{F3FFA487-D0DA-4C3E-9293-2476D2D3F26C}" type="slidenum">
              <a:rPr altLang="zh-CN"/>
              <a:pPr>
                <a:defRPr/>
              </a:pPr>
              <a:t>‹#›</a:t>
            </a:fld>
            <a:endParaRPr lang="zh-CN" altLang="zh-CN"/>
          </a:p>
        </p:txBody>
      </p:sp>
    </p:spTree>
    <p:extLst>
      <p:ext uri="{BB962C8B-B14F-4D97-AF65-F5344CB8AC3E}">
        <p14:creationId xmlns:p14="http://schemas.microsoft.com/office/powerpoint/2010/main" val="261119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489F1C90-3486-2E05-2147-30D0DE024427}"/>
              </a:ext>
            </a:extLst>
          </p:cNvPr>
          <p:cNvSpPr>
            <a:spLocks noGrp="1" noChangeArrowheads="1"/>
          </p:cNvSpPr>
          <p:nvPr>
            <p:ph type="sldNum" sz="quarter" idx="10"/>
          </p:nvPr>
        </p:nvSpPr>
        <p:spPr>
          <a:ln/>
        </p:spPr>
        <p:txBody>
          <a:bodyPr/>
          <a:lstStyle>
            <a:lvl1pPr>
              <a:defRPr/>
            </a:lvl1pPr>
          </a:lstStyle>
          <a:p>
            <a:pPr>
              <a:defRPr/>
            </a:pPr>
            <a:fld id="{98252C24-0ABC-4BA9-9C3A-88D241B835A3}" type="slidenum">
              <a:rPr altLang="zh-CN"/>
              <a:pPr>
                <a:defRPr/>
              </a:pPr>
              <a:t>‹#›</a:t>
            </a:fld>
            <a:endParaRPr lang="zh-CN" altLang="zh-CN"/>
          </a:p>
        </p:txBody>
      </p:sp>
    </p:spTree>
    <p:extLst>
      <p:ext uri="{BB962C8B-B14F-4D97-AF65-F5344CB8AC3E}">
        <p14:creationId xmlns:p14="http://schemas.microsoft.com/office/powerpoint/2010/main" val="242845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E9D1B7D-3B07-509D-50EF-026DB3CDB03A}"/>
              </a:ext>
            </a:extLst>
          </p:cNvPr>
          <p:cNvSpPr>
            <a:spLocks noGrp="1" noChangeArrowheads="1"/>
          </p:cNvSpPr>
          <p:nvPr>
            <p:ph type="sldNum" sz="quarter" idx="10"/>
          </p:nvPr>
        </p:nvSpPr>
        <p:spPr>
          <a:ln/>
        </p:spPr>
        <p:txBody>
          <a:bodyPr/>
          <a:lstStyle>
            <a:lvl1pPr>
              <a:defRPr/>
            </a:lvl1pPr>
          </a:lstStyle>
          <a:p>
            <a:pPr>
              <a:defRPr/>
            </a:pPr>
            <a:fld id="{0A31E09E-C200-45A4-8478-86CF5BDF056D}" type="slidenum">
              <a:rPr altLang="zh-CN"/>
              <a:pPr>
                <a:defRPr/>
              </a:pPr>
              <a:t>‹#›</a:t>
            </a:fld>
            <a:endParaRPr lang="zh-CN" altLang="zh-CN"/>
          </a:p>
        </p:txBody>
      </p:sp>
    </p:spTree>
    <p:extLst>
      <p:ext uri="{BB962C8B-B14F-4D97-AF65-F5344CB8AC3E}">
        <p14:creationId xmlns:p14="http://schemas.microsoft.com/office/powerpoint/2010/main" val="1100330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C5F4CA27-994E-AC0C-771F-3EF4C93DDB40}"/>
              </a:ext>
            </a:extLst>
          </p:cNvPr>
          <p:cNvSpPr>
            <a:spLocks noGrp="1" noChangeArrowheads="1"/>
          </p:cNvSpPr>
          <p:nvPr>
            <p:ph type="sldNum" sz="quarter" idx="10"/>
          </p:nvPr>
        </p:nvSpPr>
        <p:spPr>
          <a:ln/>
        </p:spPr>
        <p:txBody>
          <a:bodyPr/>
          <a:lstStyle>
            <a:lvl1pPr>
              <a:defRPr/>
            </a:lvl1pPr>
          </a:lstStyle>
          <a:p>
            <a:pPr>
              <a:defRPr/>
            </a:pPr>
            <a:fld id="{9A4290EF-43E9-4B74-AB16-693B7C0904C9}" type="slidenum">
              <a:rPr altLang="zh-CN"/>
              <a:pPr>
                <a:defRPr/>
              </a:pPr>
              <a:t>‹#›</a:t>
            </a:fld>
            <a:endParaRPr lang="zh-CN" altLang="zh-CN"/>
          </a:p>
        </p:txBody>
      </p:sp>
    </p:spTree>
    <p:extLst>
      <p:ext uri="{BB962C8B-B14F-4D97-AF65-F5344CB8AC3E}">
        <p14:creationId xmlns:p14="http://schemas.microsoft.com/office/powerpoint/2010/main" val="160739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5419DEBC-2523-BBA1-6502-B119703BF9D5}"/>
              </a:ext>
            </a:extLst>
          </p:cNvPr>
          <p:cNvSpPr>
            <a:spLocks noGrp="1" noChangeArrowheads="1"/>
          </p:cNvSpPr>
          <p:nvPr>
            <p:ph type="sldNum" sz="quarter" idx="10"/>
          </p:nvPr>
        </p:nvSpPr>
        <p:spPr>
          <a:ln/>
        </p:spPr>
        <p:txBody>
          <a:bodyPr/>
          <a:lstStyle>
            <a:lvl1pPr>
              <a:defRPr/>
            </a:lvl1pPr>
          </a:lstStyle>
          <a:p>
            <a:pPr>
              <a:defRPr/>
            </a:pPr>
            <a:fld id="{E4429BB8-1C94-49D8-A2C5-F57E2411AA75}" type="slidenum">
              <a:rPr altLang="zh-CN"/>
              <a:pPr>
                <a:defRPr/>
              </a:pPr>
              <a:t>‹#›</a:t>
            </a:fld>
            <a:endParaRPr lang="zh-CN" altLang="zh-CN"/>
          </a:p>
        </p:txBody>
      </p:sp>
    </p:spTree>
    <p:extLst>
      <p:ext uri="{BB962C8B-B14F-4D97-AF65-F5344CB8AC3E}">
        <p14:creationId xmlns:p14="http://schemas.microsoft.com/office/powerpoint/2010/main" val="165114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FEC59668-439D-3895-18B9-3DCEC5916B88}"/>
              </a:ext>
            </a:extLst>
          </p:cNvPr>
          <p:cNvSpPr>
            <a:spLocks noGrp="1" noChangeArrowheads="1"/>
          </p:cNvSpPr>
          <p:nvPr>
            <p:ph type="sldNum" sz="quarter" idx="10"/>
          </p:nvPr>
        </p:nvSpPr>
        <p:spPr>
          <a:ln/>
        </p:spPr>
        <p:txBody>
          <a:bodyPr/>
          <a:lstStyle>
            <a:lvl1pPr>
              <a:defRPr/>
            </a:lvl1pPr>
          </a:lstStyle>
          <a:p>
            <a:pPr>
              <a:defRPr/>
            </a:pPr>
            <a:fld id="{D6E51D90-C335-447A-8BA8-1A261C7F0EA1}" type="slidenum">
              <a:rPr altLang="zh-CN"/>
              <a:pPr>
                <a:defRPr/>
              </a:pPr>
              <a:t>‹#›</a:t>
            </a:fld>
            <a:endParaRPr lang="zh-CN" altLang="zh-CN"/>
          </a:p>
        </p:txBody>
      </p:sp>
    </p:spTree>
    <p:extLst>
      <p:ext uri="{BB962C8B-B14F-4D97-AF65-F5344CB8AC3E}">
        <p14:creationId xmlns:p14="http://schemas.microsoft.com/office/powerpoint/2010/main" val="42820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981BBA34-4FB6-72F9-BF3B-5E2C58618ADD}"/>
              </a:ext>
            </a:extLst>
          </p:cNvPr>
          <p:cNvSpPr>
            <a:spLocks noGrp="1" noChangeArrowheads="1"/>
          </p:cNvSpPr>
          <p:nvPr>
            <p:ph type="sldNum" sz="quarter" idx="10"/>
          </p:nvPr>
        </p:nvSpPr>
        <p:spPr>
          <a:ln/>
        </p:spPr>
        <p:txBody>
          <a:bodyPr/>
          <a:lstStyle>
            <a:lvl1pPr>
              <a:defRPr/>
            </a:lvl1pPr>
          </a:lstStyle>
          <a:p>
            <a:pPr>
              <a:defRPr/>
            </a:pPr>
            <a:fld id="{DEBC69E9-5D55-4F66-A766-3326B497F49C}" type="slidenum">
              <a:rPr altLang="zh-CN"/>
              <a:pPr>
                <a:defRPr/>
              </a:pPr>
              <a:t>‹#›</a:t>
            </a:fld>
            <a:endParaRPr lang="zh-CN" altLang="zh-CN"/>
          </a:p>
        </p:txBody>
      </p:sp>
    </p:spTree>
    <p:extLst>
      <p:ext uri="{BB962C8B-B14F-4D97-AF65-F5344CB8AC3E}">
        <p14:creationId xmlns:p14="http://schemas.microsoft.com/office/powerpoint/2010/main" val="3771404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A0E47C4B-940B-16F5-F902-B74DC20157B0}"/>
              </a:ext>
            </a:extLst>
          </p:cNvPr>
          <p:cNvSpPr>
            <a:spLocks noGrp="1" noChangeArrowheads="1"/>
          </p:cNvSpPr>
          <p:nvPr>
            <p:ph type="sldNum" sz="quarter" idx="10"/>
          </p:nvPr>
        </p:nvSpPr>
        <p:spPr>
          <a:ln/>
        </p:spPr>
        <p:txBody>
          <a:bodyPr/>
          <a:lstStyle>
            <a:lvl1pPr>
              <a:defRPr/>
            </a:lvl1pPr>
          </a:lstStyle>
          <a:p>
            <a:pPr>
              <a:defRPr/>
            </a:pPr>
            <a:fld id="{515D5263-529B-4DFA-A584-ECBA7568C504}" type="slidenum">
              <a:rPr altLang="zh-CN"/>
              <a:pPr>
                <a:defRPr/>
              </a:pPr>
              <a:t>‹#›</a:t>
            </a:fld>
            <a:endParaRPr lang="zh-CN" altLang="zh-CN"/>
          </a:p>
        </p:txBody>
      </p:sp>
    </p:spTree>
    <p:extLst>
      <p:ext uri="{BB962C8B-B14F-4D97-AF65-F5344CB8AC3E}">
        <p14:creationId xmlns:p14="http://schemas.microsoft.com/office/powerpoint/2010/main" val="215518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11">
            <a:extLst>
              <a:ext uri="{FF2B5EF4-FFF2-40B4-BE49-F238E27FC236}">
                <a16:creationId xmlns:a16="http://schemas.microsoft.com/office/drawing/2014/main" id="{BE66E56F-91DA-FD1C-A07B-339224985A1C}"/>
              </a:ext>
            </a:extLst>
          </p:cNvPr>
          <p:cNvSpPr>
            <a:spLocks noGrp="1" noChangeArrowheads="1"/>
          </p:cNvSpPr>
          <p:nvPr>
            <p:ph type="sldNum" sz="quarter" idx="10"/>
          </p:nvPr>
        </p:nvSpPr>
        <p:spPr>
          <a:ln/>
        </p:spPr>
        <p:txBody>
          <a:bodyPr/>
          <a:lstStyle>
            <a:lvl1pPr>
              <a:defRPr/>
            </a:lvl1pPr>
          </a:lstStyle>
          <a:p>
            <a:pPr>
              <a:defRPr/>
            </a:pPr>
            <a:fld id="{07D19E1B-3695-45AD-9E6B-68F3904643D1}" type="slidenum">
              <a:rPr altLang="zh-CN"/>
              <a:pPr>
                <a:defRPr/>
              </a:pPr>
              <a:t>‹#›</a:t>
            </a:fld>
            <a:endParaRPr lang="zh-CN" altLang="zh-CN"/>
          </a:p>
        </p:txBody>
      </p:sp>
    </p:spTree>
    <p:extLst>
      <p:ext uri="{BB962C8B-B14F-4D97-AF65-F5344CB8AC3E}">
        <p14:creationId xmlns:p14="http://schemas.microsoft.com/office/powerpoint/2010/main" val="949002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1">
            <a:extLst>
              <a:ext uri="{FF2B5EF4-FFF2-40B4-BE49-F238E27FC236}">
                <a16:creationId xmlns:a16="http://schemas.microsoft.com/office/drawing/2014/main" id="{031F72C9-FB7F-FB18-0D3D-A796B361CD89}"/>
              </a:ext>
            </a:extLst>
          </p:cNvPr>
          <p:cNvSpPr>
            <a:spLocks noGrp="1" noChangeArrowheads="1"/>
          </p:cNvSpPr>
          <p:nvPr>
            <p:ph type="sldNum" sz="quarter" idx="10"/>
          </p:nvPr>
        </p:nvSpPr>
        <p:spPr>
          <a:ln/>
        </p:spPr>
        <p:txBody>
          <a:bodyPr/>
          <a:lstStyle>
            <a:lvl1pPr>
              <a:defRPr/>
            </a:lvl1pPr>
          </a:lstStyle>
          <a:p>
            <a:pPr>
              <a:defRPr/>
            </a:pPr>
            <a:fld id="{95788A6E-ED28-4B67-AFFA-044B2EF941D3}" type="slidenum">
              <a:rPr altLang="zh-CN"/>
              <a:pPr>
                <a:defRPr/>
              </a:pPr>
              <a:t>‹#›</a:t>
            </a:fld>
            <a:endParaRPr lang="zh-CN" altLang="zh-CN"/>
          </a:p>
        </p:txBody>
      </p:sp>
    </p:spTree>
    <p:extLst>
      <p:ext uri="{BB962C8B-B14F-4D97-AF65-F5344CB8AC3E}">
        <p14:creationId xmlns:p14="http://schemas.microsoft.com/office/powerpoint/2010/main" val="202429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38543;&#26426;&#28857;&#21517;&#21161;&#25163;.exe" TargetMode="Externa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490501" name="Rectangle 5">
            <a:extLst>
              <a:ext uri="{FF2B5EF4-FFF2-40B4-BE49-F238E27FC236}">
                <a16:creationId xmlns:a16="http://schemas.microsoft.com/office/drawing/2014/main" id="{469081B0-B31B-A751-8DAF-F86981C330F2}"/>
              </a:ext>
            </a:extLst>
          </p:cNvPr>
          <p:cNvSpPr>
            <a:spLocks noChangeArrowheads="1"/>
          </p:cNvSpPr>
          <p:nvPr/>
        </p:nvSpPr>
        <p:spPr bwMode="auto">
          <a:xfrm>
            <a:off x="2195513" y="61913"/>
            <a:ext cx="5256212" cy="350837"/>
          </a:xfrm>
          <a:prstGeom prst="rect">
            <a:avLst/>
          </a:prstGeom>
          <a:noFill/>
          <a:ln w="9525">
            <a:noFill/>
            <a:miter lim="800000"/>
          </a:ln>
          <a:effectLst/>
        </p:spPr>
        <p:txBody>
          <a:bodyPr/>
          <a:lstStyle/>
          <a:p>
            <a:pPr algn="ctr" eaLnBrk="1" hangingPunct="1">
              <a:lnSpc>
                <a:spcPct val="60000"/>
              </a:lnSpc>
              <a:defRPr/>
            </a:pPr>
            <a:r>
              <a:rPr lang="zh-CN" altLang="en-US">
                <a:latin typeface="Times New Roman" panose="02020603050405020304" pitchFamily="18" charset="0"/>
                <a:ea typeface="隶书" panose="02010509060101010101" pitchFamily="49" charset="-122"/>
              </a:rPr>
              <a:t>第 </a:t>
            </a:r>
            <a:r>
              <a:rPr lang="en-US" altLang="zh-CN">
                <a:latin typeface="Times New Roman" panose="02020603050405020304" pitchFamily="18" charset="0"/>
                <a:ea typeface="隶书" panose="02010509060101010101" pitchFamily="49" charset="-122"/>
              </a:rPr>
              <a:t>2 </a:t>
            </a:r>
            <a:r>
              <a:rPr lang="zh-CN" altLang="en-US">
                <a:latin typeface="Times New Roman" panose="02020603050405020304" pitchFamily="18" charset="0"/>
                <a:ea typeface="隶书" panose="02010509060101010101" pitchFamily="49" charset="-122"/>
              </a:rPr>
              <a:t>章</a:t>
            </a:r>
            <a:r>
              <a:rPr lang="zh-CN" altLang="en-US">
                <a:latin typeface="隶书" panose="02010509060101010101" pitchFamily="49" charset="-122"/>
                <a:ea typeface="隶书" panose="02010509060101010101" pitchFamily="49" charset="-122"/>
              </a:rPr>
              <a:t>  </a:t>
            </a:r>
            <a:r>
              <a:rPr lang="zh-CN" altLang="en-US">
                <a:effectLst>
                  <a:outerShdw blurRad="38100" dist="38100" dir="2700000" algn="tl">
                    <a:srgbClr val="000000"/>
                  </a:outerShdw>
                </a:effectLst>
                <a:latin typeface="隶书" panose="02010509060101010101" pitchFamily="49" charset="-122"/>
                <a:ea typeface="隶书" panose="02010509060101010101" pitchFamily="49" charset="-122"/>
              </a:rPr>
              <a:t>电磁场的基本规律</a:t>
            </a:r>
          </a:p>
        </p:txBody>
      </p:sp>
      <p:sp>
        <p:nvSpPr>
          <p:cNvPr id="1027" name="Rectangle 6">
            <a:extLst>
              <a:ext uri="{FF2B5EF4-FFF2-40B4-BE49-F238E27FC236}">
                <a16:creationId xmlns:a16="http://schemas.microsoft.com/office/drawing/2014/main" id="{E6921E0D-608C-456E-16D9-D87EE0F58F4A}"/>
              </a:ext>
            </a:extLst>
          </p:cNvPr>
          <p:cNvSpPr>
            <a:spLocks noChangeArrowheads="1"/>
          </p:cNvSpPr>
          <p:nvPr/>
        </p:nvSpPr>
        <p:spPr bwMode="auto">
          <a:xfrm>
            <a:off x="34925" y="-26988"/>
            <a:ext cx="2089150" cy="263526"/>
          </a:xfrm>
          <a:prstGeom prst="rect">
            <a:avLst/>
          </a:prstGeom>
          <a:noFill/>
          <a:ln>
            <a:noFill/>
          </a:ln>
        </p:spPr>
        <p:txBody>
          <a:bodyPr tIns="10800"/>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algn="l" eaLnBrk="1" hangingPunct="1">
              <a:spcBef>
                <a:spcPct val="0"/>
              </a:spcBef>
              <a:defRPr/>
            </a:pPr>
            <a:r>
              <a:rPr lang="zh-CN" altLang="en-US" sz="2000">
                <a:solidFill>
                  <a:srgbClr val="573CFC"/>
                </a:solidFill>
                <a:ea typeface="华文行楷" panose="02010800040101010101" pitchFamily="2" charset="-122"/>
              </a:rPr>
              <a:t>电磁场与电磁波</a:t>
            </a:r>
          </a:p>
        </p:txBody>
      </p:sp>
      <p:sp>
        <p:nvSpPr>
          <p:cNvPr id="1028" name="Rectangle 10" descr="深色横线">
            <a:extLst>
              <a:ext uri="{FF2B5EF4-FFF2-40B4-BE49-F238E27FC236}">
                <a16:creationId xmlns:a16="http://schemas.microsoft.com/office/drawing/2014/main" id="{105FFC0F-C995-9B5A-F064-DA7D993A182E}"/>
              </a:ext>
            </a:extLst>
          </p:cNvPr>
          <p:cNvSpPr>
            <a:spLocks noChangeArrowheads="1"/>
          </p:cNvSpPr>
          <p:nvPr/>
        </p:nvSpPr>
        <p:spPr bwMode="auto">
          <a:xfrm>
            <a:off x="0" y="320675"/>
            <a:ext cx="9144000" cy="71438"/>
          </a:xfrm>
          <a:prstGeom prst="rect">
            <a:avLst/>
          </a:prstGeom>
          <a:pattFill prst="dkHorz">
            <a:fgClr>
              <a:srgbClr val="CC3300"/>
            </a:fgClr>
            <a:bgClr>
              <a:srgbClr val="9A9A9A"/>
            </a:bgClr>
          </a:patt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sp>
        <p:nvSpPr>
          <p:cNvPr id="490507" name="Rectangle 11">
            <a:extLst>
              <a:ext uri="{FF2B5EF4-FFF2-40B4-BE49-F238E27FC236}">
                <a16:creationId xmlns:a16="http://schemas.microsoft.com/office/drawing/2014/main" id="{2BDE0A9D-C8EC-8929-4C60-946F3D72E34E}"/>
              </a:ext>
            </a:extLst>
          </p:cNvPr>
          <p:cNvSpPr>
            <a:spLocks noGrp="1" noChangeArrowheads="1"/>
          </p:cNvSpPr>
          <p:nvPr>
            <p:ph type="sldNum" sz="quarter" idx="4"/>
          </p:nvPr>
        </p:nvSpPr>
        <p:spPr bwMode="auto">
          <a:xfrm>
            <a:off x="6877050" y="65088"/>
            <a:ext cx="2133600" cy="268287"/>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400" b="0" noProof="1" smtClean="0">
                <a:solidFill>
                  <a:schemeClr val="tx1"/>
                </a:solidFill>
                <a:ea typeface="宋体" panose="02010600030101010101" pitchFamily="2" charset="-122"/>
              </a:defRPr>
            </a:lvl1pPr>
          </a:lstStyle>
          <a:p>
            <a:pPr>
              <a:defRPr/>
            </a:pPr>
            <a:fld id="{7A2C5FE4-BC8C-4EF0-8366-115BDD2CE815}" type="slidenum">
              <a:rPr altLang="zh-CN"/>
              <a:pPr>
                <a:defRPr/>
              </a:pPr>
              <a:t>‹#›</a:t>
            </a:fld>
            <a:endParaRPr lang="zh-CN" altLang="zh-CN"/>
          </a:p>
        </p:txBody>
      </p:sp>
      <p:sp>
        <p:nvSpPr>
          <p:cNvPr id="490516" name="Rectangle 20">
            <a:extLst>
              <a:ext uri="{FF2B5EF4-FFF2-40B4-BE49-F238E27FC236}">
                <a16:creationId xmlns:a16="http://schemas.microsoft.com/office/drawing/2014/main" id="{23391E95-09F1-6997-0833-928A0604D5A5}"/>
              </a:ext>
            </a:extLst>
          </p:cNvPr>
          <p:cNvSpPr>
            <a:spLocks noChangeArrowheads="1"/>
          </p:cNvSpPr>
          <p:nvPr/>
        </p:nvSpPr>
        <p:spPr bwMode="auto">
          <a:xfrm>
            <a:off x="0" y="392113"/>
            <a:ext cx="9144000" cy="6192837"/>
          </a:xfrm>
          <a:prstGeom prst="rect">
            <a:avLst/>
          </a:prstGeom>
          <a:gradFill rotWithShape="0">
            <a:gsLst>
              <a:gs pos="0">
                <a:srgbClr val="0000E8"/>
              </a:gs>
              <a:gs pos="100000">
                <a:srgbClr val="0000E8">
                  <a:gamma/>
                  <a:shade val="70196"/>
                  <a:invGamma/>
                </a:srgbClr>
              </a:gs>
            </a:gsLst>
            <a:lin ang="0" scaled="1"/>
          </a:gradFill>
          <a:ln w="9525">
            <a:noFill/>
            <a:miter lim="800000"/>
          </a:ln>
          <a:effectLst/>
        </p:spPr>
        <p:txBody>
          <a:bodyPr wrap="none" anchor="ctr"/>
          <a:lstStyle/>
          <a:p>
            <a:pPr marL="342900" indent="-342900" algn="ctr" eaLnBrk="1" hangingPunct="1">
              <a:spcBef>
                <a:spcPct val="20000"/>
              </a:spcBef>
              <a:defRPr/>
            </a:pPr>
            <a:endParaRPr lang="zh-CN" altLang="zh-CN" sz="2800" b="0">
              <a:effectLst>
                <a:outerShdw blurRad="38100" dist="38100" dir="2700000" algn="tl">
                  <a:srgbClr val="000000"/>
                </a:outerShdw>
              </a:effectLst>
              <a:ea typeface="宋体" panose="02010600030101010101" pitchFamily="2" charset="-122"/>
            </a:endParaRPr>
          </a:p>
        </p:txBody>
      </p:sp>
      <p:sp>
        <p:nvSpPr>
          <p:cNvPr id="1031" name="Rectangle 21" descr="栎木">
            <a:extLst>
              <a:ext uri="{FF2B5EF4-FFF2-40B4-BE49-F238E27FC236}">
                <a16:creationId xmlns:a16="http://schemas.microsoft.com/office/drawing/2014/main" id="{DE51BE3B-C1ED-DA07-DEFE-69DB2216F3BC}"/>
              </a:ext>
            </a:extLst>
          </p:cNvPr>
          <p:cNvSpPr>
            <a:spLocks noChangeArrowheads="1"/>
          </p:cNvSpPr>
          <p:nvPr/>
        </p:nvSpPr>
        <p:spPr bwMode="auto">
          <a:xfrm>
            <a:off x="0" y="6562725"/>
            <a:ext cx="9144000" cy="333375"/>
          </a:xfrm>
          <a:prstGeom prst="rect">
            <a:avLst/>
          </a:prstGeom>
          <a:blipFill dpi="0" rotWithShape="0">
            <a:blip r:embed="rId16"/>
            <a:srcRect/>
            <a:tile tx="0" ty="0" sx="100000" sy="100000" flip="none" algn="tl"/>
          </a:blip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sp>
        <p:nvSpPr>
          <p:cNvPr id="1032" name="Rectangle 23" descr="深色横线">
            <a:extLst>
              <a:ext uri="{FF2B5EF4-FFF2-40B4-BE49-F238E27FC236}">
                <a16:creationId xmlns:a16="http://schemas.microsoft.com/office/drawing/2014/main" id="{F7582914-BC2C-28C7-AA83-95E947AF3918}"/>
              </a:ext>
            </a:extLst>
          </p:cNvPr>
          <p:cNvSpPr>
            <a:spLocks noChangeArrowheads="1"/>
          </p:cNvSpPr>
          <p:nvPr/>
        </p:nvSpPr>
        <p:spPr bwMode="auto">
          <a:xfrm>
            <a:off x="0" y="6526213"/>
            <a:ext cx="9144000" cy="71437"/>
          </a:xfrm>
          <a:prstGeom prst="rect">
            <a:avLst/>
          </a:prstGeom>
          <a:pattFill prst="dkHorz">
            <a:fgClr>
              <a:srgbClr val="CC3300"/>
            </a:fgClr>
            <a:bgClr>
              <a:srgbClr val="9A9A9A"/>
            </a:bgClr>
          </a:pattFill>
          <a:ln>
            <a:noFill/>
          </a:ln>
        </p:spPr>
        <p:txBody>
          <a:bodyPr wrap="none" anchor="ctr"/>
          <a:lstStyle>
            <a:lvl1pPr algn="ctr">
              <a:spcBef>
                <a:spcPct val="15000"/>
              </a:spcBef>
              <a:defRPr sz="2400">
                <a:solidFill>
                  <a:schemeClr val="bg1"/>
                </a:solidFill>
                <a:latin typeface="Arial" panose="020B0604020202020204" pitchFamily="34" charset="0"/>
                <a:ea typeface="楷体_GB2312" pitchFamily="49" charset="-122"/>
              </a:defRPr>
            </a:lvl1pPr>
            <a:lvl2pPr marL="742950" indent="-285750" algn="ctr">
              <a:spcBef>
                <a:spcPct val="15000"/>
              </a:spcBef>
              <a:defRPr sz="2400">
                <a:solidFill>
                  <a:schemeClr val="bg1"/>
                </a:solidFill>
                <a:latin typeface="Arial" panose="020B0604020202020204" pitchFamily="34" charset="0"/>
                <a:ea typeface="楷体_GB2312" pitchFamily="49" charset="-122"/>
              </a:defRPr>
            </a:lvl2pPr>
            <a:lvl3pPr marL="1143000" indent="-228600" algn="ctr">
              <a:spcBef>
                <a:spcPct val="15000"/>
              </a:spcBef>
              <a:defRPr sz="2400">
                <a:solidFill>
                  <a:schemeClr val="bg1"/>
                </a:solidFill>
                <a:latin typeface="Arial" panose="020B0604020202020204" pitchFamily="34" charset="0"/>
                <a:ea typeface="楷体_GB2312" pitchFamily="49" charset="-122"/>
              </a:defRPr>
            </a:lvl3pPr>
            <a:lvl4pPr marL="1600200" indent="-228600" algn="ctr">
              <a:spcBef>
                <a:spcPct val="15000"/>
              </a:spcBef>
              <a:defRPr sz="2400">
                <a:solidFill>
                  <a:schemeClr val="bg1"/>
                </a:solidFill>
                <a:latin typeface="Arial" panose="020B0604020202020204" pitchFamily="34" charset="0"/>
                <a:ea typeface="楷体_GB2312" pitchFamily="49" charset="-122"/>
              </a:defRPr>
            </a:lvl4pPr>
            <a:lvl5pPr marL="2057400" indent="-228600" algn="ctr">
              <a:spcBef>
                <a:spcPct val="15000"/>
              </a:spcBef>
              <a:defRPr sz="2400">
                <a:solidFill>
                  <a:schemeClr val="bg1"/>
                </a:solidFill>
                <a:latin typeface="Arial" panose="020B0604020202020204" pitchFamily="34" charset="0"/>
                <a:ea typeface="楷体_GB2312" pitchFamily="49" charset="-122"/>
              </a:defRPr>
            </a:lvl5pPr>
            <a:lvl6pPr marL="25146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6pPr>
            <a:lvl7pPr marL="29718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7pPr>
            <a:lvl8pPr marL="34290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8pPr>
            <a:lvl9pPr marL="3886200" indent="-228600" algn="ctr" eaLnBrk="0" fontAlgn="base" hangingPunct="0">
              <a:spcBef>
                <a:spcPct val="15000"/>
              </a:spcBef>
              <a:spcAft>
                <a:spcPct val="0"/>
              </a:spcAft>
              <a:defRPr sz="2400">
                <a:solidFill>
                  <a:schemeClr val="bg1"/>
                </a:solidFill>
                <a:latin typeface="Arial" panose="020B0604020202020204" pitchFamily="34" charset="0"/>
                <a:ea typeface="楷体_GB2312" pitchFamily="49" charset="-122"/>
              </a:defRPr>
            </a:lvl9pPr>
          </a:lstStyle>
          <a:p>
            <a:pPr eaLnBrk="1" hangingPunct="1">
              <a:defRPr/>
            </a:pPr>
            <a:endParaRPr lang="zh-CN" altLang="en-US" b="0"/>
          </a:p>
        </p:txBody>
      </p:sp>
      <p:pic>
        <p:nvPicPr>
          <p:cNvPr id="1033" name="Picture 29" descr="听诊器">
            <a:hlinkClick r:id="rId17" action="ppaction://hlinkfile"/>
            <a:extLst>
              <a:ext uri="{FF2B5EF4-FFF2-40B4-BE49-F238E27FC236}">
                <a16:creationId xmlns:a16="http://schemas.microsoft.com/office/drawing/2014/main" id="{48FAD43C-68E2-8588-1892-939F72B65CAB}"/>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8636000" y="5862638"/>
            <a:ext cx="508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20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buChar char="•"/>
        <a:defRPr sz="28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slide" Target="slide1.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slide" Target="slide1.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image" Target="../media/image12.e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oleObject" Target="../embeddings/oleObject8.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emf"/><Relationship Id="rId11" Type="http://schemas.openxmlformats.org/officeDocument/2006/relationships/slide" Target="slide1.xml"/><Relationship Id="rId5" Type="http://schemas.openxmlformats.org/officeDocument/2006/relationships/oleObject" Target="../embeddings/oleObject5.bin"/><Relationship Id="rId10" Type="http://schemas.openxmlformats.org/officeDocument/2006/relationships/image" Target="../media/image11.emf"/><Relationship Id="rId4" Type="http://schemas.openxmlformats.org/officeDocument/2006/relationships/image" Target="../media/image8.emf"/><Relationship Id="rId9"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7.emf"/><Relationship Id="rId18" Type="http://schemas.openxmlformats.org/officeDocument/2006/relationships/oleObject" Target="../embeddings/oleObject16.bin"/><Relationship Id="rId3" Type="http://schemas.openxmlformats.org/officeDocument/2006/relationships/slide" Target="slide1.xml"/><Relationship Id="rId7" Type="http://schemas.openxmlformats.org/officeDocument/2006/relationships/image" Target="../media/image14.emf"/><Relationship Id="rId12" Type="http://schemas.openxmlformats.org/officeDocument/2006/relationships/oleObject" Target="../embeddings/oleObject13.bin"/><Relationship Id="rId17" Type="http://schemas.openxmlformats.org/officeDocument/2006/relationships/image" Target="../media/image19.emf"/><Relationship Id="rId2" Type="http://schemas.openxmlformats.org/officeDocument/2006/relationships/notesSlide" Target="../notesSlides/notesSlide5.xml"/><Relationship Id="rId16" Type="http://schemas.openxmlformats.org/officeDocument/2006/relationships/oleObject" Target="../embeddings/oleObject15.bin"/><Relationship Id="rId20" Type="http://schemas.openxmlformats.org/officeDocument/2006/relationships/image" Target="../media/image21.png"/><Relationship Id="rId1" Type="http://schemas.openxmlformats.org/officeDocument/2006/relationships/slideLayout" Target="../slideLayouts/slideLayout14.xml"/><Relationship Id="rId6" Type="http://schemas.openxmlformats.org/officeDocument/2006/relationships/oleObject" Target="../embeddings/oleObject10.bin"/><Relationship Id="rId11" Type="http://schemas.openxmlformats.org/officeDocument/2006/relationships/image" Target="../media/image16.emf"/><Relationship Id="rId5" Type="http://schemas.openxmlformats.org/officeDocument/2006/relationships/image" Target="../media/image13.wmf"/><Relationship Id="rId15" Type="http://schemas.openxmlformats.org/officeDocument/2006/relationships/image" Target="../media/image18.emf"/><Relationship Id="rId10" Type="http://schemas.openxmlformats.org/officeDocument/2006/relationships/oleObject" Target="../embeddings/oleObject12.bin"/><Relationship Id="rId19" Type="http://schemas.openxmlformats.org/officeDocument/2006/relationships/image" Target="../media/image20.emf"/><Relationship Id="rId4" Type="http://schemas.openxmlformats.org/officeDocument/2006/relationships/oleObject" Target="../embeddings/oleObject9.bin"/><Relationship Id="rId9" Type="http://schemas.openxmlformats.org/officeDocument/2006/relationships/image" Target="../media/image15.emf"/><Relationship Id="rId14"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3.wmf"/><Relationship Id="rId4" Type="http://schemas.openxmlformats.org/officeDocument/2006/relationships/oleObject" Target="../embeddings/oleObject17.bin"/></Relationships>
</file>

<file path=ppt/slides/_rels/slide7.x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slide" Target="slide1.xml"/><Relationship Id="rId3" Type="http://schemas.openxmlformats.org/officeDocument/2006/relationships/image" Target="../media/image24.png"/><Relationship Id="rId7" Type="http://schemas.openxmlformats.org/officeDocument/2006/relationships/oleObject" Target="../embeddings/oleObject19.bin"/><Relationship Id="rId12" Type="http://schemas.openxmlformats.org/officeDocument/2006/relationships/image" Target="../media/image29.emf"/><Relationship Id="rId17" Type="http://schemas.openxmlformats.org/officeDocument/2006/relationships/image" Target="../media/image33.png"/><Relationship Id="rId2" Type="http://schemas.openxmlformats.org/officeDocument/2006/relationships/notesSlide" Target="../notesSlides/notesSlide7.xml"/><Relationship Id="rId16"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6.e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image" Target="../media/image31.png"/><Relationship Id="rId10" Type="http://schemas.openxmlformats.org/officeDocument/2006/relationships/image" Target="../media/image28.emf"/><Relationship Id="rId4" Type="http://schemas.openxmlformats.org/officeDocument/2006/relationships/image" Target="../media/image25.png"/><Relationship Id="rId9" Type="http://schemas.openxmlformats.org/officeDocument/2006/relationships/oleObject" Target="../embeddings/oleObject20.bin"/><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oleObject" Target="../embeddings/oleObject22.bin"/><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35.emf"/><Relationship Id="rId5" Type="http://schemas.openxmlformats.org/officeDocument/2006/relationships/oleObject" Target="../embeddings/oleObject23.bin"/><Relationship Id="rId4" Type="http://schemas.openxmlformats.org/officeDocument/2006/relationships/image" Target="../media/image34.emf"/></Relationships>
</file>

<file path=ppt/slides/_rels/slide9.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oleObject" Target="../embeddings/oleObject29.bin"/><Relationship Id="rId18" Type="http://schemas.openxmlformats.org/officeDocument/2006/relationships/oleObject" Target="../embeddings/oleObject31.bin"/><Relationship Id="rId3" Type="http://schemas.openxmlformats.org/officeDocument/2006/relationships/oleObject" Target="../embeddings/oleObject24.bin"/><Relationship Id="rId21" Type="http://schemas.openxmlformats.org/officeDocument/2006/relationships/image" Target="../media/image36.png"/><Relationship Id="rId7" Type="http://schemas.openxmlformats.org/officeDocument/2006/relationships/oleObject" Target="../embeddings/oleObject26.bin"/><Relationship Id="rId12" Type="http://schemas.openxmlformats.org/officeDocument/2006/relationships/image" Target="../media/image42.emf"/><Relationship Id="rId17" Type="http://schemas.openxmlformats.org/officeDocument/2006/relationships/slide" Target="slide1.xml"/><Relationship Id="rId2" Type="http://schemas.openxmlformats.org/officeDocument/2006/relationships/notesSlide" Target="../notesSlides/notesSlide9.xml"/><Relationship Id="rId16" Type="http://schemas.openxmlformats.org/officeDocument/2006/relationships/image" Target="../media/image44.emf"/><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9.emf"/><Relationship Id="rId11" Type="http://schemas.openxmlformats.org/officeDocument/2006/relationships/oleObject" Target="../embeddings/oleObject28.bin"/><Relationship Id="rId5" Type="http://schemas.openxmlformats.org/officeDocument/2006/relationships/oleObject" Target="../embeddings/oleObject25.bin"/><Relationship Id="rId15" Type="http://schemas.openxmlformats.org/officeDocument/2006/relationships/oleObject" Target="../embeddings/oleObject30.bin"/><Relationship Id="rId10" Type="http://schemas.openxmlformats.org/officeDocument/2006/relationships/image" Target="../media/image41.emf"/><Relationship Id="rId19" Type="http://schemas.openxmlformats.org/officeDocument/2006/relationships/image" Target="../media/image45.emf"/><Relationship Id="rId4" Type="http://schemas.openxmlformats.org/officeDocument/2006/relationships/image" Target="../media/image38.emf"/><Relationship Id="rId9" Type="http://schemas.openxmlformats.org/officeDocument/2006/relationships/oleObject" Target="../embeddings/oleObject27.bin"/><Relationship Id="rId14" Type="http://schemas.openxmlformats.org/officeDocument/2006/relationships/image" Target="../media/image43.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51.emf"/><Relationship Id="rId18" Type="http://schemas.openxmlformats.org/officeDocument/2006/relationships/slide" Target="slide1.xml"/><Relationship Id="rId3" Type="http://schemas.openxmlformats.org/officeDocument/2006/relationships/image" Target="../media/image46.emf"/><Relationship Id="rId7" Type="http://schemas.openxmlformats.org/officeDocument/2006/relationships/image" Target="../media/image48.emf"/><Relationship Id="rId12" Type="http://schemas.openxmlformats.org/officeDocument/2006/relationships/oleObject" Target="../embeddings/oleObject37.bin"/><Relationship Id="rId17" Type="http://schemas.openxmlformats.org/officeDocument/2006/relationships/image" Target="../media/image53.emf"/><Relationship Id="rId2" Type="http://schemas.openxmlformats.org/officeDocument/2006/relationships/oleObject" Target="../embeddings/oleObject32.bin"/><Relationship Id="rId16"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oleObject" Target="../embeddings/oleObject34.bin"/><Relationship Id="rId11" Type="http://schemas.openxmlformats.org/officeDocument/2006/relationships/image" Target="../media/image50.emf"/><Relationship Id="rId5" Type="http://schemas.openxmlformats.org/officeDocument/2006/relationships/image" Target="../media/image47.emf"/><Relationship Id="rId15" Type="http://schemas.openxmlformats.org/officeDocument/2006/relationships/image" Target="../media/image52.emf"/><Relationship Id="rId10" Type="http://schemas.openxmlformats.org/officeDocument/2006/relationships/oleObject" Target="../embeddings/oleObject36.bin"/><Relationship Id="rId19" Type="http://schemas.openxmlformats.org/officeDocument/2006/relationships/image" Target="../media/image54.png"/><Relationship Id="rId4" Type="http://schemas.openxmlformats.org/officeDocument/2006/relationships/oleObject" Target="../embeddings/oleObject33.bin"/><Relationship Id="rId9" Type="http://schemas.openxmlformats.org/officeDocument/2006/relationships/image" Target="../media/image49.emf"/><Relationship Id="rId14" Type="http://schemas.openxmlformats.org/officeDocument/2006/relationships/oleObject" Target="../embeddings/oleObject38.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灯片编号占位符 3">
            <a:extLst>
              <a:ext uri="{FF2B5EF4-FFF2-40B4-BE49-F238E27FC236}">
                <a16:creationId xmlns:a16="http://schemas.microsoft.com/office/drawing/2014/main" id="{F31A1A2A-6D61-FE2E-82BD-50704382B041}"/>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E8BF39C-45F8-4C3E-8868-03C249D67D79}" type="slidenum">
              <a:rPr altLang="zh-CN" sz="1400" b="0">
                <a:solidFill>
                  <a:schemeClr val="tx1"/>
                </a:solidFill>
                <a:ea typeface="宋体" panose="02010600030101010101" pitchFamily="2" charset="-122"/>
              </a:rPr>
              <a:pPr/>
              <a:t>1</a:t>
            </a:fld>
            <a:endParaRPr lang="zh-CN" altLang="zh-CN" sz="1400" b="0">
              <a:solidFill>
                <a:schemeClr val="tx1"/>
              </a:solidFill>
              <a:ea typeface="宋体" panose="02010600030101010101" pitchFamily="2" charset="-122"/>
            </a:endParaRPr>
          </a:p>
        </p:txBody>
      </p:sp>
      <p:sp>
        <p:nvSpPr>
          <p:cNvPr id="226307" name="Rectangle 2">
            <a:extLst>
              <a:ext uri="{FF2B5EF4-FFF2-40B4-BE49-F238E27FC236}">
                <a16:creationId xmlns:a16="http://schemas.microsoft.com/office/drawing/2014/main" id="{9498618A-B6FB-DDB4-8314-E16A16794D2B}"/>
              </a:ext>
            </a:extLst>
          </p:cNvPr>
          <p:cNvSpPr>
            <a:spLocks noGrp="1" noChangeArrowheads="1"/>
          </p:cNvSpPr>
          <p:nvPr>
            <p:ph type="title"/>
          </p:nvPr>
        </p:nvSpPr>
        <p:spPr bwMode="auto">
          <a:xfrm>
            <a:off x="374650" y="779463"/>
            <a:ext cx="8229600"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a:solidFill>
                  <a:schemeClr val="bg1"/>
                </a:solidFill>
                <a:latin typeface="Times New Roman" panose="02020603050405020304" pitchFamily="18" charset="0"/>
                <a:ea typeface="幼圆" panose="02010509060101010101" pitchFamily="49" charset="-122"/>
              </a:rPr>
              <a:t>2.6   </a:t>
            </a:r>
            <a:r>
              <a:rPr lang="zh-CN" altLang="en-US" sz="2800" b="1">
                <a:solidFill>
                  <a:schemeClr val="bg1"/>
                </a:solidFill>
                <a:latin typeface="Times New Roman" panose="02020603050405020304" pitchFamily="18" charset="0"/>
                <a:ea typeface="幼圆" panose="02010509060101010101" pitchFamily="49" charset="-122"/>
              </a:rPr>
              <a:t>麦克斯韦方程组</a:t>
            </a:r>
          </a:p>
        </p:txBody>
      </p:sp>
      <p:sp>
        <p:nvSpPr>
          <p:cNvPr id="226308" name="Text Box 3">
            <a:extLst>
              <a:ext uri="{FF2B5EF4-FFF2-40B4-BE49-F238E27FC236}">
                <a16:creationId xmlns:a16="http://schemas.microsoft.com/office/drawing/2014/main" id="{F0CD3303-EBCA-C136-E94C-72D6031AA946}"/>
              </a:ext>
            </a:extLst>
          </p:cNvPr>
          <p:cNvSpPr txBox="1">
            <a:spLocks noChangeArrowheads="1"/>
          </p:cNvSpPr>
          <p:nvPr/>
        </p:nvSpPr>
        <p:spPr bwMode="auto">
          <a:xfrm>
            <a:off x="323850" y="1522413"/>
            <a:ext cx="85693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40000"/>
              </a:lnSpc>
            </a:pPr>
            <a:r>
              <a:rPr lang="zh-CN" altLang="en-US">
                <a:solidFill>
                  <a:srgbClr val="FFCC66"/>
                </a:solidFill>
                <a:latin typeface="Times New Roman" panose="02020603050405020304" pitchFamily="18" charset="0"/>
                <a:ea typeface="宋体" panose="02010600030101010101" pitchFamily="2" charset="-122"/>
              </a:rPr>
              <a:t>麦克斯韦方程组</a:t>
            </a:r>
            <a:r>
              <a:rPr lang="zh-CN" altLang="en-US">
                <a:latin typeface="Times New Roman" panose="02020603050405020304" pitchFamily="18" charset="0"/>
              </a:rPr>
              <a:t> </a:t>
            </a:r>
            <a:r>
              <a:rPr lang="zh-CN" altLang="en-US">
                <a:solidFill>
                  <a:srgbClr val="FFCC66"/>
                </a:solidFill>
              </a:rPr>
              <a:t>：</a:t>
            </a:r>
            <a:r>
              <a:rPr lang="zh-CN" altLang="en-US">
                <a:solidFill>
                  <a:srgbClr val="FFCC66"/>
                </a:solidFill>
                <a:latin typeface="Times New Roman" panose="02020603050405020304" pitchFamily="18" charset="0"/>
              </a:rPr>
              <a:t> </a:t>
            </a:r>
            <a:r>
              <a:rPr lang="zh-CN" altLang="en-US">
                <a:latin typeface="Times New Roman" panose="02020603050405020304" pitchFamily="18" charset="0"/>
              </a:rPr>
              <a:t>宏观电磁现象所遵循的基本规律，是电</a:t>
            </a:r>
          </a:p>
          <a:p>
            <a:pPr eaLnBrk="1" hangingPunct="1">
              <a:lnSpc>
                <a:spcPct val="140000"/>
              </a:lnSpc>
            </a:pPr>
            <a:r>
              <a:rPr lang="zh-CN" altLang="en-US">
                <a:latin typeface="Times New Roman" panose="02020603050405020304" pitchFamily="18" charset="0"/>
              </a:rPr>
              <a:t>磁场的基本方程。</a:t>
            </a:r>
            <a:endParaRPr lang="zh-CN" altLang="en-US">
              <a:solidFill>
                <a:schemeClr val="accent2"/>
              </a:solidFill>
              <a:latin typeface="Times New Roman" panose="02020603050405020304" pitchFamily="18" charset="0"/>
            </a:endParaRPr>
          </a:p>
        </p:txBody>
      </p:sp>
      <p:sp>
        <p:nvSpPr>
          <p:cNvPr id="226309" name="Text Box 4">
            <a:extLst>
              <a:ext uri="{FF2B5EF4-FFF2-40B4-BE49-F238E27FC236}">
                <a16:creationId xmlns:a16="http://schemas.microsoft.com/office/drawing/2014/main" id="{194F7359-643D-68F2-53E4-84594008CEFD}"/>
              </a:ext>
            </a:extLst>
          </p:cNvPr>
          <p:cNvSpPr txBox="1">
            <a:spLocks noChangeArrowheads="1"/>
          </p:cNvSpPr>
          <p:nvPr/>
        </p:nvSpPr>
        <p:spPr bwMode="auto">
          <a:xfrm>
            <a:off x="1403350" y="3044825"/>
            <a:ext cx="5905500" cy="2244725"/>
          </a:xfrm>
          <a:prstGeom prst="rect">
            <a:avLst/>
          </a:prstGeom>
          <a:solidFill>
            <a:srgbClr val="BAF1F4"/>
          </a:solidFill>
          <a:ln w="22225">
            <a:solidFill>
              <a:srgbClr val="FF0000"/>
            </a:solidFill>
            <a:miter lim="800000"/>
            <a:headEnd/>
            <a:tailEnd/>
          </a:ln>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en-US" altLang="zh-CN" sz="3200">
                <a:latin typeface="幼圆" panose="02010509060101010101" pitchFamily="49" charset="-122"/>
                <a:ea typeface="幼圆" panose="02010509060101010101" pitchFamily="49" charset="-122"/>
              </a:rPr>
              <a:t> </a:t>
            </a:r>
            <a:r>
              <a:rPr lang="zh-CN" altLang="en-US" sz="3200">
                <a:solidFill>
                  <a:srgbClr val="990000"/>
                </a:solidFill>
                <a:latin typeface="隶书" panose="02010509060101010101" pitchFamily="49" charset="-122"/>
                <a:ea typeface="隶书" panose="02010509060101010101" pitchFamily="49" charset="-122"/>
              </a:rPr>
              <a:t>本节内容</a:t>
            </a:r>
          </a:p>
          <a:p>
            <a:pPr eaLnBrk="1" hangingPunct="1">
              <a:spcBef>
                <a:spcPct val="50000"/>
              </a:spcBef>
            </a:pPr>
            <a:r>
              <a:rPr lang="zh-CN" altLang="en-US">
                <a:latin typeface="幼圆" panose="02010509060101010101" pitchFamily="49" charset="-122"/>
                <a:ea typeface="幼圆" panose="02010509060101010101" pitchFamily="49" charset="-122"/>
              </a:rPr>
              <a:t>  </a:t>
            </a:r>
            <a:r>
              <a:rPr lang="en-US" altLang="zh-CN">
                <a:solidFill>
                  <a:schemeClr val="tx1"/>
                </a:solidFill>
                <a:latin typeface="Times New Roman" panose="02020603050405020304" pitchFamily="18" charset="0"/>
                <a:ea typeface="宋体" panose="02010600030101010101" pitchFamily="2" charset="-122"/>
              </a:rPr>
              <a:t>2.6.1  </a:t>
            </a:r>
            <a:r>
              <a:rPr lang="zh-CN" altLang="en-US">
                <a:solidFill>
                  <a:schemeClr val="tx1"/>
                </a:solidFill>
                <a:latin typeface="Times New Roman" panose="02020603050405020304" pitchFamily="18" charset="0"/>
                <a:ea typeface="宋体" panose="02010600030101010101" pitchFamily="2" charset="-122"/>
                <a:hlinkClick r:id="rId3" action="ppaction://hlinksldjump"/>
              </a:rPr>
              <a:t>麦克斯韦方程组的微分形式</a:t>
            </a:r>
            <a:endParaRPr lang="zh-CN" altLang="en-US">
              <a:solidFill>
                <a:schemeClr val="tx1"/>
              </a:solidFill>
              <a:latin typeface="Times New Roman" panose="02020603050405020304" pitchFamily="18" charset="0"/>
              <a:ea typeface="宋体" panose="02010600030101010101" pitchFamily="2" charset="-122"/>
            </a:endParaRPr>
          </a:p>
          <a:p>
            <a:pPr eaLnBrk="1" hangingPunct="1">
              <a:spcBef>
                <a:spcPct val="50000"/>
              </a:spcBef>
            </a:pPr>
            <a:r>
              <a:rPr lang="zh-CN" altLang="en-US">
                <a:solidFill>
                  <a:schemeClr val="tx1"/>
                </a:solidFill>
                <a:latin typeface="Times New Roman" panose="02020603050405020304" pitchFamily="18" charset="0"/>
                <a:ea typeface="宋体" panose="02010600030101010101" pitchFamily="2" charset="-122"/>
              </a:rPr>
              <a:t>    </a:t>
            </a:r>
            <a:r>
              <a:rPr lang="en-US" altLang="zh-CN">
                <a:solidFill>
                  <a:schemeClr val="tx1"/>
                </a:solidFill>
                <a:latin typeface="Times New Roman" panose="02020603050405020304" pitchFamily="18" charset="0"/>
                <a:ea typeface="宋体" panose="02010600030101010101" pitchFamily="2" charset="-122"/>
              </a:rPr>
              <a:t>2.6.2  </a:t>
            </a:r>
            <a:r>
              <a:rPr lang="zh-CN" altLang="en-US">
                <a:solidFill>
                  <a:schemeClr val="tx1"/>
                </a:solidFill>
                <a:latin typeface="Times New Roman" panose="02020603050405020304" pitchFamily="18" charset="0"/>
                <a:ea typeface="宋体" panose="02010600030101010101" pitchFamily="2" charset="-122"/>
                <a:hlinkClick r:id="rId4" action="ppaction://hlinksldjump"/>
              </a:rPr>
              <a:t>麦克斯韦方程组的积分形式</a:t>
            </a:r>
            <a:endParaRPr lang="zh-CN" altLang="en-US">
              <a:solidFill>
                <a:schemeClr val="tx1"/>
              </a:solidFill>
              <a:latin typeface="Times New Roman" panose="02020603050405020304" pitchFamily="18" charset="0"/>
              <a:ea typeface="宋体" panose="02010600030101010101" pitchFamily="2" charset="-122"/>
            </a:endParaRPr>
          </a:p>
          <a:p>
            <a:pPr eaLnBrk="1" hangingPunct="1">
              <a:spcBef>
                <a:spcPct val="50000"/>
              </a:spcBef>
            </a:pPr>
            <a:r>
              <a:rPr lang="zh-CN" altLang="en-US">
                <a:solidFill>
                  <a:schemeClr val="tx1"/>
                </a:solidFill>
                <a:latin typeface="Times New Roman" panose="02020603050405020304" pitchFamily="18" charset="0"/>
                <a:ea typeface="宋体" panose="02010600030101010101" pitchFamily="2" charset="-122"/>
              </a:rPr>
              <a:t>    </a:t>
            </a:r>
            <a:r>
              <a:rPr lang="en-US" altLang="zh-CN">
                <a:solidFill>
                  <a:schemeClr val="tx1"/>
                </a:solidFill>
                <a:latin typeface="Times New Roman" panose="02020603050405020304" pitchFamily="18" charset="0"/>
                <a:ea typeface="宋体" panose="02010600030101010101" pitchFamily="2" charset="-122"/>
              </a:rPr>
              <a:t>2.6.3   </a:t>
            </a:r>
            <a:r>
              <a:rPr lang="zh-CN" altLang="en-US">
                <a:solidFill>
                  <a:schemeClr val="tx1"/>
                </a:solidFill>
                <a:latin typeface="Times New Roman" panose="02020603050405020304" pitchFamily="18" charset="0"/>
                <a:ea typeface="宋体" panose="02010600030101010101" pitchFamily="2" charset="-122"/>
                <a:hlinkClick r:id="rId5" action="ppaction://hlinksldjump"/>
              </a:rPr>
              <a:t>媒质的本构关系</a:t>
            </a:r>
            <a:endParaRPr lang="zh-CN" altLang="en-US">
              <a:solidFill>
                <a:schemeClr val="tx1"/>
              </a:solidFill>
              <a:latin typeface="Times New Roman" panose="02020603050405020304" pitchFamily="18" charset="0"/>
              <a:ea typeface="宋体" panose="02010600030101010101" pitchFamily="2" charset="-122"/>
            </a:endParaRPr>
          </a:p>
        </p:txBody>
      </p:sp>
      <p:sp>
        <p:nvSpPr>
          <p:cNvPr id="226310" name="AutoShape 5">
            <a:hlinkClick r:id="rId3" action="ppaction://hlinksldjump" highlightClick="1"/>
            <a:extLst>
              <a:ext uri="{FF2B5EF4-FFF2-40B4-BE49-F238E27FC236}">
                <a16:creationId xmlns:a16="http://schemas.microsoft.com/office/drawing/2014/main" id="{BBEDFBEA-3029-5E21-5F11-202D5D25B28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26311" name="AutoShape 6">
            <a:hlinkClick r:id="" action="ppaction://hlinkshowjump?jump=previousslide" highlightClick="1"/>
            <a:extLst>
              <a:ext uri="{FF2B5EF4-FFF2-40B4-BE49-F238E27FC236}">
                <a16:creationId xmlns:a16="http://schemas.microsoft.com/office/drawing/2014/main" id="{AE134BBC-A326-708C-2C0F-EC95138C789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26312" name="AutoShape 7">
            <a:hlinkClick r:id="" action="ppaction://hlinkshowjump?jump=nextslide" highlightClick="1"/>
            <a:extLst>
              <a:ext uri="{FF2B5EF4-FFF2-40B4-BE49-F238E27FC236}">
                <a16:creationId xmlns:a16="http://schemas.microsoft.com/office/drawing/2014/main" id="{9E983887-7409-A1FA-764C-992974E431F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26313" name="AutoShape 8">
            <a:hlinkClick r:id="" action="ppaction://hlinkshowjump?jump=lastslide" highlightClick="1"/>
            <a:extLst>
              <a:ext uri="{FF2B5EF4-FFF2-40B4-BE49-F238E27FC236}">
                <a16:creationId xmlns:a16="http://schemas.microsoft.com/office/drawing/2014/main" id="{274EEE9D-7B4C-64BC-4F24-DF2EA77520C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灯片编号占位符 3">
            <a:extLst>
              <a:ext uri="{FF2B5EF4-FFF2-40B4-BE49-F238E27FC236}">
                <a16:creationId xmlns:a16="http://schemas.microsoft.com/office/drawing/2014/main" id="{EAEF20C0-F0B8-285B-95A7-8E25EC9A85D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A4ED3379-75D8-4A8C-B9FC-BE68695CCB64}" type="slidenum">
              <a:rPr altLang="zh-CN" sz="1400" b="0">
                <a:solidFill>
                  <a:schemeClr val="tx1"/>
                </a:solidFill>
                <a:ea typeface="宋体" panose="02010600030101010101" pitchFamily="2" charset="-122"/>
              </a:rPr>
              <a:pPr/>
              <a:t>2</a:t>
            </a:fld>
            <a:endParaRPr lang="zh-CN" altLang="zh-CN" sz="1400" b="0">
              <a:solidFill>
                <a:schemeClr val="tx1"/>
              </a:solidFill>
              <a:ea typeface="宋体" panose="02010600030101010101" pitchFamily="2" charset="-122"/>
            </a:endParaRPr>
          </a:p>
        </p:txBody>
      </p:sp>
      <p:graphicFrame>
        <p:nvGraphicFramePr>
          <p:cNvPr id="855042" name="Object 2">
            <a:extLst>
              <a:ext uri="{FF2B5EF4-FFF2-40B4-BE49-F238E27FC236}">
                <a16:creationId xmlns:a16="http://schemas.microsoft.com/office/drawing/2014/main" id="{D31A51EF-D6E4-F0A6-A12D-80DA9E6FF236}"/>
              </a:ext>
            </a:extLst>
          </p:cNvPr>
          <p:cNvGraphicFramePr>
            <a:graphicFrameLocks noChangeAspect="1"/>
          </p:cNvGraphicFramePr>
          <p:nvPr>
            <p:extLst>
              <p:ext uri="{D42A27DB-BD31-4B8C-83A1-F6EECF244321}">
                <p14:modId xmlns:p14="http://schemas.microsoft.com/office/powerpoint/2010/main" val="1504359254"/>
              </p:ext>
            </p:extLst>
          </p:nvPr>
        </p:nvGraphicFramePr>
        <p:xfrm>
          <a:off x="971550" y="1353220"/>
          <a:ext cx="2952750" cy="2797175"/>
        </p:xfrm>
        <a:graphic>
          <a:graphicData uri="http://schemas.openxmlformats.org/presentationml/2006/ole">
            <mc:AlternateContent xmlns:mc="http://schemas.openxmlformats.org/markup-compatibility/2006">
              <mc:Choice xmlns:v="urn:schemas-microsoft-com:vml" Requires="v">
                <p:oleObj r:id="rId3" imgW="870084" imgH="1143000" progId="Equation.3">
                  <p:embed/>
                </p:oleObj>
              </mc:Choice>
              <mc:Fallback>
                <p:oleObj r:id="rId3" imgW="870084" imgH="1143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353220"/>
                        <a:ext cx="2952750"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55043" name="Text Box 3">
            <a:extLst>
              <a:ext uri="{FF2B5EF4-FFF2-40B4-BE49-F238E27FC236}">
                <a16:creationId xmlns:a16="http://schemas.microsoft.com/office/drawing/2014/main" id="{E42A93ED-6DB1-D3AF-8D92-E788B1B9B1DD}"/>
              </a:ext>
            </a:extLst>
          </p:cNvPr>
          <p:cNvSpPr txBox="1">
            <a:spLocks noChangeArrowheads="1"/>
          </p:cNvSpPr>
          <p:nvPr/>
        </p:nvSpPr>
        <p:spPr bwMode="auto">
          <a:xfrm>
            <a:off x="332581" y="403895"/>
            <a:ext cx="6048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en-US" altLang="zh-CN" dirty="0">
                <a:latin typeface="Times New Roman" panose="02020603050405020304" pitchFamily="18" charset="0"/>
                <a:ea typeface="幼圆" panose="02010509060101010101" pitchFamily="49" charset="-122"/>
              </a:rPr>
              <a:t>2.6.1  </a:t>
            </a:r>
            <a:r>
              <a:rPr lang="zh-CN" altLang="en-US" dirty="0">
                <a:latin typeface="Times New Roman" panose="02020603050405020304" pitchFamily="18" charset="0"/>
                <a:ea typeface="幼圆" panose="02010509060101010101" pitchFamily="49" charset="-122"/>
              </a:rPr>
              <a:t>麦克斯韦方程组的微分形式</a:t>
            </a:r>
            <a:endParaRPr lang="zh-CN" altLang="en-US" dirty="0">
              <a:solidFill>
                <a:schemeClr val="accent2"/>
              </a:solidFill>
              <a:latin typeface="Times New Roman" panose="02020603050405020304" pitchFamily="18" charset="0"/>
              <a:ea typeface="幼圆" panose="02010509060101010101" pitchFamily="49" charset="-122"/>
            </a:endParaRPr>
          </a:p>
        </p:txBody>
      </p:sp>
      <p:grpSp>
        <p:nvGrpSpPr>
          <p:cNvPr id="2" name="Group 4">
            <a:extLst>
              <a:ext uri="{FF2B5EF4-FFF2-40B4-BE49-F238E27FC236}">
                <a16:creationId xmlns:a16="http://schemas.microsoft.com/office/drawing/2014/main" id="{D6089E12-B5CB-0941-F391-B6C725E1D251}"/>
              </a:ext>
            </a:extLst>
          </p:cNvPr>
          <p:cNvGrpSpPr>
            <a:grpSpLocks/>
          </p:cNvGrpSpPr>
          <p:nvPr/>
        </p:nvGrpSpPr>
        <p:grpSpPr bwMode="auto">
          <a:xfrm>
            <a:off x="3922714" y="908720"/>
            <a:ext cx="4725818" cy="1016000"/>
            <a:chOff x="2109" y="754"/>
            <a:chExt cx="3584" cy="640"/>
          </a:xfrm>
        </p:grpSpPr>
        <p:sp>
          <p:nvSpPr>
            <p:cNvPr id="228373" name="Rectangle 5">
              <a:extLst>
                <a:ext uri="{FF2B5EF4-FFF2-40B4-BE49-F238E27FC236}">
                  <a16:creationId xmlns:a16="http://schemas.microsoft.com/office/drawing/2014/main" id="{FB8BE7F0-11C1-0416-44AE-A00D4506A2E7}"/>
                </a:ext>
              </a:extLst>
            </p:cNvPr>
            <p:cNvSpPr>
              <a:spLocks noChangeArrowheads="1"/>
            </p:cNvSpPr>
            <p:nvPr/>
          </p:nvSpPr>
          <p:spPr bwMode="auto">
            <a:xfrm>
              <a:off x="2744" y="754"/>
              <a:ext cx="2949" cy="640"/>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dirty="0">
                  <a:solidFill>
                    <a:srgbClr val="990000"/>
                  </a:solidFill>
                  <a:ea typeface="宋体" panose="02010600030101010101" pitchFamily="2" charset="-122"/>
                </a:rPr>
                <a:t>麦克斯韦第一方程</a:t>
              </a:r>
              <a:r>
                <a:rPr lang="zh-CN" altLang="en-US" sz="2000" i="1" u="sng" dirty="0">
                  <a:solidFill>
                    <a:srgbClr val="990000"/>
                  </a:solidFill>
                  <a:ea typeface="宋体" panose="02010600030101010101" pitchFamily="2" charset="-122"/>
                </a:rPr>
                <a:t>（全电流定律）</a:t>
              </a:r>
              <a:r>
                <a:rPr lang="zh-CN" altLang="en-US" sz="2000" dirty="0">
                  <a:solidFill>
                    <a:srgbClr val="990000"/>
                  </a:solidFill>
                  <a:ea typeface="宋体" panose="02010600030101010101" pitchFamily="2" charset="-122"/>
                </a:rPr>
                <a:t>表明：传导电流和时变电场（位移电流）都能产生磁场</a:t>
              </a:r>
            </a:p>
          </p:txBody>
        </p:sp>
        <p:sp>
          <p:nvSpPr>
            <p:cNvPr id="228374" name="Line 6">
              <a:extLst>
                <a:ext uri="{FF2B5EF4-FFF2-40B4-BE49-F238E27FC236}">
                  <a16:creationId xmlns:a16="http://schemas.microsoft.com/office/drawing/2014/main" id="{6BE2D912-BC06-167D-36C4-25E904EFE5C8}"/>
                </a:ext>
              </a:extLst>
            </p:cNvPr>
            <p:cNvSpPr>
              <a:spLocks noChangeShapeType="1"/>
            </p:cNvSpPr>
            <p:nvPr/>
          </p:nvSpPr>
          <p:spPr bwMode="auto">
            <a:xfrm flipH="1">
              <a:off x="2109" y="1026"/>
              <a:ext cx="635" cy="318"/>
            </a:xfrm>
            <a:prstGeom prst="line">
              <a:avLst/>
            </a:prstGeom>
            <a:noFill/>
            <a:ln w="22225">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7">
            <a:extLst>
              <a:ext uri="{FF2B5EF4-FFF2-40B4-BE49-F238E27FC236}">
                <a16:creationId xmlns:a16="http://schemas.microsoft.com/office/drawing/2014/main" id="{C333D42A-D77A-33F8-8396-576EB1CE3271}"/>
              </a:ext>
            </a:extLst>
          </p:cNvPr>
          <p:cNvGrpSpPr>
            <a:grpSpLocks/>
          </p:cNvGrpSpPr>
          <p:nvPr/>
        </p:nvGrpSpPr>
        <p:grpSpPr bwMode="auto">
          <a:xfrm>
            <a:off x="3419474" y="2129507"/>
            <a:ext cx="5229057" cy="708025"/>
            <a:chOff x="1882" y="1492"/>
            <a:chExt cx="3966" cy="446"/>
          </a:xfrm>
        </p:grpSpPr>
        <p:sp>
          <p:nvSpPr>
            <p:cNvPr id="228371" name="Rectangle 8">
              <a:extLst>
                <a:ext uri="{FF2B5EF4-FFF2-40B4-BE49-F238E27FC236}">
                  <a16:creationId xmlns:a16="http://schemas.microsoft.com/office/drawing/2014/main" id="{9B94FD0C-E87F-A1E8-FF02-6AB982EDF5B6}"/>
                </a:ext>
              </a:extLst>
            </p:cNvPr>
            <p:cNvSpPr>
              <a:spLocks noChangeArrowheads="1"/>
            </p:cNvSpPr>
            <p:nvPr/>
          </p:nvSpPr>
          <p:spPr bwMode="auto">
            <a:xfrm>
              <a:off x="2744" y="1492"/>
              <a:ext cx="3104" cy="446"/>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wrap="square">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dirty="0">
                  <a:solidFill>
                    <a:srgbClr val="990000"/>
                  </a:solidFill>
                  <a:ea typeface="宋体" panose="02010600030101010101" pitchFamily="2" charset="-122"/>
                </a:rPr>
                <a:t>麦克斯韦第二方程</a:t>
              </a:r>
              <a:r>
                <a:rPr lang="zh-CN" altLang="en-US" sz="2000" i="1" u="sng" dirty="0">
                  <a:solidFill>
                    <a:srgbClr val="990000"/>
                  </a:solidFill>
                  <a:ea typeface="宋体" panose="02010600030101010101" pitchFamily="2" charset="-122"/>
                </a:rPr>
                <a:t>（电磁感应定律）</a:t>
              </a:r>
              <a:r>
                <a:rPr lang="zh-CN" altLang="en-US" sz="2000" dirty="0">
                  <a:solidFill>
                    <a:srgbClr val="990000"/>
                  </a:solidFill>
                  <a:ea typeface="宋体" panose="02010600030101010101" pitchFamily="2" charset="-122"/>
                </a:rPr>
                <a:t>表明：时变磁场产生电场</a:t>
              </a:r>
            </a:p>
          </p:txBody>
        </p:sp>
        <p:sp>
          <p:nvSpPr>
            <p:cNvPr id="228372" name="Line 9">
              <a:extLst>
                <a:ext uri="{FF2B5EF4-FFF2-40B4-BE49-F238E27FC236}">
                  <a16:creationId xmlns:a16="http://schemas.microsoft.com/office/drawing/2014/main" id="{629A2BB2-B5B0-1295-6806-A1641EAA92DB}"/>
                </a:ext>
              </a:extLst>
            </p:cNvPr>
            <p:cNvSpPr>
              <a:spLocks noChangeShapeType="1"/>
            </p:cNvSpPr>
            <p:nvPr/>
          </p:nvSpPr>
          <p:spPr bwMode="auto">
            <a:xfrm flipH="1">
              <a:off x="1882" y="1661"/>
              <a:ext cx="817" cy="227"/>
            </a:xfrm>
            <a:prstGeom prst="line">
              <a:avLst/>
            </a:prstGeom>
            <a:noFill/>
            <a:ln w="22225">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0">
            <a:extLst>
              <a:ext uri="{FF2B5EF4-FFF2-40B4-BE49-F238E27FC236}">
                <a16:creationId xmlns:a16="http://schemas.microsoft.com/office/drawing/2014/main" id="{C751FBEB-245B-AC0D-5888-7CFD84B1B0A4}"/>
              </a:ext>
            </a:extLst>
          </p:cNvPr>
          <p:cNvGrpSpPr>
            <a:grpSpLocks/>
          </p:cNvGrpSpPr>
          <p:nvPr/>
        </p:nvGrpSpPr>
        <p:grpSpPr bwMode="auto">
          <a:xfrm>
            <a:off x="2627312" y="3039145"/>
            <a:ext cx="6021219" cy="1016000"/>
            <a:chOff x="1383" y="2095"/>
            <a:chExt cx="4071" cy="640"/>
          </a:xfrm>
        </p:grpSpPr>
        <p:sp>
          <p:nvSpPr>
            <p:cNvPr id="228369" name="Rectangle 11">
              <a:extLst>
                <a:ext uri="{FF2B5EF4-FFF2-40B4-BE49-F238E27FC236}">
                  <a16:creationId xmlns:a16="http://schemas.microsoft.com/office/drawing/2014/main" id="{FBE17065-C0FD-D114-7D8A-199297ED6030}"/>
                </a:ext>
              </a:extLst>
            </p:cNvPr>
            <p:cNvSpPr>
              <a:spLocks noChangeArrowheads="1"/>
            </p:cNvSpPr>
            <p:nvPr/>
          </p:nvSpPr>
          <p:spPr bwMode="auto">
            <a:xfrm>
              <a:off x="2687" y="2095"/>
              <a:ext cx="2767" cy="640"/>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dirty="0">
                  <a:solidFill>
                    <a:srgbClr val="990000"/>
                  </a:solidFill>
                  <a:ea typeface="宋体" panose="02010600030101010101" pitchFamily="2" charset="-122"/>
                </a:rPr>
                <a:t>麦克斯韦第三方程</a:t>
              </a:r>
              <a:r>
                <a:rPr lang="zh-CN" altLang="en-US" sz="2000" i="1" u="sng" dirty="0">
                  <a:solidFill>
                    <a:srgbClr val="990000"/>
                  </a:solidFill>
                  <a:ea typeface="宋体" panose="02010600030101010101" pitchFamily="2" charset="-122"/>
                </a:rPr>
                <a:t>（磁通连续性原理）</a:t>
              </a:r>
              <a:r>
                <a:rPr lang="zh-CN" altLang="en-US" sz="2000" dirty="0">
                  <a:solidFill>
                    <a:srgbClr val="990000"/>
                  </a:solidFill>
                  <a:ea typeface="宋体" panose="02010600030101010101" pitchFamily="2" charset="-122"/>
                </a:rPr>
                <a:t>表明：磁场是无散场，磁通总是连续的</a:t>
              </a:r>
            </a:p>
          </p:txBody>
        </p:sp>
        <p:sp>
          <p:nvSpPr>
            <p:cNvPr id="228370" name="Line 12">
              <a:extLst>
                <a:ext uri="{FF2B5EF4-FFF2-40B4-BE49-F238E27FC236}">
                  <a16:creationId xmlns:a16="http://schemas.microsoft.com/office/drawing/2014/main" id="{DB69B417-E91E-6CCE-3C3E-45D07517C208}"/>
                </a:ext>
              </a:extLst>
            </p:cNvPr>
            <p:cNvSpPr>
              <a:spLocks noChangeShapeType="1"/>
            </p:cNvSpPr>
            <p:nvPr/>
          </p:nvSpPr>
          <p:spPr bwMode="auto">
            <a:xfrm flipH="1" flipV="1">
              <a:off x="1383" y="2296"/>
              <a:ext cx="1315" cy="136"/>
            </a:xfrm>
            <a:prstGeom prst="line">
              <a:avLst/>
            </a:prstGeom>
            <a:noFill/>
            <a:ln w="22225">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3">
            <a:extLst>
              <a:ext uri="{FF2B5EF4-FFF2-40B4-BE49-F238E27FC236}">
                <a16:creationId xmlns:a16="http://schemas.microsoft.com/office/drawing/2014/main" id="{85D7318D-FB01-0E80-39C2-5CCE69D7935F}"/>
              </a:ext>
            </a:extLst>
          </p:cNvPr>
          <p:cNvGrpSpPr>
            <a:grpSpLocks/>
          </p:cNvGrpSpPr>
          <p:nvPr/>
        </p:nvGrpSpPr>
        <p:grpSpPr bwMode="auto">
          <a:xfrm>
            <a:off x="2585869" y="3951958"/>
            <a:ext cx="6062662" cy="1087437"/>
            <a:chOff x="1429" y="2659"/>
            <a:chExt cx="4099" cy="685"/>
          </a:xfrm>
        </p:grpSpPr>
        <p:sp>
          <p:nvSpPr>
            <p:cNvPr id="228367" name="Rectangle 14">
              <a:extLst>
                <a:ext uri="{FF2B5EF4-FFF2-40B4-BE49-F238E27FC236}">
                  <a16:creationId xmlns:a16="http://schemas.microsoft.com/office/drawing/2014/main" id="{65D06215-24DC-E6FF-EF0B-4FF02598912F}"/>
                </a:ext>
              </a:extLst>
            </p:cNvPr>
            <p:cNvSpPr>
              <a:spLocks noChangeArrowheads="1"/>
            </p:cNvSpPr>
            <p:nvPr/>
          </p:nvSpPr>
          <p:spPr bwMode="auto">
            <a:xfrm>
              <a:off x="2744" y="2898"/>
              <a:ext cx="2784" cy="446"/>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wrap="square">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dirty="0">
                  <a:solidFill>
                    <a:srgbClr val="990000"/>
                  </a:solidFill>
                  <a:ea typeface="宋体" panose="02010600030101010101" pitchFamily="2" charset="-122"/>
                </a:rPr>
                <a:t>麦克斯韦第四方程</a:t>
              </a:r>
              <a:r>
                <a:rPr lang="zh-CN" altLang="en-US" sz="2000" i="1" u="sng" dirty="0">
                  <a:solidFill>
                    <a:srgbClr val="990000"/>
                  </a:solidFill>
                  <a:ea typeface="宋体" panose="02010600030101010101" pitchFamily="2" charset="-122"/>
                </a:rPr>
                <a:t>（高斯定理）</a:t>
              </a:r>
              <a:r>
                <a:rPr lang="zh-CN" altLang="en-US" sz="2000" dirty="0">
                  <a:solidFill>
                    <a:srgbClr val="990000"/>
                  </a:solidFill>
                  <a:ea typeface="宋体" panose="02010600030101010101" pitchFamily="2" charset="-122"/>
                </a:rPr>
                <a:t>表明：电荷产生电场</a:t>
              </a:r>
            </a:p>
          </p:txBody>
        </p:sp>
        <p:sp>
          <p:nvSpPr>
            <p:cNvPr id="228368" name="Line 15">
              <a:extLst>
                <a:ext uri="{FF2B5EF4-FFF2-40B4-BE49-F238E27FC236}">
                  <a16:creationId xmlns:a16="http://schemas.microsoft.com/office/drawing/2014/main" id="{81365242-454E-0199-9410-034CD654DB9F}"/>
                </a:ext>
              </a:extLst>
            </p:cNvPr>
            <p:cNvSpPr>
              <a:spLocks noChangeShapeType="1"/>
            </p:cNvSpPr>
            <p:nvPr/>
          </p:nvSpPr>
          <p:spPr bwMode="auto">
            <a:xfrm flipH="1" flipV="1">
              <a:off x="1429" y="2659"/>
              <a:ext cx="1315" cy="453"/>
            </a:xfrm>
            <a:prstGeom prst="line">
              <a:avLst/>
            </a:prstGeom>
            <a:noFill/>
            <a:ln w="22225">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28361" name="AutoShape 16">
            <a:hlinkClick r:id="rId5" action="ppaction://hlinksldjump" highlightClick="1"/>
            <a:extLst>
              <a:ext uri="{FF2B5EF4-FFF2-40B4-BE49-F238E27FC236}">
                <a16:creationId xmlns:a16="http://schemas.microsoft.com/office/drawing/2014/main" id="{FCD9EA44-DF39-130E-5597-9A2AC0376477}"/>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28362" name="AutoShape 17">
            <a:hlinkClick r:id="" action="ppaction://hlinkshowjump?jump=previousslide" highlightClick="1"/>
            <a:extLst>
              <a:ext uri="{FF2B5EF4-FFF2-40B4-BE49-F238E27FC236}">
                <a16:creationId xmlns:a16="http://schemas.microsoft.com/office/drawing/2014/main" id="{7B69C918-B2FB-ABF9-FD33-CF7664508B8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28363" name="AutoShape 18">
            <a:hlinkClick r:id="" action="ppaction://hlinkshowjump?jump=nextslide" highlightClick="1"/>
            <a:extLst>
              <a:ext uri="{FF2B5EF4-FFF2-40B4-BE49-F238E27FC236}">
                <a16:creationId xmlns:a16="http://schemas.microsoft.com/office/drawing/2014/main" id="{781221CB-78EA-3240-8E42-23359610BF45}"/>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28364" name="AutoShape 19">
            <a:hlinkClick r:id="" action="ppaction://hlinkshowjump?jump=lastslide" highlightClick="1"/>
            <a:extLst>
              <a:ext uri="{FF2B5EF4-FFF2-40B4-BE49-F238E27FC236}">
                <a16:creationId xmlns:a16="http://schemas.microsoft.com/office/drawing/2014/main" id="{91A2C935-D362-82F0-A427-93394F18C88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55060" name="AutoShape 20">
            <a:extLst>
              <a:ext uri="{FF2B5EF4-FFF2-40B4-BE49-F238E27FC236}">
                <a16:creationId xmlns:a16="http://schemas.microsoft.com/office/drawing/2014/main" id="{D92E6278-92D9-D3C4-03DC-C599BF637F03}"/>
              </a:ext>
            </a:extLst>
          </p:cNvPr>
          <p:cNvSpPr>
            <a:spLocks noChangeArrowheads="1"/>
          </p:cNvSpPr>
          <p:nvPr/>
        </p:nvSpPr>
        <p:spPr bwMode="auto">
          <a:xfrm rot="5400000">
            <a:off x="1619250" y="4653633"/>
            <a:ext cx="504825" cy="215900"/>
          </a:xfrm>
          <a:prstGeom prst="rightArrow">
            <a:avLst>
              <a:gd name="adj1" fmla="val 50000"/>
              <a:gd name="adj2" fmla="val 58445"/>
            </a:avLst>
          </a:prstGeom>
          <a:solidFill>
            <a:srgbClr val="FFCC99"/>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pic>
        <p:nvPicPr>
          <p:cNvPr id="9" name="图片 8">
            <a:extLst>
              <a:ext uri="{FF2B5EF4-FFF2-40B4-BE49-F238E27FC236}">
                <a16:creationId xmlns:a16="http://schemas.microsoft.com/office/drawing/2014/main" id="{A8387D99-C308-E0C5-98B5-0DB55637A9FA}"/>
              </a:ext>
            </a:extLst>
          </p:cNvPr>
          <p:cNvPicPr>
            <a:picLocks noChangeAspect="1"/>
          </p:cNvPicPr>
          <p:nvPr/>
        </p:nvPicPr>
        <p:blipFill>
          <a:blip r:embed="rId6"/>
          <a:stretch>
            <a:fillRect/>
          </a:stretch>
        </p:blipFill>
        <p:spPr>
          <a:xfrm>
            <a:off x="393461" y="5129881"/>
            <a:ext cx="8220075" cy="1400175"/>
          </a:xfrm>
          <a:prstGeom prst="rect">
            <a:avLst/>
          </a:prstGeom>
        </p:spPr>
      </p:pic>
      <p:pic>
        <p:nvPicPr>
          <p:cNvPr id="7" name="图片 6">
            <a:extLst>
              <a:ext uri="{FF2B5EF4-FFF2-40B4-BE49-F238E27FC236}">
                <a16:creationId xmlns:a16="http://schemas.microsoft.com/office/drawing/2014/main" id="{9239E665-CBC6-B1DF-D486-2CBFCEFE2D11}"/>
              </a:ext>
            </a:extLst>
          </p:cNvPr>
          <p:cNvPicPr>
            <a:picLocks noChangeAspect="1"/>
          </p:cNvPicPr>
          <p:nvPr/>
        </p:nvPicPr>
        <p:blipFill>
          <a:blip r:embed="rId7"/>
          <a:stretch>
            <a:fillRect/>
          </a:stretch>
        </p:blipFill>
        <p:spPr>
          <a:xfrm>
            <a:off x="-15891" y="3039822"/>
            <a:ext cx="9144000" cy="38181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灯片编号占位符 3">
            <a:extLst>
              <a:ext uri="{FF2B5EF4-FFF2-40B4-BE49-F238E27FC236}">
                <a16:creationId xmlns:a16="http://schemas.microsoft.com/office/drawing/2014/main" id="{539882F8-21B1-B926-7890-21C1B355B07B}"/>
              </a:ext>
            </a:extLst>
          </p:cNvPr>
          <p:cNvSpPr>
            <a:spLocks noGrp="1" noChangeArrowheads="1"/>
          </p:cNvSpPr>
          <p:nvPr>
            <p:ph type="sldNum" sz="quarter" idx="10"/>
          </p:nvPr>
        </p:nvSpPr>
        <p:spPr>
          <a:xfrm>
            <a:off x="6877050" y="44450"/>
            <a:ext cx="2133600" cy="2682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443DE6D-5B76-4036-986B-FE1B52580EDA}" type="slidenum">
              <a:rPr altLang="zh-CN" sz="1400" b="0">
                <a:solidFill>
                  <a:schemeClr val="tx1"/>
                </a:solidFill>
                <a:ea typeface="宋体" panose="02010600030101010101" pitchFamily="2" charset="-122"/>
              </a:rPr>
              <a:pPr/>
              <a:t>3</a:t>
            </a:fld>
            <a:endParaRPr lang="zh-CN" altLang="zh-CN" sz="1400" b="0">
              <a:solidFill>
                <a:schemeClr val="tx1"/>
              </a:solidFill>
              <a:ea typeface="宋体" panose="02010600030101010101" pitchFamily="2" charset="-122"/>
            </a:endParaRPr>
          </a:p>
        </p:txBody>
      </p:sp>
      <p:sp>
        <p:nvSpPr>
          <p:cNvPr id="854018" name="Rectangle 2">
            <a:extLst>
              <a:ext uri="{FF2B5EF4-FFF2-40B4-BE49-F238E27FC236}">
                <a16:creationId xmlns:a16="http://schemas.microsoft.com/office/drawing/2014/main" id="{E5DFBC58-25F6-00DD-5C86-15A14F407FB7}"/>
              </a:ext>
            </a:extLst>
          </p:cNvPr>
          <p:cNvSpPr>
            <a:spLocks noGrp="1" noChangeArrowheads="1"/>
          </p:cNvSpPr>
          <p:nvPr>
            <p:ph type="title"/>
          </p:nvPr>
        </p:nvSpPr>
        <p:spPr bwMode="auto">
          <a:xfrm>
            <a:off x="34925" y="455613"/>
            <a:ext cx="8229600"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400" b="1">
                <a:solidFill>
                  <a:schemeClr val="bg1"/>
                </a:solidFill>
                <a:latin typeface="Times New Roman" panose="02020603050405020304" pitchFamily="18" charset="0"/>
                <a:ea typeface="幼圆" panose="02010509060101010101" pitchFamily="49" charset="-122"/>
              </a:rPr>
              <a:t>2.6.2  </a:t>
            </a:r>
            <a:r>
              <a:rPr lang="zh-CN" altLang="en-US" sz="2400" b="1">
                <a:solidFill>
                  <a:schemeClr val="bg1"/>
                </a:solidFill>
                <a:latin typeface="Times New Roman" panose="02020603050405020304" pitchFamily="18" charset="0"/>
                <a:ea typeface="幼圆" panose="02010509060101010101" pitchFamily="49" charset="-122"/>
              </a:rPr>
              <a:t>麦克斯韦方程组的积分形式</a:t>
            </a:r>
          </a:p>
        </p:txBody>
      </p:sp>
      <p:graphicFrame>
        <p:nvGraphicFramePr>
          <p:cNvPr id="854020" name="Object 4">
            <a:extLst>
              <a:ext uri="{FF2B5EF4-FFF2-40B4-BE49-F238E27FC236}">
                <a16:creationId xmlns:a16="http://schemas.microsoft.com/office/drawing/2014/main" id="{322375DB-CC5C-0F4C-AD0B-94EF9B1908A1}"/>
              </a:ext>
            </a:extLst>
          </p:cNvPr>
          <p:cNvGraphicFramePr>
            <a:graphicFrameLocks noChangeAspect="1"/>
          </p:cNvGraphicFramePr>
          <p:nvPr/>
        </p:nvGraphicFramePr>
        <p:xfrm>
          <a:off x="231775" y="1052513"/>
          <a:ext cx="3835400" cy="3775075"/>
        </p:xfrm>
        <a:graphic>
          <a:graphicData uri="http://schemas.openxmlformats.org/presentationml/2006/ole">
            <mc:AlternateContent xmlns:mc="http://schemas.openxmlformats.org/markup-compatibility/2006">
              <mc:Choice xmlns:v="urn:schemas-microsoft-com:vml" Requires="v">
                <p:oleObj r:id="rId3" imgW="1111428" imgH="1092292" progId="Equation.3">
                  <p:embed/>
                </p:oleObj>
              </mc:Choice>
              <mc:Fallback>
                <p:oleObj r:id="rId3" imgW="1111428" imgH="109229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 y="1052513"/>
                        <a:ext cx="3835400"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0405" name="AutoShape 5">
            <a:hlinkClick r:id="rId5" action="ppaction://hlinksldjump" highlightClick="1"/>
            <a:extLst>
              <a:ext uri="{FF2B5EF4-FFF2-40B4-BE49-F238E27FC236}">
                <a16:creationId xmlns:a16="http://schemas.microsoft.com/office/drawing/2014/main" id="{4CB695EF-5E7F-E880-92FC-E181799718E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0406" name="AutoShape 6">
            <a:hlinkClick r:id="" action="ppaction://hlinkshowjump?jump=previousslide" highlightClick="1"/>
            <a:extLst>
              <a:ext uri="{FF2B5EF4-FFF2-40B4-BE49-F238E27FC236}">
                <a16:creationId xmlns:a16="http://schemas.microsoft.com/office/drawing/2014/main" id="{5E664393-CA41-0BD3-F4B3-1F852E78847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0407" name="AutoShape 7">
            <a:hlinkClick r:id="" action="ppaction://hlinkshowjump?jump=nextslide" highlightClick="1"/>
            <a:extLst>
              <a:ext uri="{FF2B5EF4-FFF2-40B4-BE49-F238E27FC236}">
                <a16:creationId xmlns:a16="http://schemas.microsoft.com/office/drawing/2014/main" id="{2D2B39B9-17C4-6C28-08E5-3DB3D669827C}"/>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0408" name="AutoShape 8">
            <a:hlinkClick r:id="" action="ppaction://hlinkshowjump?jump=lastslide" highlightClick="1"/>
            <a:extLst>
              <a:ext uri="{FF2B5EF4-FFF2-40B4-BE49-F238E27FC236}">
                <a16:creationId xmlns:a16="http://schemas.microsoft.com/office/drawing/2014/main" id="{EDE8292B-34A1-65A6-ED44-FE8587D1D536}"/>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2" name="Group 9">
            <a:extLst>
              <a:ext uri="{FF2B5EF4-FFF2-40B4-BE49-F238E27FC236}">
                <a16:creationId xmlns:a16="http://schemas.microsoft.com/office/drawing/2014/main" id="{7302B204-579E-7FBA-4852-E929EED38963}"/>
              </a:ext>
            </a:extLst>
          </p:cNvPr>
          <p:cNvGrpSpPr>
            <a:grpSpLocks/>
          </p:cNvGrpSpPr>
          <p:nvPr/>
        </p:nvGrpSpPr>
        <p:grpSpPr bwMode="auto">
          <a:xfrm>
            <a:off x="3059113" y="4271963"/>
            <a:ext cx="5834062" cy="1081087"/>
            <a:chOff x="1927" y="2976"/>
            <a:chExt cx="3765" cy="681"/>
          </a:xfrm>
        </p:grpSpPr>
        <p:sp>
          <p:nvSpPr>
            <p:cNvPr id="230422" name="Rectangle 10">
              <a:extLst>
                <a:ext uri="{FF2B5EF4-FFF2-40B4-BE49-F238E27FC236}">
                  <a16:creationId xmlns:a16="http://schemas.microsoft.com/office/drawing/2014/main" id="{ACDF9D7A-3637-61B7-BAF2-B96394E9464F}"/>
                </a:ext>
              </a:extLst>
            </p:cNvPr>
            <p:cNvSpPr>
              <a:spLocks noChangeArrowheads="1"/>
            </p:cNvSpPr>
            <p:nvPr/>
          </p:nvSpPr>
          <p:spPr bwMode="auto">
            <a:xfrm>
              <a:off x="2743" y="3209"/>
              <a:ext cx="2949" cy="448"/>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a:solidFill>
                    <a:srgbClr val="990000"/>
                  </a:solidFill>
                  <a:ea typeface="宋体" panose="02010600030101010101" pitchFamily="2" charset="-122"/>
                </a:rPr>
                <a:t>穿过任意闭合曲面的电位移的通量等于该闭合面所包围的自由电荷的代数和</a:t>
              </a:r>
            </a:p>
          </p:txBody>
        </p:sp>
        <p:sp>
          <p:nvSpPr>
            <p:cNvPr id="230423" name="Line 11">
              <a:extLst>
                <a:ext uri="{FF2B5EF4-FFF2-40B4-BE49-F238E27FC236}">
                  <a16:creationId xmlns:a16="http://schemas.microsoft.com/office/drawing/2014/main" id="{3187A41F-278E-8287-4524-E54B83D96D90}"/>
                </a:ext>
              </a:extLst>
            </p:cNvPr>
            <p:cNvSpPr>
              <a:spLocks noChangeShapeType="1"/>
            </p:cNvSpPr>
            <p:nvPr/>
          </p:nvSpPr>
          <p:spPr bwMode="auto">
            <a:xfrm flipH="1" flipV="1">
              <a:off x="1927" y="2976"/>
              <a:ext cx="817" cy="3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2">
            <a:extLst>
              <a:ext uri="{FF2B5EF4-FFF2-40B4-BE49-F238E27FC236}">
                <a16:creationId xmlns:a16="http://schemas.microsoft.com/office/drawing/2014/main" id="{3DD08116-B1F3-BC89-F16A-DD8F6BE915D0}"/>
              </a:ext>
            </a:extLst>
          </p:cNvPr>
          <p:cNvGrpSpPr>
            <a:grpSpLocks/>
          </p:cNvGrpSpPr>
          <p:nvPr/>
        </p:nvGrpSpPr>
        <p:grpSpPr bwMode="auto">
          <a:xfrm>
            <a:off x="2411413" y="3552828"/>
            <a:ext cx="5337175" cy="711200"/>
            <a:chOff x="1565" y="2477"/>
            <a:chExt cx="3362" cy="448"/>
          </a:xfrm>
        </p:grpSpPr>
        <p:sp>
          <p:nvSpPr>
            <p:cNvPr id="230420" name="Rectangle 13">
              <a:extLst>
                <a:ext uri="{FF2B5EF4-FFF2-40B4-BE49-F238E27FC236}">
                  <a16:creationId xmlns:a16="http://schemas.microsoft.com/office/drawing/2014/main" id="{A3AC2D26-F4F8-69D2-7D90-D8A91A90E8BB}"/>
                </a:ext>
              </a:extLst>
            </p:cNvPr>
            <p:cNvSpPr>
              <a:spLocks noChangeArrowheads="1"/>
            </p:cNvSpPr>
            <p:nvPr/>
          </p:nvSpPr>
          <p:spPr bwMode="auto">
            <a:xfrm>
              <a:off x="3022" y="2477"/>
              <a:ext cx="1905" cy="448"/>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dirty="0">
                  <a:solidFill>
                    <a:srgbClr val="990000"/>
                  </a:solidFill>
                  <a:ea typeface="宋体" panose="02010600030101010101" pitchFamily="2" charset="-122"/>
                </a:rPr>
                <a:t>穿过任意闭合曲面的磁感应强度的通量恒等于零</a:t>
              </a:r>
              <a:r>
                <a:rPr lang="zh-CN" altLang="en-US" sz="1800" b="0" dirty="0">
                  <a:solidFill>
                    <a:srgbClr val="990000"/>
                  </a:solidFill>
                  <a:ea typeface="宋体" panose="02010600030101010101" pitchFamily="2" charset="-122"/>
                </a:rPr>
                <a:t> </a:t>
              </a:r>
            </a:p>
          </p:txBody>
        </p:sp>
        <p:sp>
          <p:nvSpPr>
            <p:cNvPr id="230421" name="Line 14">
              <a:extLst>
                <a:ext uri="{FF2B5EF4-FFF2-40B4-BE49-F238E27FC236}">
                  <a16:creationId xmlns:a16="http://schemas.microsoft.com/office/drawing/2014/main" id="{9DBD65F3-C102-214D-F04C-01B28EDE962E}"/>
                </a:ext>
              </a:extLst>
            </p:cNvPr>
            <p:cNvSpPr>
              <a:spLocks noChangeShapeType="1"/>
            </p:cNvSpPr>
            <p:nvPr/>
          </p:nvSpPr>
          <p:spPr bwMode="auto">
            <a:xfrm flipH="1" flipV="1">
              <a:off x="1565" y="2478"/>
              <a:ext cx="1496" cy="22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5">
            <a:extLst>
              <a:ext uri="{FF2B5EF4-FFF2-40B4-BE49-F238E27FC236}">
                <a16:creationId xmlns:a16="http://schemas.microsoft.com/office/drawing/2014/main" id="{89B31FAB-855D-9642-2D97-46FB76715FDE}"/>
              </a:ext>
            </a:extLst>
          </p:cNvPr>
          <p:cNvGrpSpPr>
            <a:grpSpLocks/>
          </p:cNvGrpSpPr>
          <p:nvPr/>
        </p:nvGrpSpPr>
        <p:grpSpPr bwMode="auto">
          <a:xfrm>
            <a:off x="3419475" y="2023269"/>
            <a:ext cx="5616576" cy="1016000"/>
            <a:chOff x="2245" y="1565"/>
            <a:chExt cx="3311" cy="640"/>
          </a:xfrm>
        </p:grpSpPr>
        <p:sp>
          <p:nvSpPr>
            <p:cNvPr id="230418" name="Rectangle 16">
              <a:extLst>
                <a:ext uri="{FF2B5EF4-FFF2-40B4-BE49-F238E27FC236}">
                  <a16:creationId xmlns:a16="http://schemas.microsoft.com/office/drawing/2014/main" id="{6061CA44-D7E3-C5D7-6C0F-8A238B6626A0}"/>
                </a:ext>
              </a:extLst>
            </p:cNvPr>
            <p:cNvSpPr>
              <a:spLocks noChangeArrowheads="1"/>
            </p:cNvSpPr>
            <p:nvPr/>
          </p:nvSpPr>
          <p:spPr bwMode="auto">
            <a:xfrm>
              <a:off x="3015" y="1565"/>
              <a:ext cx="2541" cy="640"/>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a:solidFill>
                    <a:srgbClr val="990000"/>
                  </a:solidFill>
                  <a:ea typeface="宋体" panose="02010600030101010101" pitchFamily="2" charset="-122"/>
                </a:rPr>
                <a:t>电场强度沿任意闭合曲线的环量，等于穿过以该闭合曲线为周界的任一曲面的磁通量变化率的负值 </a:t>
              </a:r>
            </a:p>
          </p:txBody>
        </p:sp>
        <p:sp>
          <p:nvSpPr>
            <p:cNvPr id="230419" name="Line 17">
              <a:extLst>
                <a:ext uri="{FF2B5EF4-FFF2-40B4-BE49-F238E27FC236}">
                  <a16:creationId xmlns:a16="http://schemas.microsoft.com/office/drawing/2014/main" id="{E4BA491C-F083-E1B1-10CD-49FF82D60BD9}"/>
                </a:ext>
              </a:extLst>
            </p:cNvPr>
            <p:cNvSpPr>
              <a:spLocks noChangeShapeType="1"/>
            </p:cNvSpPr>
            <p:nvPr/>
          </p:nvSpPr>
          <p:spPr bwMode="auto">
            <a:xfrm flipH="1">
              <a:off x="2245" y="1888"/>
              <a:ext cx="771" cy="13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8">
            <a:extLst>
              <a:ext uri="{FF2B5EF4-FFF2-40B4-BE49-F238E27FC236}">
                <a16:creationId xmlns:a16="http://schemas.microsoft.com/office/drawing/2014/main" id="{B6454583-4924-0883-7C0B-7A5A9F43D06E}"/>
              </a:ext>
            </a:extLst>
          </p:cNvPr>
          <p:cNvGrpSpPr>
            <a:grpSpLocks/>
          </p:cNvGrpSpPr>
          <p:nvPr/>
        </p:nvGrpSpPr>
        <p:grpSpPr bwMode="auto">
          <a:xfrm>
            <a:off x="4140200" y="744538"/>
            <a:ext cx="4895850" cy="1016000"/>
            <a:chOff x="2608" y="749"/>
            <a:chExt cx="3084" cy="640"/>
          </a:xfrm>
        </p:grpSpPr>
        <p:sp>
          <p:nvSpPr>
            <p:cNvPr id="230416" name="Rectangle 19">
              <a:extLst>
                <a:ext uri="{FF2B5EF4-FFF2-40B4-BE49-F238E27FC236}">
                  <a16:creationId xmlns:a16="http://schemas.microsoft.com/office/drawing/2014/main" id="{FF010C00-F503-8820-D2BA-9194E41388E3}"/>
                </a:ext>
              </a:extLst>
            </p:cNvPr>
            <p:cNvSpPr>
              <a:spLocks noChangeArrowheads="1"/>
            </p:cNvSpPr>
            <p:nvPr/>
          </p:nvSpPr>
          <p:spPr bwMode="auto">
            <a:xfrm>
              <a:off x="2925" y="749"/>
              <a:ext cx="2767" cy="640"/>
            </a:xfrm>
            <a:prstGeom prst="rect">
              <a:avLst/>
            </a:prstGeom>
            <a:solidFill>
              <a:srgbClr val="CCFFFF">
                <a:alpha val="89803"/>
              </a:srgbClr>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CFFFF"/>
              </a:extrusionClr>
              <a:contourClr>
                <a:srgbClr val="CCFFFF"/>
              </a:contourClr>
            </a:sp3d>
          </p:spPr>
          <p:txBody>
            <a:bodyPr anchor="ctr">
              <a:spAutoFit/>
              <a:flatTx/>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000">
                  <a:solidFill>
                    <a:srgbClr val="990000"/>
                  </a:solidFill>
                  <a:ea typeface="宋体" panose="02010600030101010101" pitchFamily="2" charset="-122"/>
                </a:rPr>
                <a:t>磁场强度沿任意闭合曲线的环量，等于穿过以该闭合曲线为周界的任意曲面的传导电流与位移电流之和。</a:t>
              </a:r>
              <a:r>
                <a:rPr lang="zh-CN" altLang="en-US" sz="2000" b="0">
                  <a:solidFill>
                    <a:srgbClr val="990000"/>
                  </a:solidFill>
                  <a:ea typeface="宋体" panose="02010600030101010101" pitchFamily="2" charset="-122"/>
                </a:rPr>
                <a:t> </a:t>
              </a:r>
            </a:p>
          </p:txBody>
        </p:sp>
        <p:sp>
          <p:nvSpPr>
            <p:cNvPr id="230417" name="Line 20">
              <a:extLst>
                <a:ext uri="{FF2B5EF4-FFF2-40B4-BE49-F238E27FC236}">
                  <a16:creationId xmlns:a16="http://schemas.microsoft.com/office/drawing/2014/main" id="{B782DB2A-9F02-6E56-4EF0-DE3AE72F2B7B}"/>
                </a:ext>
              </a:extLst>
            </p:cNvPr>
            <p:cNvSpPr>
              <a:spLocks noChangeShapeType="1"/>
            </p:cNvSpPr>
            <p:nvPr/>
          </p:nvSpPr>
          <p:spPr bwMode="auto">
            <a:xfrm flipH="1">
              <a:off x="2608" y="981"/>
              <a:ext cx="317" cy="27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854037" name="Object 21">
            <a:extLst>
              <a:ext uri="{FF2B5EF4-FFF2-40B4-BE49-F238E27FC236}">
                <a16:creationId xmlns:a16="http://schemas.microsoft.com/office/drawing/2014/main" id="{36685FDA-E2BD-6517-49FF-7CEE4EDA1255}"/>
              </a:ext>
            </a:extLst>
          </p:cNvPr>
          <p:cNvGraphicFramePr>
            <a:graphicFrameLocks noGrp="1" noChangeAspect="1"/>
          </p:cNvGraphicFramePr>
          <p:nvPr>
            <p:ph idx="1"/>
            <p:extLst>
              <p:ext uri="{D42A27DB-BD31-4B8C-83A1-F6EECF244321}">
                <p14:modId xmlns:p14="http://schemas.microsoft.com/office/powerpoint/2010/main" val="3997172773"/>
              </p:ext>
            </p:extLst>
          </p:nvPr>
        </p:nvGraphicFramePr>
        <p:xfrm>
          <a:off x="2923383" y="5576884"/>
          <a:ext cx="3313112" cy="950912"/>
        </p:xfrm>
        <a:graphic>
          <a:graphicData uri="http://schemas.openxmlformats.org/presentationml/2006/ole">
            <mc:AlternateContent xmlns:mc="http://schemas.openxmlformats.org/markup-compatibility/2006">
              <mc:Choice xmlns:v="urn:schemas-microsoft-com:vml" Requires="v">
                <p:oleObj r:id="rId6" imgW="927091" imgH="247719" progId="Equation.3">
                  <p:embed/>
                </p:oleObj>
              </mc:Choice>
              <mc:Fallback>
                <p:oleObj r:id="rId6" imgW="927091" imgH="247719" progId="Equation.3">
                  <p:embed/>
                  <p:pic>
                    <p:nvPicPr>
                      <p:cNvPr id="0" name="Object 21"/>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3383" y="5576884"/>
                        <a:ext cx="3313112" cy="95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8914" name="Rectangle 2">
            <a:extLst>
              <a:ext uri="{FF2B5EF4-FFF2-40B4-BE49-F238E27FC236}">
                <a16:creationId xmlns:a16="http://schemas.microsoft.com/office/drawing/2014/main" id="{7838E87F-F2DB-BFB2-D502-DA56857E05BA}"/>
              </a:ext>
            </a:extLst>
          </p:cNvPr>
          <p:cNvSpPr>
            <a:spLocks noChangeArrowheads="1"/>
          </p:cNvSpPr>
          <p:nvPr/>
        </p:nvSpPr>
        <p:spPr bwMode="auto">
          <a:xfrm>
            <a:off x="106363" y="5733256"/>
            <a:ext cx="29527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20000"/>
              </a:spcBef>
            </a:pPr>
            <a:r>
              <a:rPr lang="zh-CN" altLang="en-US" dirty="0">
                <a:solidFill>
                  <a:srgbClr val="F8A6A6"/>
                </a:solidFill>
                <a:latin typeface="幼圆" panose="02010509060101010101" pitchFamily="49" charset="-122"/>
                <a:ea typeface="幼圆" panose="02010509060101010101" pitchFamily="49" charset="-122"/>
              </a:rPr>
              <a:t>满足电流连续性方程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灯片编号占位符 3">
            <a:extLst>
              <a:ext uri="{FF2B5EF4-FFF2-40B4-BE49-F238E27FC236}">
                <a16:creationId xmlns:a16="http://schemas.microsoft.com/office/drawing/2014/main" id="{A7233FB1-CF74-004F-C8CB-52A3EB4F6749}"/>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340E627B-E131-4F61-A1EE-C5A8A90D657E}" type="slidenum">
              <a:rPr altLang="zh-CN" sz="1400" b="0">
                <a:solidFill>
                  <a:schemeClr val="tx1"/>
                </a:solidFill>
                <a:ea typeface="宋体" panose="02010600030101010101" pitchFamily="2" charset="-122"/>
              </a:rPr>
              <a:pPr/>
              <a:t>4</a:t>
            </a:fld>
            <a:endParaRPr lang="zh-CN" altLang="zh-CN" sz="1400" b="0">
              <a:solidFill>
                <a:schemeClr val="tx1"/>
              </a:solidFill>
              <a:ea typeface="宋体" panose="02010600030101010101" pitchFamily="2" charset="-122"/>
            </a:endParaRPr>
          </a:p>
        </p:txBody>
      </p:sp>
      <p:sp>
        <p:nvSpPr>
          <p:cNvPr id="856066" name="Text Box 2">
            <a:extLst>
              <a:ext uri="{FF2B5EF4-FFF2-40B4-BE49-F238E27FC236}">
                <a16:creationId xmlns:a16="http://schemas.microsoft.com/office/drawing/2014/main" id="{5482D9F1-5BDF-0E0D-7597-A788F48CC44C}"/>
              </a:ext>
            </a:extLst>
          </p:cNvPr>
          <p:cNvSpPr txBox="1">
            <a:spLocks noChangeArrowheads="1"/>
          </p:cNvSpPr>
          <p:nvPr/>
        </p:nvSpPr>
        <p:spPr bwMode="auto">
          <a:xfrm>
            <a:off x="288925" y="476250"/>
            <a:ext cx="54356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en-US" altLang="zh-CN">
                <a:latin typeface="Times New Roman" panose="02020603050405020304" pitchFamily="18" charset="0"/>
                <a:ea typeface="幼圆" panose="02010509060101010101" pitchFamily="49" charset="-122"/>
              </a:rPr>
              <a:t>2.6.3   </a:t>
            </a:r>
            <a:r>
              <a:rPr lang="zh-CN" altLang="en-US">
                <a:latin typeface="幼圆" panose="02010509060101010101" pitchFamily="49" charset="-122"/>
                <a:ea typeface="幼圆" panose="02010509060101010101" pitchFamily="49" charset="-122"/>
              </a:rPr>
              <a:t>媒质的本构关系</a:t>
            </a:r>
            <a:r>
              <a:rPr lang="zh-CN" altLang="en-US">
                <a:latin typeface="Times New Roman" panose="02020603050405020304" pitchFamily="18" charset="0"/>
              </a:rPr>
              <a:t>           </a:t>
            </a:r>
          </a:p>
        </p:txBody>
      </p:sp>
      <p:grpSp>
        <p:nvGrpSpPr>
          <p:cNvPr id="2" name="Group 3">
            <a:extLst>
              <a:ext uri="{FF2B5EF4-FFF2-40B4-BE49-F238E27FC236}">
                <a16:creationId xmlns:a16="http://schemas.microsoft.com/office/drawing/2014/main" id="{BCF4C35D-A6D9-0BB2-AA7B-DC06DBDF5F7C}"/>
              </a:ext>
            </a:extLst>
          </p:cNvPr>
          <p:cNvGrpSpPr>
            <a:grpSpLocks/>
          </p:cNvGrpSpPr>
          <p:nvPr/>
        </p:nvGrpSpPr>
        <p:grpSpPr bwMode="auto">
          <a:xfrm>
            <a:off x="1763713" y="1736725"/>
            <a:ext cx="3744912" cy="468313"/>
            <a:chOff x="521" y="1085"/>
            <a:chExt cx="2242" cy="304"/>
          </a:xfrm>
        </p:grpSpPr>
        <p:graphicFrame>
          <p:nvGraphicFramePr>
            <p:cNvPr id="232467" name="Object 4">
              <a:extLst>
                <a:ext uri="{FF2B5EF4-FFF2-40B4-BE49-F238E27FC236}">
                  <a16:creationId xmlns:a16="http://schemas.microsoft.com/office/drawing/2014/main" id="{37C40842-464F-65DA-37E3-BA955668973C}"/>
                </a:ext>
              </a:extLst>
            </p:cNvPr>
            <p:cNvGraphicFramePr>
              <a:graphicFrameLocks noChangeAspect="1"/>
            </p:cNvGraphicFramePr>
            <p:nvPr/>
          </p:nvGraphicFramePr>
          <p:xfrm>
            <a:off x="521" y="1100"/>
            <a:ext cx="681" cy="289"/>
          </p:xfrm>
          <a:graphic>
            <a:graphicData uri="http://schemas.openxmlformats.org/presentationml/2006/ole">
              <mc:AlternateContent xmlns:mc="http://schemas.openxmlformats.org/markup-compatibility/2006">
                <mc:Choice xmlns:v="urn:schemas-microsoft-com:vml" Requires="v">
                  <p:oleObj r:id="rId3" imgW="349116" imgH="120535" progId="Equation.3">
                    <p:embed/>
                  </p:oleObj>
                </mc:Choice>
                <mc:Fallback>
                  <p:oleObj r:id="rId3" imgW="349116" imgH="12053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 y="1100"/>
                          <a:ext cx="68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2468" name="Object 5">
              <a:extLst>
                <a:ext uri="{FF2B5EF4-FFF2-40B4-BE49-F238E27FC236}">
                  <a16:creationId xmlns:a16="http://schemas.microsoft.com/office/drawing/2014/main" id="{AA0B5008-DFC5-BFB3-2AE0-3C031B37EE85}"/>
                </a:ext>
              </a:extLst>
            </p:cNvPr>
            <p:cNvGraphicFramePr>
              <a:graphicFrameLocks noChangeAspect="1"/>
            </p:cNvGraphicFramePr>
            <p:nvPr/>
          </p:nvGraphicFramePr>
          <p:xfrm>
            <a:off x="1292" y="1085"/>
            <a:ext cx="657" cy="304"/>
          </p:xfrm>
          <a:graphic>
            <a:graphicData uri="http://schemas.openxmlformats.org/presentationml/2006/ole">
              <mc:AlternateContent xmlns:mc="http://schemas.openxmlformats.org/markup-compatibility/2006">
                <mc:Choice xmlns:v="urn:schemas-microsoft-com:vml" Requires="v">
                  <p:oleObj r:id="rId5" imgW="381156" imgH="139654" progId="Equation.3">
                    <p:embed/>
                  </p:oleObj>
                </mc:Choice>
                <mc:Fallback>
                  <p:oleObj r:id="rId5" imgW="381156" imgH="139654"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 y="1085"/>
                          <a:ext cx="6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2469" name="Object 6">
              <a:extLst>
                <a:ext uri="{FF2B5EF4-FFF2-40B4-BE49-F238E27FC236}">
                  <a16:creationId xmlns:a16="http://schemas.microsoft.com/office/drawing/2014/main" id="{89D9F667-781D-9FFB-1353-A10A408AD1DF}"/>
                </a:ext>
              </a:extLst>
            </p:cNvPr>
            <p:cNvGraphicFramePr>
              <a:graphicFrameLocks noChangeAspect="1"/>
            </p:cNvGraphicFramePr>
            <p:nvPr/>
          </p:nvGraphicFramePr>
          <p:xfrm>
            <a:off x="2153" y="1091"/>
            <a:ext cx="610" cy="272"/>
          </p:xfrm>
          <a:graphic>
            <a:graphicData uri="http://schemas.openxmlformats.org/presentationml/2006/ole">
              <mc:AlternateContent xmlns:mc="http://schemas.openxmlformats.org/markup-compatibility/2006">
                <mc:Choice xmlns:v="urn:schemas-microsoft-com:vml" Requires="v">
                  <p:oleObj r:id="rId7" imgW="349116" imgH="120535" progId="Equation.3">
                    <p:embed/>
                  </p:oleObj>
                </mc:Choice>
                <mc:Fallback>
                  <p:oleObj r:id="rId7" imgW="349116" imgH="12053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3" y="1091"/>
                          <a:ext cx="61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856071" name="Text Box 7">
            <a:extLst>
              <a:ext uri="{FF2B5EF4-FFF2-40B4-BE49-F238E27FC236}">
                <a16:creationId xmlns:a16="http://schemas.microsoft.com/office/drawing/2014/main" id="{9E4F8EAE-DB73-94E9-B64F-1B3E222ECCBB}"/>
              </a:ext>
            </a:extLst>
          </p:cNvPr>
          <p:cNvSpPr txBox="1">
            <a:spLocks noChangeArrowheads="1"/>
          </p:cNvSpPr>
          <p:nvPr/>
        </p:nvSpPr>
        <p:spPr bwMode="auto">
          <a:xfrm>
            <a:off x="252413" y="2357438"/>
            <a:ext cx="482441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30000"/>
              </a:lnSpc>
            </a:pPr>
            <a:r>
              <a:rPr lang="zh-CN" altLang="en-US">
                <a:latin typeface="楷体_GB2312" pitchFamily="49" charset="-122"/>
              </a:rPr>
              <a:t>代入麦克斯韦方程组中，有</a:t>
            </a:r>
          </a:p>
        </p:txBody>
      </p:sp>
      <p:graphicFrame>
        <p:nvGraphicFramePr>
          <p:cNvPr id="856072" name="Object 8">
            <a:extLst>
              <a:ext uri="{FF2B5EF4-FFF2-40B4-BE49-F238E27FC236}">
                <a16:creationId xmlns:a16="http://schemas.microsoft.com/office/drawing/2014/main" id="{5D390E47-8710-9361-A9C3-3FC558483A8E}"/>
              </a:ext>
            </a:extLst>
          </p:cNvPr>
          <p:cNvGraphicFramePr>
            <a:graphicFrameLocks noChangeAspect="1"/>
          </p:cNvGraphicFramePr>
          <p:nvPr/>
        </p:nvGraphicFramePr>
        <p:xfrm>
          <a:off x="5724525" y="3357563"/>
          <a:ext cx="3097213" cy="2808287"/>
        </p:xfrm>
        <a:graphic>
          <a:graphicData uri="http://schemas.openxmlformats.org/presentationml/2006/ole">
            <mc:AlternateContent xmlns:mc="http://schemas.openxmlformats.org/markup-compatibility/2006">
              <mc:Choice xmlns:v="urn:schemas-microsoft-com:vml" Requires="v">
                <p:oleObj r:id="rId9" imgW="1041521" imgH="1123881" progId="Equation.DSMT4">
                  <p:embed/>
                </p:oleObj>
              </mc:Choice>
              <mc:Fallback>
                <p:oleObj r:id="rId9" imgW="1041521" imgH="1123881"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5" y="3357563"/>
                        <a:ext cx="3097213" cy="2808287"/>
                      </a:xfrm>
                      <a:prstGeom prst="rect">
                        <a:avLst/>
                      </a:prstGeom>
                      <a:solidFill>
                        <a:srgbClr val="0000FF"/>
                      </a:solidFill>
                      <a:ln w="9525">
                        <a:solidFill>
                          <a:srgbClr val="FF0000"/>
                        </a:solidFill>
                        <a:miter lim="800000"/>
                        <a:headEnd/>
                        <a:tailEnd/>
                      </a:ln>
                    </p:spPr>
                  </p:pic>
                </p:oleObj>
              </mc:Fallback>
            </mc:AlternateContent>
          </a:graphicData>
        </a:graphic>
      </p:graphicFrame>
      <p:grpSp>
        <p:nvGrpSpPr>
          <p:cNvPr id="3" name="Group 9">
            <a:extLst>
              <a:ext uri="{FF2B5EF4-FFF2-40B4-BE49-F238E27FC236}">
                <a16:creationId xmlns:a16="http://schemas.microsoft.com/office/drawing/2014/main" id="{265CB014-BADA-BFE0-833B-1F7D9FFE49D6}"/>
              </a:ext>
            </a:extLst>
          </p:cNvPr>
          <p:cNvGrpSpPr>
            <a:grpSpLocks/>
          </p:cNvGrpSpPr>
          <p:nvPr/>
        </p:nvGrpSpPr>
        <p:grpSpPr bwMode="auto">
          <a:xfrm>
            <a:off x="3924300" y="2347913"/>
            <a:ext cx="4968875" cy="1152525"/>
            <a:chOff x="2517" y="1434"/>
            <a:chExt cx="3130" cy="681"/>
          </a:xfrm>
        </p:grpSpPr>
        <p:sp>
          <p:nvSpPr>
            <p:cNvPr id="232465" name="Rectangle 10">
              <a:extLst>
                <a:ext uri="{FF2B5EF4-FFF2-40B4-BE49-F238E27FC236}">
                  <a16:creationId xmlns:a16="http://schemas.microsoft.com/office/drawing/2014/main" id="{ED2CCEF7-E08E-419B-6993-C47A94426EB6}"/>
                </a:ext>
              </a:extLst>
            </p:cNvPr>
            <p:cNvSpPr>
              <a:spLocks noChangeArrowheads="1"/>
            </p:cNvSpPr>
            <p:nvPr/>
          </p:nvSpPr>
          <p:spPr bwMode="auto">
            <a:xfrm>
              <a:off x="3288" y="1434"/>
              <a:ext cx="2359" cy="248"/>
            </a:xfrm>
            <a:prstGeom prst="rect">
              <a:avLst/>
            </a:prstGeom>
            <a:solidFill>
              <a:srgbClr val="CCFFFF"/>
            </a:solidFill>
            <a:ln w="22225">
              <a:solidFill>
                <a:srgbClr val="FF99CC"/>
              </a:solidFill>
              <a:miter lim="800000"/>
              <a:headEnd/>
              <a:tailEnd/>
            </a:ln>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50000"/>
                </a:spcBef>
              </a:pPr>
              <a:r>
                <a:rPr lang="zh-CN" altLang="en-US" sz="2000" i="1" u="sng">
                  <a:solidFill>
                    <a:srgbClr val="990000"/>
                  </a:solidFill>
                  <a:latin typeface="宋体" panose="02010600030101010101" pitchFamily="2" charset="-122"/>
                  <a:ea typeface="宋体" panose="02010600030101010101" pitchFamily="2" charset="-122"/>
                </a:rPr>
                <a:t>限定形式的</a:t>
              </a:r>
              <a:r>
                <a:rPr lang="zh-CN" altLang="en-US" sz="2000">
                  <a:solidFill>
                    <a:srgbClr val="990000"/>
                  </a:solidFill>
                  <a:latin typeface="宋体" panose="02010600030101010101" pitchFamily="2" charset="-122"/>
                  <a:ea typeface="宋体" panose="02010600030101010101" pitchFamily="2" charset="-122"/>
                </a:rPr>
                <a:t>麦克斯韦方程组</a:t>
              </a:r>
            </a:p>
          </p:txBody>
        </p:sp>
        <p:sp>
          <p:nvSpPr>
            <p:cNvPr id="232466" name="Line 11">
              <a:extLst>
                <a:ext uri="{FF2B5EF4-FFF2-40B4-BE49-F238E27FC236}">
                  <a16:creationId xmlns:a16="http://schemas.microsoft.com/office/drawing/2014/main" id="{15FF6B91-9B17-49E5-F55A-F967040B6E46}"/>
                </a:ext>
              </a:extLst>
            </p:cNvPr>
            <p:cNvSpPr>
              <a:spLocks noChangeShapeType="1"/>
            </p:cNvSpPr>
            <p:nvPr/>
          </p:nvSpPr>
          <p:spPr bwMode="auto">
            <a:xfrm flipH="1">
              <a:off x="2517" y="1616"/>
              <a:ext cx="771" cy="499"/>
            </a:xfrm>
            <a:prstGeom prst="line">
              <a:avLst/>
            </a:prstGeom>
            <a:noFill/>
            <a:ln w="22225">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2">
            <a:extLst>
              <a:ext uri="{FF2B5EF4-FFF2-40B4-BE49-F238E27FC236}">
                <a16:creationId xmlns:a16="http://schemas.microsoft.com/office/drawing/2014/main" id="{56437420-7A19-F66D-EA52-9C64CB63A52D}"/>
              </a:ext>
            </a:extLst>
          </p:cNvPr>
          <p:cNvGrpSpPr>
            <a:grpSpLocks/>
          </p:cNvGrpSpPr>
          <p:nvPr/>
        </p:nvGrpSpPr>
        <p:grpSpPr bwMode="auto">
          <a:xfrm>
            <a:off x="3779838" y="4311650"/>
            <a:ext cx="2160587" cy="1349375"/>
            <a:chOff x="2426" y="2750"/>
            <a:chExt cx="1361" cy="1214"/>
          </a:xfrm>
        </p:grpSpPr>
        <p:sp>
          <p:nvSpPr>
            <p:cNvPr id="232463" name="AutoShape 13">
              <a:extLst>
                <a:ext uri="{FF2B5EF4-FFF2-40B4-BE49-F238E27FC236}">
                  <a16:creationId xmlns:a16="http://schemas.microsoft.com/office/drawing/2014/main" id="{E976BA7D-3569-FFA6-7E28-0AB71134414D}"/>
                </a:ext>
              </a:extLst>
            </p:cNvPr>
            <p:cNvSpPr>
              <a:spLocks noChangeArrowheads="1"/>
            </p:cNvSpPr>
            <p:nvPr/>
          </p:nvSpPr>
          <p:spPr bwMode="auto">
            <a:xfrm>
              <a:off x="2699" y="2750"/>
              <a:ext cx="725" cy="182"/>
            </a:xfrm>
            <a:prstGeom prst="rightArrow">
              <a:avLst>
                <a:gd name="adj1" fmla="val 50000"/>
                <a:gd name="adj2" fmla="val 99569"/>
              </a:avLst>
            </a:prstGeom>
            <a:solidFill>
              <a:srgbClr val="FFCC99"/>
            </a:solidFill>
            <a:ln w="22225">
              <a:solidFill>
                <a:srgbClr val="FF66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2464" name="Text Box 14">
              <a:extLst>
                <a:ext uri="{FF2B5EF4-FFF2-40B4-BE49-F238E27FC236}">
                  <a16:creationId xmlns:a16="http://schemas.microsoft.com/office/drawing/2014/main" id="{AA9F5430-B8A4-8666-77DB-8C5C0D36DE49}"/>
                </a:ext>
              </a:extLst>
            </p:cNvPr>
            <p:cNvSpPr txBox="1">
              <a:spLocks noChangeArrowheads="1"/>
            </p:cNvSpPr>
            <p:nvPr/>
          </p:nvSpPr>
          <p:spPr bwMode="auto">
            <a:xfrm>
              <a:off x="2426" y="3027"/>
              <a:ext cx="1361" cy="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lnSpc>
                  <a:spcPct val="130000"/>
                </a:lnSpc>
              </a:pPr>
              <a:r>
                <a:rPr lang="zh-CN" altLang="en-US">
                  <a:latin typeface="楷体_GB2312" pitchFamily="49" charset="-122"/>
                </a:rPr>
                <a:t>（</a:t>
              </a:r>
              <a:r>
                <a:rPr lang="zh-CN" altLang="en-US" sz="2000">
                  <a:latin typeface="楷体_GB2312" pitchFamily="49" charset="-122"/>
                </a:rPr>
                <a:t>均匀、时</a:t>
              </a:r>
            </a:p>
            <a:p>
              <a:pPr algn="ctr" eaLnBrk="1" hangingPunct="1">
                <a:lnSpc>
                  <a:spcPct val="130000"/>
                </a:lnSpc>
              </a:pPr>
              <a:r>
                <a:rPr lang="zh-CN" altLang="en-US" sz="2000">
                  <a:latin typeface="楷体_GB2312" pitchFamily="49" charset="-122"/>
                </a:rPr>
                <a:t>不变媒质</a:t>
              </a:r>
              <a:r>
                <a:rPr lang="zh-CN" altLang="en-US">
                  <a:latin typeface="楷体_GB2312" pitchFamily="49" charset="-122"/>
                </a:rPr>
                <a:t>）</a:t>
              </a:r>
            </a:p>
          </p:txBody>
        </p:sp>
      </p:grpSp>
      <p:sp>
        <p:nvSpPr>
          <p:cNvPr id="856079" name="Rectangle 15">
            <a:extLst>
              <a:ext uri="{FF2B5EF4-FFF2-40B4-BE49-F238E27FC236}">
                <a16:creationId xmlns:a16="http://schemas.microsoft.com/office/drawing/2014/main" id="{08B78EF6-2C8A-0C94-283C-AB3985F30D12}"/>
              </a:ext>
            </a:extLst>
          </p:cNvPr>
          <p:cNvSpPr>
            <a:spLocks noChangeArrowheads="1"/>
          </p:cNvSpPr>
          <p:nvPr/>
        </p:nvSpPr>
        <p:spPr bwMode="auto">
          <a:xfrm>
            <a:off x="971550" y="1171575"/>
            <a:ext cx="6265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dirty="0">
                <a:solidFill>
                  <a:srgbClr val="FF0000"/>
                </a:solidFill>
              </a:rPr>
              <a:t>线性、各向同性媒质</a:t>
            </a:r>
            <a:r>
              <a:rPr lang="zh-CN" altLang="en-US" dirty="0"/>
              <a:t>的本构关系为</a:t>
            </a:r>
          </a:p>
        </p:txBody>
      </p:sp>
      <p:sp>
        <p:nvSpPr>
          <p:cNvPr id="232458" name="AutoShape 16">
            <a:hlinkClick r:id="rId11" action="ppaction://hlinksldjump" highlightClick="1"/>
            <a:extLst>
              <a:ext uri="{FF2B5EF4-FFF2-40B4-BE49-F238E27FC236}">
                <a16:creationId xmlns:a16="http://schemas.microsoft.com/office/drawing/2014/main" id="{6CC7A8F3-8E6F-1879-040F-FDB1B70EAF56}"/>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2459" name="AutoShape 17">
            <a:hlinkClick r:id="" action="ppaction://hlinkshowjump?jump=previousslide" highlightClick="1"/>
            <a:extLst>
              <a:ext uri="{FF2B5EF4-FFF2-40B4-BE49-F238E27FC236}">
                <a16:creationId xmlns:a16="http://schemas.microsoft.com/office/drawing/2014/main" id="{2283D349-F6C7-7FF9-7015-3C34C679231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2460" name="AutoShape 18">
            <a:hlinkClick r:id="" action="ppaction://hlinkshowjump?jump=nextslide" highlightClick="1"/>
            <a:extLst>
              <a:ext uri="{FF2B5EF4-FFF2-40B4-BE49-F238E27FC236}">
                <a16:creationId xmlns:a16="http://schemas.microsoft.com/office/drawing/2014/main" id="{3C21EE13-0949-30A9-75B2-BB683AAA836D}"/>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2461" name="AutoShape 19">
            <a:hlinkClick r:id="" action="ppaction://hlinkshowjump?jump=lastslide" highlightClick="1"/>
            <a:extLst>
              <a:ext uri="{FF2B5EF4-FFF2-40B4-BE49-F238E27FC236}">
                <a16:creationId xmlns:a16="http://schemas.microsoft.com/office/drawing/2014/main" id="{A8F50263-3FC5-B494-03F8-18C6752E670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856084" name="Object 20">
            <a:extLst>
              <a:ext uri="{FF2B5EF4-FFF2-40B4-BE49-F238E27FC236}">
                <a16:creationId xmlns:a16="http://schemas.microsoft.com/office/drawing/2014/main" id="{BDC983B5-F735-7D68-A2E8-D658DD9B3AAD}"/>
              </a:ext>
            </a:extLst>
          </p:cNvPr>
          <p:cNvGraphicFramePr>
            <a:graphicFrameLocks noChangeAspect="1"/>
          </p:cNvGraphicFramePr>
          <p:nvPr/>
        </p:nvGraphicFramePr>
        <p:xfrm>
          <a:off x="614363" y="3386138"/>
          <a:ext cx="3381375" cy="2779712"/>
        </p:xfrm>
        <a:graphic>
          <a:graphicData uri="http://schemas.openxmlformats.org/presentationml/2006/ole">
            <mc:AlternateContent xmlns:mc="http://schemas.openxmlformats.org/markup-compatibility/2006">
              <mc:Choice xmlns:v="urn:schemas-microsoft-com:vml" Requires="v">
                <p:oleObj r:id="rId12" imgW="1136810" imgH="1098527" progId="Equation.DSMT4">
                  <p:embed/>
                </p:oleObj>
              </mc:Choice>
              <mc:Fallback>
                <p:oleObj r:id="rId12" imgW="1136810" imgH="1098527"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4363" y="3386138"/>
                        <a:ext cx="3381375" cy="2779712"/>
                      </a:xfrm>
                      <a:prstGeom prst="rect">
                        <a:avLst/>
                      </a:prstGeom>
                      <a:solidFill>
                        <a:srgbClr val="0000FF"/>
                      </a:solidFill>
                      <a:ln w="9525">
                        <a:solidFill>
                          <a:srgbClr val="FF0000"/>
                        </a:solidFill>
                        <a:miter lim="800000"/>
                        <a:headEnd/>
                        <a:tailEnd/>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灯片编号占位符 2">
            <a:extLst>
              <a:ext uri="{FF2B5EF4-FFF2-40B4-BE49-F238E27FC236}">
                <a16:creationId xmlns:a16="http://schemas.microsoft.com/office/drawing/2014/main" id="{D0304BF8-D159-F619-50CB-F791A5A02D7F}"/>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521B56C-D2BF-4000-B0E4-DED94BD30A11}" type="slidenum">
              <a:rPr altLang="zh-CN" sz="1400" b="0">
                <a:solidFill>
                  <a:schemeClr val="tx1"/>
                </a:solidFill>
                <a:ea typeface="宋体" panose="02010600030101010101" pitchFamily="2" charset="-122"/>
              </a:rPr>
              <a:pPr/>
              <a:t>5</a:t>
            </a:fld>
            <a:endParaRPr lang="zh-CN" altLang="zh-CN" sz="1400" b="0">
              <a:solidFill>
                <a:schemeClr val="tx1"/>
              </a:solidFill>
              <a:ea typeface="宋体" panose="02010600030101010101" pitchFamily="2" charset="-122"/>
            </a:endParaRPr>
          </a:p>
        </p:txBody>
      </p:sp>
      <p:sp>
        <p:nvSpPr>
          <p:cNvPr id="234499" name="AutoShape 2">
            <a:hlinkClick r:id="rId3" action="ppaction://hlinksldjump" highlightClick="1"/>
            <a:extLst>
              <a:ext uri="{FF2B5EF4-FFF2-40B4-BE49-F238E27FC236}">
                <a16:creationId xmlns:a16="http://schemas.microsoft.com/office/drawing/2014/main" id="{4FDF5856-4597-5EEC-8C03-EB64835C59E5}"/>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4500" name="AutoShape 3">
            <a:hlinkClick r:id="" action="ppaction://hlinkshowjump?jump=previousslide" highlightClick="1"/>
            <a:extLst>
              <a:ext uri="{FF2B5EF4-FFF2-40B4-BE49-F238E27FC236}">
                <a16:creationId xmlns:a16="http://schemas.microsoft.com/office/drawing/2014/main" id="{1906AB9E-8746-EE35-2810-6CC10EEE752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4501" name="AutoShape 4">
            <a:hlinkClick r:id="" action="ppaction://hlinkshowjump?jump=nextslide" highlightClick="1"/>
            <a:extLst>
              <a:ext uri="{FF2B5EF4-FFF2-40B4-BE49-F238E27FC236}">
                <a16:creationId xmlns:a16="http://schemas.microsoft.com/office/drawing/2014/main" id="{21334C9C-237D-26DC-8115-47DF6C22EDC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4502" name="AutoShape 5">
            <a:hlinkClick r:id="" action="ppaction://hlinkshowjump?jump=lastslide" highlightClick="1"/>
            <a:extLst>
              <a:ext uri="{FF2B5EF4-FFF2-40B4-BE49-F238E27FC236}">
                <a16:creationId xmlns:a16="http://schemas.microsoft.com/office/drawing/2014/main" id="{C040BFCD-3B6A-74F1-620E-C540C8A238E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947206" name="Object 6">
            <a:extLst>
              <a:ext uri="{FF2B5EF4-FFF2-40B4-BE49-F238E27FC236}">
                <a16:creationId xmlns:a16="http://schemas.microsoft.com/office/drawing/2014/main" id="{D2277027-F0C5-89A8-ABE3-DEF8F850985D}"/>
              </a:ext>
            </a:extLst>
          </p:cNvPr>
          <p:cNvGraphicFramePr>
            <a:graphicFrameLocks noChangeAspect="1"/>
          </p:cNvGraphicFramePr>
          <p:nvPr>
            <p:extLst>
              <p:ext uri="{D42A27DB-BD31-4B8C-83A1-F6EECF244321}">
                <p14:modId xmlns:p14="http://schemas.microsoft.com/office/powerpoint/2010/main" val="1758880328"/>
              </p:ext>
            </p:extLst>
          </p:nvPr>
        </p:nvGraphicFramePr>
        <p:xfrm>
          <a:off x="391466" y="313710"/>
          <a:ext cx="804862" cy="666750"/>
        </p:xfrm>
        <a:graphic>
          <a:graphicData uri="http://schemas.openxmlformats.org/presentationml/2006/ole">
            <mc:AlternateContent xmlns:mc="http://schemas.openxmlformats.org/markup-compatibility/2006">
              <mc:Choice xmlns:v="urn:schemas-microsoft-com:vml" Requires="v">
                <p:oleObj r:id="rId4" imgW="4046538" imgH="3352800" progId="MS_ClipArt_Gallery.2">
                  <p:embed/>
                </p:oleObj>
              </mc:Choice>
              <mc:Fallback>
                <p:oleObj r:id="rId4" imgW="4046538" imgH="3352800" progId="MS_ClipArt_Gallery.2">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466" y="313710"/>
                        <a:ext cx="804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7207" name="Text Box 7">
            <a:extLst>
              <a:ext uri="{FF2B5EF4-FFF2-40B4-BE49-F238E27FC236}">
                <a16:creationId xmlns:a16="http://schemas.microsoft.com/office/drawing/2014/main" id="{B3954E17-AA5E-7F5F-B47C-61D71C2EFFBB}"/>
              </a:ext>
            </a:extLst>
          </p:cNvPr>
          <p:cNvSpPr txBox="1">
            <a:spLocks noChangeArrowheads="1"/>
          </p:cNvSpPr>
          <p:nvPr/>
        </p:nvSpPr>
        <p:spPr bwMode="auto">
          <a:xfrm>
            <a:off x="1116013" y="404813"/>
            <a:ext cx="507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a:solidFill>
                  <a:srgbClr val="F8A6A6"/>
                </a:solidFill>
                <a:latin typeface="Times New Roman" panose="02020603050405020304" pitchFamily="18" charset="0"/>
                <a:ea typeface="幼圆" panose="02010509060101010101" pitchFamily="49" charset="-122"/>
              </a:rPr>
              <a:t>麦克斯韦方程组的应用</a:t>
            </a:r>
          </a:p>
        </p:txBody>
      </p:sp>
      <p:grpSp>
        <p:nvGrpSpPr>
          <p:cNvPr id="2" name="Group 8">
            <a:extLst>
              <a:ext uri="{FF2B5EF4-FFF2-40B4-BE49-F238E27FC236}">
                <a16:creationId xmlns:a16="http://schemas.microsoft.com/office/drawing/2014/main" id="{6EFC82FF-A904-251D-CD48-F614DF419268}"/>
              </a:ext>
            </a:extLst>
          </p:cNvPr>
          <p:cNvGrpSpPr>
            <a:grpSpLocks/>
          </p:cNvGrpSpPr>
          <p:nvPr/>
        </p:nvGrpSpPr>
        <p:grpSpPr bwMode="auto">
          <a:xfrm>
            <a:off x="323850" y="938213"/>
            <a:ext cx="8280400" cy="566737"/>
            <a:chOff x="204" y="727"/>
            <a:chExt cx="5216" cy="357"/>
          </a:xfrm>
        </p:grpSpPr>
        <p:sp>
          <p:nvSpPr>
            <p:cNvPr id="234537" name="Text Box 9">
              <a:extLst>
                <a:ext uri="{FF2B5EF4-FFF2-40B4-BE49-F238E27FC236}">
                  <a16:creationId xmlns:a16="http://schemas.microsoft.com/office/drawing/2014/main" id="{475468AF-F4CE-F50A-B90C-E164CC8A0C73}"/>
                </a:ext>
              </a:extLst>
            </p:cNvPr>
            <p:cNvSpPr txBox="1">
              <a:spLocks noChangeArrowheads="1"/>
            </p:cNvSpPr>
            <p:nvPr/>
          </p:nvSpPr>
          <p:spPr bwMode="auto">
            <a:xfrm>
              <a:off x="419" y="727"/>
              <a:ext cx="500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dirty="0">
                  <a:latin typeface="楷体_GB2312" pitchFamily="49" charset="-122"/>
                </a:rPr>
                <a:t>静电场</a:t>
              </a:r>
            </a:p>
          </p:txBody>
        </p:sp>
        <p:sp>
          <p:nvSpPr>
            <p:cNvPr id="234538" name="Oval 10">
              <a:extLst>
                <a:ext uri="{FF2B5EF4-FFF2-40B4-BE49-F238E27FC236}">
                  <a16:creationId xmlns:a16="http://schemas.microsoft.com/office/drawing/2014/main" id="{3BB7FDFD-0A5C-C84E-AA54-183995E4B200}"/>
                </a:ext>
              </a:extLst>
            </p:cNvPr>
            <p:cNvSpPr>
              <a:spLocks noChangeAspect="1" noChangeArrowheads="1"/>
            </p:cNvSpPr>
            <p:nvPr/>
          </p:nvSpPr>
          <p:spPr bwMode="auto">
            <a:xfrm>
              <a:off x="204" y="889"/>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3" name="Group 11">
            <a:extLst>
              <a:ext uri="{FF2B5EF4-FFF2-40B4-BE49-F238E27FC236}">
                <a16:creationId xmlns:a16="http://schemas.microsoft.com/office/drawing/2014/main" id="{2B728D27-E306-CB6D-6C90-F6D8488155A5}"/>
              </a:ext>
            </a:extLst>
          </p:cNvPr>
          <p:cNvGrpSpPr>
            <a:grpSpLocks/>
          </p:cNvGrpSpPr>
          <p:nvPr/>
        </p:nvGrpSpPr>
        <p:grpSpPr bwMode="auto">
          <a:xfrm>
            <a:off x="341313" y="2179638"/>
            <a:ext cx="8262938" cy="566738"/>
            <a:chOff x="215" y="1355"/>
            <a:chExt cx="5205" cy="357"/>
          </a:xfrm>
        </p:grpSpPr>
        <p:sp>
          <p:nvSpPr>
            <p:cNvPr id="234535" name="Text Box 12">
              <a:extLst>
                <a:ext uri="{FF2B5EF4-FFF2-40B4-BE49-F238E27FC236}">
                  <a16:creationId xmlns:a16="http://schemas.microsoft.com/office/drawing/2014/main" id="{8310479D-0AE3-AA94-9F23-0AF6C2E71708}"/>
                </a:ext>
              </a:extLst>
            </p:cNvPr>
            <p:cNvSpPr txBox="1">
              <a:spLocks noChangeArrowheads="1"/>
            </p:cNvSpPr>
            <p:nvPr/>
          </p:nvSpPr>
          <p:spPr bwMode="auto">
            <a:xfrm>
              <a:off x="418" y="1355"/>
              <a:ext cx="500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dirty="0">
                  <a:latin typeface="楷体_GB2312" pitchFamily="49" charset="-122"/>
                </a:rPr>
                <a:t>静磁场</a:t>
              </a:r>
            </a:p>
          </p:txBody>
        </p:sp>
        <p:sp>
          <p:nvSpPr>
            <p:cNvPr id="234536" name="Oval 13">
              <a:extLst>
                <a:ext uri="{FF2B5EF4-FFF2-40B4-BE49-F238E27FC236}">
                  <a16:creationId xmlns:a16="http://schemas.microsoft.com/office/drawing/2014/main" id="{C3CA72C4-8209-A9EE-192A-B06DD3FB5A6D}"/>
                </a:ext>
              </a:extLst>
            </p:cNvPr>
            <p:cNvSpPr>
              <a:spLocks noChangeAspect="1" noChangeArrowheads="1"/>
            </p:cNvSpPr>
            <p:nvPr/>
          </p:nvSpPr>
          <p:spPr bwMode="auto">
            <a:xfrm>
              <a:off x="215" y="1483"/>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4" name="Group 14">
            <a:extLst>
              <a:ext uri="{FF2B5EF4-FFF2-40B4-BE49-F238E27FC236}">
                <a16:creationId xmlns:a16="http://schemas.microsoft.com/office/drawing/2014/main" id="{1B93394F-9F5B-E390-6F4A-4860D792E77C}"/>
              </a:ext>
            </a:extLst>
          </p:cNvPr>
          <p:cNvGrpSpPr>
            <a:grpSpLocks/>
          </p:cNvGrpSpPr>
          <p:nvPr/>
        </p:nvGrpSpPr>
        <p:grpSpPr bwMode="auto">
          <a:xfrm>
            <a:off x="341312" y="3633296"/>
            <a:ext cx="8328025" cy="525462"/>
            <a:chOff x="215" y="1595"/>
            <a:chExt cx="5246" cy="331"/>
          </a:xfrm>
        </p:grpSpPr>
        <p:sp>
          <p:nvSpPr>
            <p:cNvPr id="234533" name="Text Box 15">
              <a:extLst>
                <a:ext uri="{FF2B5EF4-FFF2-40B4-BE49-F238E27FC236}">
                  <a16:creationId xmlns:a16="http://schemas.microsoft.com/office/drawing/2014/main" id="{559A167B-1DD4-7926-54DB-58D6272E55C7}"/>
                </a:ext>
              </a:extLst>
            </p:cNvPr>
            <p:cNvSpPr txBox="1">
              <a:spLocks noChangeArrowheads="1"/>
            </p:cNvSpPr>
            <p:nvPr/>
          </p:nvSpPr>
          <p:spPr bwMode="auto">
            <a:xfrm>
              <a:off x="427" y="1595"/>
              <a:ext cx="503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dirty="0">
                  <a:latin typeface="楷体_GB2312" pitchFamily="49" charset="-122"/>
                </a:rPr>
                <a:t>无源空间</a:t>
              </a:r>
              <a:r>
                <a:rPr lang="zh-CN" altLang="en-US" dirty="0">
                  <a:solidFill>
                    <a:srgbClr val="FF0000"/>
                  </a:solidFill>
                  <a:latin typeface="楷体_GB2312" pitchFamily="49" charset="-122"/>
                </a:rPr>
                <a:t>（远离物理源的自由空间波为何可以持续传播？）</a:t>
              </a:r>
            </a:p>
          </p:txBody>
        </p:sp>
        <p:sp>
          <p:nvSpPr>
            <p:cNvPr id="234534" name="Oval 16">
              <a:extLst>
                <a:ext uri="{FF2B5EF4-FFF2-40B4-BE49-F238E27FC236}">
                  <a16:creationId xmlns:a16="http://schemas.microsoft.com/office/drawing/2014/main" id="{2D647ECE-380C-D96A-3AE3-E9FD06A0CEDE}"/>
                </a:ext>
              </a:extLst>
            </p:cNvPr>
            <p:cNvSpPr>
              <a:spLocks noChangeAspect="1" noChangeArrowheads="1"/>
            </p:cNvSpPr>
            <p:nvPr/>
          </p:nvSpPr>
          <p:spPr bwMode="auto">
            <a:xfrm>
              <a:off x="215" y="1717"/>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dirty="0"/>
            </a:p>
          </p:txBody>
        </p:sp>
      </p:grpSp>
      <p:graphicFrame>
        <p:nvGraphicFramePr>
          <p:cNvPr id="947227" name="Object 27">
            <a:extLst>
              <a:ext uri="{FF2B5EF4-FFF2-40B4-BE49-F238E27FC236}">
                <a16:creationId xmlns:a16="http://schemas.microsoft.com/office/drawing/2014/main" id="{965B68F5-7C4A-1D34-9165-E26E659D821A}"/>
              </a:ext>
            </a:extLst>
          </p:cNvPr>
          <p:cNvGraphicFramePr>
            <a:graphicFrameLocks noGrp="1" noChangeAspect="1"/>
          </p:cNvGraphicFramePr>
          <p:nvPr>
            <p:ph/>
            <p:extLst>
              <p:ext uri="{D42A27DB-BD31-4B8C-83A1-F6EECF244321}">
                <p14:modId xmlns:p14="http://schemas.microsoft.com/office/powerpoint/2010/main" val="4045951616"/>
              </p:ext>
            </p:extLst>
          </p:nvPr>
        </p:nvGraphicFramePr>
        <p:xfrm>
          <a:off x="705030" y="1312578"/>
          <a:ext cx="2736850" cy="1074737"/>
        </p:xfrm>
        <a:graphic>
          <a:graphicData uri="http://schemas.openxmlformats.org/presentationml/2006/ole">
            <mc:AlternateContent xmlns:mc="http://schemas.openxmlformats.org/markup-compatibility/2006">
              <mc:Choice xmlns:v="urn:schemas-microsoft-com:vml" Requires="v">
                <p:oleObj r:id="rId6" imgW="1104770" imgH="400258" progId="Equation.3">
                  <p:embed/>
                </p:oleObj>
              </mc:Choice>
              <mc:Fallback>
                <p:oleObj r:id="rId6" imgW="1104770" imgH="400258" progId="Equation.3">
                  <p:embed/>
                  <p:pic>
                    <p:nvPicPr>
                      <p:cNvPr id="0" name="Object 27"/>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030" y="1312578"/>
                        <a:ext cx="2736850"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47229" name="Object 29">
            <a:extLst>
              <a:ext uri="{FF2B5EF4-FFF2-40B4-BE49-F238E27FC236}">
                <a16:creationId xmlns:a16="http://schemas.microsoft.com/office/drawing/2014/main" id="{C2139C16-4821-787A-5C81-E45D14FD901C}"/>
              </a:ext>
            </a:extLst>
          </p:cNvPr>
          <p:cNvGraphicFramePr>
            <a:graphicFrameLocks noChangeAspect="1"/>
          </p:cNvGraphicFramePr>
          <p:nvPr>
            <p:extLst>
              <p:ext uri="{D42A27DB-BD31-4B8C-83A1-F6EECF244321}">
                <p14:modId xmlns:p14="http://schemas.microsoft.com/office/powerpoint/2010/main" val="1304804724"/>
              </p:ext>
            </p:extLst>
          </p:nvPr>
        </p:nvGraphicFramePr>
        <p:xfrm>
          <a:off x="673997" y="2642080"/>
          <a:ext cx="2889250" cy="1114425"/>
        </p:xfrm>
        <a:graphic>
          <a:graphicData uri="http://schemas.openxmlformats.org/presentationml/2006/ole">
            <mc:AlternateContent xmlns:mc="http://schemas.openxmlformats.org/markup-compatibility/2006">
              <mc:Choice xmlns:v="urn:schemas-microsoft-com:vml" Requires="v">
                <p:oleObj r:id="rId8" imgW="1136810" imgH="400258" progId="Equation.3">
                  <p:embed/>
                </p:oleObj>
              </mc:Choice>
              <mc:Fallback>
                <p:oleObj r:id="rId8" imgW="1136810" imgH="400258" progId="Equation.3">
                  <p:embed/>
                  <p:pic>
                    <p:nvPicPr>
                      <p:cNvPr id="0"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3997" y="2642080"/>
                        <a:ext cx="28892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47230" name="Object 30">
            <a:extLst>
              <a:ext uri="{FF2B5EF4-FFF2-40B4-BE49-F238E27FC236}">
                <a16:creationId xmlns:a16="http://schemas.microsoft.com/office/drawing/2014/main" id="{80BD5BBA-587B-EC70-22DD-5A0C0C09DA69}"/>
              </a:ext>
            </a:extLst>
          </p:cNvPr>
          <p:cNvGraphicFramePr>
            <a:graphicFrameLocks noChangeAspect="1"/>
          </p:cNvGraphicFramePr>
          <p:nvPr>
            <p:extLst>
              <p:ext uri="{D42A27DB-BD31-4B8C-83A1-F6EECF244321}">
                <p14:modId xmlns:p14="http://schemas.microsoft.com/office/powerpoint/2010/main" val="1268224726"/>
              </p:ext>
            </p:extLst>
          </p:nvPr>
        </p:nvGraphicFramePr>
        <p:xfrm>
          <a:off x="719725" y="4104560"/>
          <a:ext cx="3731044" cy="2772765"/>
        </p:xfrm>
        <a:graphic>
          <a:graphicData uri="http://schemas.openxmlformats.org/presentationml/2006/ole">
            <mc:AlternateContent xmlns:mc="http://schemas.openxmlformats.org/markup-compatibility/2006">
              <mc:Choice xmlns:v="urn:schemas-microsoft-com:vml" Requires="v">
                <p:oleObj r:id="rId10" imgW="1555832" imgH="1143000" progId="Equation.3">
                  <p:embed/>
                </p:oleObj>
              </mc:Choice>
              <mc:Fallback>
                <p:oleObj r:id="rId10" imgW="1555832" imgH="1143000" progId="Equation.3">
                  <p:embed/>
                  <p:pic>
                    <p:nvPicPr>
                      <p:cNvPr id="0"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9725" y="4104560"/>
                        <a:ext cx="3731044" cy="2772765"/>
                      </a:xfrm>
                      <a:prstGeom prst="rect">
                        <a:avLst/>
                      </a:prstGeom>
                      <a:noFill/>
                      <a:ln>
                        <a:noFill/>
                      </a:ln>
                    </p:spPr>
                  </p:pic>
                </p:oleObj>
              </mc:Fallback>
            </mc:AlternateContent>
          </a:graphicData>
        </a:graphic>
      </p:graphicFrame>
      <p:grpSp>
        <p:nvGrpSpPr>
          <p:cNvPr id="5" name="Group 34">
            <a:extLst>
              <a:ext uri="{FF2B5EF4-FFF2-40B4-BE49-F238E27FC236}">
                <a16:creationId xmlns:a16="http://schemas.microsoft.com/office/drawing/2014/main" id="{F5FFC614-587D-D8D1-4853-13A2913507B2}"/>
              </a:ext>
            </a:extLst>
          </p:cNvPr>
          <p:cNvGrpSpPr>
            <a:grpSpLocks/>
          </p:cNvGrpSpPr>
          <p:nvPr/>
        </p:nvGrpSpPr>
        <p:grpSpPr bwMode="auto">
          <a:xfrm>
            <a:off x="4355976" y="4390058"/>
            <a:ext cx="4753937" cy="2246208"/>
            <a:chOff x="3334" y="1207"/>
            <a:chExt cx="1996" cy="1920"/>
          </a:xfrm>
        </p:grpSpPr>
        <p:sp>
          <p:nvSpPr>
            <p:cNvPr id="234530" name="Text Box 35">
              <a:extLst>
                <a:ext uri="{FF2B5EF4-FFF2-40B4-BE49-F238E27FC236}">
                  <a16:creationId xmlns:a16="http://schemas.microsoft.com/office/drawing/2014/main" id="{95240BAC-766F-CEC1-D43A-D4FDB6BC1009}"/>
                </a:ext>
              </a:extLst>
            </p:cNvPr>
            <p:cNvSpPr txBox="1">
              <a:spLocks noChangeArrowheads="1"/>
            </p:cNvSpPr>
            <p:nvPr/>
          </p:nvSpPr>
          <p:spPr bwMode="auto">
            <a:xfrm>
              <a:off x="4286" y="1207"/>
              <a:ext cx="1044" cy="1920"/>
            </a:xfrm>
            <a:prstGeom prst="rect">
              <a:avLst/>
            </a:prstGeom>
            <a:noFill/>
            <a:ln w="22225">
              <a:solidFill>
                <a:srgbClr val="FFCC66"/>
              </a:solid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dirty="0">
                  <a:solidFill>
                    <a:srgbClr val="FFCC66"/>
                  </a:solidFill>
                  <a:latin typeface="Times New Roman" panose="02020603050405020304" pitchFamily="18" charset="0"/>
                </a:rPr>
                <a:t>变化的电场和变化的磁场互为因果，电磁场相互激励。</a:t>
              </a:r>
              <a:r>
                <a:rPr lang="zh-CN" altLang="en-US" sz="2000" b="0" u="sng" dirty="0"/>
                <a:t>电场与磁场之间的相互激发可以脱离电荷和电流而发生</a:t>
              </a:r>
              <a:r>
                <a:rPr lang="zh-CN" altLang="en-US" sz="2000" b="0" u="sng" dirty="0">
                  <a:solidFill>
                    <a:srgbClr val="FF0000"/>
                  </a:solidFill>
                </a:rPr>
                <a:t>（电生磁</a:t>
              </a:r>
              <a:r>
                <a:rPr lang="en-US" altLang="zh-CN" sz="2000" b="0" u="sng" dirty="0">
                  <a:solidFill>
                    <a:srgbClr val="FF0000"/>
                  </a:solidFill>
                </a:rPr>
                <a:t>&amp;</a:t>
              </a:r>
              <a:r>
                <a:rPr lang="zh-CN" altLang="en-US" sz="2000" b="0" u="sng" dirty="0">
                  <a:solidFill>
                    <a:srgbClr val="FF0000"/>
                  </a:solidFill>
                </a:rPr>
                <a:t>磁生电）</a:t>
              </a:r>
              <a:r>
                <a:rPr lang="zh-CN" altLang="en-US" sz="2000" b="0" u="sng" dirty="0"/>
                <a:t>。</a:t>
              </a:r>
            </a:p>
          </p:txBody>
        </p:sp>
        <p:sp>
          <p:nvSpPr>
            <p:cNvPr id="234531" name="Line 36">
              <a:extLst>
                <a:ext uri="{FF2B5EF4-FFF2-40B4-BE49-F238E27FC236}">
                  <a16:creationId xmlns:a16="http://schemas.microsoft.com/office/drawing/2014/main" id="{C3F876FA-51C7-A5FC-C34C-54273E366155}"/>
                </a:ext>
              </a:extLst>
            </p:cNvPr>
            <p:cNvSpPr>
              <a:spLocks noChangeShapeType="1"/>
            </p:cNvSpPr>
            <p:nvPr/>
          </p:nvSpPr>
          <p:spPr bwMode="auto">
            <a:xfrm flipH="1">
              <a:off x="3334" y="1298"/>
              <a:ext cx="907" cy="72"/>
            </a:xfrm>
            <a:prstGeom prst="line">
              <a:avLst/>
            </a:prstGeom>
            <a:noFill/>
            <a:ln w="22225">
              <a:solidFill>
                <a:srgbClr val="FFCC66"/>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4532" name="Line 37">
              <a:extLst>
                <a:ext uri="{FF2B5EF4-FFF2-40B4-BE49-F238E27FC236}">
                  <a16:creationId xmlns:a16="http://schemas.microsoft.com/office/drawing/2014/main" id="{5AC6A38B-BA50-AE38-489F-F7465AEF27F0}"/>
                </a:ext>
              </a:extLst>
            </p:cNvPr>
            <p:cNvSpPr>
              <a:spLocks noChangeShapeType="1"/>
            </p:cNvSpPr>
            <p:nvPr/>
          </p:nvSpPr>
          <p:spPr bwMode="auto">
            <a:xfrm flipH="1">
              <a:off x="3379" y="1501"/>
              <a:ext cx="907" cy="608"/>
            </a:xfrm>
            <a:prstGeom prst="line">
              <a:avLst/>
            </a:prstGeom>
            <a:noFill/>
            <a:ln w="22225">
              <a:solidFill>
                <a:srgbClr val="FFCC66"/>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38">
            <a:extLst>
              <a:ext uri="{FF2B5EF4-FFF2-40B4-BE49-F238E27FC236}">
                <a16:creationId xmlns:a16="http://schemas.microsoft.com/office/drawing/2014/main" id="{3E9516B9-0075-B719-97B2-057899323E18}"/>
              </a:ext>
            </a:extLst>
          </p:cNvPr>
          <p:cNvGrpSpPr>
            <a:grpSpLocks/>
          </p:cNvGrpSpPr>
          <p:nvPr/>
        </p:nvGrpSpPr>
        <p:grpSpPr bwMode="auto">
          <a:xfrm>
            <a:off x="6859588" y="765175"/>
            <a:ext cx="1814512" cy="2020888"/>
            <a:chOff x="1122" y="2594"/>
            <a:chExt cx="1021" cy="1203"/>
          </a:xfrm>
        </p:grpSpPr>
        <p:graphicFrame>
          <p:nvGraphicFramePr>
            <p:cNvPr id="234523" name="Object 39">
              <a:extLst>
                <a:ext uri="{FF2B5EF4-FFF2-40B4-BE49-F238E27FC236}">
                  <a16:creationId xmlns:a16="http://schemas.microsoft.com/office/drawing/2014/main" id="{BAD4385A-EFE9-7606-3886-94DC1EABB024}"/>
                </a:ext>
              </a:extLst>
            </p:cNvPr>
            <p:cNvGraphicFramePr>
              <a:graphicFrameLocks noChangeAspect="1"/>
            </p:cNvGraphicFramePr>
            <p:nvPr/>
          </p:nvGraphicFramePr>
          <p:xfrm>
            <a:off x="1122" y="2891"/>
            <a:ext cx="234" cy="248"/>
          </p:xfrm>
          <a:graphic>
            <a:graphicData uri="http://schemas.openxmlformats.org/presentationml/2006/ole">
              <mc:AlternateContent xmlns:mc="http://schemas.openxmlformats.org/markup-compatibility/2006">
                <mc:Choice xmlns:v="urn:schemas-microsoft-com:vml" Requires="v">
                  <p:oleObj r:id="rId12" imgW="69906" imgH="114300" progId="Equation.3">
                    <p:embed/>
                  </p:oleObj>
                </mc:Choice>
                <mc:Fallback>
                  <p:oleObj r:id="rId12" imgW="69906" imgH="114300" progId="Equation.3">
                    <p:embed/>
                    <p:pic>
                      <p:nvPicPr>
                        <p:cNvPr id="0"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2" y="2891"/>
                          <a:ext cx="234" cy="24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4524" name="Object 40">
              <a:extLst>
                <a:ext uri="{FF2B5EF4-FFF2-40B4-BE49-F238E27FC236}">
                  <a16:creationId xmlns:a16="http://schemas.microsoft.com/office/drawing/2014/main" id="{DD4D7EFF-3D7F-98EC-D695-8A23C92BD458}"/>
                </a:ext>
              </a:extLst>
            </p:cNvPr>
            <p:cNvGraphicFramePr>
              <a:graphicFrameLocks noChangeAspect="1"/>
            </p:cNvGraphicFramePr>
            <p:nvPr/>
          </p:nvGraphicFramePr>
          <p:xfrm>
            <a:off x="1688" y="2594"/>
            <a:ext cx="319" cy="436"/>
          </p:xfrm>
          <a:graphic>
            <a:graphicData uri="http://schemas.openxmlformats.org/presentationml/2006/ole">
              <mc:AlternateContent xmlns:mc="http://schemas.openxmlformats.org/markup-compatibility/2006">
                <mc:Choice xmlns:v="urn:schemas-microsoft-com:vml" Requires="v">
                  <p:oleObj r:id="rId14" imgW="139813" imgH="298427" progId="Equation.3">
                    <p:embed/>
                  </p:oleObj>
                </mc:Choice>
                <mc:Fallback>
                  <p:oleObj r:id="rId14" imgW="139813" imgH="298427" progId="Equation.3">
                    <p:embed/>
                    <p:pic>
                      <p:nvPicPr>
                        <p:cNvPr id="0" name="Object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88" y="2594"/>
                          <a:ext cx="319" cy="436"/>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4525" name="Oval 41">
              <a:extLst>
                <a:ext uri="{FF2B5EF4-FFF2-40B4-BE49-F238E27FC236}">
                  <a16:creationId xmlns:a16="http://schemas.microsoft.com/office/drawing/2014/main" id="{D3ACFEA0-D50C-52CC-F884-3EAA1A4026CE}"/>
                </a:ext>
              </a:extLst>
            </p:cNvPr>
            <p:cNvSpPr>
              <a:spLocks noChangeArrowheads="1"/>
            </p:cNvSpPr>
            <p:nvPr/>
          </p:nvSpPr>
          <p:spPr bwMode="auto">
            <a:xfrm>
              <a:off x="1226" y="3070"/>
              <a:ext cx="917" cy="45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4526" name="Arc 42">
              <a:extLst>
                <a:ext uri="{FF2B5EF4-FFF2-40B4-BE49-F238E27FC236}">
                  <a16:creationId xmlns:a16="http://schemas.microsoft.com/office/drawing/2014/main" id="{0A84EB93-AEBE-FBA2-043B-650E5DE6ADE4}"/>
                </a:ext>
              </a:extLst>
            </p:cNvPr>
            <p:cNvSpPr>
              <a:spLocks noChangeArrowheads="1"/>
            </p:cNvSpPr>
            <p:nvPr/>
          </p:nvSpPr>
          <p:spPr bwMode="auto">
            <a:xfrm flipH="1">
              <a:off x="1215" y="3067"/>
              <a:ext cx="917" cy="466"/>
            </a:xfrm>
            <a:custGeom>
              <a:avLst/>
              <a:gdLst>
                <a:gd name="T0" fmla="*/ 12 w 43200"/>
                <a:gd name="T1" fmla="*/ 0 h 42718"/>
                <a:gd name="T2" fmla="*/ 19 w 43200"/>
                <a:gd name="T3" fmla="*/ 3 h 42718"/>
                <a:gd name="T4" fmla="*/ 10 w 43200"/>
                <a:gd name="T5" fmla="*/ 5 h 42718"/>
                <a:gd name="T6" fmla="*/ 0 w 43200"/>
                <a:gd name="T7" fmla="*/ 3 h 42718"/>
                <a:gd name="T8" fmla="*/ 8 w 43200"/>
                <a:gd name="T9" fmla="*/ 0 h 42718"/>
                <a:gd name="T10" fmla="*/ 12 w 43200"/>
                <a:gd name="T11" fmla="*/ 0 h 42718"/>
                <a:gd name="T12" fmla="*/ 19 w 43200"/>
                <a:gd name="T13" fmla="*/ 3 h 42718"/>
                <a:gd name="T14" fmla="*/ 10 w 43200"/>
                <a:gd name="T15" fmla="*/ 5 h 42718"/>
                <a:gd name="T16" fmla="*/ 0 w 43200"/>
                <a:gd name="T17" fmla="*/ 3 h 42718"/>
                <a:gd name="T18" fmla="*/ 8 w 43200"/>
                <a:gd name="T19" fmla="*/ 0 h 42718"/>
                <a:gd name="T20" fmla="*/ 10 w 43200"/>
                <a:gd name="T21" fmla="*/ 3 h 42718"/>
                <a:gd name="T22" fmla="*/ 12 w 43200"/>
                <a:gd name="T23" fmla="*/ 0 h 427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200" h="42718" fill="none">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path>
                <a:path w="43200" h="42718" stroke="0">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lnTo>
                    <a:pt x="21600" y="21118"/>
                  </a:lnTo>
                  <a:lnTo>
                    <a:pt x="26421" y="63"/>
                  </a:lnTo>
                  <a:close/>
                </a:path>
              </a:pathLst>
            </a:custGeom>
            <a:noFill/>
            <a:ln w="28575">
              <a:solidFill>
                <a:schemeClr val="accent2"/>
              </a:solidFill>
              <a:round/>
              <a:headEnd type="triangle" w="med"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7" name="Arc 43">
              <a:extLst>
                <a:ext uri="{FF2B5EF4-FFF2-40B4-BE49-F238E27FC236}">
                  <a16:creationId xmlns:a16="http://schemas.microsoft.com/office/drawing/2014/main" id="{DCA147DF-A42B-83D7-DB78-4A5985BDB174}"/>
                </a:ext>
              </a:extLst>
            </p:cNvPr>
            <p:cNvSpPr>
              <a:spLocks noChangeArrowheads="1"/>
            </p:cNvSpPr>
            <p:nvPr/>
          </p:nvSpPr>
          <p:spPr bwMode="auto">
            <a:xfrm flipH="1">
              <a:off x="1359" y="3157"/>
              <a:ext cx="651" cy="285"/>
            </a:xfrm>
            <a:custGeom>
              <a:avLst/>
              <a:gdLst>
                <a:gd name="T0" fmla="*/ 6 w 43200"/>
                <a:gd name="T1" fmla="*/ 0 h 42718"/>
                <a:gd name="T2" fmla="*/ 10 w 43200"/>
                <a:gd name="T3" fmla="*/ 1 h 42718"/>
                <a:gd name="T4" fmla="*/ 5 w 43200"/>
                <a:gd name="T5" fmla="*/ 2 h 42718"/>
                <a:gd name="T6" fmla="*/ 0 w 43200"/>
                <a:gd name="T7" fmla="*/ 1 h 42718"/>
                <a:gd name="T8" fmla="*/ 4 w 43200"/>
                <a:gd name="T9" fmla="*/ 0 h 42718"/>
                <a:gd name="T10" fmla="*/ 6 w 43200"/>
                <a:gd name="T11" fmla="*/ 0 h 42718"/>
                <a:gd name="T12" fmla="*/ 10 w 43200"/>
                <a:gd name="T13" fmla="*/ 1 h 42718"/>
                <a:gd name="T14" fmla="*/ 5 w 43200"/>
                <a:gd name="T15" fmla="*/ 2 h 42718"/>
                <a:gd name="T16" fmla="*/ 0 w 43200"/>
                <a:gd name="T17" fmla="*/ 1 h 42718"/>
                <a:gd name="T18" fmla="*/ 4 w 43200"/>
                <a:gd name="T19" fmla="*/ 0 h 42718"/>
                <a:gd name="T20" fmla="*/ 5 w 43200"/>
                <a:gd name="T21" fmla="*/ 1 h 42718"/>
                <a:gd name="T22" fmla="*/ 6 w 43200"/>
                <a:gd name="T23" fmla="*/ 0 h 427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200" h="42718" fill="none">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path>
                <a:path w="43200" h="42718" stroke="0">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lnTo>
                    <a:pt x="21600" y="21118"/>
                  </a:lnTo>
                  <a:lnTo>
                    <a:pt x="26421" y="63"/>
                  </a:lnTo>
                  <a:close/>
                </a:path>
              </a:pathLst>
            </a:custGeom>
            <a:noFill/>
            <a:ln w="28575">
              <a:solidFill>
                <a:schemeClr val="accent2"/>
              </a:solidFill>
              <a:round/>
              <a:headEnd type="triangle" w="med"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8" name="Line 44">
              <a:extLst>
                <a:ext uri="{FF2B5EF4-FFF2-40B4-BE49-F238E27FC236}">
                  <a16:creationId xmlns:a16="http://schemas.microsoft.com/office/drawing/2014/main" id="{2F92A8D9-157E-ED04-FE2D-3AC11F051B85}"/>
                </a:ext>
              </a:extLst>
            </p:cNvPr>
            <p:cNvSpPr>
              <a:spLocks noChangeShapeType="1"/>
            </p:cNvSpPr>
            <p:nvPr/>
          </p:nvSpPr>
          <p:spPr bwMode="auto">
            <a:xfrm flipV="1">
              <a:off x="1685" y="2848"/>
              <a:ext cx="0" cy="452"/>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4529" name="Line 45">
              <a:extLst>
                <a:ext uri="{FF2B5EF4-FFF2-40B4-BE49-F238E27FC236}">
                  <a16:creationId xmlns:a16="http://schemas.microsoft.com/office/drawing/2014/main" id="{4470E744-C4C7-0564-5830-FBFD140BEEF9}"/>
                </a:ext>
              </a:extLst>
            </p:cNvPr>
            <p:cNvSpPr>
              <a:spLocks noChangeShapeType="1"/>
            </p:cNvSpPr>
            <p:nvPr/>
          </p:nvSpPr>
          <p:spPr bwMode="auto">
            <a:xfrm>
              <a:off x="1685" y="3541"/>
              <a:ext cx="0" cy="256"/>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46">
            <a:extLst>
              <a:ext uri="{FF2B5EF4-FFF2-40B4-BE49-F238E27FC236}">
                <a16:creationId xmlns:a16="http://schemas.microsoft.com/office/drawing/2014/main" id="{85E3F80C-5584-98A5-AFBA-58A231FBC085}"/>
              </a:ext>
            </a:extLst>
          </p:cNvPr>
          <p:cNvGrpSpPr>
            <a:grpSpLocks/>
          </p:cNvGrpSpPr>
          <p:nvPr/>
        </p:nvGrpSpPr>
        <p:grpSpPr bwMode="auto">
          <a:xfrm>
            <a:off x="4538663" y="806450"/>
            <a:ext cx="1784350" cy="1985963"/>
            <a:chOff x="2697" y="2583"/>
            <a:chExt cx="1004" cy="1211"/>
          </a:xfrm>
        </p:grpSpPr>
        <p:graphicFrame>
          <p:nvGraphicFramePr>
            <p:cNvPr id="234516" name="Object 47">
              <a:extLst>
                <a:ext uri="{FF2B5EF4-FFF2-40B4-BE49-F238E27FC236}">
                  <a16:creationId xmlns:a16="http://schemas.microsoft.com/office/drawing/2014/main" id="{BEBFDA47-C7E5-9299-B35D-00A0357950C2}"/>
                </a:ext>
              </a:extLst>
            </p:cNvPr>
            <p:cNvGraphicFramePr>
              <a:graphicFrameLocks noChangeAspect="1"/>
            </p:cNvGraphicFramePr>
            <p:nvPr/>
          </p:nvGraphicFramePr>
          <p:xfrm>
            <a:off x="2790" y="2583"/>
            <a:ext cx="367" cy="448"/>
          </p:xfrm>
          <a:graphic>
            <a:graphicData uri="http://schemas.openxmlformats.org/presentationml/2006/ole">
              <mc:AlternateContent xmlns:mc="http://schemas.openxmlformats.org/markup-compatibility/2006">
                <mc:Choice xmlns:v="urn:schemas-microsoft-com:vml" Requires="v">
                  <p:oleObj r:id="rId16" imgW="152296" imgH="298427" progId="Equation.3">
                    <p:embed/>
                  </p:oleObj>
                </mc:Choice>
                <mc:Fallback>
                  <p:oleObj r:id="rId16" imgW="152296" imgH="298427" progId="Equation.3">
                    <p:embed/>
                    <p:pic>
                      <p:nvPicPr>
                        <p:cNvPr id="0" name="Object 4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90" y="2583"/>
                          <a:ext cx="367" cy="44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4517" name="Object 48">
              <a:extLst>
                <a:ext uri="{FF2B5EF4-FFF2-40B4-BE49-F238E27FC236}">
                  <a16:creationId xmlns:a16="http://schemas.microsoft.com/office/drawing/2014/main" id="{1D1ADE07-FBDD-6719-1003-6340CD769198}"/>
                </a:ext>
              </a:extLst>
            </p:cNvPr>
            <p:cNvGraphicFramePr>
              <a:graphicFrameLocks noChangeAspect="1"/>
            </p:cNvGraphicFramePr>
            <p:nvPr/>
          </p:nvGraphicFramePr>
          <p:xfrm>
            <a:off x="3503" y="2881"/>
            <a:ext cx="198" cy="248"/>
          </p:xfrm>
          <a:graphic>
            <a:graphicData uri="http://schemas.openxmlformats.org/presentationml/2006/ole">
              <mc:AlternateContent xmlns:mc="http://schemas.openxmlformats.org/markup-compatibility/2006">
                <mc:Choice xmlns:v="urn:schemas-microsoft-com:vml" Requires="v">
                  <p:oleObj r:id="rId18" imgW="89047" imgH="114300" progId="Equation.3">
                    <p:embed/>
                  </p:oleObj>
                </mc:Choice>
                <mc:Fallback>
                  <p:oleObj r:id="rId18" imgW="89047" imgH="114300" progId="Equation.3">
                    <p:embed/>
                    <p:pic>
                      <p:nvPicPr>
                        <p:cNvPr id="0" name="Object 4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03" y="2881"/>
                          <a:ext cx="198" cy="24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4518" name="Oval 49">
              <a:extLst>
                <a:ext uri="{FF2B5EF4-FFF2-40B4-BE49-F238E27FC236}">
                  <a16:creationId xmlns:a16="http://schemas.microsoft.com/office/drawing/2014/main" id="{B4C0018D-446C-0FF8-6C06-DE836512E761}"/>
                </a:ext>
              </a:extLst>
            </p:cNvPr>
            <p:cNvSpPr>
              <a:spLocks noChangeArrowheads="1"/>
            </p:cNvSpPr>
            <p:nvPr/>
          </p:nvSpPr>
          <p:spPr bwMode="auto">
            <a:xfrm>
              <a:off x="2697" y="3067"/>
              <a:ext cx="917" cy="459"/>
            </a:xfrm>
            <a:prstGeom prst="ellipse">
              <a:avLst/>
            </a:prstGeom>
            <a:solidFill>
              <a:srgbClr val="006666"/>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4519" name="Arc 50">
              <a:extLst>
                <a:ext uri="{FF2B5EF4-FFF2-40B4-BE49-F238E27FC236}">
                  <a16:creationId xmlns:a16="http://schemas.microsoft.com/office/drawing/2014/main" id="{AE7532F2-C9F9-1395-62BA-7A1785EFC168}"/>
                </a:ext>
              </a:extLst>
            </p:cNvPr>
            <p:cNvSpPr>
              <a:spLocks noChangeArrowheads="1"/>
            </p:cNvSpPr>
            <p:nvPr/>
          </p:nvSpPr>
          <p:spPr bwMode="auto">
            <a:xfrm flipH="1">
              <a:off x="2698" y="3067"/>
              <a:ext cx="917" cy="466"/>
            </a:xfrm>
            <a:custGeom>
              <a:avLst/>
              <a:gdLst>
                <a:gd name="T0" fmla="*/ 12 w 43200"/>
                <a:gd name="T1" fmla="*/ 0 h 42718"/>
                <a:gd name="T2" fmla="*/ 19 w 43200"/>
                <a:gd name="T3" fmla="*/ 3 h 42718"/>
                <a:gd name="T4" fmla="*/ 10 w 43200"/>
                <a:gd name="T5" fmla="*/ 5 h 42718"/>
                <a:gd name="T6" fmla="*/ 0 w 43200"/>
                <a:gd name="T7" fmla="*/ 3 h 42718"/>
                <a:gd name="T8" fmla="*/ 8 w 43200"/>
                <a:gd name="T9" fmla="*/ 0 h 42718"/>
                <a:gd name="T10" fmla="*/ 12 w 43200"/>
                <a:gd name="T11" fmla="*/ 0 h 42718"/>
                <a:gd name="T12" fmla="*/ 19 w 43200"/>
                <a:gd name="T13" fmla="*/ 3 h 42718"/>
                <a:gd name="T14" fmla="*/ 10 w 43200"/>
                <a:gd name="T15" fmla="*/ 5 h 42718"/>
                <a:gd name="T16" fmla="*/ 0 w 43200"/>
                <a:gd name="T17" fmla="*/ 3 h 42718"/>
                <a:gd name="T18" fmla="*/ 8 w 43200"/>
                <a:gd name="T19" fmla="*/ 0 h 42718"/>
                <a:gd name="T20" fmla="*/ 10 w 43200"/>
                <a:gd name="T21" fmla="*/ 3 h 42718"/>
                <a:gd name="T22" fmla="*/ 12 w 43200"/>
                <a:gd name="T23" fmla="*/ 0 h 427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200" h="42718" fill="none">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path>
                <a:path w="43200" h="42718" stroke="0">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lnTo>
                    <a:pt x="21600" y="21118"/>
                  </a:lnTo>
                  <a:lnTo>
                    <a:pt x="26421" y="63"/>
                  </a:lnTo>
                  <a:close/>
                </a:path>
              </a:pathLst>
            </a:custGeom>
            <a:noFill/>
            <a:ln w="28575">
              <a:solidFill>
                <a:schemeClr va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0" name="Arc 51">
              <a:extLst>
                <a:ext uri="{FF2B5EF4-FFF2-40B4-BE49-F238E27FC236}">
                  <a16:creationId xmlns:a16="http://schemas.microsoft.com/office/drawing/2014/main" id="{B2340813-5599-F6E9-64BE-080462CD1025}"/>
                </a:ext>
              </a:extLst>
            </p:cNvPr>
            <p:cNvSpPr>
              <a:spLocks noChangeArrowheads="1"/>
            </p:cNvSpPr>
            <p:nvPr/>
          </p:nvSpPr>
          <p:spPr bwMode="auto">
            <a:xfrm flipH="1">
              <a:off x="2830" y="3154"/>
              <a:ext cx="651" cy="285"/>
            </a:xfrm>
            <a:custGeom>
              <a:avLst/>
              <a:gdLst>
                <a:gd name="T0" fmla="*/ 6 w 43200"/>
                <a:gd name="T1" fmla="*/ 0 h 42718"/>
                <a:gd name="T2" fmla="*/ 10 w 43200"/>
                <a:gd name="T3" fmla="*/ 1 h 42718"/>
                <a:gd name="T4" fmla="*/ 5 w 43200"/>
                <a:gd name="T5" fmla="*/ 2 h 42718"/>
                <a:gd name="T6" fmla="*/ 0 w 43200"/>
                <a:gd name="T7" fmla="*/ 1 h 42718"/>
                <a:gd name="T8" fmla="*/ 4 w 43200"/>
                <a:gd name="T9" fmla="*/ 0 h 42718"/>
                <a:gd name="T10" fmla="*/ 6 w 43200"/>
                <a:gd name="T11" fmla="*/ 0 h 42718"/>
                <a:gd name="T12" fmla="*/ 10 w 43200"/>
                <a:gd name="T13" fmla="*/ 1 h 42718"/>
                <a:gd name="T14" fmla="*/ 5 w 43200"/>
                <a:gd name="T15" fmla="*/ 2 h 42718"/>
                <a:gd name="T16" fmla="*/ 0 w 43200"/>
                <a:gd name="T17" fmla="*/ 1 h 42718"/>
                <a:gd name="T18" fmla="*/ 4 w 43200"/>
                <a:gd name="T19" fmla="*/ 0 h 42718"/>
                <a:gd name="T20" fmla="*/ 5 w 43200"/>
                <a:gd name="T21" fmla="*/ 1 h 42718"/>
                <a:gd name="T22" fmla="*/ 6 w 43200"/>
                <a:gd name="T23" fmla="*/ 0 h 427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200" h="42718" fill="none">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path>
                <a:path w="43200" h="42718" stroke="0">
                  <a:moveTo>
                    <a:pt x="26421" y="63"/>
                  </a:moveTo>
                  <a:cubicBezTo>
                    <a:pt x="36239" y="2311"/>
                    <a:pt x="43200" y="11046"/>
                    <a:pt x="43200" y="21118"/>
                  </a:cubicBezTo>
                  <a:cubicBezTo>
                    <a:pt x="43200" y="33047"/>
                    <a:pt x="33529" y="42718"/>
                    <a:pt x="21600" y="42718"/>
                  </a:cubicBezTo>
                  <a:cubicBezTo>
                    <a:pt x="9670" y="42718"/>
                    <a:pt x="0" y="33047"/>
                    <a:pt x="0" y="21118"/>
                  </a:cubicBezTo>
                  <a:cubicBezTo>
                    <a:pt x="-1" y="10937"/>
                    <a:pt x="7108" y="2138"/>
                    <a:pt x="17062" y="0"/>
                  </a:cubicBezTo>
                  <a:lnTo>
                    <a:pt x="21600" y="21118"/>
                  </a:lnTo>
                  <a:lnTo>
                    <a:pt x="26421" y="63"/>
                  </a:lnTo>
                  <a:close/>
                </a:path>
              </a:pathLst>
            </a:custGeom>
            <a:noFill/>
            <a:ln w="28575">
              <a:solidFill>
                <a:schemeClr va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1" name="Line 52">
              <a:extLst>
                <a:ext uri="{FF2B5EF4-FFF2-40B4-BE49-F238E27FC236}">
                  <a16:creationId xmlns:a16="http://schemas.microsoft.com/office/drawing/2014/main" id="{A51C849D-EC8C-0E10-EAF0-F2ECF89BFE1A}"/>
                </a:ext>
              </a:extLst>
            </p:cNvPr>
            <p:cNvSpPr>
              <a:spLocks noChangeShapeType="1"/>
            </p:cNvSpPr>
            <p:nvPr/>
          </p:nvSpPr>
          <p:spPr bwMode="auto">
            <a:xfrm flipV="1">
              <a:off x="3156" y="2845"/>
              <a:ext cx="0" cy="452"/>
            </a:xfrm>
            <a:prstGeom prst="line">
              <a:avLst/>
            </a:prstGeom>
            <a:noFill/>
            <a:ln w="28575">
              <a:solidFill>
                <a:schemeClr val="accent2"/>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4522" name="Line 53">
              <a:extLst>
                <a:ext uri="{FF2B5EF4-FFF2-40B4-BE49-F238E27FC236}">
                  <a16:creationId xmlns:a16="http://schemas.microsoft.com/office/drawing/2014/main" id="{0144A4E4-96A3-8F3C-848C-D29FE4A891CC}"/>
                </a:ext>
              </a:extLst>
            </p:cNvPr>
            <p:cNvSpPr>
              <a:spLocks noChangeShapeType="1"/>
            </p:cNvSpPr>
            <p:nvPr/>
          </p:nvSpPr>
          <p:spPr bwMode="auto">
            <a:xfrm>
              <a:off x="3156" y="3538"/>
              <a:ext cx="0" cy="25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4514" name="Rectangle 54">
            <a:extLst>
              <a:ext uri="{FF2B5EF4-FFF2-40B4-BE49-F238E27FC236}">
                <a16:creationId xmlns:a16="http://schemas.microsoft.com/office/drawing/2014/main" id="{36644356-709C-B099-A59B-21F6EFB6AD7E}"/>
              </a:ext>
            </a:extLst>
          </p:cNvPr>
          <p:cNvSpPr>
            <a:spLocks noChangeArrowheads="1"/>
          </p:cNvSpPr>
          <p:nvPr/>
        </p:nvSpPr>
        <p:spPr bwMode="auto">
          <a:xfrm>
            <a:off x="4187825" y="2492375"/>
            <a:ext cx="2328863"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a:t>变化电场激发</a:t>
            </a:r>
          </a:p>
          <a:p>
            <a:pPr algn="ctr" eaLnBrk="1" hangingPunct="1">
              <a:spcBef>
                <a:spcPct val="15000"/>
              </a:spcBef>
            </a:pPr>
            <a:r>
              <a:rPr lang="zh-CN" altLang="en-US"/>
              <a:t>磁场（右螺旋）</a:t>
            </a:r>
          </a:p>
        </p:txBody>
      </p:sp>
      <p:sp>
        <p:nvSpPr>
          <p:cNvPr id="234515" name="Rectangle 55">
            <a:extLst>
              <a:ext uri="{FF2B5EF4-FFF2-40B4-BE49-F238E27FC236}">
                <a16:creationId xmlns:a16="http://schemas.microsoft.com/office/drawing/2014/main" id="{3479C923-E39C-79EC-EDF7-61220C85C207}"/>
              </a:ext>
            </a:extLst>
          </p:cNvPr>
          <p:cNvSpPr>
            <a:spLocks noChangeArrowheads="1"/>
          </p:cNvSpPr>
          <p:nvPr/>
        </p:nvSpPr>
        <p:spPr bwMode="auto">
          <a:xfrm>
            <a:off x="6780213" y="2492375"/>
            <a:ext cx="2328862"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r>
              <a:rPr lang="zh-CN" altLang="en-US"/>
              <a:t>变化磁场激发</a:t>
            </a:r>
          </a:p>
          <a:p>
            <a:pPr algn="ctr" eaLnBrk="1" hangingPunct="1">
              <a:spcBef>
                <a:spcPct val="15000"/>
              </a:spcBef>
            </a:pPr>
            <a:r>
              <a:rPr lang="zh-CN" altLang="en-US"/>
              <a:t>电场（左螺旋）</a:t>
            </a:r>
          </a:p>
        </p:txBody>
      </p:sp>
      <p:sp>
        <p:nvSpPr>
          <p:cNvPr id="8" name="椭圆 7">
            <a:extLst>
              <a:ext uri="{FF2B5EF4-FFF2-40B4-BE49-F238E27FC236}">
                <a16:creationId xmlns:a16="http://schemas.microsoft.com/office/drawing/2014/main" id="{A6E953A7-690D-088C-8AAC-19585110DF02}"/>
              </a:ext>
            </a:extLst>
          </p:cNvPr>
          <p:cNvSpPr/>
          <p:nvPr/>
        </p:nvSpPr>
        <p:spPr bwMode="auto">
          <a:xfrm>
            <a:off x="3779912" y="4104560"/>
            <a:ext cx="576064" cy="941118"/>
          </a:xfrm>
          <a:prstGeom prst="ellipse">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15000"/>
              </a:spcBef>
              <a:spcAft>
                <a:spcPct val="0"/>
              </a:spcAft>
              <a:buClrTx/>
              <a:buSzTx/>
              <a:buFontTx/>
              <a:buNone/>
            </a:pPr>
            <a:endParaRPr kumimoji="0" lang="zh-CN" altLang="en-US" sz="2400" b="0" i="0" u="none" strike="noStrike" cap="none" normalizeH="0" baseline="0">
              <a:ln>
                <a:noFill/>
              </a:ln>
              <a:solidFill>
                <a:schemeClr val="bg1"/>
              </a:solidFill>
              <a:effectLst/>
              <a:latin typeface="Arial" panose="020B0604020202020204" pitchFamily="34" charset="0"/>
              <a:ea typeface="楷体_GB2312" pitchFamily="49" charset="-122"/>
            </a:endParaRPr>
          </a:p>
        </p:txBody>
      </p:sp>
      <p:sp>
        <p:nvSpPr>
          <p:cNvPr id="9" name="椭圆 8">
            <a:extLst>
              <a:ext uri="{FF2B5EF4-FFF2-40B4-BE49-F238E27FC236}">
                <a16:creationId xmlns:a16="http://schemas.microsoft.com/office/drawing/2014/main" id="{912BEC82-565C-1875-588E-EE55B7D7D6DE}"/>
              </a:ext>
            </a:extLst>
          </p:cNvPr>
          <p:cNvSpPr/>
          <p:nvPr/>
        </p:nvSpPr>
        <p:spPr bwMode="auto">
          <a:xfrm>
            <a:off x="3767527" y="4129936"/>
            <a:ext cx="468886" cy="941118"/>
          </a:xfrm>
          <a:prstGeom prst="ellipse">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15000"/>
              </a:spcBef>
              <a:spcAft>
                <a:spcPct val="0"/>
              </a:spcAft>
              <a:buClrTx/>
              <a:buSzTx/>
              <a:buFontTx/>
              <a:buNone/>
            </a:pPr>
            <a:endParaRPr kumimoji="0" lang="zh-CN" altLang="en-US" sz="2400" b="0" i="0" u="none" strike="noStrike" cap="none" normalizeH="0" baseline="0">
              <a:ln>
                <a:noFill/>
              </a:ln>
              <a:solidFill>
                <a:schemeClr val="bg1"/>
              </a:solidFill>
              <a:effectLst/>
              <a:latin typeface="Arial" panose="020B0604020202020204" pitchFamily="34" charset="0"/>
              <a:ea typeface="楷体_GB2312" pitchFamily="49" charset="-122"/>
            </a:endParaRPr>
          </a:p>
        </p:txBody>
      </p:sp>
      <p:sp>
        <p:nvSpPr>
          <p:cNvPr id="10" name="椭圆 9">
            <a:extLst>
              <a:ext uri="{FF2B5EF4-FFF2-40B4-BE49-F238E27FC236}">
                <a16:creationId xmlns:a16="http://schemas.microsoft.com/office/drawing/2014/main" id="{2AAFE04C-1099-E636-F717-B60B9D425C98}"/>
              </a:ext>
            </a:extLst>
          </p:cNvPr>
          <p:cNvSpPr/>
          <p:nvPr/>
        </p:nvSpPr>
        <p:spPr bwMode="auto">
          <a:xfrm>
            <a:off x="3887090" y="5006555"/>
            <a:ext cx="468886" cy="941118"/>
          </a:xfrm>
          <a:prstGeom prst="ellipse">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15000"/>
              </a:spcBef>
              <a:spcAft>
                <a:spcPct val="0"/>
              </a:spcAft>
              <a:buClrTx/>
              <a:buSzTx/>
              <a:buFontTx/>
              <a:buNone/>
            </a:pPr>
            <a:endParaRPr kumimoji="0" lang="zh-CN" altLang="en-US" sz="2400" b="0" i="0" u="none" strike="noStrike" cap="none" normalizeH="0" baseline="0">
              <a:ln>
                <a:noFill/>
              </a:ln>
              <a:solidFill>
                <a:schemeClr val="bg1"/>
              </a:solidFill>
              <a:effectLst/>
              <a:latin typeface="Arial" panose="020B0604020202020204" pitchFamily="34" charset="0"/>
              <a:ea typeface="楷体_GB2312" pitchFamily="49" charset="-122"/>
            </a:endParaRPr>
          </a:p>
        </p:txBody>
      </p:sp>
      <p:pic>
        <p:nvPicPr>
          <p:cNvPr id="11" name="图片 10">
            <a:extLst>
              <a:ext uri="{FF2B5EF4-FFF2-40B4-BE49-F238E27FC236}">
                <a16:creationId xmlns:a16="http://schemas.microsoft.com/office/drawing/2014/main" id="{A0FFEBEA-5C56-0048-C305-1880F97B0DCD}"/>
              </a:ext>
            </a:extLst>
          </p:cNvPr>
          <p:cNvPicPr>
            <a:picLocks noChangeAspect="1"/>
          </p:cNvPicPr>
          <p:nvPr/>
        </p:nvPicPr>
        <p:blipFill>
          <a:blip r:embed="rId20"/>
          <a:stretch>
            <a:fillRect/>
          </a:stretch>
        </p:blipFill>
        <p:spPr>
          <a:xfrm>
            <a:off x="226690" y="2668698"/>
            <a:ext cx="8685714" cy="14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灯片编号占位符 3">
            <a:extLst>
              <a:ext uri="{FF2B5EF4-FFF2-40B4-BE49-F238E27FC236}">
                <a16:creationId xmlns:a16="http://schemas.microsoft.com/office/drawing/2014/main" id="{317B61BD-C9A9-BF07-A17C-0F769AA5FDD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83FD65D-6EA4-431C-9148-D69DBA1879FB}" type="slidenum">
              <a:rPr altLang="zh-CN" sz="1400" b="0">
                <a:solidFill>
                  <a:schemeClr val="tx1"/>
                </a:solidFill>
                <a:ea typeface="宋体" panose="02010600030101010101" pitchFamily="2" charset="-122"/>
              </a:rPr>
              <a:pPr/>
              <a:t>6</a:t>
            </a:fld>
            <a:endParaRPr lang="zh-CN" altLang="zh-CN" sz="1400" b="0">
              <a:solidFill>
                <a:schemeClr val="tx1"/>
              </a:solidFill>
              <a:ea typeface="宋体" panose="02010600030101010101" pitchFamily="2" charset="-122"/>
            </a:endParaRPr>
          </a:p>
        </p:txBody>
      </p:sp>
      <p:sp>
        <p:nvSpPr>
          <p:cNvPr id="236547" name="AutoShape 2">
            <a:hlinkClick r:id="rId3" action="ppaction://hlinksldjump" highlightClick="1"/>
            <a:extLst>
              <a:ext uri="{FF2B5EF4-FFF2-40B4-BE49-F238E27FC236}">
                <a16:creationId xmlns:a16="http://schemas.microsoft.com/office/drawing/2014/main" id="{767F11A1-EEC3-533D-2E7B-CE1580435EC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6548" name="AutoShape 3">
            <a:hlinkClick r:id="" action="ppaction://hlinkshowjump?jump=previousslide" highlightClick="1"/>
            <a:extLst>
              <a:ext uri="{FF2B5EF4-FFF2-40B4-BE49-F238E27FC236}">
                <a16:creationId xmlns:a16="http://schemas.microsoft.com/office/drawing/2014/main" id="{FD9F7632-21E9-97A3-368C-0935B8915C7B}"/>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6549" name="AutoShape 4">
            <a:hlinkClick r:id="" action="ppaction://hlinkshowjump?jump=nextslide" highlightClick="1"/>
            <a:extLst>
              <a:ext uri="{FF2B5EF4-FFF2-40B4-BE49-F238E27FC236}">
                <a16:creationId xmlns:a16="http://schemas.microsoft.com/office/drawing/2014/main" id="{3EBA570A-6B52-2D2A-4BAD-EBEAE0D9DCC7}"/>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6550" name="AutoShape 5">
            <a:hlinkClick r:id="" action="ppaction://hlinkshowjump?jump=lastslide" highlightClick="1"/>
            <a:extLst>
              <a:ext uri="{FF2B5EF4-FFF2-40B4-BE49-F238E27FC236}">
                <a16:creationId xmlns:a16="http://schemas.microsoft.com/office/drawing/2014/main" id="{F5B8E894-179D-3039-BADD-CBA660FB310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857094" name="Object 6">
            <a:extLst>
              <a:ext uri="{FF2B5EF4-FFF2-40B4-BE49-F238E27FC236}">
                <a16:creationId xmlns:a16="http://schemas.microsoft.com/office/drawing/2014/main" id="{51C42A3B-8CEB-265A-4282-69A45E42EAD4}"/>
              </a:ext>
            </a:extLst>
          </p:cNvPr>
          <p:cNvGraphicFramePr>
            <a:graphicFrameLocks noChangeAspect="1"/>
          </p:cNvGraphicFramePr>
          <p:nvPr/>
        </p:nvGraphicFramePr>
        <p:xfrm>
          <a:off x="338138" y="404813"/>
          <a:ext cx="804862" cy="666750"/>
        </p:xfrm>
        <a:graphic>
          <a:graphicData uri="http://schemas.openxmlformats.org/presentationml/2006/ole">
            <mc:AlternateContent xmlns:mc="http://schemas.openxmlformats.org/markup-compatibility/2006">
              <mc:Choice xmlns:v="urn:schemas-microsoft-com:vml" Requires="v">
                <p:oleObj r:id="rId4" imgW="4046538" imgH="3352800" progId="MS_ClipArt_Gallery.2">
                  <p:embed/>
                </p:oleObj>
              </mc:Choice>
              <mc:Fallback>
                <p:oleObj r:id="rId4" imgW="4046538" imgH="3352800" progId="MS_ClipArt_Gallery.2">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138" y="404813"/>
                        <a:ext cx="804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57095" name="Text Box 7">
            <a:extLst>
              <a:ext uri="{FF2B5EF4-FFF2-40B4-BE49-F238E27FC236}">
                <a16:creationId xmlns:a16="http://schemas.microsoft.com/office/drawing/2014/main" id="{91D61C58-787F-5C6C-50E6-CAF0D374AB9C}"/>
              </a:ext>
            </a:extLst>
          </p:cNvPr>
          <p:cNvSpPr txBox="1">
            <a:spLocks noChangeArrowheads="1"/>
          </p:cNvSpPr>
          <p:nvPr/>
        </p:nvSpPr>
        <p:spPr bwMode="auto">
          <a:xfrm>
            <a:off x="1116013" y="404813"/>
            <a:ext cx="507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a:solidFill>
                  <a:srgbClr val="F8A6A6"/>
                </a:solidFill>
                <a:latin typeface="Times New Roman" panose="02020603050405020304" pitchFamily="18" charset="0"/>
                <a:ea typeface="幼圆" panose="02010509060101010101" pitchFamily="49" charset="-122"/>
              </a:rPr>
              <a:t>麦克斯韦方程组的意义</a:t>
            </a:r>
          </a:p>
        </p:txBody>
      </p:sp>
      <p:grpSp>
        <p:nvGrpSpPr>
          <p:cNvPr id="2" name="Group 8">
            <a:extLst>
              <a:ext uri="{FF2B5EF4-FFF2-40B4-BE49-F238E27FC236}">
                <a16:creationId xmlns:a16="http://schemas.microsoft.com/office/drawing/2014/main" id="{512D4161-A969-CEAB-0558-2CB951B69B85}"/>
              </a:ext>
            </a:extLst>
          </p:cNvPr>
          <p:cNvGrpSpPr>
            <a:grpSpLocks/>
          </p:cNvGrpSpPr>
          <p:nvPr/>
        </p:nvGrpSpPr>
        <p:grpSpPr bwMode="auto">
          <a:xfrm>
            <a:off x="323850" y="836613"/>
            <a:ext cx="8280400" cy="1041400"/>
            <a:chOff x="204" y="663"/>
            <a:chExt cx="5216" cy="656"/>
          </a:xfrm>
        </p:grpSpPr>
        <p:sp>
          <p:nvSpPr>
            <p:cNvPr id="236571" name="Text Box 9">
              <a:extLst>
                <a:ext uri="{FF2B5EF4-FFF2-40B4-BE49-F238E27FC236}">
                  <a16:creationId xmlns:a16="http://schemas.microsoft.com/office/drawing/2014/main" id="{74C4D7B0-BF3E-4B76-B558-45965E4F899D}"/>
                </a:ext>
              </a:extLst>
            </p:cNvPr>
            <p:cNvSpPr txBox="1">
              <a:spLocks noChangeArrowheads="1"/>
            </p:cNvSpPr>
            <p:nvPr/>
          </p:nvSpPr>
          <p:spPr bwMode="auto">
            <a:xfrm>
              <a:off x="419" y="663"/>
              <a:ext cx="5001"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a:latin typeface="楷体_GB2312" pitchFamily="49" charset="-122"/>
                </a:rPr>
                <a:t>时变电场的激发源除电荷以外，还有变化的磁场；时变磁场的激发源除传导电流以外，还有变化的电场。</a:t>
              </a:r>
            </a:p>
          </p:txBody>
        </p:sp>
        <p:sp>
          <p:nvSpPr>
            <p:cNvPr id="236572" name="Oval 10">
              <a:extLst>
                <a:ext uri="{FF2B5EF4-FFF2-40B4-BE49-F238E27FC236}">
                  <a16:creationId xmlns:a16="http://schemas.microsoft.com/office/drawing/2014/main" id="{14EEF3A7-B6D9-41F5-DAAB-A344BDB84F60}"/>
                </a:ext>
              </a:extLst>
            </p:cNvPr>
            <p:cNvSpPr>
              <a:spLocks noChangeAspect="1" noChangeArrowheads="1"/>
            </p:cNvSpPr>
            <p:nvPr/>
          </p:nvSpPr>
          <p:spPr bwMode="auto">
            <a:xfrm>
              <a:off x="204" y="799"/>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3" name="Group 11">
            <a:extLst>
              <a:ext uri="{FF2B5EF4-FFF2-40B4-BE49-F238E27FC236}">
                <a16:creationId xmlns:a16="http://schemas.microsoft.com/office/drawing/2014/main" id="{D7B115EF-154F-95C0-160F-AAAF099AA5A7}"/>
              </a:ext>
            </a:extLst>
          </p:cNvPr>
          <p:cNvGrpSpPr>
            <a:grpSpLocks/>
          </p:cNvGrpSpPr>
          <p:nvPr/>
        </p:nvGrpSpPr>
        <p:grpSpPr bwMode="auto">
          <a:xfrm>
            <a:off x="323850" y="1773238"/>
            <a:ext cx="8280400" cy="566737"/>
            <a:chOff x="204" y="1304"/>
            <a:chExt cx="5216" cy="357"/>
          </a:xfrm>
        </p:grpSpPr>
        <p:sp>
          <p:nvSpPr>
            <p:cNvPr id="236569" name="Text Box 12">
              <a:extLst>
                <a:ext uri="{FF2B5EF4-FFF2-40B4-BE49-F238E27FC236}">
                  <a16:creationId xmlns:a16="http://schemas.microsoft.com/office/drawing/2014/main" id="{18CF7119-7B6E-2B01-949D-D348F27D9196}"/>
                </a:ext>
              </a:extLst>
            </p:cNvPr>
            <p:cNvSpPr txBox="1">
              <a:spLocks noChangeArrowheads="1"/>
            </p:cNvSpPr>
            <p:nvPr/>
          </p:nvSpPr>
          <p:spPr bwMode="auto">
            <a:xfrm>
              <a:off x="418" y="1304"/>
              <a:ext cx="500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a:latin typeface="楷体_GB2312" pitchFamily="49" charset="-122"/>
                </a:rPr>
                <a:t>电场和磁场互为激发源，相互激发。</a:t>
              </a:r>
            </a:p>
          </p:txBody>
        </p:sp>
        <p:sp>
          <p:nvSpPr>
            <p:cNvPr id="236570" name="Oval 13">
              <a:extLst>
                <a:ext uri="{FF2B5EF4-FFF2-40B4-BE49-F238E27FC236}">
                  <a16:creationId xmlns:a16="http://schemas.microsoft.com/office/drawing/2014/main" id="{CF5883B1-DB58-3C5C-0EAC-1C41BBAADBF9}"/>
                </a:ext>
              </a:extLst>
            </p:cNvPr>
            <p:cNvSpPr>
              <a:spLocks noChangeAspect="1" noChangeArrowheads="1"/>
            </p:cNvSpPr>
            <p:nvPr/>
          </p:nvSpPr>
          <p:spPr bwMode="auto">
            <a:xfrm>
              <a:off x="204" y="1444"/>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4" name="Group 14">
            <a:extLst>
              <a:ext uri="{FF2B5EF4-FFF2-40B4-BE49-F238E27FC236}">
                <a16:creationId xmlns:a16="http://schemas.microsoft.com/office/drawing/2014/main" id="{97AA5CE4-616A-8114-98DD-5B67FA5875BC}"/>
              </a:ext>
            </a:extLst>
          </p:cNvPr>
          <p:cNvGrpSpPr>
            <a:grpSpLocks/>
          </p:cNvGrpSpPr>
          <p:nvPr/>
        </p:nvGrpSpPr>
        <p:grpSpPr bwMode="auto">
          <a:xfrm>
            <a:off x="323850" y="3108325"/>
            <a:ext cx="8351838" cy="1041400"/>
            <a:chOff x="204" y="1661"/>
            <a:chExt cx="5261" cy="656"/>
          </a:xfrm>
        </p:grpSpPr>
        <p:sp>
          <p:nvSpPr>
            <p:cNvPr id="236567" name="Text Box 15">
              <a:extLst>
                <a:ext uri="{FF2B5EF4-FFF2-40B4-BE49-F238E27FC236}">
                  <a16:creationId xmlns:a16="http://schemas.microsoft.com/office/drawing/2014/main" id="{ED2FD81D-11BA-0B7C-EE23-621ADD4F00C1}"/>
                </a:ext>
              </a:extLst>
            </p:cNvPr>
            <p:cNvSpPr txBox="1">
              <a:spLocks noChangeArrowheads="1"/>
            </p:cNvSpPr>
            <p:nvPr/>
          </p:nvSpPr>
          <p:spPr bwMode="auto">
            <a:xfrm>
              <a:off x="431" y="1661"/>
              <a:ext cx="5034"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a:latin typeface="楷体_GB2312" pitchFamily="49" charset="-122"/>
                </a:rPr>
                <a:t>电场和磁场不再相互独立，而是相互关联，构成一个整体</a:t>
              </a:r>
              <a:r>
                <a:rPr lang="en-US" altLang="zh-CN"/>
                <a:t>—— </a:t>
              </a:r>
              <a:r>
                <a:rPr lang="zh-CN" altLang="en-US">
                  <a:solidFill>
                    <a:srgbClr val="F8A6A6"/>
                  </a:solidFill>
                  <a:latin typeface="宋体" panose="02010600030101010101" pitchFamily="2" charset="-122"/>
                  <a:ea typeface="宋体" panose="02010600030101010101" pitchFamily="2" charset="-122"/>
                </a:rPr>
                <a:t>电磁场</a:t>
              </a:r>
              <a:r>
                <a:rPr lang="zh-CN" altLang="en-US">
                  <a:latin typeface="楷体_GB2312" pitchFamily="49" charset="-122"/>
                </a:rPr>
                <a:t>，</a:t>
              </a:r>
              <a:r>
                <a:rPr lang="zh-CN" altLang="en-US">
                  <a:solidFill>
                    <a:srgbClr val="FF3300"/>
                  </a:solidFill>
                  <a:latin typeface="楷体_GB2312" pitchFamily="49" charset="-122"/>
                </a:rPr>
                <a:t>电场和磁场分别为电磁场的两个分量</a:t>
              </a:r>
              <a:r>
                <a:rPr lang="zh-CN" altLang="en-US">
                  <a:latin typeface="楷体_GB2312" pitchFamily="49" charset="-122"/>
                </a:rPr>
                <a:t>。</a:t>
              </a:r>
            </a:p>
          </p:txBody>
        </p:sp>
        <p:sp>
          <p:nvSpPr>
            <p:cNvPr id="236568" name="Oval 16">
              <a:extLst>
                <a:ext uri="{FF2B5EF4-FFF2-40B4-BE49-F238E27FC236}">
                  <a16:creationId xmlns:a16="http://schemas.microsoft.com/office/drawing/2014/main" id="{A2E7ABBE-E534-2DD6-5EFD-62CE2756C69C}"/>
                </a:ext>
              </a:extLst>
            </p:cNvPr>
            <p:cNvSpPr>
              <a:spLocks noChangeAspect="1" noChangeArrowheads="1"/>
            </p:cNvSpPr>
            <p:nvPr/>
          </p:nvSpPr>
          <p:spPr bwMode="auto">
            <a:xfrm>
              <a:off x="204" y="1797"/>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5" name="Group 17">
            <a:extLst>
              <a:ext uri="{FF2B5EF4-FFF2-40B4-BE49-F238E27FC236}">
                <a16:creationId xmlns:a16="http://schemas.microsoft.com/office/drawing/2014/main" id="{71E1FB26-21CF-9FB7-0BF3-AAFABE253B6F}"/>
              </a:ext>
            </a:extLst>
          </p:cNvPr>
          <p:cNvGrpSpPr>
            <a:grpSpLocks/>
          </p:cNvGrpSpPr>
          <p:nvPr/>
        </p:nvGrpSpPr>
        <p:grpSpPr bwMode="auto">
          <a:xfrm>
            <a:off x="323850" y="4043363"/>
            <a:ext cx="8280400" cy="1041400"/>
            <a:chOff x="204" y="2341"/>
            <a:chExt cx="5216" cy="656"/>
          </a:xfrm>
        </p:grpSpPr>
        <p:sp>
          <p:nvSpPr>
            <p:cNvPr id="236565" name="Text Box 18">
              <a:extLst>
                <a:ext uri="{FF2B5EF4-FFF2-40B4-BE49-F238E27FC236}">
                  <a16:creationId xmlns:a16="http://schemas.microsoft.com/office/drawing/2014/main" id="{E56732D2-D7FF-3C8D-636C-68DC8CAC9DB7}"/>
                </a:ext>
              </a:extLst>
            </p:cNvPr>
            <p:cNvSpPr txBox="1">
              <a:spLocks noChangeArrowheads="1"/>
            </p:cNvSpPr>
            <p:nvPr/>
          </p:nvSpPr>
          <p:spPr bwMode="auto">
            <a:xfrm>
              <a:off x="431" y="2341"/>
              <a:ext cx="4989"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u="sng" dirty="0">
                  <a:latin typeface="楷体_GB2312" pitchFamily="49" charset="-122"/>
                </a:rPr>
                <a:t>在离开辐射源（如天线）的</a:t>
              </a:r>
              <a:r>
                <a:rPr lang="zh-CN" altLang="en-US" u="sng" dirty="0">
                  <a:solidFill>
                    <a:srgbClr val="FFCC66"/>
                  </a:solidFill>
                  <a:latin typeface="楷体_GB2312" pitchFamily="49" charset="-122"/>
                </a:rPr>
                <a:t>无源空间中，电场和磁场仍可以相互激发，形成电磁振荡并传播</a:t>
              </a:r>
              <a:r>
                <a:rPr lang="zh-CN" altLang="en-US" u="sng" dirty="0">
                  <a:latin typeface="楷体_GB2312" pitchFamily="49" charset="-122"/>
                </a:rPr>
                <a:t>，这就是</a:t>
              </a:r>
              <a:r>
                <a:rPr lang="zh-CN" altLang="en-US" u="sng" dirty="0">
                  <a:solidFill>
                    <a:srgbClr val="F8A6A6"/>
                  </a:solidFill>
                  <a:latin typeface="宋体" panose="02010600030101010101" pitchFamily="2" charset="-122"/>
                  <a:ea typeface="宋体" panose="02010600030101010101" pitchFamily="2" charset="-122"/>
                </a:rPr>
                <a:t>电磁波</a:t>
              </a:r>
              <a:r>
                <a:rPr lang="zh-CN" altLang="en-US" dirty="0">
                  <a:latin typeface="宋体" panose="02010600030101010101" pitchFamily="2" charset="-122"/>
                  <a:ea typeface="宋体" panose="02010600030101010101" pitchFamily="2" charset="-122"/>
                </a:rPr>
                <a:t>。</a:t>
              </a:r>
              <a:endParaRPr lang="zh-CN" altLang="en-US" dirty="0">
                <a:latin typeface="楷体_GB2312" pitchFamily="49" charset="-122"/>
              </a:endParaRPr>
            </a:p>
          </p:txBody>
        </p:sp>
        <p:sp>
          <p:nvSpPr>
            <p:cNvPr id="236566" name="Oval 19">
              <a:extLst>
                <a:ext uri="{FF2B5EF4-FFF2-40B4-BE49-F238E27FC236}">
                  <a16:creationId xmlns:a16="http://schemas.microsoft.com/office/drawing/2014/main" id="{37AE83D3-64A5-CAE6-0CE8-5410DF391C37}"/>
                </a:ext>
              </a:extLst>
            </p:cNvPr>
            <p:cNvSpPr>
              <a:spLocks noChangeAspect="1" noChangeArrowheads="1"/>
            </p:cNvSpPr>
            <p:nvPr/>
          </p:nvSpPr>
          <p:spPr bwMode="auto">
            <a:xfrm>
              <a:off x="204" y="2478"/>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6" name="Group 20">
            <a:extLst>
              <a:ext uri="{FF2B5EF4-FFF2-40B4-BE49-F238E27FC236}">
                <a16:creationId xmlns:a16="http://schemas.microsoft.com/office/drawing/2014/main" id="{45653ABC-4522-3ADC-CA31-B99F519C3641}"/>
              </a:ext>
            </a:extLst>
          </p:cNvPr>
          <p:cNvGrpSpPr>
            <a:grpSpLocks/>
          </p:cNvGrpSpPr>
          <p:nvPr/>
        </p:nvGrpSpPr>
        <p:grpSpPr bwMode="auto">
          <a:xfrm>
            <a:off x="350044" y="6023768"/>
            <a:ext cx="8562975" cy="566738"/>
            <a:chOff x="198" y="2787"/>
            <a:chExt cx="5394" cy="357"/>
          </a:xfrm>
        </p:grpSpPr>
        <p:sp>
          <p:nvSpPr>
            <p:cNvPr id="236563" name="Text Box 21">
              <a:extLst>
                <a:ext uri="{FF2B5EF4-FFF2-40B4-BE49-F238E27FC236}">
                  <a16:creationId xmlns:a16="http://schemas.microsoft.com/office/drawing/2014/main" id="{D992C3BD-EE94-BD9E-4EB0-4B3D8ECB74A3}"/>
                </a:ext>
              </a:extLst>
            </p:cNvPr>
            <p:cNvSpPr txBox="1">
              <a:spLocks noChangeArrowheads="1"/>
            </p:cNvSpPr>
            <p:nvPr/>
          </p:nvSpPr>
          <p:spPr bwMode="auto">
            <a:xfrm>
              <a:off x="409" y="2787"/>
              <a:ext cx="518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dirty="0">
                  <a:latin typeface="楷体_GB2312" pitchFamily="49" charset="-122"/>
                </a:rPr>
                <a:t>麦克斯韦方程组预言了电磁波的存在，且已被事实证明。</a:t>
              </a:r>
            </a:p>
          </p:txBody>
        </p:sp>
        <p:sp>
          <p:nvSpPr>
            <p:cNvPr id="236564" name="Oval 22">
              <a:extLst>
                <a:ext uri="{FF2B5EF4-FFF2-40B4-BE49-F238E27FC236}">
                  <a16:creationId xmlns:a16="http://schemas.microsoft.com/office/drawing/2014/main" id="{3C32F2FB-B644-D2A3-146D-B896517B76D8}"/>
                </a:ext>
              </a:extLst>
            </p:cNvPr>
            <p:cNvSpPr>
              <a:spLocks noChangeAspect="1" noChangeArrowheads="1"/>
            </p:cNvSpPr>
            <p:nvPr/>
          </p:nvSpPr>
          <p:spPr bwMode="auto">
            <a:xfrm>
              <a:off x="198" y="2932"/>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7" name="Group 23">
            <a:extLst>
              <a:ext uri="{FF2B5EF4-FFF2-40B4-BE49-F238E27FC236}">
                <a16:creationId xmlns:a16="http://schemas.microsoft.com/office/drawing/2014/main" id="{F039627A-86CC-5176-8D6C-4A8A2A68215C}"/>
              </a:ext>
            </a:extLst>
          </p:cNvPr>
          <p:cNvGrpSpPr>
            <a:grpSpLocks/>
          </p:cNvGrpSpPr>
          <p:nvPr/>
        </p:nvGrpSpPr>
        <p:grpSpPr bwMode="auto">
          <a:xfrm>
            <a:off x="338138" y="5082090"/>
            <a:ext cx="8445501" cy="1041400"/>
            <a:chOff x="200" y="3104"/>
            <a:chExt cx="5320" cy="656"/>
          </a:xfrm>
        </p:grpSpPr>
        <p:sp>
          <p:nvSpPr>
            <p:cNvPr id="236561" name="Text Box 24">
              <a:extLst>
                <a:ext uri="{FF2B5EF4-FFF2-40B4-BE49-F238E27FC236}">
                  <a16:creationId xmlns:a16="http://schemas.microsoft.com/office/drawing/2014/main" id="{BB519C41-3146-1A0D-5FAD-FD1CB3CF3AC0}"/>
                </a:ext>
              </a:extLst>
            </p:cNvPr>
            <p:cNvSpPr txBox="1">
              <a:spLocks noChangeArrowheads="1"/>
            </p:cNvSpPr>
            <p:nvPr/>
          </p:nvSpPr>
          <p:spPr bwMode="auto">
            <a:xfrm>
              <a:off x="395" y="3104"/>
              <a:ext cx="5125"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just" eaLnBrk="1" hangingPunct="1">
                <a:lnSpc>
                  <a:spcPct val="130000"/>
                </a:lnSpc>
              </a:pPr>
              <a:r>
                <a:rPr lang="zh-CN" altLang="en-US" dirty="0">
                  <a:latin typeface="楷体_GB2312" pitchFamily="49" charset="-122"/>
                </a:rPr>
                <a:t>在无源空间中，两个旋度方程右边相差一个负号，正是这   个负号使电场和磁场构成了</a:t>
              </a:r>
              <a:r>
                <a:rPr lang="zh-CN" altLang="en-US" dirty="0">
                  <a:solidFill>
                    <a:srgbClr val="FFD1E8"/>
                  </a:solidFill>
                  <a:latin typeface="宋体" panose="02010600030101010101" pitchFamily="2" charset="-122"/>
                  <a:ea typeface="宋体" panose="02010600030101010101" pitchFamily="2" charset="-122"/>
                </a:rPr>
                <a:t>相互激励</a:t>
              </a:r>
              <a:r>
                <a:rPr lang="zh-CN" altLang="en-US" dirty="0">
                  <a:latin typeface="楷体_GB2312" pitchFamily="49" charset="-122"/>
                </a:rPr>
                <a:t>又</a:t>
              </a:r>
              <a:r>
                <a:rPr lang="zh-CN" altLang="en-US" dirty="0">
                  <a:solidFill>
                    <a:srgbClr val="FFD1E8"/>
                  </a:solidFill>
                  <a:latin typeface="宋体" panose="02010600030101010101" pitchFamily="2" charset="-122"/>
                  <a:ea typeface="宋体" panose="02010600030101010101" pitchFamily="2" charset="-122"/>
                </a:rPr>
                <a:t>相互约束</a:t>
              </a:r>
              <a:r>
                <a:rPr lang="zh-CN" altLang="en-US" dirty="0">
                  <a:latin typeface="楷体_GB2312" pitchFamily="49" charset="-122"/>
                </a:rPr>
                <a:t>的关系。</a:t>
              </a:r>
            </a:p>
          </p:txBody>
        </p:sp>
        <p:sp>
          <p:nvSpPr>
            <p:cNvPr id="236562" name="Oval 25">
              <a:extLst>
                <a:ext uri="{FF2B5EF4-FFF2-40B4-BE49-F238E27FC236}">
                  <a16:creationId xmlns:a16="http://schemas.microsoft.com/office/drawing/2014/main" id="{6A66E756-CF05-FE3C-59B3-E4C263BC12E3}"/>
                </a:ext>
              </a:extLst>
            </p:cNvPr>
            <p:cNvSpPr>
              <a:spLocks noChangeAspect="1" noChangeArrowheads="1"/>
            </p:cNvSpPr>
            <p:nvPr/>
          </p:nvSpPr>
          <p:spPr bwMode="auto">
            <a:xfrm>
              <a:off x="200" y="3236"/>
              <a:ext cx="125" cy="126"/>
            </a:xfrm>
            <a:prstGeom prst="ellipse">
              <a:avLst/>
            </a:prstGeom>
            <a:gradFill rotWithShape="1">
              <a:gsLst>
                <a:gs pos="0">
                  <a:srgbClr val="F60000"/>
                </a:gs>
                <a:gs pos="100000">
                  <a:srgbClr val="FF99CC"/>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pic>
        <p:nvPicPr>
          <p:cNvPr id="857114" name="Picture 26">
            <a:extLst>
              <a:ext uri="{FF2B5EF4-FFF2-40B4-BE49-F238E27FC236}">
                <a16:creationId xmlns:a16="http://schemas.microsoft.com/office/drawing/2014/main" id="{5BEA0A17-1FEE-B2DF-0B45-26542BCE91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1773238"/>
            <a:ext cx="3382963" cy="146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7116" name="Picture 28">
            <a:extLst>
              <a:ext uri="{FF2B5EF4-FFF2-40B4-BE49-F238E27FC236}">
                <a16:creationId xmlns:a16="http://schemas.microsoft.com/office/drawing/2014/main" id="{1539C43C-EAFD-F684-6B55-2EDFCC728A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2276475"/>
            <a:ext cx="3951287"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0CAE5114-4769-134E-9F9E-07983C411AB5}"/>
              </a:ext>
            </a:extLst>
          </p:cNvPr>
          <p:cNvPicPr>
            <a:picLocks noChangeAspect="1"/>
          </p:cNvPicPr>
          <p:nvPr/>
        </p:nvPicPr>
        <p:blipFill>
          <a:blip r:embed="rId3"/>
          <a:stretch>
            <a:fillRect/>
          </a:stretch>
        </p:blipFill>
        <p:spPr>
          <a:xfrm>
            <a:off x="4621" y="3341656"/>
            <a:ext cx="1289234" cy="976313"/>
          </a:xfrm>
          <a:prstGeom prst="rect">
            <a:avLst/>
          </a:prstGeom>
        </p:spPr>
      </p:pic>
      <p:pic>
        <p:nvPicPr>
          <p:cNvPr id="25" name="图片 24">
            <a:extLst>
              <a:ext uri="{FF2B5EF4-FFF2-40B4-BE49-F238E27FC236}">
                <a16:creationId xmlns:a16="http://schemas.microsoft.com/office/drawing/2014/main" id="{3CC52FB1-E676-6262-97D7-CE5FEC79E855}"/>
              </a:ext>
            </a:extLst>
          </p:cNvPr>
          <p:cNvPicPr>
            <a:picLocks noChangeAspect="1"/>
          </p:cNvPicPr>
          <p:nvPr/>
        </p:nvPicPr>
        <p:blipFill>
          <a:blip r:embed="rId4"/>
          <a:stretch>
            <a:fillRect/>
          </a:stretch>
        </p:blipFill>
        <p:spPr>
          <a:xfrm>
            <a:off x="6460332" y="3798350"/>
            <a:ext cx="801688" cy="449727"/>
          </a:xfrm>
          <a:prstGeom prst="rect">
            <a:avLst/>
          </a:prstGeom>
        </p:spPr>
      </p:pic>
      <p:sp>
        <p:nvSpPr>
          <p:cNvPr id="238594" name="灯片编号占位符 3">
            <a:extLst>
              <a:ext uri="{FF2B5EF4-FFF2-40B4-BE49-F238E27FC236}">
                <a16:creationId xmlns:a16="http://schemas.microsoft.com/office/drawing/2014/main" id="{742E900A-0866-D4A6-83C5-481AC85A12D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4A9A9A4-D0F2-4389-9DB9-5209E4C05B06}" type="slidenum">
              <a:rPr altLang="zh-CN" sz="1400" b="0">
                <a:solidFill>
                  <a:schemeClr val="tx1"/>
                </a:solidFill>
                <a:ea typeface="宋体" panose="02010600030101010101" pitchFamily="2" charset="-122"/>
              </a:rPr>
              <a:pPr/>
              <a:t>7</a:t>
            </a:fld>
            <a:endParaRPr lang="zh-CN" altLang="zh-CN" sz="1400" b="0">
              <a:solidFill>
                <a:schemeClr val="tx1"/>
              </a:solidFill>
              <a:ea typeface="宋体" panose="02010600030101010101" pitchFamily="2" charset="-122"/>
            </a:endParaRPr>
          </a:p>
        </p:txBody>
      </p:sp>
      <p:sp>
        <p:nvSpPr>
          <p:cNvPr id="238595" name="AutoShape 2">
            <a:extLst>
              <a:ext uri="{FF2B5EF4-FFF2-40B4-BE49-F238E27FC236}">
                <a16:creationId xmlns:a16="http://schemas.microsoft.com/office/drawing/2014/main" id="{D060092E-5087-8999-1D1A-53E3E66955B6}"/>
              </a:ext>
            </a:extLst>
          </p:cNvPr>
          <p:cNvSpPr>
            <a:spLocks noChangeArrowheads="1"/>
          </p:cNvSpPr>
          <p:nvPr/>
        </p:nvSpPr>
        <p:spPr bwMode="auto">
          <a:xfrm>
            <a:off x="3048000" y="985808"/>
            <a:ext cx="2868613" cy="477837"/>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dirty="0">
                <a:latin typeface="楷体_GB2312" pitchFamily="49" charset="-122"/>
              </a:rPr>
              <a:t>麦克斯韦方程组</a:t>
            </a:r>
          </a:p>
        </p:txBody>
      </p:sp>
      <p:sp>
        <p:nvSpPr>
          <p:cNvPr id="238596" name="AutoShape 3">
            <a:extLst>
              <a:ext uri="{FF2B5EF4-FFF2-40B4-BE49-F238E27FC236}">
                <a16:creationId xmlns:a16="http://schemas.microsoft.com/office/drawing/2014/main" id="{42C000D8-02EC-C365-2BDF-C14EAFF6962A}"/>
              </a:ext>
            </a:extLst>
          </p:cNvPr>
          <p:cNvSpPr>
            <a:spLocks noChangeArrowheads="1"/>
          </p:cNvSpPr>
          <p:nvPr/>
        </p:nvSpPr>
        <p:spPr bwMode="auto">
          <a:xfrm>
            <a:off x="1187450" y="1852583"/>
            <a:ext cx="1295400" cy="476250"/>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a:latin typeface="楷体_GB2312" pitchFamily="49" charset="-122"/>
              </a:rPr>
              <a:t>时变场</a:t>
            </a:r>
          </a:p>
        </p:txBody>
      </p:sp>
      <p:sp>
        <p:nvSpPr>
          <p:cNvPr id="238597" name="AutoShape 4">
            <a:extLst>
              <a:ext uri="{FF2B5EF4-FFF2-40B4-BE49-F238E27FC236}">
                <a16:creationId xmlns:a16="http://schemas.microsoft.com/office/drawing/2014/main" id="{AC68E254-1B32-92A1-BCCD-4D53AF7B1CB1}"/>
              </a:ext>
            </a:extLst>
          </p:cNvPr>
          <p:cNvSpPr>
            <a:spLocks noChangeArrowheads="1"/>
          </p:cNvSpPr>
          <p:nvPr/>
        </p:nvSpPr>
        <p:spPr bwMode="auto">
          <a:xfrm>
            <a:off x="6226175" y="1922433"/>
            <a:ext cx="1441450" cy="477837"/>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a:latin typeface="Times New Roman" panose="02020603050405020304" pitchFamily="18" charset="0"/>
              </a:rPr>
              <a:t>静态场</a:t>
            </a:r>
          </a:p>
        </p:txBody>
      </p:sp>
      <p:sp>
        <p:nvSpPr>
          <p:cNvPr id="238598" name="AutoShape 5">
            <a:extLst>
              <a:ext uri="{FF2B5EF4-FFF2-40B4-BE49-F238E27FC236}">
                <a16:creationId xmlns:a16="http://schemas.microsoft.com/office/drawing/2014/main" id="{1A3DEC82-D297-30C5-C47D-4BBD1DE08893}"/>
              </a:ext>
            </a:extLst>
          </p:cNvPr>
          <p:cNvSpPr>
            <a:spLocks noChangeArrowheads="1"/>
          </p:cNvSpPr>
          <p:nvPr/>
        </p:nvSpPr>
        <p:spPr bwMode="auto">
          <a:xfrm>
            <a:off x="2195513" y="2838420"/>
            <a:ext cx="1395412" cy="417513"/>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a:solidFill>
                  <a:srgbClr val="FF3300"/>
                </a:solidFill>
                <a:latin typeface="楷体_GB2312" pitchFamily="49" charset="-122"/>
              </a:rPr>
              <a:t>缓变场</a:t>
            </a:r>
          </a:p>
        </p:txBody>
      </p:sp>
      <p:sp>
        <p:nvSpPr>
          <p:cNvPr id="238599" name="AutoShape 6">
            <a:extLst>
              <a:ext uri="{FF2B5EF4-FFF2-40B4-BE49-F238E27FC236}">
                <a16:creationId xmlns:a16="http://schemas.microsoft.com/office/drawing/2014/main" id="{F54BE8A5-39B6-27C4-61F7-375FBD8C6B7F}"/>
              </a:ext>
            </a:extLst>
          </p:cNvPr>
          <p:cNvSpPr>
            <a:spLocks noChangeArrowheads="1"/>
          </p:cNvSpPr>
          <p:nvPr/>
        </p:nvSpPr>
        <p:spPr bwMode="auto">
          <a:xfrm>
            <a:off x="114301" y="2859058"/>
            <a:ext cx="1219200" cy="417512"/>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dirty="0">
                <a:solidFill>
                  <a:srgbClr val="FFCC66"/>
                </a:solidFill>
                <a:latin typeface="楷体_GB2312" pitchFamily="49" charset="-122"/>
              </a:rPr>
              <a:t>迅变场</a:t>
            </a:r>
          </a:p>
        </p:txBody>
      </p:sp>
      <p:sp>
        <p:nvSpPr>
          <p:cNvPr id="238600" name="AutoShape 7">
            <a:extLst>
              <a:ext uri="{FF2B5EF4-FFF2-40B4-BE49-F238E27FC236}">
                <a16:creationId xmlns:a16="http://schemas.microsoft.com/office/drawing/2014/main" id="{1DAC2FAE-03D2-88E3-A687-81CC9A933650}"/>
              </a:ext>
            </a:extLst>
          </p:cNvPr>
          <p:cNvSpPr>
            <a:spLocks noChangeArrowheads="1"/>
          </p:cNvSpPr>
          <p:nvPr/>
        </p:nvSpPr>
        <p:spPr bwMode="auto">
          <a:xfrm>
            <a:off x="114300" y="4403695"/>
            <a:ext cx="1255713" cy="835025"/>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dirty="0">
                <a:solidFill>
                  <a:srgbClr val="FFCC66"/>
                </a:solidFill>
                <a:latin typeface="Times New Roman" panose="02020603050405020304" pitchFamily="18" charset="0"/>
              </a:rPr>
              <a:t>时变电磁场</a:t>
            </a:r>
          </a:p>
          <a:p>
            <a:pPr algn="ctr" eaLnBrk="1" hangingPunct="1">
              <a:spcBef>
                <a:spcPct val="20000"/>
              </a:spcBef>
            </a:pPr>
            <a:r>
              <a:rPr lang="en-US" altLang="zh-CN" sz="2000" dirty="0">
                <a:solidFill>
                  <a:srgbClr val="FFCC66"/>
                </a:solidFill>
                <a:latin typeface="Times New Roman" panose="02020603050405020304" pitchFamily="18" charset="0"/>
              </a:rPr>
              <a:t>(EM)</a:t>
            </a:r>
          </a:p>
        </p:txBody>
      </p:sp>
      <p:sp>
        <p:nvSpPr>
          <p:cNvPr id="238601" name="AutoShape 8">
            <a:extLst>
              <a:ext uri="{FF2B5EF4-FFF2-40B4-BE49-F238E27FC236}">
                <a16:creationId xmlns:a16="http://schemas.microsoft.com/office/drawing/2014/main" id="{FB052E9D-9444-740D-4FB0-608C287AA657}"/>
              </a:ext>
            </a:extLst>
          </p:cNvPr>
          <p:cNvSpPr>
            <a:spLocks noChangeArrowheads="1"/>
          </p:cNvSpPr>
          <p:nvPr/>
        </p:nvSpPr>
        <p:spPr bwMode="auto">
          <a:xfrm>
            <a:off x="1539875" y="4403695"/>
            <a:ext cx="1454150" cy="835025"/>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dirty="0">
                <a:latin typeface="Times New Roman" panose="02020603050405020304" pitchFamily="18" charset="0"/>
              </a:rPr>
              <a:t>准静电场</a:t>
            </a:r>
          </a:p>
          <a:p>
            <a:pPr algn="ctr" eaLnBrk="1" hangingPunct="1">
              <a:spcBef>
                <a:spcPct val="20000"/>
              </a:spcBef>
            </a:pPr>
            <a:r>
              <a:rPr lang="en-US" altLang="zh-CN" sz="2000" dirty="0">
                <a:latin typeface="Times New Roman" panose="02020603050405020304" pitchFamily="18" charset="0"/>
              </a:rPr>
              <a:t>(EQS)</a:t>
            </a:r>
          </a:p>
        </p:txBody>
      </p:sp>
      <p:sp>
        <p:nvSpPr>
          <p:cNvPr id="238602" name="AutoShape 9">
            <a:extLst>
              <a:ext uri="{FF2B5EF4-FFF2-40B4-BE49-F238E27FC236}">
                <a16:creationId xmlns:a16="http://schemas.microsoft.com/office/drawing/2014/main" id="{BB67F472-237F-B398-21BF-68BC0917080F}"/>
              </a:ext>
            </a:extLst>
          </p:cNvPr>
          <p:cNvSpPr>
            <a:spLocks noChangeArrowheads="1"/>
          </p:cNvSpPr>
          <p:nvPr/>
        </p:nvSpPr>
        <p:spPr bwMode="auto">
          <a:xfrm>
            <a:off x="3160713" y="4408458"/>
            <a:ext cx="1439862" cy="835025"/>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a:latin typeface="Times New Roman" panose="02020603050405020304" pitchFamily="18" charset="0"/>
              </a:rPr>
              <a:t>准静磁场</a:t>
            </a:r>
          </a:p>
          <a:p>
            <a:pPr algn="ctr" eaLnBrk="1" hangingPunct="1">
              <a:spcBef>
                <a:spcPct val="20000"/>
              </a:spcBef>
            </a:pPr>
            <a:r>
              <a:rPr lang="en-US" altLang="zh-CN" sz="2000">
                <a:latin typeface="Times New Roman" panose="02020603050405020304" pitchFamily="18" charset="0"/>
              </a:rPr>
              <a:t>(MQS)</a:t>
            </a:r>
          </a:p>
        </p:txBody>
      </p:sp>
      <p:sp>
        <p:nvSpPr>
          <p:cNvPr id="238603" name="AutoShape 10">
            <a:extLst>
              <a:ext uri="{FF2B5EF4-FFF2-40B4-BE49-F238E27FC236}">
                <a16:creationId xmlns:a16="http://schemas.microsoft.com/office/drawing/2014/main" id="{CB5A1FC8-CF7B-73CF-C979-43FD035AABB3}"/>
              </a:ext>
            </a:extLst>
          </p:cNvPr>
          <p:cNvSpPr>
            <a:spLocks noChangeArrowheads="1"/>
          </p:cNvSpPr>
          <p:nvPr/>
        </p:nvSpPr>
        <p:spPr bwMode="auto">
          <a:xfrm>
            <a:off x="7731125" y="4392583"/>
            <a:ext cx="1298575" cy="835025"/>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dirty="0">
                <a:latin typeface="Times New Roman" panose="02020603050405020304" pitchFamily="18" charset="0"/>
              </a:rPr>
              <a:t>静磁场</a:t>
            </a:r>
          </a:p>
          <a:p>
            <a:pPr algn="ctr" eaLnBrk="1" hangingPunct="1">
              <a:spcBef>
                <a:spcPct val="20000"/>
              </a:spcBef>
            </a:pPr>
            <a:r>
              <a:rPr lang="en-US" altLang="zh-CN" sz="2000" dirty="0">
                <a:latin typeface="Times New Roman" panose="02020603050405020304" pitchFamily="18" charset="0"/>
              </a:rPr>
              <a:t>(MS)</a:t>
            </a:r>
          </a:p>
        </p:txBody>
      </p:sp>
      <p:graphicFrame>
        <p:nvGraphicFramePr>
          <p:cNvPr id="238604" name="Object 11">
            <a:extLst>
              <a:ext uri="{FF2B5EF4-FFF2-40B4-BE49-F238E27FC236}">
                <a16:creationId xmlns:a16="http://schemas.microsoft.com/office/drawing/2014/main" id="{A04AC831-8287-E076-C792-24FE070CE5E9}"/>
              </a:ext>
            </a:extLst>
          </p:cNvPr>
          <p:cNvGraphicFramePr>
            <a:graphicFrameLocks noChangeAspect="1"/>
          </p:cNvGraphicFramePr>
          <p:nvPr>
            <p:extLst>
              <p:ext uri="{D42A27DB-BD31-4B8C-83A1-F6EECF244321}">
                <p14:modId xmlns:p14="http://schemas.microsoft.com/office/powerpoint/2010/main" val="3917141893"/>
              </p:ext>
            </p:extLst>
          </p:nvPr>
        </p:nvGraphicFramePr>
        <p:xfrm>
          <a:off x="2814638" y="1820833"/>
          <a:ext cx="776287" cy="558800"/>
        </p:xfrm>
        <a:graphic>
          <a:graphicData uri="http://schemas.openxmlformats.org/presentationml/2006/ole">
            <mc:AlternateContent xmlns:mc="http://schemas.openxmlformats.org/markup-compatibility/2006">
              <mc:Choice xmlns:v="urn:schemas-microsoft-com:vml" Requires="v">
                <p:oleObj r:id="rId5" imgW="298350" imgH="279308" progId="Equation.3">
                  <p:embed/>
                </p:oleObj>
              </mc:Choice>
              <mc:Fallback>
                <p:oleObj r:id="rId5" imgW="298350" imgH="279308"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4638" y="1820833"/>
                        <a:ext cx="776287" cy="558800"/>
                      </a:xfrm>
                      <a:prstGeom prst="rect">
                        <a:avLst/>
                      </a:prstGeom>
                      <a:solidFill>
                        <a:srgbClr val="339966"/>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8605" name="Object 12">
            <a:extLst>
              <a:ext uri="{FF2B5EF4-FFF2-40B4-BE49-F238E27FC236}">
                <a16:creationId xmlns:a16="http://schemas.microsoft.com/office/drawing/2014/main" id="{FA56BD23-0EA1-8C12-47B0-947388DAD780}"/>
              </a:ext>
            </a:extLst>
          </p:cNvPr>
          <p:cNvGraphicFramePr>
            <a:graphicFrameLocks noChangeAspect="1"/>
          </p:cNvGraphicFramePr>
          <p:nvPr>
            <p:extLst>
              <p:ext uri="{D42A27DB-BD31-4B8C-83A1-F6EECF244321}">
                <p14:modId xmlns:p14="http://schemas.microsoft.com/office/powerpoint/2010/main" val="421203344"/>
              </p:ext>
            </p:extLst>
          </p:nvPr>
        </p:nvGraphicFramePr>
        <p:xfrm>
          <a:off x="7777163" y="1879570"/>
          <a:ext cx="774700" cy="560388"/>
        </p:xfrm>
        <a:graphic>
          <a:graphicData uri="http://schemas.openxmlformats.org/presentationml/2006/ole">
            <mc:AlternateContent xmlns:mc="http://schemas.openxmlformats.org/markup-compatibility/2006">
              <mc:Choice xmlns:v="urn:schemas-microsoft-com:vml" Requires="v">
                <p:oleObj r:id="rId7" imgW="298350" imgH="279308" progId="Equation.3">
                  <p:embed/>
                </p:oleObj>
              </mc:Choice>
              <mc:Fallback>
                <p:oleObj r:id="rId7" imgW="298350" imgH="279308"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7163" y="1879570"/>
                        <a:ext cx="774700" cy="560388"/>
                      </a:xfrm>
                      <a:prstGeom prst="rect">
                        <a:avLst/>
                      </a:prstGeom>
                      <a:solidFill>
                        <a:srgbClr val="339966"/>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8606" name="Object 13">
            <a:extLst>
              <a:ext uri="{FF2B5EF4-FFF2-40B4-BE49-F238E27FC236}">
                <a16:creationId xmlns:a16="http://schemas.microsoft.com/office/drawing/2014/main" id="{2351C6B6-3392-CD58-BA8A-564CF5435286}"/>
              </a:ext>
            </a:extLst>
          </p:cNvPr>
          <p:cNvGraphicFramePr>
            <a:graphicFrameLocks noChangeAspect="1"/>
          </p:cNvGraphicFramePr>
          <p:nvPr>
            <p:extLst>
              <p:ext uri="{D42A27DB-BD31-4B8C-83A1-F6EECF244321}">
                <p14:modId xmlns:p14="http://schemas.microsoft.com/office/powerpoint/2010/main" val="667947960"/>
              </p:ext>
            </p:extLst>
          </p:nvPr>
        </p:nvGraphicFramePr>
        <p:xfrm>
          <a:off x="3998913" y="3646458"/>
          <a:ext cx="901700" cy="604837"/>
        </p:xfrm>
        <a:graphic>
          <a:graphicData uri="http://schemas.openxmlformats.org/presentationml/2006/ole">
            <mc:AlternateContent xmlns:mc="http://schemas.openxmlformats.org/markup-compatibility/2006">
              <mc:Choice xmlns:v="urn:schemas-microsoft-com:vml" Requires="v">
                <p:oleObj r:id="rId9" imgW="362015" imgH="298427" progId="Equation.3">
                  <p:embed/>
                </p:oleObj>
              </mc:Choice>
              <mc:Fallback>
                <p:oleObj r:id="rId9" imgW="362015" imgH="298427"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8913" y="3646458"/>
                        <a:ext cx="901700" cy="604837"/>
                      </a:xfrm>
                      <a:prstGeom prst="rect">
                        <a:avLst/>
                      </a:prstGeom>
                      <a:solidFill>
                        <a:srgbClr val="339966"/>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8607" name="Object 14">
            <a:extLst>
              <a:ext uri="{FF2B5EF4-FFF2-40B4-BE49-F238E27FC236}">
                <a16:creationId xmlns:a16="http://schemas.microsoft.com/office/drawing/2014/main" id="{0AD35BA0-8181-72A7-6555-8C22A7A8CD7D}"/>
              </a:ext>
            </a:extLst>
          </p:cNvPr>
          <p:cNvGraphicFramePr>
            <a:graphicFrameLocks noChangeAspect="1"/>
          </p:cNvGraphicFramePr>
          <p:nvPr>
            <p:extLst>
              <p:ext uri="{D42A27DB-BD31-4B8C-83A1-F6EECF244321}">
                <p14:modId xmlns:p14="http://schemas.microsoft.com/office/powerpoint/2010/main" val="2505452788"/>
              </p:ext>
            </p:extLst>
          </p:nvPr>
        </p:nvGraphicFramePr>
        <p:xfrm>
          <a:off x="1333500" y="3592483"/>
          <a:ext cx="882650" cy="604837"/>
        </p:xfrm>
        <a:graphic>
          <a:graphicData uri="http://schemas.openxmlformats.org/presentationml/2006/ole">
            <mc:AlternateContent xmlns:mc="http://schemas.openxmlformats.org/markup-compatibility/2006">
              <mc:Choice xmlns:v="urn:schemas-microsoft-com:vml" Requires="v">
                <p:oleObj r:id="rId11" imgW="349116" imgH="298427" progId="Equation.3">
                  <p:embed/>
                </p:oleObj>
              </mc:Choice>
              <mc:Fallback>
                <p:oleObj r:id="rId11" imgW="349116" imgH="298427"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3500" y="3592483"/>
                        <a:ext cx="882650" cy="604837"/>
                      </a:xfrm>
                      <a:prstGeom prst="rect">
                        <a:avLst/>
                      </a:prstGeom>
                      <a:solidFill>
                        <a:srgbClr val="339966"/>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238608" name="AutoShape 15">
            <a:extLst>
              <a:ext uri="{FF2B5EF4-FFF2-40B4-BE49-F238E27FC236}">
                <a16:creationId xmlns:a16="http://schemas.microsoft.com/office/drawing/2014/main" id="{29357B37-3947-2D6B-3472-4B9CD520C3EF}"/>
              </a:ext>
            </a:extLst>
          </p:cNvPr>
          <p:cNvCxnSpPr>
            <a:cxnSpLocks noChangeShapeType="1"/>
          </p:cNvCxnSpPr>
          <p:nvPr/>
        </p:nvCxnSpPr>
        <p:spPr bwMode="auto">
          <a:xfrm rot="5400000">
            <a:off x="3035300" y="404783"/>
            <a:ext cx="357188" cy="2538412"/>
          </a:xfrm>
          <a:prstGeom prst="bentConnector3">
            <a:avLst>
              <a:gd name="adj1" fmla="val 49778"/>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238609" name="AutoShape 16">
            <a:extLst>
              <a:ext uri="{FF2B5EF4-FFF2-40B4-BE49-F238E27FC236}">
                <a16:creationId xmlns:a16="http://schemas.microsoft.com/office/drawing/2014/main" id="{31C35609-5F40-FDFE-9243-293B2AE5FEE0}"/>
              </a:ext>
            </a:extLst>
          </p:cNvPr>
          <p:cNvCxnSpPr>
            <a:cxnSpLocks noChangeShapeType="1"/>
          </p:cNvCxnSpPr>
          <p:nvPr/>
        </p:nvCxnSpPr>
        <p:spPr bwMode="auto">
          <a:xfrm rot="16200000" flipH="1">
            <a:off x="5484019" y="443677"/>
            <a:ext cx="458787" cy="2463800"/>
          </a:xfrm>
          <a:prstGeom prst="bentConnector3">
            <a:avLst>
              <a:gd name="adj1" fmla="val 49829"/>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238610" name="AutoShape 17">
            <a:extLst>
              <a:ext uri="{FF2B5EF4-FFF2-40B4-BE49-F238E27FC236}">
                <a16:creationId xmlns:a16="http://schemas.microsoft.com/office/drawing/2014/main" id="{E6443D11-FDE6-172E-1180-101BAC1ECB36}"/>
              </a:ext>
            </a:extLst>
          </p:cNvPr>
          <p:cNvCxnSpPr>
            <a:cxnSpLocks noChangeShapeType="1"/>
          </p:cNvCxnSpPr>
          <p:nvPr/>
        </p:nvCxnSpPr>
        <p:spPr bwMode="auto">
          <a:xfrm rot="5400000">
            <a:off x="1111250" y="2092296"/>
            <a:ext cx="466725" cy="1035050"/>
          </a:xfrm>
          <a:prstGeom prst="bentConnector3">
            <a:avLst>
              <a:gd name="adj1" fmla="val 49995"/>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238611" name="AutoShape 18">
            <a:extLst>
              <a:ext uri="{FF2B5EF4-FFF2-40B4-BE49-F238E27FC236}">
                <a16:creationId xmlns:a16="http://schemas.microsoft.com/office/drawing/2014/main" id="{0CDB72F1-2350-66EC-1719-9BE72FF16F3D}"/>
              </a:ext>
            </a:extLst>
          </p:cNvPr>
          <p:cNvCxnSpPr>
            <a:cxnSpLocks noChangeShapeType="1"/>
          </p:cNvCxnSpPr>
          <p:nvPr/>
        </p:nvCxnSpPr>
        <p:spPr bwMode="auto">
          <a:xfrm rot="16200000" flipH="1">
            <a:off x="2099469" y="2123251"/>
            <a:ext cx="477838" cy="949325"/>
          </a:xfrm>
          <a:prstGeom prst="bentConnector3">
            <a:avLst>
              <a:gd name="adj1" fmla="val 49833"/>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238612" name="AutoShape 19">
            <a:extLst>
              <a:ext uri="{FF2B5EF4-FFF2-40B4-BE49-F238E27FC236}">
                <a16:creationId xmlns:a16="http://schemas.microsoft.com/office/drawing/2014/main" id="{6E2847A9-AD39-761E-FD38-26CC3B15FAE3}"/>
              </a:ext>
            </a:extLst>
          </p:cNvPr>
          <p:cNvCxnSpPr>
            <a:cxnSpLocks noChangeShapeType="1"/>
            <a:stCxn id="238599" idx="2"/>
            <a:endCxn id="238600" idx="0"/>
          </p:cNvCxnSpPr>
          <p:nvPr/>
        </p:nvCxnSpPr>
        <p:spPr bwMode="auto">
          <a:xfrm>
            <a:off x="723901" y="3276570"/>
            <a:ext cx="18256" cy="1127125"/>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238613" name="AutoShape 20">
            <a:extLst>
              <a:ext uri="{FF2B5EF4-FFF2-40B4-BE49-F238E27FC236}">
                <a16:creationId xmlns:a16="http://schemas.microsoft.com/office/drawing/2014/main" id="{55A99CE9-44DF-5850-8AEC-F0D891CFA6BA}"/>
              </a:ext>
            </a:extLst>
          </p:cNvPr>
          <p:cNvCxnSpPr>
            <a:cxnSpLocks noChangeShapeType="1"/>
            <a:stCxn id="238598" idx="2"/>
            <a:endCxn id="238601" idx="0"/>
          </p:cNvCxnSpPr>
          <p:nvPr/>
        </p:nvCxnSpPr>
        <p:spPr bwMode="auto">
          <a:xfrm rot="5400000">
            <a:off x="2006601" y="3516282"/>
            <a:ext cx="1147762" cy="627063"/>
          </a:xfrm>
          <a:prstGeom prst="bentConnector3">
            <a:avLst>
              <a:gd name="adj1" fmla="val 49931"/>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238614" name="AutoShape 21">
            <a:extLst>
              <a:ext uri="{FF2B5EF4-FFF2-40B4-BE49-F238E27FC236}">
                <a16:creationId xmlns:a16="http://schemas.microsoft.com/office/drawing/2014/main" id="{12A247C1-352E-FCEB-7BEE-74B498FD4ACE}"/>
              </a:ext>
            </a:extLst>
          </p:cNvPr>
          <p:cNvCxnSpPr>
            <a:cxnSpLocks noChangeShapeType="1"/>
            <a:stCxn id="238598" idx="2"/>
            <a:endCxn id="238602" idx="0"/>
          </p:cNvCxnSpPr>
          <p:nvPr/>
        </p:nvCxnSpPr>
        <p:spPr bwMode="auto">
          <a:xfrm rot="16200000" flipH="1">
            <a:off x="2811463" y="3338483"/>
            <a:ext cx="1152525" cy="987425"/>
          </a:xfrm>
          <a:prstGeom prst="bentConnector3">
            <a:avLst>
              <a:gd name="adj1" fmla="val 49861"/>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238615" name="AutoShape 22">
            <a:extLst>
              <a:ext uri="{FF2B5EF4-FFF2-40B4-BE49-F238E27FC236}">
                <a16:creationId xmlns:a16="http://schemas.microsoft.com/office/drawing/2014/main" id="{1A026FCF-A238-78D8-4544-214145633A4B}"/>
              </a:ext>
            </a:extLst>
          </p:cNvPr>
          <p:cNvCxnSpPr>
            <a:cxnSpLocks noChangeShapeType="1"/>
            <a:stCxn id="238598" idx="2"/>
            <a:endCxn id="238602" idx="0"/>
          </p:cNvCxnSpPr>
          <p:nvPr/>
        </p:nvCxnSpPr>
        <p:spPr bwMode="auto">
          <a:xfrm>
            <a:off x="6946900" y="2463770"/>
            <a:ext cx="0" cy="1908175"/>
          </a:xfrm>
          <a:prstGeom prst="straightConnector1">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238616" name="AutoShape 23">
            <a:extLst>
              <a:ext uri="{FF2B5EF4-FFF2-40B4-BE49-F238E27FC236}">
                <a16:creationId xmlns:a16="http://schemas.microsoft.com/office/drawing/2014/main" id="{8C3A6CC4-03DC-2AFF-5263-BDD35A1E8BD6}"/>
              </a:ext>
            </a:extLst>
          </p:cNvPr>
          <p:cNvCxnSpPr>
            <a:cxnSpLocks noChangeShapeType="1"/>
            <a:stCxn id="238598" idx="2"/>
            <a:endCxn id="238602" idx="0"/>
          </p:cNvCxnSpPr>
          <p:nvPr/>
        </p:nvCxnSpPr>
        <p:spPr bwMode="auto">
          <a:xfrm rot="5400000">
            <a:off x="5294313" y="2703483"/>
            <a:ext cx="1908175" cy="1393825"/>
          </a:xfrm>
          <a:prstGeom prst="bentConnector3">
            <a:avLst>
              <a:gd name="adj1" fmla="val 50000"/>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sp>
        <p:nvSpPr>
          <p:cNvPr id="238618" name="Text Box 25">
            <a:extLst>
              <a:ext uri="{FF2B5EF4-FFF2-40B4-BE49-F238E27FC236}">
                <a16:creationId xmlns:a16="http://schemas.microsoft.com/office/drawing/2014/main" id="{4B9B63CD-BCCE-6990-DF72-285DF39A34F0}"/>
              </a:ext>
            </a:extLst>
          </p:cNvPr>
          <p:cNvSpPr txBox="1">
            <a:spLocks noChangeArrowheads="1"/>
          </p:cNvSpPr>
          <p:nvPr/>
        </p:nvSpPr>
        <p:spPr bwMode="auto">
          <a:xfrm>
            <a:off x="454819" y="387479"/>
            <a:ext cx="8488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dirty="0">
                <a:solidFill>
                  <a:srgbClr val="FFCC66"/>
                </a:solidFill>
                <a:latin typeface="Times New Roman" panose="02020603050405020304" pitchFamily="18" charset="0"/>
                <a:ea typeface="幼圆" panose="02010509060101010101" pitchFamily="49" charset="-122"/>
              </a:rPr>
              <a:t>小结：</a:t>
            </a:r>
            <a:r>
              <a:rPr lang="zh-CN" altLang="en-US" dirty="0">
                <a:latin typeface="Times New Roman" panose="02020603050405020304" pitchFamily="18" charset="0"/>
                <a:ea typeface="幼圆" panose="02010509060101010101" pitchFamily="49" charset="-122"/>
              </a:rPr>
              <a:t>  </a:t>
            </a:r>
            <a:r>
              <a:rPr lang="zh-CN" altLang="en-US" dirty="0">
                <a:latin typeface="Times New Roman" panose="02020603050405020304" pitchFamily="18" charset="0"/>
              </a:rPr>
              <a:t>麦克斯韦方程适用范围</a:t>
            </a:r>
            <a:r>
              <a:rPr lang="zh-CN" altLang="en-US" dirty="0">
                <a:latin typeface="楷体_GB2312" pitchFamily="49" charset="-122"/>
              </a:rPr>
              <a:t>是一切宏观电磁现象。</a:t>
            </a:r>
          </a:p>
        </p:txBody>
      </p:sp>
      <p:sp>
        <p:nvSpPr>
          <p:cNvPr id="238619" name="AutoShape 26">
            <a:extLst>
              <a:ext uri="{FF2B5EF4-FFF2-40B4-BE49-F238E27FC236}">
                <a16:creationId xmlns:a16="http://schemas.microsoft.com/office/drawing/2014/main" id="{BD2B7007-B298-B793-D2E4-E667CB12FAC0}"/>
              </a:ext>
            </a:extLst>
          </p:cNvPr>
          <p:cNvSpPr>
            <a:spLocks noChangeArrowheads="1"/>
          </p:cNvSpPr>
          <p:nvPr/>
        </p:nvSpPr>
        <p:spPr bwMode="auto">
          <a:xfrm>
            <a:off x="4883150" y="4403695"/>
            <a:ext cx="1320800" cy="835025"/>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a:latin typeface="Times New Roman" panose="02020603050405020304" pitchFamily="18" charset="0"/>
              </a:rPr>
              <a:t>静电场</a:t>
            </a:r>
          </a:p>
          <a:p>
            <a:pPr algn="ctr" eaLnBrk="1" hangingPunct="1">
              <a:spcBef>
                <a:spcPct val="20000"/>
              </a:spcBef>
            </a:pPr>
            <a:r>
              <a:rPr lang="en-US" altLang="zh-CN" sz="2000">
                <a:latin typeface="Times New Roman" panose="02020603050405020304" pitchFamily="18" charset="0"/>
              </a:rPr>
              <a:t>(ES)</a:t>
            </a:r>
          </a:p>
        </p:txBody>
      </p:sp>
      <p:sp>
        <p:nvSpPr>
          <p:cNvPr id="238620" name="AutoShape 27">
            <a:extLst>
              <a:ext uri="{FF2B5EF4-FFF2-40B4-BE49-F238E27FC236}">
                <a16:creationId xmlns:a16="http://schemas.microsoft.com/office/drawing/2014/main" id="{D32A8DA8-5FAD-6350-5758-0B265A33C878}"/>
              </a:ext>
            </a:extLst>
          </p:cNvPr>
          <p:cNvSpPr>
            <a:spLocks noChangeArrowheads="1"/>
          </p:cNvSpPr>
          <p:nvPr/>
        </p:nvSpPr>
        <p:spPr bwMode="auto">
          <a:xfrm>
            <a:off x="6308725" y="4392583"/>
            <a:ext cx="1311275" cy="835025"/>
          </a:xfrm>
          <a:prstGeom prst="flowChartProcess">
            <a:avLst/>
          </a:prstGeom>
          <a:solidFill>
            <a:srgbClr val="3366FF"/>
          </a:solidFill>
          <a:ln w="9525">
            <a:solidFill>
              <a:srgbClr val="FF0000"/>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20000"/>
              </a:spcBef>
            </a:pPr>
            <a:r>
              <a:rPr lang="zh-CN" altLang="en-US" sz="2000">
                <a:latin typeface="Times New Roman" panose="02020603050405020304" pitchFamily="18" charset="0"/>
              </a:rPr>
              <a:t>恒定电场</a:t>
            </a:r>
          </a:p>
          <a:p>
            <a:pPr algn="ctr" eaLnBrk="1" hangingPunct="1">
              <a:spcBef>
                <a:spcPct val="20000"/>
              </a:spcBef>
            </a:pPr>
            <a:r>
              <a:rPr lang="en-US" altLang="zh-CN" sz="2000">
                <a:latin typeface="Times New Roman" panose="02020603050405020304" pitchFamily="18" charset="0"/>
              </a:rPr>
              <a:t>(SS)</a:t>
            </a:r>
          </a:p>
        </p:txBody>
      </p:sp>
      <p:sp>
        <p:nvSpPr>
          <p:cNvPr id="238621" name="AutoShape 28">
            <a:hlinkClick r:id="rId13" action="ppaction://hlinksldjump" highlightClick="1"/>
            <a:extLst>
              <a:ext uri="{FF2B5EF4-FFF2-40B4-BE49-F238E27FC236}">
                <a16:creationId xmlns:a16="http://schemas.microsoft.com/office/drawing/2014/main" id="{21296D8F-0747-3877-387C-2D878ACC341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8622" name="AutoShape 29">
            <a:hlinkClick r:id="" action="ppaction://hlinkshowjump?jump=previousslide" highlightClick="1"/>
            <a:extLst>
              <a:ext uri="{FF2B5EF4-FFF2-40B4-BE49-F238E27FC236}">
                <a16:creationId xmlns:a16="http://schemas.microsoft.com/office/drawing/2014/main" id="{889581CD-220A-EF86-805B-78029919DE7E}"/>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8623" name="AutoShape 30">
            <a:hlinkClick r:id="" action="ppaction://hlinkshowjump?jump=nextslide" highlightClick="1"/>
            <a:extLst>
              <a:ext uri="{FF2B5EF4-FFF2-40B4-BE49-F238E27FC236}">
                <a16:creationId xmlns:a16="http://schemas.microsoft.com/office/drawing/2014/main" id="{92162867-EF5F-7058-62C8-6C0D695C5665}"/>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38624" name="AutoShape 31">
            <a:hlinkClick r:id="" action="ppaction://hlinkshowjump?jump=lastslide" highlightClick="1"/>
            <a:extLst>
              <a:ext uri="{FF2B5EF4-FFF2-40B4-BE49-F238E27FC236}">
                <a16:creationId xmlns:a16="http://schemas.microsoft.com/office/drawing/2014/main" id="{29CA3006-D1E2-DFCD-8291-DD52EAC799BB}"/>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7" name="Text Box 25">
            <a:extLst>
              <a:ext uri="{FF2B5EF4-FFF2-40B4-BE49-F238E27FC236}">
                <a16:creationId xmlns:a16="http://schemas.microsoft.com/office/drawing/2014/main" id="{24534998-8D9E-D98C-9E31-A7481C1D4548}"/>
              </a:ext>
            </a:extLst>
          </p:cNvPr>
          <p:cNvSpPr txBox="1">
            <a:spLocks noChangeArrowheads="1"/>
          </p:cNvSpPr>
          <p:nvPr/>
        </p:nvSpPr>
        <p:spPr bwMode="auto">
          <a:xfrm>
            <a:off x="101401" y="5829790"/>
            <a:ext cx="13821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dirty="0">
                <a:solidFill>
                  <a:srgbClr val="FF66FF"/>
                </a:solidFill>
                <a:latin typeface="Times New Roman" panose="02020603050405020304" pitchFamily="18" charset="0"/>
                <a:ea typeface="幼圆" panose="02010509060101010101" pitchFamily="49" charset="-122"/>
              </a:rPr>
              <a:t>交流电路</a:t>
            </a:r>
            <a:endParaRPr lang="zh-CN" altLang="en-US" sz="2000" dirty="0">
              <a:solidFill>
                <a:srgbClr val="FF66FF"/>
              </a:solidFill>
              <a:latin typeface="楷体_GB2312" pitchFamily="49" charset="-122"/>
            </a:endParaRPr>
          </a:p>
        </p:txBody>
      </p:sp>
      <p:sp>
        <p:nvSpPr>
          <p:cNvPr id="9" name="Text Box 25">
            <a:extLst>
              <a:ext uri="{FF2B5EF4-FFF2-40B4-BE49-F238E27FC236}">
                <a16:creationId xmlns:a16="http://schemas.microsoft.com/office/drawing/2014/main" id="{6A9D9E0E-2C30-EC37-80CC-0A2808028890}"/>
              </a:ext>
            </a:extLst>
          </p:cNvPr>
          <p:cNvSpPr txBox="1">
            <a:spLocks noChangeArrowheads="1"/>
          </p:cNvSpPr>
          <p:nvPr/>
        </p:nvSpPr>
        <p:spPr bwMode="auto">
          <a:xfrm>
            <a:off x="4190452" y="2864153"/>
            <a:ext cx="30115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dirty="0">
                <a:solidFill>
                  <a:srgbClr val="FF66FF"/>
                </a:solidFill>
                <a:latin typeface="Times New Roman" panose="02020603050405020304" pitchFamily="18" charset="0"/>
                <a:ea typeface="幼圆" panose="02010509060101010101" pitchFamily="49" charset="-122"/>
              </a:rPr>
              <a:t>似稳电路</a:t>
            </a:r>
            <a:r>
              <a:rPr lang="en-US" altLang="zh-CN" sz="2000" dirty="0">
                <a:solidFill>
                  <a:srgbClr val="FF66FF"/>
                </a:solidFill>
                <a:latin typeface="Times New Roman" panose="02020603050405020304" pitchFamily="18" charset="0"/>
                <a:ea typeface="幼圆" panose="02010509060101010101" pitchFamily="49" charset="-122"/>
              </a:rPr>
              <a:t>-</a:t>
            </a:r>
            <a:r>
              <a:rPr lang="zh-CN" altLang="en-US" sz="2000" dirty="0">
                <a:solidFill>
                  <a:srgbClr val="FF66FF"/>
                </a:solidFill>
                <a:latin typeface="Times New Roman" panose="02020603050405020304" pitchFamily="18" charset="0"/>
                <a:ea typeface="幼圆" panose="02010509060101010101" pitchFamily="49" charset="-122"/>
              </a:rPr>
              <a:t>暂态过程</a:t>
            </a:r>
            <a:r>
              <a:rPr lang="en-US" altLang="zh-CN" sz="2000" dirty="0">
                <a:solidFill>
                  <a:srgbClr val="FF66FF"/>
                </a:solidFill>
                <a:latin typeface="Times New Roman" panose="02020603050405020304" pitchFamily="18" charset="0"/>
                <a:ea typeface="幼圆" panose="02010509060101010101" pitchFamily="49" charset="-122"/>
              </a:rPr>
              <a:t> </a:t>
            </a:r>
            <a:r>
              <a:rPr lang="zh-CN" altLang="en-US" sz="2000" dirty="0">
                <a:solidFill>
                  <a:srgbClr val="FF66FF"/>
                </a:solidFill>
                <a:latin typeface="Times New Roman" panose="02020603050405020304" pitchFamily="18" charset="0"/>
                <a:ea typeface="幼圆" panose="02010509060101010101" pitchFamily="49" charset="-122"/>
              </a:rPr>
              <a:t>（</a:t>
            </a:r>
            <a:r>
              <a:rPr lang="en-US" altLang="zh-CN" sz="2000" dirty="0">
                <a:solidFill>
                  <a:srgbClr val="FF66FF"/>
                </a:solidFill>
                <a:latin typeface="Times New Roman" panose="02020603050405020304" pitchFamily="18" charset="0"/>
                <a:ea typeface="幼圆" panose="02010509060101010101" pitchFamily="49" charset="-122"/>
              </a:rPr>
              <a:t>L&lt;&lt;</a:t>
            </a:r>
            <a:r>
              <a:rPr lang="el-GR" altLang="zh-CN" sz="2000" dirty="0">
                <a:solidFill>
                  <a:srgbClr val="FF66FF"/>
                </a:solidFill>
                <a:latin typeface="Times New Roman" panose="02020603050405020304" pitchFamily="18" charset="0"/>
                <a:ea typeface="幼圆" panose="02010509060101010101" pitchFamily="49" charset="-122"/>
              </a:rPr>
              <a:t>λ</a:t>
            </a:r>
            <a:r>
              <a:rPr lang="zh-CN" altLang="en-US" sz="2000" dirty="0">
                <a:solidFill>
                  <a:srgbClr val="FF66FF"/>
                </a:solidFill>
                <a:latin typeface="Times New Roman" panose="02020603050405020304" pitchFamily="18" charset="0"/>
                <a:ea typeface="幼圆" panose="02010509060101010101" pitchFamily="49" charset="-122"/>
              </a:rPr>
              <a:t>）</a:t>
            </a:r>
          </a:p>
        </p:txBody>
      </p:sp>
      <p:sp>
        <p:nvSpPr>
          <p:cNvPr id="10" name="Text Box 25">
            <a:extLst>
              <a:ext uri="{FF2B5EF4-FFF2-40B4-BE49-F238E27FC236}">
                <a16:creationId xmlns:a16="http://schemas.microsoft.com/office/drawing/2014/main" id="{369B43AC-CF19-6DDC-5974-2DB1B7BCE642}"/>
              </a:ext>
            </a:extLst>
          </p:cNvPr>
          <p:cNvSpPr txBox="1">
            <a:spLocks noChangeArrowheads="1"/>
          </p:cNvSpPr>
          <p:nvPr/>
        </p:nvSpPr>
        <p:spPr bwMode="auto">
          <a:xfrm>
            <a:off x="6861176" y="5906998"/>
            <a:ext cx="26290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dirty="0">
                <a:solidFill>
                  <a:srgbClr val="FF66FF"/>
                </a:solidFill>
                <a:latin typeface="Times New Roman" panose="02020603050405020304" pitchFamily="18" charset="0"/>
                <a:ea typeface="幼圆" panose="02010509060101010101" pitchFamily="49" charset="-122"/>
              </a:rPr>
              <a:t>直流</a:t>
            </a:r>
            <a:r>
              <a:rPr lang="en-US" altLang="zh-CN" sz="2000" dirty="0">
                <a:solidFill>
                  <a:srgbClr val="FF66FF"/>
                </a:solidFill>
                <a:latin typeface="Times New Roman" panose="02020603050405020304" pitchFamily="18" charset="0"/>
                <a:ea typeface="幼圆" panose="02010509060101010101" pitchFamily="49" charset="-122"/>
              </a:rPr>
              <a:t>/</a:t>
            </a:r>
            <a:r>
              <a:rPr lang="zh-CN" altLang="en-US" sz="2000" dirty="0">
                <a:solidFill>
                  <a:srgbClr val="FF66FF"/>
                </a:solidFill>
                <a:latin typeface="Times New Roman" panose="02020603050405020304" pitchFamily="18" charset="0"/>
                <a:ea typeface="幼圆" panose="02010509060101010101" pitchFamily="49" charset="-122"/>
              </a:rPr>
              <a:t>稳恒电路</a:t>
            </a:r>
            <a:endParaRPr lang="en-US" altLang="zh-CN" sz="2000" dirty="0">
              <a:solidFill>
                <a:srgbClr val="FF66FF"/>
              </a:solidFill>
              <a:latin typeface="Times New Roman" panose="02020603050405020304" pitchFamily="18" charset="0"/>
              <a:ea typeface="幼圆" panose="02010509060101010101" pitchFamily="49" charset="-122"/>
            </a:endParaRPr>
          </a:p>
        </p:txBody>
      </p:sp>
      <p:sp>
        <p:nvSpPr>
          <p:cNvPr id="18" name="箭头: 上下 17">
            <a:extLst>
              <a:ext uri="{FF2B5EF4-FFF2-40B4-BE49-F238E27FC236}">
                <a16:creationId xmlns:a16="http://schemas.microsoft.com/office/drawing/2014/main" id="{2B41884C-71E0-5690-A98D-373C8013D230}"/>
              </a:ext>
            </a:extLst>
          </p:cNvPr>
          <p:cNvSpPr/>
          <p:nvPr/>
        </p:nvSpPr>
        <p:spPr bwMode="auto">
          <a:xfrm>
            <a:off x="7586754" y="5415042"/>
            <a:ext cx="218975" cy="442438"/>
          </a:xfrm>
          <a:prstGeom prst="upDownArrow">
            <a:avLst/>
          </a:prstGeom>
          <a:noFill/>
          <a:ln w="25400" cap="flat" cmpd="sng" algn="ctr">
            <a:solidFill>
              <a:srgbClr val="FF66FF"/>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15000"/>
              </a:spcBef>
              <a:spcAft>
                <a:spcPct val="0"/>
              </a:spcAft>
              <a:buClrTx/>
              <a:buSzTx/>
              <a:buFontTx/>
              <a:buNone/>
            </a:pPr>
            <a:endParaRPr kumimoji="0" lang="zh-CN" altLang="en-US" sz="2400" b="0" i="0" u="none" strike="noStrike" cap="none" normalizeH="0" baseline="0">
              <a:ln>
                <a:noFill/>
              </a:ln>
              <a:solidFill>
                <a:schemeClr val="bg1"/>
              </a:solidFill>
              <a:effectLst/>
              <a:latin typeface="Arial" panose="020B0604020202020204" pitchFamily="34" charset="0"/>
              <a:ea typeface="楷体_GB2312" pitchFamily="49" charset="-122"/>
            </a:endParaRPr>
          </a:p>
        </p:txBody>
      </p:sp>
      <p:pic>
        <p:nvPicPr>
          <p:cNvPr id="21" name="图片 20">
            <a:extLst>
              <a:ext uri="{FF2B5EF4-FFF2-40B4-BE49-F238E27FC236}">
                <a16:creationId xmlns:a16="http://schemas.microsoft.com/office/drawing/2014/main" id="{7DF16B69-24AE-3AE7-1A01-DE01DC3BC338}"/>
              </a:ext>
            </a:extLst>
          </p:cNvPr>
          <p:cNvPicPr>
            <a:picLocks noChangeAspect="1"/>
          </p:cNvPicPr>
          <p:nvPr/>
        </p:nvPicPr>
        <p:blipFill>
          <a:blip r:embed="rId14"/>
          <a:stretch>
            <a:fillRect/>
          </a:stretch>
        </p:blipFill>
        <p:spPr>
          <a:xfrm>
            <a:off x="8089942" y="5260431"/>
            <a:ext cx="821671" cy="442438"/>
          </a:xfrm>
          <a:prstGeom prst="rect">
            <a:avLst/>
          </a:prstGeom>
        </p:spPr>
      </p:pic>
      <p:pic>
        <p:nvPicPr>
          <p:cNvPr id="23" name="图片 22">
            <a:extLst>
              <a:ext uri="{FF2B5EF4-FFF2-40B4-BE49-F238E27FC236}">
                <a16:creationId xmlns:a16="http://schemas.microsoft.com/office/drawing/2014/main" id="{DE666CBD-DC60-A911-4A0C-58DB25E6607C}"/>
              </a:ext>
            </a:extLst>
          </p:cNvPr>
          <p:cNvPicPr>
            <a:picLocks noChangeAspect="1"/>
          </p:cNvPicPr>
          <p:nvPr/>
        </p:nvPicPr>
        <p:blipFill>
          <a:blip r:embed="rId15"/>
          <a:stretch>
            <a:fillRect/>
          </a:stretch>
        </p:blipFill>
        <p:spPr>
          <a:xfrm>
            <a:off x="5133975" y="5281160"/>
            <a:ext cx="835026" cy="471040"/>
          </a:xfrm>
          <a:prstGeom prst="rect">
            <a:avLst/>
          </a:prstGeom>
        </p:spPr>
      </p:pic>
      <p:cxnSp>
        <p:nvCxnSpPr>
          <p:cNvPr id="238617" name="AutoShape 24">
            <a:extLst>
              <a:ext uri="{FF2B5EF4-FFF2-40B4-BE49-F238E27FC236}">
                <a16:creationId xmlns:a16="http://schemas.microsoft.com/office/drawing/2014/main" id="{67239D16-2A29-42AE-7FDE-0DE163C5B03B}"/>
              </a:ext>
            </a:extLst>
          </p:cNvPr>
          <p:cNvCxnSpPr>
            <a:cxnSpLocks noChangeShapeType="1"/>
            <a:stCxn id="238597" idx="2"/>
            <a:endCxn id="238603" idx="0"/>
          </p:cNvCxnSpPr>
          <p:nvPr/>
        </p:nvCxnSpPr>
        <p:spPr bwMode="auto">
          <a:xfrm rot="16200000" flipH="1">
            <a:off x="6667500" y="2679670"/>
            <a:ext cx="1992313" cy="1433513"/>
          </a:xfrm>
          <a:prstGeom prst="bentConnector3">
            <a:avLst>
              <a:gd name="adj1" fmla="val 49958"/>
            </a:avLst>
          </a:prstGeom>
          <a:noFill/>
          <a:ln w="9525">
            <a:solidFill>
              <a:srgbClr val="FF0000"/>
            </a:solidFill>
            <a:miter lim="800000"/>
            <a:headEnd/>
            <a:tailEnd type="triangle" w="med" len="med"/>
          </a:ln>
          <a:extLst>
            <a:ext uri="{909E8E84-426E-40DD-AFC4-6F175D3DCCD1}">
              <a14:hiddenFill xmlns:a14="http://schemas.microsoft.com/office/drawing/2010/main">
                <a:noFill/>
              </a14:hiddenFill>
            </a:ext>
          </a:extLst>
        </p:spPr>
      </p:cxnSp>
      <p:pic>
        <p:nvPicPr>
          <p:cNvPr id="31" name="图片 30">
            <a:extLst>
              <a:ext uri="{FF2B5EF4-FFF2-40B4-BE49-F238E27FC236}">
                <a16:creationId xmlns:a16="http://schemas.microsoft.com/office/drawing/2014/main" id="{BCDEEF06-7D26-747E-E098-58C08EB7C5F2}"/>
              </a:ext>
            </a:extLst>
          </p:cNvPr>
          <p:cNvPicPr>
            <a:picLocks noChangeAspect="1"/>
          </p:cNvPicPr>
          <p:nvPr/>
        </p:nvPicPr>
        <p:blipFill>
          <a:blip r:embed="rId16"/>
          <a:stretch>
            <a:fillRect/>
          </a:stretch>
        </p:blipFill>
        <p:spPr>
          <a:xfrm>
            <a:off x="1633538" y="5272851"/>
            <a:ext cx="1302833" cy="948664"/>
          </a:xfrm>
          <a:prstGeom prst="rect">
            <a:avLst/>
          </a:prstGeom>
        </p:spPr>
      </p:pic>
      <p:pic>
        <p:nvPicPr>
          <p:cNvPr id="33" name="图片 32">
            <a:extLst>
              <a:ext uri="{FF2B5EF4-FFF2-40B4-BE49-F238E27FC236}">
                <a16:creationId xmlns:a16="http://schemas.microsoft.com/office/drawing/2014/main" id="{D7549A00-EAD2-7EB3-89AC-A661EF1260D2}"/>
              </a:ext>
            </a:extLst>
          </p:cNvPr>
          <p:cNvPicPr>
            <a:picLocks noChangeAspect="1"/>
          </p:cNvPicPr>
          <p:nvPr/>
        </p:nvPicPr>
        <p:blipFill>
          <a:blip r:embed="rId17"/>
          <a:stretch>
            <a:fillRect/>
          </a:stretch>
        </p:blipFill>
        <p:spPr>
          <a:xfrm>
            <a:off x="3376686" y="5272851"/>
            <a:ext cx="1175435" cy="957049"/>
          </a:xfrm>
          <a:prstGeom prst="rect">
            <a:avLst/>
          </a:prstGeom>
        </p:spPr>
      </p:pic>
      <p:sp>
        <p:nvSpPr>
          <p:cNvPr id="35" name="箭头: 上下 34">
            <a:extLst>
              <a:ext uri="{FF2B5EF4-FFF2-40B4-BE49-F238E27FC236}">
                <a16:creationId xmlns:a16="http://schemas.microsoft.com/office/drawing/2014/main" id="{32DDEC18-0D82-2C47-4008-C00D56B140DD}"/>
              </a:ext>
            </a:extLst>
          </p:cNvPr>
          <p:cNvSpPr/>
          <p:nvPr/>
        </p:nvSpPr>
        <p:spPr bwMode="auto">
          <a:xfrm rot="16200000">
            <a:off x="3805818" y="2840016"/>
            <a:ext cx="218975" cy="442438"/>
          </a:xfrm>
          <a:prstGeom prst="upDownArrow">
            <a:avLst/>
          </a:prstGeom>
          <a:noFill/>
          <a:ln w="25400" cap="flat" cmpd="sng" algn="ctr">
            <a:solidFill>
              <a:srgbClr val="FF66FF"/>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15000"/>
              </a:spcBef>
              <a:spcAft>
                <a:spcPct val="0"/>
              </a:spcAft>
              <a:buClrTx/>
              <a:buSzTx/>
              <a:buFontTx/>
              <a:buNone/>
            </a:pPr>
            <a:endParaRPr kumimoji="0" lang="zh-CN" altLang="en-US" sz="2400" b="0" i="0" u="none" strike="noStrike" cap="none" normalizeH="0" baseline="0">
              <a:ln>
                <a:noFill/>
              </a:ln>
              <a:solidFill>
                <a:schemeClr val="bg1"/>
              </a:solidFill>
              <a:effectLst/>
              <a:latin typeface="Arial" panose="020B0604020202020204" pitchFamily="34" charset="0"/>
              <a:ea typeface="楷体_GB2312" pitchFamily="49" charset="-122"/>
            </a:endParaRPr>
          </a:p>
        </p:txBody>
      </p:sp>
      <p:sp>
        <p:nvSpPr>
          <p:cNvPr id="36" name="箭头: 上下 35">
            <a:extLst>
              <a:ext uri="{FF2B5EF4-FFF2-40B4-BE49-F238E27FC236}">
                <a16:creationId xmlns:a16="http://schemas.microsoft.com/office/drawing/2014/main" id="{9C6C8544-1A5B-5AD4-2306-34AEC8AA993E}"/>
              </a:ext>
            </a:extLst>
          </p:cNvPr>
          <p:cNvSpPr/>
          <p:nvPr/>
        </p:nvSpPr>
        <p:spPr bwMode="auto">
          <a:xfrm>
            <a:off x="573485" y="5367906"/>
            <a:ext cx="218975" cy="442438"/>
          </a:xfrm>
          <a:prstGeom prst="upDownArrow">
            <a:avLst/>
          </a:prstGeom>
          <a:noFill/>
          <a:ln w="25400" cap="flat" cmpd="sng" algn="ctr">
            <a:solidFill>
              <a:srgbClr val="FF66FF"/>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15000"/>
              </a:spcBef>
              <a:spcAft>
                <a:spcPct val="0"/>
              </a:spcAft>
              <a:buClrTx/>
              <a:buSzTx/>
              <a:buFontTx/>
              <a:buNone/>
            </a:pPr>
            <a:endParaRPr kumimoji="0" lang="zh-CN" altLang="en-US" sz="2400" b="0" i="0" u="none" strike="noStrike" cap="none" normalizeH="0" baseline="0">
              <a:ln>
                <a:noFill/>
              </a:ln>
              <a:solidFill>
                <a:schemeClr val="bg1"/>
              </a:solidFill>
              <a:effectLst/>
              <a:latin typeface="Arial" panose="020B0604020202020204" pitchFamily="34" charset="0"/>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灯片编号占位符 2">
            <a:extLst>
              <a:ext uri="{FF2B5EF4-FFF2-40B4-BE49-F238E27FC236}">
                <a16:creationId xmlns:a16="http://schemas.microsoft.com/office/drawing/2014/main" id="{B8640FA2-A222-5C55-7CF4-8FB5A7E87F27}"/>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9D725D91-A109-485F-843F-78B3AB110DA6}" type="slidenum">
              <a:rPr altLang="zh-CN" sz="1400" b="0">
                <a:solidFill>
                  <a:schemeClr val="tx1"/>
                </a:solidFill>
                <a:ea typeface="宋体" panose="02010600030101010101" pitchFamily="2" charset="-122"/>
              </a:rPr>
              <a:pPr/>
              <a:t>8</a:t>
            </a:fld>
            <a:endParaRPr lang="zh-CN" altLang="zh-CN" sz="1400" b="0">
              <a:solidFill>
                <a:schemeClr val="tx1"/>
              </a:solidFill>
              <a:ea typeface="宋体" panose="02010600030101010101" pitchFamily="2" charset="-122"/>
            </a:endParaRPr>
          </a:p>
        </p:txBody>
      </p:sp>
      <p:sp>
        <p:nvSpPr>
          <p:cNvPr id="951298" name="Text Box 2">
            <a:extLst>
              <a:ext uri="{FF2B5EF4-FFF2-40B4-BE49-F238E27FC236}">
                <a16:creationId xmlns:a16="http://schemas.microsoft.com/office/drawing/2014/main" id="{DC10F9F9-E192-4D38-2E6E-9F4607315127}"/>
              </a:ext>
            </a:extLst>
          </p:cNvPr>
          <p:cNvSpPr txBox="1">
            <a:spLocks noChangeArrowheads="1"/>
          </p:cNvSpPr>
          <p:nvPr/>
        </p:nvSpPr>
        <p:spPr bwMode="auto">
          <a:xfrm>
            <a:off x="0" y="1170453"/>
            <a:ext cx="93965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en-US" altLang="zh-CN" sz="2000" dirty="0">
                <a:solidFill>
                  <a:srgbClr val="FFCC66"/>
                </a:solidFill>
                <a:latin typeface="Times New Roman" panose="02020603050405020304" pitchFamily="18" charset="0"/>
                <a:ea typeface="幼圆" panose="02010509060101010101" pitchFamily="49" charset="-122"/>
              </a:rPr>
              <a:t>【</a:t>
            </a:r>
            <a:r>
              <a:rPr lang="zh-CN" altLang="en-US" sz="2000" dirty="0">
                <a:solidFill>
                  <a:srgbClr val="FFCC66"/>
                </a:solidFill>
                <a:latin typeface="Times New Roman" panose="02020603050405020304" pitchFamily="18" charset="0"/>
                <a:ea typeface="幼圆" panose="02010509060101010101" pitchFamily="49" charset="-122"/>
              </a:rPr>
              <a:t>例</a:t>
            </a:r>
            <a:r>
              <a:rPr lang="en-US" altLang="zh-CN" sz="2000" dirty="0">
                <a:solidFill>
                  <a:srgbClr val="FFCC66"/>
                </a:solidFill>
                <a:latin typeface="Times New Roman" panose="02020603050405020304" pitchFamily="18" charset="0"/>
              </a:rPr>
              <a:t>2.6.1】</a:t>
            </a:r>
            <a:r>
              <a:rPr lang="zh-CN" altLang="en-US" sz="2000" dirty="0">
                <a:latin typeface="楷体_GB2312" pitchFamily="49" charset="-122"/>
              </a:rPr>
              <a:t>已知无源区域内                                     ，求它产生的磁场。</a:t>
            </a:r>
          </a:p>
        </p:txBody>
      </p:sp>
      <p:sp>
        <p:nvSpPr>
          <p:cNvPr id="240645" name="AutoShape 4">
            <a:hlinkClick r:id="" action="ppaction://hlinkshowjump?jump=previousslide" highlightClick="1"/>
            <a:extLst>
              <a:ext uri="{FF2B5EF4-FFF2-40B4-BE49-F238E27FC236}">
                <a16:creationId xmlns:a16="http://schemas.microsoft.com/office/drawing/2014/main" id="{B25304F7-F768-047B-44FA-F283A274170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0646" name="AutoShape 5">
            <a:hlinkClick r:id="" action="ppaction://hlinkshowjump?jump=nextslide" highlightClick="1"/>
            <a:extLst>
              <a:ext uri="{FF2B5EF4-FFF2-40B4-BE49-F238E27FC236}">
                <a16:creationId xmlns:a16="http://schemas.microsoft.com/office/drawing/2014/main" id="{58626FFE-4CE2-8397-C247-52B18B3F1631}"/>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0647" name="AutoShape 6">
            <a:hlinkClick r:id="" action="ppaction://hlinkshowjump?jump=lastslide" highlightClick="1"/>
            <a:extLst>
              <a:ext uri="{FF2B5EF4-FFF2-40B4-BE49-F238E27FC236}">
                <a16:creationId xmlns:a16="http://schemas.microsoft.com/office/drawing/2014/main" id="{20F9AD59-DAFF-E99F-A531-C5654DA40E71}"/>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aphicFrame>
        <p:nvGraphicFramePr>
          <p:cNvPr id="951303" name="Object 7">
            <a:extLst>
              <a:ext uri="{FF2B5EF4-FFF2-40B4-BE49-F238E27FC236}">
                <a16:creationId xmlns:a16="http://schemas.microsoft.com/office/drawing/2014/main" id="{B19C0461-F99E-7718-AD85-CEC9025703BD}"/>
              </a:ext>
            </a:extLst>
          </p:cNvPr>
          <p:cNvGraphicFramePr>
            <a:graphicFrameLocks noGrp="1" noChangeAspect="1"/>
          </p:cNvGraphicFramePr>
          <p:nvPr>
            <p:ph/>
            <p:extLst>
              <p:ext uri="{D42A27DB-BD31-4B8C-83A1-F6EECF244321}">
                <p14:modId xmlns:p14="http://schemas.microsoft.com/office/powerpoint/2010/main" val="859401858"/>
              </p:ext>
            </p:extLst>
          </p:nvPr>
        </p:nvGraphicFramePr>
        <p:xfrm>
          <a:off x="755576" y="1460510"/>
          <a:ext cx="6464130" cy="3878744"/>
        </p:xfrm>
        <a:graphic>
          <a:graphicData uri="http://schemas.openxmlformats.org/presentationml/2006/ole">
            <mc:AlternateContent xmlns:mc="http://schemas.openxmlformats.org/markup-compatibility/2006">
              <mc:Choice xmlns:v="urn:schemas-microsoft-com:vml" Requires="v">
                <p:oleObj r:id="rId3" imgW="3397116" imgH="2019161" progId="Equation.3">
                  <p:embed/>
                </p:oleObj>
              </mc:Choice>
              <mc:Fallback>
                <p:oleObj r:id="rId3" imgW="3397116" imgH="2019161" progId="Equation.3">
                  <p:embed/>
                  <p:pic>
                    <p:nvPicPr>
                      <p:cNvPr id="0"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1460510"/>
                        <a:ext cx="6464130" cy="3878744"/>
                      </a:xfrm>
                      <a:prstGeom prst="rect">
                        <a:avLst/>
                      </a:prstGeom>
                      <a:noFill/>
                      <a:ln>
                        <a:noFill/>
                      </a:ln>
                    </p:spPr>
                  </p:pic>
                </p:oleObj>
              </mc:Fallback>
            </mc:AlternateContent>
          </a:graphicData>
        </a:graphic>
      </p:graphicFrame>
      <p:sp>
        <p:nvSpPr>
          <p:cNvPr id="951304" name="Text Box 8">
            <a:extLst>
              <a:ext uri="{FF2B5EF4-FFF2-40B4-BE49-F238E27FC236}">
                <a16:creationId xmlns:a16="http://schemas.microsoft.com/office/drawing/2014/main" id="{1D87106C-D120-B752-317D-20B14E681F3A}"/>
              </a:ext>
            </a:extLst>
          </p:cNvPr>
          <p:cNvSpPr txBox="1">
            <a:spLocks noChangeArrowheads="1"/>
          </p:cNvSpPr>
          <p:nvPr/>
        </p:nvSpPr>
        <p:spPr bwMode="auto">
          <a:xfrm>
            <a:off x="-337550" y="1424912"/>
            <a:ext cx="63373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en-US" altLang="zh-CN" dirty="0">
                <a:solidFill>
                  <a:srgbClr val="FFCC66"/>
                </a:solidFill>
                <a:latin typeface="Times New Roman" panose="02020603050405020304" pitchFamily="18" charset="0"/>
                <a:ea typeface="幼圆" panose="02010509060101010101" pitchFamily="49" charset="-122"/>
              </a:rPr>
              <a:t>    </a:t>
            </a:r>
            <a:r>
              <a:rPr lang="en-US" altLang="zh-CN" sz="2000" dirty="0">
                <a:solidFill>
                  <a:srgbClr val="FFCC66"/>
                </a:solidFill>
                <a:latin typeface="Times New Roman" panose="02020603050405020304" pitchFamily="18" charset="0"/>
                <a:ea typeface="幼圆" panose="02010509060101010101" pitchFamily="49" charset="-122"/>
              </a:rPr>
              <a:t>【</a:t>
            </a:r>
            <a:r>
              <a:rPr lang="zh-CN" altLang="en-US" sz="2000" dirty="0">
                <a:solidFill>
                  <a:srgbClr val="FFCC66"/>
                </a:solidFill>
                <a:latin typeface="Times New Roman" panose="02020603050405020304" pitchFamily="18" charset="0"/>
                <a:ea typeface="幼圆" panose="02010509060101010101" pitchFamily="49" charset="-122"/>
              </a:rPr>
              <a:t>解</a:t>
            </a:r>
            <a:r>
              <a:rPr lang="en-US" altLang="zh-CN" sz="2000" dirty="0">
                <a:solidFill>
                  <a:srgbClr val="FFCC66"/>
                </a:solidFill>
                <a:latin typeface="Times New Roman" panose="02020603050405020304" pitchFamily="18" charset="0"/>
              </a:rPr>
              <a:t>】</a:t>
            </a:r>
            <a:endParaRPr lang="en-US" altLang="zh-CN" dirty="0">
              <a:latin typeface="Times New Roman" panose="02020603050405020304" pitchFamily="18" charset="0"/>
            </a:endParaRPr>
          </a:p>
        </p:txBody>
      </p:sp>
      <p:graphicFrame>
        <p:nvGraphicFramePr>
          <p:cNvPr id="951306" name="Object 10">
            <a:extLst>
              <a:ext uri="{FF2B5EF4-FFF2-40B4-BE49-F238E27FC236}">
                <a16:creationId xmlns:a16="http://schemas.microsoft.com/office/drawing/2014/main" id="{30A73F8D-173D-C43C-A058-5F876D84AD01}"/>
              </a:ext>
            </a:extLst>
          </p:cNvPr>
          <p:cNvGraphicFramePr>
            <a:graphicFrameLocks noChangeAspect="1"/>
          </p:cNvGraphicFramePr>
          <p:nvPr>
            <p:extLst>
              <p:ext uri="{D42A27DB-BD31-4B8C-83A1-F6EECF244321}">
                <p14:modId xmlns:p14="http://schemas.microsoft.com/office/powerpoint/2010/main" val="2571810160"/>
              </p:ext>
            </p:extLst>
          </p:nvPr>
        </p:nvGraphicFramePr>
        <p:xfrm>
          <a:off x="3144249" y="1205203"/>
          <a:ext cx="2651888" cy="408085"/>
        </p:xfrm>
        <a:graphic>
          <a:graphicData uri="http://schemas.openxmlformats.org/presentationml/2006/ole">
            <mc:AlternateContent xmlns:mc="http://schemas.openxmlformats.org/markup-compatibility/2006">
              <mc:Choice xmlns:v="urn:schemas-microsoft-com:vml" Requires="v">
                <p:oleObj r:id="rId5" imgW="1365254" imgH="152539" progId="Equation.3">
                  <p:embed/>
                </p:oleObj>
              </mc:Choice>
              <mc:Fallback>
                <p:oleObj r:id="rId5" imgW="1365254" imgH="152539"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4249" y="1205203"/>
                        <a:ext cx="2651888" cy="408085"/>
                      </a:xfrm>
                      <a:prstGeom prst="rect">
                        <a:avLst/>
                      </a:prstGeom>
                      <a:noFill/>
                      <a:ln>
                        <a:noFill/>
                      </a:ln>
                    </p:spPr>
                  </p:pic>
                </p:oleObj>
              </mc:Fallback>
            </mc:AlternateContent>
          </a:graphicData>
        </a:graphic>
      </p:graphicFrame>
      <p:pic>
        <p:nvPicPr>
          <p:cNvPr id="8" name="图片 7">
            <a:extLst>
              <a:ext uri="{FF2B5EF4-FFF2-40B4-BE49-F238E27FC236}">
                <a16:creationId xmlns:a16="http://schemas.microsoft.com/office/drawing/2014/main" id="{57E4EF23-AF2E-1FF4-2ED8-0E796E4A9BB9}"/>
              </a:ext>
            </a:extLst>
          </p:cNvPr>
          <p:cNvPicPr>
            <a:picLocks noChangeAspect="1"/>
          </p:cNvPicPr>
          <p:nvPr/>
        </p:nvPicPr>
        <p:blipFill>
          <a:blip r:embed="rId7"/>
          <a:stretch>
            <a:fillRect/>
          </a:stretch>
        </p:blipFill>
        <p:spPr>
          <a:xfrm>
            <a:off x="0" y="8267"/>
            <a:ext cx="9144000" cy="1220330"/>
          </a:xfrm>
          <a:prstGeom prst="rect">
            <a:avLst/>
          </a:prstGeom>
        </p:spPr>
      </p:pic>
      <p:sp>
        <p:nvSpPr>
          <p:cNvPr id="240644" name="AutoShape 3">
            <a:hlinkClick r:id="" action="ppaction://noaction" highlightClick="1"/>
            <a:extLst>
              <a:ext uri="{FF2B5EF4-FFF2-40B4-BE49-F238E27FC236}">
                <a16:creationId xmlns:a16="http://schemas.microsoft.com/office/drawing/2014/main" id="{E926FD24-A6B1-7DD5-59ED-13F9123520C0}"/>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pic>
        <p:nvPicPr>
          <p:cNvPr id="13" name="图片 12">
            <a:extLst>
              <a:ext uri="{FF2B5EF4-FFF2-40B4-BE49-F238E27FC236}">
                <a16:creationId xmlns:a16="http://schemas.microsoft.com/office/drawing/2014/main" id="{6F5600E2-1D57-EAD9-FE6D-0C469BA544FD}"/>
              </a:ext>
            </a:extLst>
          </p:cNvPr>
          <p:cNvPicPr>
            <a:picLocks noChangeAspect="1"/>
          </p:cNvPicPr>
          <p:nvPr/>
        </p:nvPicPr>
        <p:blipFill>
          <a:blip r:embed="rId8"/>
          <a:stretch>
            <a:fillRect/>
          </a:stretch>
        </p:blipFill>
        <p:spPr>
          <a:xfrm>
            <a:off x="411162" y="5157192"/>
            <a:ext cx="8142857" cy="1771429"/>
          </a:xfrm>
          <a:prstGeom prst="rect">
            <a:avLst/>
          </a:prstGeom>
        </p:spPr>
      </p:pic>
      <p:cxnSp>
        <p:nvCxnSpPr>
          <p:cNvPr id="14" name="直接连接符 13">
            <a:extLst>
              <a:ext uri="{FF2B5EF4-FFF2-40B4-BE49-F238E27FC236}">
                <a16:creationId xmlns:a16="http://schemas.microsoft.com/office/drawing/2014/main" id="{52E91392-CC54-1330-CCB6-42CE96D538E4}"/>
              </a:ext>
            </a:extLst>
          </p:cNvPr>
          <p:cNvCxnSpPr>
            <a:cxnSpLocks/>
          </p:cNvCxnSpPr>
          <p:nvPr/>
        </p:nvCxnSpPr>
        <p:spPr bwMode="auto">
          <a:xfrm>
            <a:off x="1363390" y="5842133"/>
            <a:ext cx="0" cy="1043251"/>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5" name="直接连接符 14">
            <a:extLst>
              <a:ext uri="{FF2B5EF4-FFF2-40B4-BE49-F238E27FC236}">
                <a16:creationId xmlns:a16="http://schemas.microsoft.com/office/drawing/2014/main" id="{806DFF54-1445-2F59-FD77-2ECAF137FFF8}"/>
              </a:ext>
            </a:extLst>
          </p:cNvPr>
          <p:cNvCxnSpPr>
            <a:cxnSpLocks/>
          </p:cNvCxnSpPr>
          <p:nvPr/>
        </p:nvCxnSpPr>
        <p:spPr bwMode="auto">
          <a:xfrm>
            <a:off x="1259632" y="6766603"/>
            <a:ext cx="1080120" cy="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灯片编号占位符 3">
            <a:extLst>
              <a:ext uri="{FF2B5EF4-FFF2-40B4-BE49-F238E27FC236}">
                <a16:creationId xmlns:a16="http://schemas.microsoft.com/office/drawing/2014/main" id="{C74947F7-35F5-35C7-99F0-EC25E15E53A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C5D20C88-F3C8-4EA0-928E-CA5D7E305172}" type="slidenum">
              <a:rPr altLang="zh-CN" sz="1400" b="0">
                <a:solidFill>
                  <a:schemeClr val="tx1"/>
                </a:solidFill>
                <a:ea typeface="宋体" panose="02010600030101010101" pitchFamily="2" charset="-122"/>
              </a:rPr>
              <a:pPr/>
              <a:t>9</a:t>
            </a:fld>
            <a:endParaRPr lang="zh-CN" altLang="zh-CN" sz="1400" b="0">
              <a:solidFill>
                <a:schemeClr val="tx1"/>
              </a:solidFill>
              <a:ea typeface="宋体" panose="02010600030101010101" pitchFamily="2" charset="-122"/>
            </a:endParaRPr>
          </a:p>
        </p:txBody>
      </p:sp>
      <p:grpSp>
        <p:nvGrpSpPr>
          <p:cNvPr id="2" name="Group 2">
            <a:extLst>
              <a:ext uri="{FF2B5EF4-FFF2-40B4-BE49-F238E27FC236}">
                <a16:creationId xmlns:a16="http://schemas.microsoft.com/office/drawing/2014/main" id="{D903D16F-0BFC-5960-1D54-D4E26683180D}"/>
              </a:ext>
            </a:extLst>
          </p:cNvPr>
          <p:cNvGrpSpPr>
            <a:grpSpLocks/>
          </p:cNvGrpSpPr>
          <p:nvPr/>
        </p:nvGrpSpPr>
        <p:grpSpPr bwMode="auto">
          <a:xfrm>
            <a:off x="-36210" y="249374"/>
            <a:ext cx="9148763" cy="1292226"/>
            <a:chOff x="57" y="586"/>
            <a:chExt cx="5763" cy="814"/>
          </a:xfrm>
        </p:grpSpPr>
        <p:sp>
          <p:nvSpPr>
            <p:cNvPr id="242703" name="Rectangle 3">
              <a:extLst>
                <a:ext uri="{FF2B5EF4-FFF2-40B4-BE49-F238E27FC236}">
                  <a16:creationId xmlns:a16="http://schemas.microsoft.com/office/drawing/2014/main" id="{B8714C69-C07C-2943-D6F5-A96800C9605A}"/>
                </a:ext>
              </a:extLst>
            </p:cNvPr>
            <p:cNvSpPr>
              <a:spLocks noChangeArrowheads="1"/>
            </p:cNvSpPr>
            <p:nvPr/>
          </p:nvSpPr>
          <p:spPr bwMode="auto">
            <a:xfrm>
              <a:off x="57" y="586"/>
              <a:ext cx="5763" cy="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en-US" altLang="zh-CN" sz="2000" dirty="0">
                  <a:solidFill>
                    <a:srgbClr val="FFCC66"/>
                  </a:solidFill>
                  <a:latin typeface="Times New Roman" panose="02020603050405020304" pitchFamily="18" charset="0"/>
                  <a:ea typeface="宋体" panose="02010600030101010101" pitchFamily="2" charset="-122"/>
                </a:rPr>
                <a:t>【</a:t>
              </a:r>
              <a:r>
                <a:rPr lang="zh-CN" altLang="en-US" sz="2000" dirty="0">
                  <a:solidFill>
                    <a:srgbClr val="FFCC66"/>
                  </a:solidFill>
                  <a:latin typeface="Times New Roman" panose="02020603050405020304" pitchFamily="18" charset="0"/>
                  <a:ea typeface="幼圆" panose="02010509060101010101" pitchFamily="49" charset="-122"/>
                </a:rPr>
                <a:t>例</a:t>
              </a:r>
              <a:r>
                <a:rPr lang="zh-CN" altLang="en-US" sz="2000" dirty="0">
                  <a:solidFill>
                    <a:srgbClr val="FFCC66"/>
                  </a:solidFill>
                  <a:latin typeface="Times New Roman" panose="02020603050405020304" pitchFamily="18" charset="0"/>
                </a:rPr>
                <a:t> </a:t>
              </a:r>
              <a:r>
                <a:rPr lang="en-US" altLang="zh-CN" sz="2000" dirty="0">
                  <a:solidFill>
                    <a:srgbClr val="FFCC66"/>
                  </a:solidFill>
                  <a:latin typeface="Times New Roman" panose="02020603050405020304" pitchFamily="18" charset="0"/>
                </a:rPr>
                <a:t>2.6.2</a:t>
              </a:r>
              <a:r>
                <a:rPr lang="en-US" altLang="zh-CN" sz="2000" dirty="0">
                  <a:solidFill>
                    <a:srgbClr val="FFCC66"/>
                  </a:solidFill>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rPr>
                <a:t>在无源                           的理想电介质             中，若已知电场强度矢量                                              ，式中的</a:t>
              </a:r>
              <a:r>
                <a:rPr lang="en-US" altLang="zh-CN" sz="2000" b="0" i="1" dirty="0">
                  <a:latin typeface="Times New Roman" panose="02020603050405020304" pitchFamily="18" charset="0"/>
                </a:rPr>
                <a:t>E</a:t>
              </a:r>
              <a:r>
                <a:rPr lang="en-US" altLang="zh-CN" sz="2000" baseline="-25000" dirty="0">
                  <a:latin typeface="Times New Roman" panose="02020603050405020304" pitchFamily="18" charset="0"/>
                </a:rPr>
                <a:t>0</a:t>
              </a:r>
              <a:r>
                <a:rPr lang="zh-CN" altLang="en-US" sz="2000" dirty="0">
                  <a:latin typeface="Times New Roman" panose="02020603050405020304" pitchFamily="18" charset="0"/>
                </a:rPr>
                <a:t>为振幅、</a:t>
              </a:r>
              <a:r>
                <a:rPr lang="el-GR" altLang="zh-CN" sz="2000" i="1" dirty="0">
                  <a:latin typeface="Times New Roman" panose="02020603050405020304" pitchFamily="18" charset="0"/>
                </a:rPr>
                <a:t>ω</a:t>
              </a:r>
              <a:r>
                <a:rPr lang="zh-CN" altLang="en-US" sz="2000" dirty="0">
                  <a:latin typeface="Times New Roman" panose="02020603050405020304" pitchFamily="18" charset="0"/>
                </a:rPr>
                <a:t>为角频率、</a:t>
              </a:r>
              <a:r>
                <a:rPr lang="en-US" altLang="zh-CN" sz="2000" i="1" dirty="0">
                  <a:latin typeface="Times New Roman" panose="02020603050405020304" pitchFamily="18" charset="0"/>
                </a:rPr>
                <a:t>k </a:t>
              </a:r>
              <a:r>
                <a:rPr lang="zh-CN" altLang="en-US" sz="2000" dirty="0">
                  <a:latin typeface="Times New Roman" panose="02020603050405020304" pitchFamily="18" charset="0"/>
                </a:rPr>
                <a:t>为相位常数。试确定 </a:t>
              </a:r>
              <a:r>
                <a:rPr lang="en-US" altLang="zh-CN" sz="2000" i="1" dirty="0">
                  <a:latin typeface="Times New Roman" panose="02020603050405020304" pitchFamily="18" charset="0"/>
                </a:rPr>
                <a:t>k </a:t>
              </a:r>
              <a:r>
                <a:rPr lang="zh-CN" altLang="en-US" sz="2000" dirty="0">
                  <a:latin typeface="Times New Roman" panose="02020603050405020304" pitchFamily="18" charset="0"/>
                </a:rPr>
                <a:t>与</a:t>
              </a:r>
              <a:r>
                <a:rPr lang="el-GR" altLang="zh-CN" sz="2000" i="1" dirty="0">
                  <a:latin typeface="楷体_GB2312" pitchFamily="49" charset="-122"/>
                </a:rPr>
                <a:t>ω</a:t>
              </a:r>
              <a:r>
                <a:rPr lang="en-US" altLang="zh-CN" sz="2000" i="1" dirty="0">
                  <a:latin typeface="楷体_GB2312" pitchFamily="49" charset="-122"/>
                </a:rPr>
                <a:t> </a:t>
              </a:r>
              <a:r>
                <a:rPr lang="zh-CN" altLang="en-US" sz="2000" dirty="0">
                  <a:latin typeface="楷体_GB2312" pitchFamily="49" charset="-122"/>
                </a:rPr>
                <a:t>之间所满足的关系，</a:t>
              </a:r>
              <a:r>
                <a:rPr lang="zh-CN" altLang="en-US" sz="2000" dirty="0">
                  <a:latin typeface="Times New Roman" panose="02020603050405020304" pitchFamily="18" charset="0"/>
                </a:rPr>
                <a:t>并求出与     相应的其他场矢量。</a:t>
              </a:r>
            </a:p>
          </p:txBody>
        </p:sp>
        <p:graphicFrame>
          <p:nvGraphicFramePr>
            <p:cNvPr id="242704" name="Object 4">
              <a:extLst>
                <a:ext uri="{FF2B5EF4-FFF2-40B4-BE49-F238E27FC236}">
                  <a16:creationId xmlns:a16="http://schemas.microsoft.com/office/drawing/2014/main" id="{0E54CE11-6DF7-E296-44AB-2F69F5509127}"/>
                </a:ext>
              </a:extLst>
            </p:cNvPr>
            <p:cNvGraphicFramePr>
              <a:graphicFrameLocks noChangeAspect="1"/>
            </p:cNvGraphicFramePr>
            <p:nvPr>
              <p:extLst>
                <p:ext uri="{D42A27DB-BD31-4B8C-83A1-F6EECF244321}">
                  <p14:modId xmlns:p14="http://schemas.microsoft.com/office/powerpoint/2010/main" val="2471958844"/>
                </p:ext>
              </p:extLst>
            </p:nvPr>
          </p:nvGraphicFramePr>
          <p:xfrm>
            <a:off x="1418" y="613"/>
            <a:ext cx="1131" cy="286"/>
          </p:xfrm>
          <a:graphic>
            <a:graphicData uri="http://schemas.openxmlformats.org/presentationml/2006/ole">
              <mc:AlternateContent xmlns:mc="http://schemas.openxmlformats.org/markup-compatibility/2006">
                <mc:Choice xmlns:v="urn:schemas-microsoft-com:vml" Requires="v">
                  <p:oleObj r:id="rId3" imgW="742755" imgH="139654" progId="Equation.DSMT4">
                    <p:embed/>
                  </p:oleObj>
                </mc:Choice>
                <mc:Fallback>
                  <p:oleObj r:id="rId3" imgW="742755" imgH="139654"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8" y="613"/>
                          <a:ext cx="1131" cy="286"/>
                        </a:xfrm>
                        <a:prstGeom prst="rect">
                          <a:avLst/>
                        </a:prstGeom>
                        <a:noFill/>
                        <a:ln>
                          <a:noFill/>
                        </a:ln>
                      </p:spPr>
                    </p:pic>
                  </p:oleObj>
                </mc:Fallback>
              </mc:AlternateContent>
            </a:graphicData>
          </a:graphic>
        </p:graphicFrame>
        <p:graphicFrame>
          <p:nvGraphicFramePr>
            <p:cNvPr id="242705" name="Object 5">
              <a:extLst>
                <a:ext uri="{FF2B5EF4-FFF2-40B4-BE49-F238E27FC236}">
                  <a16:creationId xmlns:a16="http://schemas.microsoft.com/office/drawing/2014/main" id="{32A5BC1A-3D75-45DF-993C-0DA497BC2681}"/>
                </a:ext>
              </a:extLst>
            </p:cNvPr>
            <p:cNvGraphicFramePr>
              <a:graphicFrameLocks noChangeAspect="1"/>
            </p:cNvGraphicFramePr>
            <p:nvPr>
              <p:extLst>
                <p:ext uri="{D42A27DB-BD31-4B8C-83A1-F6EECF244321}">
                  <p14:modId xmlns:p14="http://schemas.microsoft.com/office/powerpoint/2010/main" val="3129258845"/>
                </p:ext>
              </p:extLst>
            </p:nvPr>
          </p:nvGraphicFramePr>
          <p:xfrm>
            <a:off x="3459" y="659"/>
            <a:ext cx="544" cy="233"/>
          </p:xfrm>
          <a:graphic>
            <a:graphicData uri="http://schemas.openxmlformats.org/presentationml/2006/ole">
              <mc:AlternateContent xmlns:mc="http://schemas.openxmlformats.org/markup-compatibility/2006">
                <mc:Choice xmlns:v="urn:schemas-microsoft-com:vml" Requires="v">
                  <p:oleObj r:id="rId5" imgW="349116" imgH="114300" progId="Equation.DSMT4">
                    <p:embed/>
                  </p:oleObj>
                </mc:Choice>
                <mc:Fallback>
                  <p:oleObj r:id="rId5" imgW="349116" imgH="1143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9" y="659"/>
                          <a:ext cx="544" cy="233"/>
                        </a:xfrm>
                        <a:prstGeom prst="rect">
                          <a:avLst/>
                        </a:prstGeom>
                        <a:noFill/>
                        <a:ln>
                          <a:noFill/>
                        </a:ln>
                      </p:spPr>
                    </p:pic>
                  </p:oleObj>
                </mc:Fallback>
              </mc:AlternateContent>
            </a:graphicData>
          </a:graphic>
        </p:graphicFrame>
        <p:graphicFrame>
          <p:nvGraphicFramePr>
            <p:cNvPr id="242706" name="Object 6">
              <a:extLst>
                <a:ext uri="{FF2B5EF4-FFF2-40B4-BE49-F238E27FC236}">
                  <a16:creationId xmlns:a16="http://schemas.microsoft.com/office/drawing/2014/main" id="{C6787E8F-1249-C666-CFB6-79CF126C94A3}"/>
                </a:ext>
              </a:extLst>
            </p:cNvPr>
            <p:cNvGraphicFramePr>
              <a:graphicFrameLocks noChangeAspect="1"/>
            </p:cNvGraphicFramePr>
            <p:nvPr>
              <p:extLst>
                <p:ext uri="{D42A27DB-BD31-4B8C-83A1-F6EECF244321}">
                  <p14:modId xmlns:p14="http://schemas.microsoft.com/office/powerpoint/2010/main" val="3954687893"/>
                </p:ext>
              </p:extLst>
            </p:nvPr>
          </p:nvGraphicFramePr>
          <p:xfrm>
            <a:off x="266" y="892"/>
            <a:ext cx="1847" cy="295"/>
          </p:xfrm>
          <a:graphic>
            <a:graphicData uri="http://schemas.openxmlformats.org/presentationml/2006/ole">
              <mc:AlternateContent xmlns:mc="http://schemas.openxmlformats.org/markup-compatibility/2006">
                <mc:Choice xmlns:v="urn:schemas-microsoft-com:vml" Requires="v">
                  <p:oleObj r:id="rId7" imgW="1365254" imgH="152539" progId="Equation.DSMT4">
                    <p:embed/>
                  </p:oleObj>
                </mc:Choice>
                <mc:Fallback>
                  <p:oleObj r:id="rId7" imgW="1365254" imgH="152539"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 y="892"/>
                          <a:ext cx="1847" cy="295"/>
                        </a:xfrm>
                        <a:prstGeom prst="rect">
                          <a:avLst/>
                        </a:prstGeom>
                        <a:noFill/>
                        <a:ln>
                          <a:noFill/>
                        </a:ln>
                      </p:spPr>
                    </p:pic>
                  </p:oleObj>
                </mc:Fallback>
              </mc:AlternateContent>
            </a:graphicData>
          </a:graphic>
        </p:graphicFrame>
        <p:graphicFrame>
          <p:nvGraphicFramePr>
            <p:cNvPr id="242707" name="Object 7">
              <a:extLst>
                <a:ext uri="{FF2B5EF4-FFF2-40B4-BE49-F238E27FC236}">
                  <a16:creationId xmlns:a16="http://schemas.microsoft.com/office/drawing/2014/main" id="{E5CDF63C-1414-C60D-41D5-20D8FDED4774}"/>
                </a:ext>
              </a:extLst>
            </p:cNvPr>
            <p:cNvGraphicFramePr>
              <a:graphicFrameLocks noChangeAspect="1"/>
            </p:cNvGraphicFramePr>
            <p:nvPr>
              <p:extLst>
                <p:ext uri="{D42A27DB-BD31-4B8C-83A1-F6EECF244321}">
                  <p14:modId xmlns:p14="http://schemas.microsoft.com/office/powerpoint/2010/main" val="1788441896"/>
                </p:ext>
              </p:extLst>
            </p:nvPr>
          </p:nvGraphicFramePr>
          <p:xfrm>
            <a:off x="3051" y="1125"/>
            <a:ext cx="181" cy="245"/>
          </p:xfrm>
          <a:graphic>
            <a:graphicData uri="http://schemas.openxmlformats.org/presentationml/2006/ole">
              <mc:AlternateContent xmlns:mc="http://schemas.openxmlformats.org/markup-compatibility/2006">
                <mc:Choice xmlns:v="urn:schemas-microsoft-com:vml" Requires="v">
                  <p:oleObj r:id="rId9" imgW="69906" imgH="114300" progId="Equation.DSMT4">
                    <p:embed/>
                  </p:oleObj>
                </mc:Choice>
                <mc:Fallback>
                  <p:oleObj r:id="rId9" imgW="69906" imgH="1143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1" y="1125"/>
                          <a:ext cx="181" cy="245"/>
                        </a:xfrm>
                        <a:prstGeom prst="rect">
                          <a:avLst/>
                        </a:prstGeom>
                        <a:noFill/>
                        <a:ln>
                          <a:noFill/>
                        </a:ln>
                      </p:spPr>
                    </p:pic>
                  </p:oleObj>
                </mc:Fallback>
              </mc:AlternateContent>
            </a:graphicData>
          </a:graphic>
        </p:graphicFrame>
      </p:grpSp>
      <p:graphicFrame>
        <p:nvGraphicFramePr>
          <p:cNvPr id="861192" name="Object 8">
            <a:extLst>
              <a:ext uri="{FF2B5EF4-FFF2-40B4-BE49-F238E27FC236}">
                <a16:creationId xmlns:a16="http://schemas.microsoft.com/office/drawing/2014/main" id="{A9FBD057-FEB9-DB6B-7A57-5BA6AC44CEB1}"/>
              </a:ext>
            </a:extLst>
          </p:cNvPr>
          <p:cNvGraphicFramePr>
            <a:graphicFrameLocks noChangeAspect="1"/>
          </p:cNvGraphicFramePr>
          <p:nvPr>
            <p:extLst>
              <p:ext uri="{D42A27DB-BD31-4B8C-83A1-F6EECF244321}">
                <p14:modId xmlns:p14="http://schemas.microsoft.com/office/powerpoint/2010/main" val="2894319547"/>
              </p:ext>
            </p:extLst>
          </p:nvPr>
        </p:nvGraphicFramePr>
        <p:xfrm>
          <a:off x="1428751" y="3776730"/>
          <a:ext cx="7304087" cy="806450"/>
        </p:xfrm>
        <a:graphic>
          <a:graphicData uri="http://schemas.openxmlformats.org/presentationml/2006/ole">
            <mc:AlternateContent xmlns:mc="http://schemas.openxmlformats.org/markup-compatibility/2006">
              <mc:Choice xmlns:v="urn:schemas-microsoft-com:vml" Requires="v">
                <p:oleObj r:id="rId11" imgW="3022617" imgH="279308" progId="Equation.DSMT4">
                  <p:embed/>
                </p:oleObj>
              </mc:Choice>
              <mc:Fallback>
                <p:oleObj r:id="rId11" imgW="3022617" imgH="279308"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8751" y="3776730"/>
                        <a:ext cx="7304087"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61193" name="Object 9">
            <a:extLst>
              <a:ext uri="{FF2B5EF4-FFF2-40B4-BE49-F238E27FC236}">
                <a16:creationId xmlns:a16="http://schemas.microsoft.com/office/drawing/2014/main" id="{FCDC8BA6-633A-27E9-BAAD-5D1E14CF3AC0}"/>
              </a:ext>
            </a:extLst>
          </p:cNvPr>
          <p:cNvGraphicFramePr>
            <a:graphicFrameLocks noChangeAspect="1"/>
          </p:cNvGraphicFramePr>
          <p:nvPr>
            <p:extLst>
              <p:ext uri="{D42A27DB-BD31-4B8C-83A1-F6EECF244321}">
                <p14:modId xmlns:p14="http://schemas.microsoft.com/office/powerpoint/2010/main" val="2599614326"/>
              </p:ext>
            </p:extLst>
          </p:nvPr>
        </p:nvGraphicFramePr>
        <p:xfrm>
          <a:off x="2365310" y="4479196"/>
          <a:ext cx="2987848" cy="696537"/>
        </p:xfrm>
        <a:graphic>
          <a:graphicData uri="http://schemas.openxmlformats.org/presentationml/2006/ole">
            <mc:AlternateContent xmlns:mc="http://schemas.openxmlformats.org/markup-compatibility/2006">
              <mc:Choice xmlns:v="urn:schemas-microsoft-com:vml" Requires="v">
                <p:oleObj r:id="rId13" imgW="1200059" imgH="279308" progId="Equation.DSMT4">
                  <p:embed/>
                </p:oleObj>
              </mc:Choice>
              <mc:Fallback>
                <p:oleObj r:id="rId13" imgW="1200059" imgH="279308"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65310" y="4479196"/>
                        <a:ext cx="2987848" cy="696537"/>
                      </a:xfrm>
                      <a:prstGeom prst="rect">
                        <a:avLst/>
                      </a:prstGeom>
                      <a:noFill/>
                      <a:ln>
                        <a:noFill/>
                      </a:ln>
                    </p:spPr>
                  </p:pic>
                </p:oleObj>
              </mc:Fallback>
            </mc:AlternateContent>
          </a:graphicData>
        </a:graphic>
      </p:graphicFrame>
      <p:sp>
        <p:nvSpPr>
          <p:cNvPr id="861194" name="Rectangle 10">
            <a:extLst>
              <a:ext uri="{FF2B5EF4-FFF2-40B4-BE49-F238E27FC236}">
                <a16:creationId xmlns:a16="http://schemas.microsoft.com/office/drawing/2014/main" id="{602D9A7C-72E8-D3E5-FFB9-FE6AB3E4A6FE}"/>
              </a:ext>
            </a:extLst>
          </p:cNvPr>
          <p:cNvSpPr>
            <a:spLocks noChangeArrowheads="1"/>
          </p:cNvSpPr>
          <p:nvPr/>
        </p:nvSpPr>
        <p:spPr bwMode="auto">
          <a:xfrm>
            <a:off x="15294" y="4558890"/>
            <a:ext cx="30972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sz="2000" dirty="0"/>
              <a:t>对时间</a:t>
            </a:r>
            <a:r>
              <a:rPr lang="zh-CN" altLang="en-US" sz="2000" dirty="0">
                <a:latin typeface="Times New Roman" panose="02020603050405020304" pitchFamily="18" charset="0"/>
              </a:rPr>
              <a:t> </a:t>
            </a:r>
            <a:r>
              <a:rPr lang="en-US" altLang="zh-CN" sz="2000" i="1" dirty="0">
                <a:latin typeface="Times New Roman" panose="02020603050405020304" pitchFamily="18" charset="0"/>
              </a:rPr>
              <a:t>t </a:t>
            </a:r>
            <a:r>
              <a:rPr lang="zh-CN" altLang="en-US" sz="2000" dirty="0"/>
              <a:t>积分，得</a:t>
            </a:r>
          </a:p>
        </p:txBody>
      </p:sp>
      <p:graphicFrame>
        <p:nvGraphicFramePr>
          <p:cNvPr id="861195" name="Object 11">
            <a:extLst>
              <a:ext uri="{FF2B5EF4-FFF2-40B4-BE49-F238E27FC236}">
                <a16:creationId xmlns:a16="http://schemas.microsoft.com/office/drawing/2014/main" id="{898DC5E9-31A3-D7DB-F6C0-CDB85C75EF7F}"/>
              </a:ext>
            </a:extLst>
          </p:cNvPr>
          <p:cNvGraphicFramePr>
            <a:graphicFrameLocks noChangeAspect="1"/>
          </p:cNvGraphicFramePr>
          <p:nvPr>
            <p:extLst>
              <p:ext uri="{D42A27DB-BD31-4B8C-83A1-F6EECF244321}">
                <p14:modId xmlns:p14="http://schemas.microsoft.com/office/powerpoint/2010/main" val="2815871942"/>
              </p:ext>
            </p:extLst>
          </p:nvPr>
        </p:nvGraphicFramePr>
        <p:xfrm>
          <a:off x="1910065" y="2995547"/>
          <a:ext cx="5613400" cy="909637"/>
        </p:xfrm>
        <a:graphic>
          <a:graphicData uri="http://schemas.openxmlformats.org/presentationml/2006/ole">
            <mc:AlternateContent xmlns:mc="http://schemas.openxmlformats.org/markup-compatibility/2006">
              <mc:Choice xmlns:v="urn:schemas-microsoft-com:vml" Requires="v">
                <p:oleObj r:id="rId15" imgW="2311487" imgH="317546" progId="Equation.DSMT4">
                  <p:embed/>
                </p:oleObj>
              </mc:Choice>
              <mc:Fallback>
                <p:oleObj r:id="rId15" imgW="2311487" imgH="317546"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10065" y="2995547"/>
                        <a:ext cx="5613400"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2696" name="AutoShape 12">
            <a:hlinkClick r:id="rId17" action="ppaction://hlinksldjump" highlightClick="1"/>
            <a:extLst>
              <a:ext uri="{FF2B5EF4-FFF2-40B4-BE49-F238E27FC236}">
                <a16:creationId xmlns:a16="http://schemas.microsoft.com/office/drawing/2014/main" id="{68BB6031-C7A9-AB36-871F-9469387BE8B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2697" name="AutoShape 13">
            <a:hlinkClick r:id="" action="ppaction://hlinkshowjump?jump=previousslide" highlightClick="1"/>
            <a:extLst>
              <a:ext uri="{FF2B5EF4-FFF2-40B4-BE49-F238E27FC236}">
                <a16:creationId xmlns:a16="http://schemas.microsoft.com/office/drawing/2014/main" id="{2B16DC1B-B2A0-F629-8B1F-F5BCEC8F7DB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2698" name="AutoShape 14">
            <a:hlinkClick r:id="" action="ppaction://hlinkshowjump?jump=nextslide" highlightClick="1"/>
            <a:extLst>
              <a:ext uri="{FF2B5EF4-FFF2-40B4-BE49-F238E27FC236}">
                <a16:creationId xmlns:a16="http://schemas.microsoft.com/office/drawing/2014/main" id="{5C220ADA-1D33-B0FA-0948-DC38F9F682B4}"/>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2699" name="AutoShape 15">
            <a:hlinkClick r:id="" action="ppaction://hlinkshowjump?jump=lastslide" highlightClick="1"/>
            <a:extLst>
              <a:ext uri="{FF2B5EF4-FFF2-40B4-BE49-F238E27FC236}">
                <a16:creationId xmlns:a16="http://schemas.microsoft.com/office/drawing/2014/main" id="{B8B72C67-679A-85CE-F799-5AFDE9E4CA6F}"/>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3" name="Group 16">
            <a:extLst>
              <a:ext uri="{FF2B5EF4-FFF2-40B4-BE49-F238E27FC236}">
                <a16:creationId xmlns:a16="http://schemas.microsoft.com/office/drawing/2014/main" id="{5FC2C543-F9AE-81EF-52AF-5D813D9310C7}"/>
              </a:ext>
            </a:extLst>
          </p:cNvPr>
          <p:cNvGrpSpPr>
            <a:grpSpLocks/>
          </p:cNvGrpSpPr>
          <p:nvPr/>
        </p:nvGrpSpPr>
        <p:grpSpPr bwMode="auto">
          <a:xfrm>
            <a:off x="-40668" y="2695130"/>
            <a:ext cx="8893175" cy="800100"/>
            <a:chOff x="63" y="1745"/>
            <a:chExt cx="5602" cy="504"/>
          </a:xfrm>
        </p:grpSpPr>
        <p:graphicFrame>
          <p:nvGraphicFramePr>
            <p:cNvPr id="242701" name="Object 17">
              <a:extLst>
                <a:ext uri="{FF2B5EF4-FFF2-40B4-BE49-F238E27FC236}">
                  <a16:creationId xmlns:a16="http://schemas.microsoft.com/office/drawing/2014/main" id="{854D4037-F8CD-371A-8D81-BA0968F753F2}"/>
                </a:ext>
              </a:extLst>
            </p:cNvPr>
            <p:cNvGraphicFramePr>
              <a:graphicFrameLocks noChangeAspect="1"/>
            </p:cNvGraphicFramePr>
            <p:nvPr>
              <p:extLst>
                <p:ext uri="{D42A27DB-BD31-4B8C-83A1-F6EECF244321}">
                  <p14:modId xmlns:p14="http://schemas.microsoft.com/office/powerpoint/2010/main" val="2707379240"/>
                </p:ext>
              </p:extLst>
            </p:nvPr>
          </p:nvGraphicFramePr>
          <p:xfrm>
            <a:off x="5094" y="1760"/>
            <a:ext cx="144" cy="195"/>
          </p:xfrm>
          <a:graphic>
            <a:graphicData uri="http://schemas.openxmlformats.org/presentationml/2006/ole">
              <mc:AlternateContent xmlns:mc="http://schemas.openxmlformats.org/markup-compatibility/2006">
                <mc:Choice xmlns:v="urn:schemas-microsoft-com:vml" Requires="v">
                  <p:oleObj r:id="rId18" imgW="69906" imgH="114300" progId="Equation.DSMT4">
                    <p:embed/>
                  </p:oleObj>
                </mc:Choice>
                <mc:Fallback>
                  <p:oleObj r:id="rId18" imgW="69906" imgH="114300"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94" y="1760"/>
                          <a:ext cx="144" cy="195"/>
                        </a:xfrm>
                        <a:prstGeom prst="rect">
                          <a:avLst/>
                        </a:prstGeom>
                        <a:noFill/>
                        <a:ln>
                          <a:noFill/>
                        </a:ln>
                      </p:spPr>
                    </p:pic>
                  </p:oleObj>
                </mc:Fallback>
              </mc:AlternateContent>
            </a:graphicData>
          </a:graphic>
        </p:graphicFrame>
        <p:sp>
          <p:nvSpPr>
            <p:cNvPr id="242702" name="Rectangle 18">
              <a:extLst>
                <a:ext uri="{FF2B5EF4-FFF2-40B4-BE49-F238E27FC236}">
                  <a16:creationId xmlns:a16="http://schemas.microsoft.com/office/drawing/2014/main" id="{76C9DE94-7401-BE62-FD31-858C47826976}"/>
                </a:ext>
              </a:extLst>
            </p:cNvPr>
            <p:cNvSpPr>
              <a:spLocks noChangeArrowheads="1"/>
            </p:cNvSpPr>
            <p:nvPr/>
          </p:nvSpPr>
          <p:spPr bwMode="auto">
            <a:xfrm>
              <a:off x="63" y="1745"/>
              <a:ext cx="5602"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20000"/>
                </a:lnSpc>
              </a:pPr>
              <a:r>
                <a:rPr lang="en-US" altLang="zh-CN" sz="2000" dirty="0">
                  <a:solidFill>
                    <a:srgbClr val="FFCC66"/>
                  </a:solidFill>
                  <a:ea typeface="宋体" panose="02010600030101010101" pitchFamily="2" charset="-122"/>
                </a:rPr>
                <a:t>【</a:t>
              </a:r>
              <a:r>
                <a:rPr lang="zh-CN" altLang="en-US" sz="2000" dirty="0">
                  <a:solidFill>
                    <a:srgbClr val="FFCC66"/>
                  </a:solidFill>
                  <a:ea typeface="幼圆" panose="02010509060101010101" pitchFamily="49" charset="-122"/>
                </a:rPr>
                <a:t>解</a:t>
              </a:r>
              <a:r>
                <a:rPr lang="en-US" altLang="zh-CN" sz="2000" dirty="0">
                  <a:solidFill>
                    <a:srgbClr val="FFCC66"/>
                  </a:solidFill>
                  <a:ea typeface="宋体" panose="02010600030101010101" pitchFamily="2" charset="-122"/>
                </a:rPr>
                <a:t>】</a:t>
              </a:r>
              <a:r>
                <a:rPr lang="en-US" altLang="zh-CN" sz="2000" dirty="0"/>
                <a:t> </a:t>
              </a:r>
              <a:r>
                <a:rPr lang="zh-CN" altLang="en-US" sz="2000" dirty="0">
                  <a:latin typeface="Times New Roman" panose="02020603050405020304" pitchFamily="18" charset="0"/>
                </a:rPr>
                <a:t>利用麦克斯韦方程组可以确定 </a:t>
              </a:r>
              <a:r>
                <a:rPr lang="en-US" altLang="zh-CN" sz="2000" i="1" dirty="0">
                  <a:latin typeface="Times New Roman" panose="02020603050405020304" pitchFamily="18" charset="0"/>
                </a:rPr>
                <a:t>k </a:t>
              </a:r>
              <a:r>
                <a:rPr lang="zh-CN" altLang="en-US" sz="2000" dirty="0">
                  <a:latin typeface="Times New Roman" panose="02020603050405020304" pitchFamily="18" charset="0"/>
                </a:rPr>
                <a:t>与</a:t>
              </a:r>
              <a:r>
                <a:rPr lang="el-GR" altLang="zh-CN" sz="2000" i="1" dirty="0">
                  <a:latin typeface="Times New Roman" panose="02020603050405020304" pitchFamily="18" charset="0"/>
                </a:rPr>
                <a:t>ω</a:t>
              </a:r>
              <a:r>
                <a:rPr lang="zh-CN" altLang="en-US" sz="2000" dirty="0">
                  <a:latin typeface="Times New Roman" panose="02020603050405020304" pitchFamily="18" charset="0"/>
                </a:rPr>
                <a:t>之间所满足的关系，以及与    相应的其他场矢量。</a:t>
              </a:r>
            </a:p>
          </p:txBody>
        </p:sp>
      </p:grpSp>
      <p:pic>
        <p:nvPicPr>
          <p:cNvPr id="6" name="图片 5">
            <a:extLst>
              <a:ext uri="{FF2B5EF4-FFF2-40B4-BE49-F238E27FC236}">
                <a16:creationId xmlns:a16="http://schemas.microsoft.com/office/drawing/2014/main" id="{3932B639-4B15-6EAC-40A6-FEFCE0F1F92F}"/>
              </a:ext>
            </a:extLst>
          </p:cNvPr>
          <p:cNvPicPr>
            <a:picLocks noChangeAspect="1"/>
          </p:cNvPicPr>
          <p:nvPr/>
        </p:nvPicPr>
        <p:blipFill>
          <a:blip r:embed="rId20"/>
          <a:stretch>
            <a:fillRect/>
          </a:stretch>
        </p:blipFill>
        <p:spPr>
          <a:xfrm>
            <a:off x="411162" y="5157192"/>
            <a:ext cx="8142857" cy="1771429"/>
          </a:xfrm>
          <a:prstGeom prst="rect">
            <a:avLst/>
          </a:prstGeom>
        </p:spPr>
      </p:pic>
      <p:cxnSp>
        <p:nvCxnSpPr>
          <p:cNvPr id="7" name="直接连接符 6">
            <a:extLst>
              <a:ext uri="{FF2B5EF4-FFF2-40B4-BE49-F238E27FC236}">
                <a16:creationId xmlns:a16="http://schemas.microsoft.com/office/drawing/2014/main" id="{B4A45210-817A-186F-ED7F-6E9C5DDBFEA6}"/>
              </a:ext>
            </a:extLst>
          </p:cNvPr>
          <p:cNvCxnSpPr>
            <a:cxnSpLocks/>
          </p:cNvCxnSpPr>
          <p:nvPr/>
        </p:nvCxnSpPr>
        <p:spPr bwMode="auto">
          <a:xfrm>
            <a:off x="1363390" y="5842133"/>
            <a:ext cx="0" cy="1043251"/>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8" name="直接连接符 7">
            <a:extLst>
              <a:ext uri="{FF2B5EF4-FFF2-40B4-BE49-F238E27FC236}">
                <a16:creationId xmlns:a16="http://schemas.microsoft.com/office/drawing/2014/main" id="{FC9CDCFA-7E7A-6D08-8B65-8C2066594A1A}"/>
              </a:ext>
            </a:extLst>
          </p:cNvPr>
          <p:cNvCxnSpPr>
            <a:cxnSpLocks/>
          </p:cNvCxnSpPr>
          <p:nvPr/>
        </p:nvCxnSpPr>
        <p:spPr bwMode="auto">
          <a:xfrm>
            <a:off x="1259632" y="6766603"/>
            <a:ext cx="1080120" cy="0"/>
          </a:xfrm>
          <a:prstGeom prst="line">
            <a:avLst/>
          </a:prstGeom>
          <a:solidFill>
            <a:schemeClr val="accent1"/>
          </a:solidFill>
          <a:ln w="9525" cap="flat" cmpd="sng" algn="ctr">
            <a:solidFill>
              <a:schemeClr val="tx1"/>
            </a:solidFill>
            <a:prstDash val="solid"/>
            <a:round/>
            <a:headEnd type="none" w="med" len="med"/>
            <a:tailEnd type="none" w="med" len="med"/>
          </a:ln>
        </p:spPr>
      </p:cxnSp>
      <p:pic>
        <p:nvPicPr>
          <p:cNvPr id="9" name="图片 8">
            <a:extLst>
              <a:ext uri="{FF2B5EF4-FFF2-40B4-BE49-F238E27FC236}">
                <a16:creationId xmlns:a16="http://schemas.microsoft.com/office/drawing/2014/main" id="{47FF46E0-B250-C9AC-54B0-4A5939168928}"/>
              </a:ext>
            </a:extLst>
          </p:cNvPr>
          <p:cNvPicPr>
            <a:picLocks noChangeAspect="1"/>
          </p:cNvPicPr>
          <p:nvPr/>
        </p:nvPicPr>
        <p:blipFill>
          <a:blip r:embed="rId21"/>
          <a:stretch>
            <a:fillRect/>
          </a:stretch>
        </p:blipFill>
        <p:spPr>
          <a:xfrm>
            <a:off x="-12189" y="1483613"/>
            <a:ext cx="9144000" cy="12203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灯片编号占位符 3">
            <a:extLst>
              <a:ext uri="{FF2B5EF4-FFF2-40B4-BE49-F238E27FC236}">
                <a16:creationId xmlns:a16="http://schemas.microsoft.com/office/drawing/2014/main" id="{C647DBC2-A845-45BA-BE03-3CFA7470E98D}"/>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4349AD5B-1033-49FD-A39E-CD89DA4E21DD}" type="slidenum">
              <a:rPr altLang="zh-CN" sz="1400" b="0">
                <a:solidFill>
                  <a:schemeClr val="tx1"/>
                </a:solidFill>
                <a:ea typeface="宋体" panose="02010600030101010101" pitchFamily="2" charset="-122"/>
              </a:rPr>
              <a:pPr/>
              <a:t>10</a:t>
            </a:fld>
            <a:endParaRPr lang="zh-CN" altLang="zh-CN" sz="1400" b="0">
              <a:solidFill>
                <a:schemeClr val="tx1"/>
              </a:solidFill>
              <a:ea typeface="宋体" panose="02010600030101010101" pitchFamily="2" charset="-122"/>
            </a:endParaRPr>
          </a:p>
        </p:txBody>
      </p:sp>
      <p:graphicFrame>
        <p:nvGraphicFramePr>
          <p:cNvPr id="862210" name="Object 2">
            <a:extLst>
              <a:ext uri="{FF2B5EF4-FFF2-40B4-BE49-F238E27FC236}">
                <a16:creationId xmlns:a16="http://schemas.microsoft.com/office/drawing/2014/main" id="{2DCE0EE5-213D-82A5-A73D-9E968E61951C}"/>
              </a:ext>
            </a:extLst>
          </p:cNvPr>
          <p:cNvGraphicFramePr>
            <a:graphicFrameLocks noChangeAspect="1"/>
          </p:cNvGraphicFramePr>
          <p:nvPr>
            <p:extLst>
              <p:ext uri="{D42A27DB-BD31-4B8C-83A1-F6EECF244321}">
                <p14:modId xmlns:p14="http://schemas.microsoft.com/office/powerpoint/2010/main" val="3559352571"/>
              </p:ext>
            </p:extLst>
          </p:nvPr>
        </p:nvGraphicFramePr>
        <p:xfrm>
          <a:off x="1619250" y="527918"/>
          <a:ext cx="1152525" cy="500063"/>
        </p:xfrm>
        <a:graphic>
          <a:graphicData uri="http://schemas.openxmlformats.org/presentationml/2006/ole">
            <mc:AlternateContent xmlns:mc="http://schemas.openxmlformats.org/markup-compatibility/2006">
              <mc:Choice xmlns:v="urn:schemas-microsoft-com:vml" Requires="v">
                <p:oleObj r:id="rId2" imgW="406539" imgH="139654" progId="Equation.DSMT4">
                  <p:embed/>
                </p:oleObj>
              </mc:Choice>
              <mc:Fallback>
                <p:oleObj r:id="rId2" imgW="406539" imgH="139654"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527918"/>
                        <a:ext cx="115252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62211" name="Object 3">
            <a:extLst>
              <a:ext uri="{FF2B5EF4-FFF2-40B4-BE49-F238E27FC236}">
                <a16:creationId xmlns:a16="http://schemas.microsoft.com/office/drawing/2014/main" id="{1A23A011-9488-6EC6-E32A-9C0CE7555CDF}"/>
              </a:ext>
            </a:extLst>
          </p:cNvPr>
          <p:cNvGraphicFramePr>
            <a:graphicFrameLocks noChangeAspect="1"/>
          </p:cNvGraphicFramePr>
          <p:nvPr>
            <p:extLst>
              <p:ext uri="{D42A27DB-BD31-4B8C-83A1-F6EECF244321}">
                <p14:modId xmlns:p14="http://schemas.microsoft.com/office/powerpoint/2010/main" val="2670450685"/>
              </p:ext>
            </p:extLst>
          </p:nvPr>
        </p:nvGraphicFramePr>
        <p:xfrm>
          <a:off x="1549400" y="1248643"/>
          <a:ext cx="1150938" cy="495300"/>
        </p:xfrm>
        <a:graphic>
          <a:graphicData uri="http://schemas.openxmlformats.org/presentationml/2006/ole">
            <mc:AlternateContent xmlns:mc="http://schemas.openxmlformats.org/markup-compatibility/2006">
              <mc:Choice xmlns:v="urn:schemas-microsoft-com:vml" Requires="v">
                <p:oleObj r:id="rId4" imgW="374498" imgH="120535" progId="Equation.DSMT4">
                  <p:embed/>
                </p:oleObj>
              </mc:Choice>
              <mc:Fallback>
                <p:oleObj r:id="rId4" imgW="374498" imgH="12053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9400" y="1248643"/>
                        <a:ext cx="11509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62212" name="Object 4">
            <a:extLst>
              <a:ext uri="{FF2B5EF4-FFF2-40B4-BE49-F238E27FC236}">
                <a16:creationId xmlns:a16="http://schemas.microsoft.com/office/drawing/2014/main" id="{5B756C4A-4EEA-3D4B-2280-5F52A825E8DD}"/>
              </a:ext>
            </a:extLst>
          </p:cNvPr>
          <p:cNvGraphicFramePr>
            <a:graphicFrameLocks noChangeAspect="1"/>
          </p:cNvGraphicFramePr>
          <p:nvPr>
            <p:extLst>
              <p:ext uri="{D42A27DB-BD31-4B8C-83A1-F6EECF244321}">
                <p14:modId xmlns:p14="http://schemas.microsoft.com/office/powerpoint/2010/main" val="2333948699"/>
              </p:ext>
            </p:extLst>
          </p:nvPr>
        </p:nvGraphicFramePr>
        <p:xfrm>
          <a:off x="1038917" y="2126365"/>
          <a:ext cx="7350125" cy="1974850"/>
        </p:xfrm>
        <a:graphic>
          <a:graphicData uri="http://schemas.openxmlformats.org/presentationml/2006/ole">
            <mc:AlternateContent xmlns:mc="http://schemas.openxmlformats.org/markup-compatibility/2006">
              <mc:Choice xmlns:v="urn:schemas-microsoft-com:vml" Requires="v">
                <p:oleObj r:id="rId6" imgW="3035101" imgH="774746" progId="Equation.DSMT4">
                  <p:embed/>
                </p:oleObj>
              </mc:Choice>
              <mc:Fallback>
                <p:oleObj r:id="rId6" imgW="3035101" imgH="774746"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8917" y="2126365"/>
                        <a:ext cx="7350125"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62213" name="Object 5">
            <a:extLst>
              <a:ext uri="{FF2B5EF4-FFF2-40B4-BE49-F238E27FC236}">
                <a16:creationId xmlns:a16="http://schemas.microsoft.com/office/drawing/2014/main" id="{CCC54FF1-D5F9-5248-6CB4-17BA137BD0E1}"/>
              </a:ext>
            </a:extLst>
          </p:cNvPr>
          <p:cNvGraphicFramePr>
            <a:graphicFrameLocks noChangeAspect="1"/>
          </p:cNvGraphicFramePr>
          <p:nvPr>
            <p:extLst>
              <p:ext uri="{D42A27DB-BD31-4B8C-83A1-F6EECF244321}">
                <p14:modId xmlns:p14="http://schemas.microsoft.com/office/powerpoint/2010/main" val="454657229"/>
              </p:ext>
            </p:extLst>
          </p:nvPr>
        </p:nvGraphicFramePr>
        <p:xfrm>
          <a:off x="1253615" y="5143169"/>
          <a:ext cx="4997450" cy="850900"/>
        </p:xfrm>
        <a:graphic>
          <a:graphicData uri="http://schemas.openxmlformats.org/presentationml/2006/ole">
            <mc:AlternateContent xmlns:mc="http://schemas.openxmlformats.org/markup-compatibility/2006">
              <mc:Choice xmlns:v="urn:schemas-microsoft-com:vml" Requires="v">
                <p:oleObj r:id="rId8" imgW="1879565" imgH="298427" progId="Equation.DSMT4">
                  <p:embed/>
                </p:oleObj>
              </mc:Choice>
              <mc:Fallback>
                <p:oleObj r:id="rId8" imgW="1879565" imgH="298427"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3615" y="5143169"/>
                        <a:ext cx="499745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7F8243AB-A806-C74B-1F70-CDC27D3214D6}"/>
              </a:ext>
            </a:extLst>
          </p:cNvPr>
          <p:cNvGrpSpPr>
            <a:grpSpLocks/>
          </p:cNvGrpSpPr>
          <p:nvPr/>
        </p:nvGrpSpPr>
        <p:grpSpPr bwMode="auto">
          <a:xfrm>
            <a:off x="142876" y="5815285"/>
            <a:ext cx="3133726" cy="854075"/>
            <a:chOff x="90" y="3527"/>
            <a:chExt cx="1974" cy="583"/>
          </a:xfrm>
        </p:grpSpPr>
        <p:graphicFrame>
          <p:nvGraphicFramePr>
            <p:cNvPr id="244758" name="Object 7">
              <a:extLst>
                <a:ext uri="{FF2B5EF4-FFF2-40B4-BE49-F238E27FC236}">
                  <a16:creationId xmlns:a16="http://schemas.microsoft.com/office/drawing/2014/main" id="{8F7552CD-7E26-DDFD-7093-13D3B71D123B}"/>
                </a:ext>
              </a:extLst>
            </p:cNvPr>
            <p:cNvGraphicFramePr>
              <a:graphicFrameLocks noChangeAspect="1"/>
            </p:cNvGraphicFramePr>
            <p:nvPr>
              <p:extLst>
                <p:ext uri="{D42A27DB-BD31-4B8C-83A1-F6EECF244321}">
                  <p14:modId xmlns:p14="http://schemas.microsoft.com/office/powerpoint/2010/main" val="1874497948"/>
                </p:ext>
              </p:extLst>
            </p:nvPr>
          </p:nvGraphicFramePr>
          <p:xfrm>
            <a:off x="884" y="3527"/>
            <a:ext cx="1180" cy="583"/>
          </p:xfrm>
          <a:graphic>
            <a:graphicData uri="http://schemas.openxmlformats.org/presentationml/2006/ole">
              <mc:AlternateContent xmlns:mc="http://schemas.openxmlformats.org/markup-compatibility/2006">
                <mc:Choice xmlns:v="urn:schemas-microsoft-com:vml" Requires="v">
                  <p:oleObj r:id="rId10" imgW="609600" imgH="298427" progId="Equation.DSMT4">
                    <p:embed/>
                  </p:oleObj>
                </mc:Choice>
                <mc:Fallback>
                  <p:oleObj r:id="rId10" imgW="609600" imgH="298427"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4" y="3527"/>
                          <a:ext cx="1180"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4759" name="Rectangle 8">
              <a:extLst>
                <a:ext uri="{FF2B5EF4-FFF2-40B4-BE49-F238E27FC236}">
                  <a16:creationId xmlns:a16="http://schemas.microsoft.com/office/drawing/2014/main" id="{30F67C96-2689-AF19-1BF5-90E4BD94A2B1}"/>
                </a:ext>
              </a:extLst>
            </p:cNvPr>
            <p:cNvSpPr>
              <a:spLocks noChangeArrowheads="1"/>
            </p:cNvSpPr>
            <p:nvPr/>
          </p:nvSpPr>
          <p:spPr bwMode="auto">
            <a:xfrm>
              <a:off x="90" y="3645"/>
              <a:ext cx="56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zh-CN" altLang="en-US" dirty="0"/>
                <a:t>由</a:t>
              </a:r>
            </a:p>
          </p:txBody>
        </p:sp>
      </p:grpSp>
      <p:grpSp>
        <p:nvGrpSpPr>
          <p:cNvPr id="3" name="Group 9">
            <a:extLst>
              <a:ext uri="{FF2B5EF4-FFF2-40B4-BE49-F238E27FC236}">
                <a16:creationId xmlns:a16="http://schemas.microsoft.com/office/drawing/2014/main" id="{3723FCEF-9D17-7907-28F6-28A0F38DB597}"/>
              </a:ext>
            </a:extLst>
          </p:cNvPr>
          <p:cNvGrpSpPr>
            <a:grpSpLocks/>
          </p:cNvGrpSpPr>
          <p:nvPr/>
        </p:nvGrpSpPr>
        <p:grpSpPr bwMode="auto">
          <a:xfrm>
            <a:off x="3492500" y="5950222"/>
            <a:ext cx="3022600" cy="576263"/>
            <a:chOff x="2200" y="3612"/>
            <a:chExt cx="1904" cy="393"/>
          </a:xfrm>
        </p:grpSpPr>
        <p:graphicFrame>
          <p:nvGraphicFramePr>
            <p:cNvPr id="244756" name="Object 10">
              <a:extLst>
                <a:ext uri="{FF2B5EF4-FFF2-40B4-BE49-F238E27FC236}">
                  <a16:creationId xmlns:a16="http://schemas.microsoft.com/office/drawing/2014/main" id="{886FCC68-D0B2-CC54-AE7F-2D1BAF9F7BF0}"/>
                </a:ext>
              </a:extLst>
            </p:cNvPr>
            <p:cNvGraphicFramePr>
              <a:graphicFrameLocks noChangeAspect="1"/>
            </p:cNvGraphicFramePr>
            <p:nvPr/>
          </p:nvGraphicFramePr>
          <p:xfrm>
            <a:off x="2925" y="3612"/>
            <a:ext cx="1179" cy="393"/>
          </p:xfrm>
          <a:graphic>
            <a:graphicData uri="http://schemas.openxmlformats.org/presentationml/2006/ole">
              <mc:AlternateContent xmlns:mc="http://schemas.openxmlformats.org/markup-compatibility/2006">
                <mc:Choice xmlns:v="urn:schemas-microsoft-com:vml" Requires="v">
                  <p:oleObj r:id="rId12" imgW="533452" imgH="133419" progId="Equation.DSMT4">
                    <p:embed/>
                  </p:oleObj>
                </mc:Choice>
                <mc:Fallback>
                  <p:oleObj r:id="rId12" imgW="533452" imgH="133419"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5" y="3612"/>
                          <a:ext cx="1179"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4757" name="AutoShape 11">
              <a:extLst>
                <a:ext uri="{FF2B5EF4-FFF2-40B4-BE49-F238E27FC236}">
                  <a16:creationId xmlns:a16="http://schemas.microsoft.com/office/drawing/2014/main" id="{7BF769EE-BA64-EE59-9390-8CD6ACD16059}"/>
                </a:ext>
              </a:extLst>
            </p:cNvPr>
            <p:cNvSpPr>
              <a:spLocks noChangeArrowheads="1"/>
            </p:cNvSpPr>
            <p:nvPr/>
          </p:nvSpPr>
          <p:spPr bwMode="auto">
            <a:xfrm>
              <a:off x="2200" y="3748"/>
              <a:ext cx="589" cy="136"/>
            </a:xfrm>
            <a:prstGeom prst="rightArrow">
              <a:avLst>
                <a:gd name="adj1" fmla="val 50000"/>
                <a:gd name="adj2" fmla="val 108252"/>
              </a:avLst>
            </a:prstGeom>
            <a:solidFill>
              <a:srgbClr val="FFCC99"/>
            </a:solidFill>
            <a:ln w="22225">
              <a:solidFill>
                <a:srgbClr val="FF66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4" name="Group 12">
            <a:extLst>
              <a:ext uri="{FF2B5EF4-FFF2-40B4-BE49-F238E27FC236}">
                <a16:creationId xmlns:a16="http://schemas.microsoft.com/office/drawing/2014/main" id="{C1D15E9E-F9F0-01B6-ACE2-A028FAC8B514}"/>
              </a:ext>
            </a:extLst>
          </p:cNvPr>
          <p:cNvGrpSpPr>
            <a:grpSpLocks/>
          </p:cNvGrpSpPr>
          <p:nvPr/>
        </p:nvGrpSpPr>
        <p:grpSpPr bwMode="auto">
          <a:xfrm>
            <a:off x="2916238" y="332656"/>
            <a:ext cx="4333875" cy="915987"/>
            <a:chOff x="1837" y="313"/>
            <a:chExt cx="2730" cy="577"/>
          </a:xfrm>
        </p:grpSpPr>
        <p:graphicFrame>
          <p:nvGraphicFramePr>
            <p:cNvPr id="244754" name="Object 13">
              <a:extLst>
                <a:ext uri="{FF2B5EF4-FFF2-40B4-BE49-F238E27FC236}">
                  <a16:creationId xmlns:a16="http://schemas.microsoft.com/office/drawing/2014/main" id="{553F04C5-68DE-B716-D23C-89C38689691B}"/>
                </a:ext>
              </a:extLst>
            </p:cNvPr>
            <p:cNvGraphicFramePr>
              <a:graphicFrameLocks noChangeAspect="1"/>
            </p:cNvGraphicFramePr>
            <p:nvPr/>
          </p:nvGraphicFramePr>
          <p:xfrm>
            <a:off x="2498" y="313"/>
            <a:ext cx="2069" cy="577"/>
          </p:xfrm>
          <a:graphic>
            <a:graphicData uri="http://schemas.openxmlformats.org/presentationml/2006/ole">
              <mc:AlternateContent xmlns:mc="http://schemas.openxmlformats.org/markup-compatibility/2006">
                <mc:Choice xmlns:v="urn:schemas-microsoft-com:vml" Requires="v">
                  <p:oleObj r:id="rId14" imgW="1232099" imgH="298427" progId="Equation.DSMT4">
                    <p:embed/>
                  </p:oleObj>
                </mc:Choice>
                <mc:Fallback>
                  <p:oleObj r:id="rId14" imgW="1232099" imgH="298427"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8" y="313"/>
                          <a:ext cx="2069"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4755" name="AutoShape 14">
              <a:extLst>
                <a:ext uri="{FF2B5EF4-FFF2-40B4-BE49-F238E27FC236}">
                  <a16:creationId xmlns:a16="http://schemas.microsoft.com/office/drawing/2014/main" id="{48DC70F7-2F59-E9A7-491C-5881EE96590E}"/>
                </a:ext>
              </a:extLst>
            </p:cNvPr>
            <p:cNvSpPr>
              <a:spLocks noChangeArrowheads="1"/>
            </p:cNvSpPr>
            <p:nvPr/>
          </p:nvSpPr>
          <p:spPr bwMode="auto">
            <a:xfrm>
              <a:off x="1837" y="527"/>
              <a:ext cx="589" cy="136"/>
            </a:xfrm>
            <a:prstGeom prst="rightArrow">
              <a:avLst>
                <a:gd name="adj1" fmla="val 50000"/>
                <a:gd name="adj2" fmla="val 108252"/>
              </a:avLst>
            </a:prstGeom>
            <a:solidFill>
              <a:srgbClr val="FFCC99"/>
            </a:solidFill>
            <a:ln w="22225">
              <a:solidFill>
                <a:srgbClr val="FF66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pSp>
        <p:nvGrpSpPr>
          <p:cNvPr id="5" name="Group 15">
            <a:extLst>
              <a:ext uri="{FF2B5EF4-FFF2-40B4-BE49-F238E27FC236}">
                <a16:creationId xmlns:a16="http://schemas.microsoft.com/office/drawing/2014/main" id="{BD4221A7-2895-8C1E-B466-71D84A1F552A}"/>
              </a:ext>
            </a:extLst>
          </p:cNvPr>
          <p:cNvGrpSpPr>
            <a:grpSpLocks/>
          </p:cNvGrpSpPr>
          <p:nvPr/>
        </p:nvGrpSpPr>
        <p:grpSpPr bwMode="auto">
          <a:xfrm>
            <a:off x="2917825" y="1177206"/>
            <a:ext cx="4391025" cy="574675"/>
            <a:chOff x="1883" y="969"/>
            <a:chExt cx="2494" cy="329"/>
          </a:xfrm>
        </p:grpSpPr>
        <p:graphicFrame>
          <p:nvGraphicFramePr>
            <p:cNvPr id="244752" name="Object 16">
              <a:extLst>
                <a:ext uri="{FF2B5EF4-FFF2-40B4-BE49-F238E27FC236}">
                  <a16:creationId xmlns:a16="http://schemas.microsoft.com/office/drawing/2014/main" id="{B3AAC4EC-FBD6-1624-707D-91170F6ADDD1}"/>
                </a:ext>
              </a:extLst>
            </p:cNvPr>
            <p:cNvGraphicFramePr>
              <a:graphicFrameLocks noChangeAspect="1"/>
            </p:cNvGraphicFramePr>
            <p:nvPr/>
          </p:nvGraphicFramePr>
          <p:xfrm>
            <a:off x="2517" y="969"/>
            <a:ext cx="1860" cy="329"/>
          </p:xfrm>
          <a:graphic>
            <a:graphicData uri="http://schemas.openxmlformats.org/presentationml/2006/ole">
              <mc:AlternateContent xmlns:mc="http://schemas.openxmlformats.org/markup-compatibility/2006">
                <mc:Choice xmlns:v="urn:schemas-microsoft-com:vml" Requires="v">
                  <p:oleObj r:id="rId16" imgW="1174676" imgH="152539" progId="Equation.DSMT4">
                    <p:embed/>
                  </p:oleObj>
                </mc:Choice>
                <mc:Fallback>
                  <p:oleObj r:id="rId16" imgW="1174676" imgH="152539"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17" y="969"/>
                          <a:ext cx="186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4753" name="AutoShape 17">
              <a:extLst>
                <a:ext uri="{FF2B5EF4-FFF2-40B4-BE49-F238E27FC236}">
                  <a16:creationId xmlns:a16="http://schemas.microsoft.com/office/drawing/2014/main" id="{4612E404-6EA4-1EFE-F87D-CDD383A26B98}"/>
                </a:ext>
              </a:extLst>
            </p:cNvPr>
            <p:cNvSpPr>
              <a:spLocks noChangeArrowheads="1"/>
            </p:cNvSpPr>
            <p:nvPr/>
          </p:nvSpPr>
          <p:spPr bwMode="auto">
            <a:xfrm>
              <a:off x="1883" y="1071"/>
              <a:ext cx="589" cy="136"/>
            </a:xfrm>
            <a:prstGeom prst="rightArrow">
              <a:avLst>
                <a:gd name="adj1" fmla="val 50000"/>
                <a:gd name="adj2" fmla="val 108252"/>
              </a:avLst>
            </a:prstGeom>
            <a:solidFill>
              <a:srgbClr val="FFCC99"/>
            </a:solidFill>
            <a:ln w="22225">
              <a:solidFill>
                <a:srgbClr val="FF6600"/>
              </a:solidFill>
              <a:miter lim="800000"/>
              <a:headEnd/>
              <a:tailEnd/>
            </a:ln>
          </p:spPr>
          <p:txBody>
            <a:bodyPr wrap="none"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sp>
        <p:nvSpPr>
          <p:cNvPr id="862226" name="Rectangle 18">
            <a:extLst>
              <a:ext uri="{FF2B5EF4-FFF2-40B4-BE49-F238E27FC236}">
                <a16:creationId xmlns:a16="http://schemas.microsoft.com/office/drawing/2014/main" id="{C63AE370-7EDA-ED0E-8EC6-A492DA8E8593}"/>
              </a:ext>
            </a:extLst>
          </p:cNvPr>
          <p:cNvSpPr>
            <a:spLocks noChangeArrowheads="1"/>
          </p:cNvSpPr>
          <p:nvPr/>
        </p:nvSpPr>
        <p:spPr bwMode="auto">
          <a:xfrm>
            <a:off x="191293" y="1622077"/>
            <a:ext cx="8761413" cy="53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fontAlgn="ctr" hangingPunct="1">
              <a:lnSpc>
                <a:spcPct val="130000"/>
              </a:lnSpc>
            </a:pPr>
            <a:r>
              <a:rPr lang="zh-CN" altLang="en-US" sz="2200" dirty="0">
                <a:latin typeface="Times New Roman" panose="02020603050405020304" pitchFamily="18" charset="0"/>
              </a:rPr>
              <a:t>以上各个场矢量都应满足麦克斯韦方程，将以上得到的 </a:t>
            </a:r>
            <a:r>
              <a:rPr lang="en-US" altLang="zh-CN" sz="2200" i="1" dirty="0">
                <a:latin typeface="Times New Roman" panose="02020603050405020304" pitchFamily="18" charset="0"/>
              </a:rPr>
              <a:t>H </a:t>
            </a:r>
            <a:r>
              <a:rPr lang="zh-CN" altLang="en-US" sz="2200" dirty="0">
                <a:latin typeface="Times New Roman" panose="02020603050405020304" pitchFamily="18" charset="0"/>
              </a:rPr>
              <a:t>和 </a:t>
            </a:r>
            <a:r>
              <a:rPr lang="en-US" altLang="zh-CN" sz="2200" i="1" dirty="0">
                <a:latin typeface="Times New Roman" panose="02020603050405020304" pitchFamily="18" charset="0"/>
              </a:rPr>
              <a:t>D</a:t>
            </a:r>
            <a:r>
              <a:rPr lang="zh-CN" altLang="en-US" sz="2200" dirty="0">
                <a:latin typeface="Times New Roman" panose="02020603050405020304" pitchFamily="18" charset="0"/>
              </a:rPr>
              <a:t>代入式</a:t>
            </a:r>
          </a:p>
        </p:txBody>
      </p:sp>
      <p:sp>
        <p:nvSpPr>
          <p:cNvPr id="244748" name="AutoShape 19">
            <a:hlinkClick r:id="rId18" action="ppaction://hlinksldjump" highlightClick="1"/>
            <a:extLst>
              <a:ext uri="{FF2B5EF4-FFF2-40B4-BE49-F238E27FC236}">
                <a16:creationId xmlns:a16="http://schemas.microsoft.com/office/drawing/2014/main" id="{28B9A650-055C-B093-21C8-1E44BDC5043D}"/>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4749" name="AutoShape 20">
            <a:hlinkClick r:id="" action="ppaction://hlinkshowjump?jump=previousslide" highlightClick="1"/>
            <a:extLst>
              <a:ext uri="{FF2B5EF4-FFF2-40B4-BE49-F238E27FC236}">
                <a16:creationId xmlns:a16="http://schemas.microsoft.com/office/drawing/2014/main" id="{93E90569-DBE2-D074-7C8C-59E1BD4652BB}"/>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4750" name="AutoShape 21">
            <a:hlinkClick r:id="" action="ppaction://hlinkshowjump?jump=nextslide" highlightClick="1"/>
            <a:extLst>
              <a:ext uri="{FF2B5EF4-FFF2-40B4-BE49-F238E27FC236}">
                <a16:creationId xmlns:a16="http://schemas.microsoft.com/office/drawing/2014/main" id="{6FF8935E-5EA5-E36A-5419-56B21F19D47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244751" name="AutoShape 22">
            <a:hlinkClick r:id="" action="ppaction://hlinkshowjump?jump=lastslide" highlightClick="1"/>
            <a:extLst>
              <a:ext uri="{FF2B5EF4-FFF2-40B4-BE49-F238E27FC236}">
                <a16:creationId xmlns:a16="http://schemas.microsoft.com/office/drawing/2014/main" id="{13F12C74-97E4-EC27-5CA2-11CB5DC794B6}"/>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 name="Rectangle 10">
            <a:extLst>
              <a:ext uri="{FF2B5EF4-FFF2-40B4-BE49-F238E27FC236}">
                <a16:creationId xmlns:a16="http://schemas.microsoft.com/office/drawing/2014/main" id="{48000888-18B4-F214-CA86-C4F887CF4E18}"/>
              </a:ext>
            </a:extLst>
          </p:cNvPr>
          <p:cNvSpPr>
            <a:spLocks noChangeArrowheads="1"/>
          </p:cNvSpPr>
          <p:nvPr/>
        </p:nvSpPr>
        <p:spPr bwMode="auto">
          <a:xfrm>
            <a:off x="6515101" y="5483096"/>
            <a:ext cx="231774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15000"/>
              </a:spcBef>
            </a:pPr>
            <a:r>
              <a:rPr lang="en-US" altLang="zh-CN" sz="2000" dirty="0">
                <a:solidFill>
                  <a:srgbClr val="FF0000"/>
                </a:solidFill>
              </a:rPr>
              <a:t>k</a:t>
            </a:r>
            <a:r>
              <a:rPr lang="zh-CN" altLang="en-US" sz="2000" dirty="0">
                <a:solidFill>
                  <a:srgbClr val="FF0000"/>
                </a:solidFill>
              </a:rPr>
              <a:t>波数（理想介质中均匀平面波的波动方程的本征值）</a:t>
            </a:r>
          </a:p>
        </p:txBody>
      </p:sp>
      <p:pic>
        <p:nvPicPr>
          <p:cNvPr id="8" name="图片 7">
            <a:extLst>
              <a:ext uri="{FF2B5EF4-FFF2-40B4-BE49-F238E27FC236}">
                <a16:creationId xmlns:a16="http://schemas.microsoft.com/office/drawing/2014/main" id="{6C4ABBD9-8BD9-E9F7-0714-5357E29FE8F6}"/>
              </a:ext>
            </a:extLst>
          </p:cNvPr>
          <p:cNvPicPr>
            <a:picLocks noChangeAspect="1"/>
          </p:cNvPicPr>
          <p:nvPr/>
        </p:nvPicPr>
        <p:blipFill>
          <a:blip r:embed="rId19"/>
          <a:stretch>
            <a:fillRect/>
          </a:stretch>
        </p:blipFill>
        <p:spPr>
          <a:xfrm>
            <a:off x="433904" y="3553584"/>
            <a:ext cx="8276190" cy="1657143"/>
          </a:xfrm>
          <a:prstGeom prst="rect">
            <a:avLst/>
          </a:prstGeom>
        </p:spPr>
      </p:pic>
      <p:cxnSp>
        <p:nvCxnSpPr>
          <p:cNvPr id="10" name="直接连接符 9">
            <a:extLst>
              <a:ext uri="{FF2B5EF4-FFF2-40B4-BE49-F238E27FC236}">
                <a16:creationId xmlns:a16="http://schemas.microsoft.com/office/drawing/2014/main" id="{B44FF5F1-A5D2-C9F2-0D7E-B2352E0ECDC1}"/>
              </a:ext>
            </a:extLst>
          </p:cNvPr>
          <p:cNvCxnSpPr>
            <a:cxnSpLocks/>
          </p:cNvCxnSpPr>
          <p:nvPr/>
        </p:nvCxnSpPr>
        <p:spPr bwMode="auto">
          <a:xfrm>
            <a:off x="1835696" y="4176003"/>
            <a:ext cx="0" cy="1043251"/>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11" name="直接连接符 10">
            <a:extLst>
              <a:ext uri="{FF2B5EF4-FFF2-40B4-BE49-F238E27FC236}">
                <a16:creationId xmlns:a16="http://schemas.microsoft.com/office/drawing/2014/main" id="{471E2636-1F8F-6FD7-68E3-5B184CA20F9A}"/>
              </a:ext>
            </a:extLst>
          </p:cNvPr>
          <p:cNvCxnSpPr>
            <a:cxnSpLocks/>
          </p:cNvCxnSpPr>
          <p:nvPr/>
        </p:nvCxnSpPr>
        <p:spPr bwMode="auto">
          <a:xfrm>
            <a:off x="1253615" y="5085184"/>
            <a:ext cx="1080120" cy="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灯片编号占位符 2">
            <a:extLst>
              <a:ext uri="{FF2B5EF4-FFF2-40B4-BE49-F238E27FC236}">
                <a16:creationId xmlns:a16="http://schemas.microsoft.com/office/drawing/2014/main" id="{30B086A9-40CB-3A93-9973-D206C3E139D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fld id="{FF3C93E1-AB1A-4E42-B8C7-8EF2A5B2EAEE}" type="slidenum">
              <a:rPr altLang="zh-CN" sz="1400" b="0">
                <a:solidFill>
                  <a:schemeClr val="tx1"/>
                </a:solidFill>
                <a:ea typeface="宋体" panose="02010600030101010101" pitchFamily="2" charset="-122"/>
              </a:rPr>
              <a:pPr/>
              <a:t>11</a:t>
            </a:fld>
            <a:endParaRPr lang="zh-CN" altLang="zh-CN" sz="1400" b="0">
              <a:solidFill>
                <a:schemeClr val="tx1"/>
              </a:solidFill>
              <a:ea typeface="宋体" panose="02010600030101010101" pitchFamily="2" charset="-122"/>
            </a:endParaRPr>
          </a:p>
        </p:txBody>
      </p:sp>
      <p:sp>
        <p:nvSpPr>
          <p:cNvPr id="688133" name="Text Box 5">
            <a:extLst>
              <a:ext uri="{FF2B5EF4-FFF2-40B4-BE49-F238E27FC236}">
                <a16:creationId xmlns:a16="http://schemas.microsoft.com/office/drawing/2014/main" id="{D14CC3AB-02A3-467F-B1C2-8E699CF39617}"/>
              </a:ext>
            </a:extLst>
          </p:cNvPr>
          <p:cNvSpPr txBox="1">
            <a:spLocks noChangeArrowheads="1"/>
          </p:cNvSpPr>
          <p:nvPr/>
        </p:nvSpPr>
        <p:spPr bwMode="auto">
          <a:xfrm>
            <a:off x="3924300" y="1628775"/>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a:solidFill>
                  <a:srgbClr val="FFB7B7"/>
                </a:solidFill>
                <a:latin typeface="Times New Roman" panose="02020603050405020304" pitchFamily="18" charset="0"/>
              </a:rPr>
              <a:t>作业</a:t>
            </a:r>
            <a:r>
              <a:rPr lang="zh-CN" altLang="en-US">
                <a:latin typeface="Times New Roman" panose="02020603050405020304" pitchFamily="18" charset="0"/>
              </a:rPr>
              <a:t>  </a:t>
            </a:r>
          </a:p>
        </p:txBody>
      </p:sp>
      <p:sp>
        <p:nvSpPr>
          <p:cNvPr id="245764" name="Rectangle 7">
            <a:extLst>
              <a:ext uri="{FF2B5EF4-FFF2-40B4-BE49-F238E27FC236}">
                <a16:creationId xmlns:a16="http://schemas.microsoft.com/office/drawing/2014/main" id="{B5F22DCE-76D1-5369-F9D9-8BFE64261BBE}"/>
              </a:ext>
            </a:extLst>
          </p:cNvPr>
          <p:cNvSpPr>
            <a:spLocks noChangeArrowheads="1"/>
          </p:cNvSpPr>
          <p:nvPr/>
        </p:nvSpPr>
        <p:spPr bwMode="auto">
          <a:xfrm>
            <a:off x="3924300" y="2708275"/>
            <a:ext cx="38893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lnSpc>
                <a:spcPct val="150000"/>
              </a:lnSpc>
            </a:pPr>
            <a:r>
              <a:rPr lang="en-US" altLang="zh-CN" sz="2800" b="0">
                <a:latin typeface="Times New Roman" panose="02020603050405020304" pitchFamily="18" charset="0"/>
                <a:ea typeface="宋体" panose="02010600030101010101" pitchFamily="2" charset="-122"/>
              </a:rPr>
              <a:t>2.25</a:t>
            </a:r>
          </a:p>
        </p:txBody>
      </p:sp>
    </p:spTree>
  </p:cSld>
  <p:clrMapOvr>
    <a:masterClrMapping/>
  </p:clrMapOvr>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15000"/>
          </a:spcBef>
          <a:spcAft>
            <a:spcPct val="0"/>
          </a:spcAft>
          <a:buClrTx/>
          <a:buSzTx/>
          <a:buFontTx/>
          <a:buNone/>
          <a:defRPr kumimoji="0" lang="zh-CN" altLang="en-US" sz="2400" b="0"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15000"/>
          </a:spcBef>
          <a:spcAft>
            <a:spcPct val="0"/>
          </a:spcAft>
          <a:buClrTx/>
          <a:buSzTx/>
          <a:buFontTx/>
          <a:buNone/>
          <a:defRPr kumimoji="0" lang="zh-CN" altLang="en-US" sz="2400" b="0"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13344</TotalTime>
  <Words>1435</Words>
  <Application>Microsoft Office PowerPoint</Application>
  <PresentationFormat>全屏显示(4:3)</PresentationFormat>
  <Paragraphs>131</Paragraphs>
  <Slides>11</Slides>
  <Notes>10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11</vt:i4>
      </vt:variant>
    </vt:vector>
  </HeadingPairs>
  <TitlesOfParts>
    <vt:vector size="25" baseType="lpstr">
      <vt:lpstr>-apple-system</vt:lpstr>
      <vt:lpstr>Helvetica Neue</vt:lpstr>
      <vt:lpstr>inherit</vt:lpstr>
      <vt:lpstr>黑体</vt:lpstr>
      <vt:lpstr>楷体_GB2312</vt:lpstr>
      <vt:lpstr>隶书</vt:lpstr>
      <vt:lpstr>宋体</vt:lpstr>
      <vt:lpstr>幼圆</vt:lpstr>
      <vt:lpstr>Arial</vt:lpstr>
      <vt:lpstr>Times New Roman</vt:lpstr>
      <vt:lpstr>1_默认设计模板</vt:lpstr>
      <vt:lpstr>Equation.3</vt:lpstr>
      <vt:lpstr>Equation.DSMT4</vt:lpstr>
      <vt:lpstr>MS_ClipArt_Gallery.2</vt:lpstr>
      <vt:lpstr>2.6   麦克斯韦方程组</vt:lpstr>
      <vt:lpstr>PowerPoint 演示文稿</vt:lpstr>
      <vt:lpstr>2.6.2  麦克斯韦方程组的积分形式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2388</cp:revision>
  <dcterms:created xsi:type="dcterms:W3CDTF">2004-02-10T07:06:32Z</dcterms:created>
  <dcterms:modified xsi:type="dcterms:W3CDTF">2025-10-28T06:49:10Z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0FF6B3B4C067411E96926C055B61A004</vt:lpwstr>
  </property>
  <property fmtid="{D5CDD505-2E9C-101B-9397-08002B2CF9AE}" pid="3" name="KSOProductBuildVer">
    <vt:lpwstr>2052-11.1.0.10463</vt:lpwstr>
  </property>
</Properties>
</file>