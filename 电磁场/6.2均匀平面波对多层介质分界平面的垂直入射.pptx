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notesSlides/notesSlide9.xml" ContentType="application/vnd.openxmlformats-officedocument.presentationml.notesSlide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3" r:id="rId2"/>
  </p:sldMasterIdLst>
  <p:notesMasterIdLst>
    <p:notesMasterId r:id="rId16"/>
  </p:notesMasterIdLst>
  <p:handoutMasterIdLst>
    <p:handoutMasterId r:id="rId17"/>
  </p:handoutMasterIdLst>
  <p:sldIdLst>
    <p:sldId id="636" r:id="rId3"/>
    <p:sldId id="637" r:id="rId4"/>
    <p:sldId id="689" r:id="rId5"/>
    <p:sldId id="638" r:id="rId6"/>
    <p:sldId id="639" r:id="rId7"/>
    <p:sldId id="640" r:id="rId8"/>
    <p:sldId id="641" r:id="rId9"/>
    <p:sldId id="642" r:id="rId10"/>
    <p:sldId id="643" r:id="rId11"/>
    <p:sldId id="644" r:id="rId12"/>
    <p:sldId id="690" r:id="rId13"/>
    <p:sldId id="715" r:id="rId14"/>
    <p:sldId id="716" r:id="rId15"/>
  </p:sldIdLst>
  <p:sldSz cx="9144000" cy="6858000" type="screen4x3"/>
  <p:notesSz cx="6858000" cy="9144000"/>
  <p:custDataLst>
    <p:tags r:id="rId18"/>
  </p:custDataLst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66FF"/>
    <a:srgbClr val="FF0000"/>
    <a:srgbClr val="E781E0"/>
    <a:srgbClr val="94E3E3"/>
    <a:srgbClr val="FF7C80"/>
    <a:srgbClr val="19B2FF"/>
    <a:srgbClr val="FFBDDE"/>
    <a:srgbClr val="FFFF71"/>
    <a:srgbClr val="FFFF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843" autoAdjust="0"/>
  </p:normalViewPr>
  <p:slideViewPr>
    <p:cSldViewPr>
      <p:cViewPr varScale="1">
        <p:scale>
          <a:sx n="80" d="100"/>
          <a:sy n="80" d="100"/>
        </p:scale>
        <p:origin x="864" y="60"/>
      </p:cViewPr>
      <p:guideLst>
        <p:guide orient="horz" pos="2159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gs" Target="tags/tag1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Rectangle 2">
            <a:extLst>
              <a:ext uri="{FF2B5EF4-FFF2-40B4-BE49-F238E27FC236}">
                <a16:creationId xmlns:a16="http://schemas.microsoft.com/office/drawing/2014/main" id="{41F977F4-FE71-F91C-A077-BE041402776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 eaLnBrk="1" hangingPunct="1">
              <a:spcBef>
                <a:spcPct val="0"/>
              </a:spcBef>
              <a:defRPr sz="1200"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</a:lstStyle>
          <a:p>
            <a:pPr>
              <a:defRPr/>
            </a:pPr>
            <a:r>
              <a:rPr lang="en-US" altLang="zh-CN"/>
              <a:t>第一课</a:t>
            </a:r>
          </a:p>
        </p:txBody>
      </p:sp>
      <p:sp>
        <p:nvSpPr>
          <p:cNvPr id="153603" name="Rectangle 3">
            <a:extLst>
              <a:ext uri="{FF2B5EF4-FFF2-40B4-BE49-F238E27FC236}">
                <a16:creationId xmlns:a16="http://schemas.microsoft.com/office/drawing/2014/main" id="{A8429BD8-A499-1A4F-5CE8-37EB14DE5B03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spcBef>
                <a:spcPct val="0"/>
              </a:spcBef>
              <a:defRPr sz="1200"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</a:lstStyle>
          <a:p>
            <a:pPr>
              <a:defRPr/>
            </a:pPr>
            <a:fld id="{44DCAF91-FB63-42BC-82E1-FF89F622C01C}" type="datetime1">
              <a:rPr lang="zh-CN" altLang="en-US"/>
              <a:pPr>
                <a:defRPr/>
              </a:pPr>
              <a:t>2025/11/14</a:t>
            </a:fld>
            <a:endParaRPr lang="en-US" altLang="zh-CN"/>
          </a:p>
        </p:txBody>
      </p:sp>
      <p:sp>
        <p:nvSpPr>
          <p:cNvPr id="153604" name="Rectangle 4">
            <a:extLst>
              <a:ext uri="{FF2B5EF4-FFF2-40B4-BE49-F238E27FC236}">
                <a16:creationId xmlns:a16="http://schemas.microsoft.com/office/drawing/2014/main" id="{0A2F1299-6ACC-BE25-00D1-B1F351176346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 eaLnBrk="1" hangingPunct="1">
              <a:spcBef>
                <a:spcPct val="0"/>
              </a:spcBef>
              <a:defRPr sz="1200"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</a:lstStyle>
          <a:p>
            <a:pPr>
              <a:defRPr/>
            </a:pPr>
            <a:r>
              <a:rPr lang="en-US" altLang="zh-CN"/>
              <a:t>第一课</a:t>
            </a:r>
          </a:p>
        </p:txBody>
      </p:sp>
      <p:sp>
        <p:nvSpPr>
          <p:cNvPr id="153605" name="Rectangle 5">
            <a:extLst>
              <a:ext uri="{FF2B5EF4-FFF2-40B4-BE49-F238E27FC236}">
                <a16:creationId xmlns:a16="http://schemas.microsoft.com/office/drawing/2014/main" id="{59909306-75AB-3717-2FA3-8FD262326B4A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ea typeface="楷体_GB2312" pitchFamily="49" charset="-122"/>
              </a:defRPr>
            </a:lvl1pPr>
          </a:lstStyle>
          <a:p>
            <a:pPr>
              <a:defRPr/>
            </a:pPr>
            <a:fld id="{112D8F3C-C349-4A3F-836D-132483011BE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Rectangle 2">
            <a:extLst>
              <a:ext uri="{FF2B5EF4-FFF2-40B4-BE49-F238E27FC236}">
                <a16:creationId xmlns:a16="http://schemas.microsoft.com/office/drawing/2014/main" id="{32B20B87-42E4-DB90-9413-6A1715B3F430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 eaLnBrk="1" hangingPunct="1">
              <a:spcBef>
                <a:spcPct val="0"/>
              </a:spcBef>
              <a:defRPr sz="1200"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</a:lstStyle>
          <a:p>
            <a:pPr>
              <a:defRPr/>
            </a:pPr>
            <a:r>
              <a:rPr lang="en-US" altLang="zh-CN"/>
              <a:t>第一课</a:t>
            </a:r>
          </a:p>
        </p:txBody>
      </p:sp>
      <p:sp>
        <p:nvSpPr>
          <p:cNvPr id="155651" name="Rectangle 3">
            <a:extLst>
              <a:ext uri="{FF2B5EF4-FFF2-40B4-BE49-F238E27FC236}">
                <a16:creationId xmlns:a16="http://schemas.microsoft.com/office/drawing/2014/main" id="{D22FDA3D-5A93-8A7D-7021-044B5B359D4A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spcBef>
                <a:spcPct val="0"/>
              </a:spcBef>
              <a:defRPr sz="1200"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</a:lstStyle>
          <a:p>
            <a:pPr>
              <a:defRPr/>
            </a:pPr>
            <a:fld id="{572360AE-B9A9-41C9-8016-176F4842202D}" type="datetime1">
              <a:rPr lang="zh-CN" altLang="en-US"/>
              <a:pPr>
                <a:defRPr/>
              </a:pPr>
              <a:t>2025/11/14</a:t>
            </a:fld>
            <a:endParaRPr lang="en-US" altLang="zh-CN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7220EA0D-AFE3-F78D-4FD1-0F5A2665D901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5653" name="Rectangle 5">
            <a:extLst>
              <a:ext uri="{FF2B5EF4-FFF2-40B4-BE49-F238E27FC236}">
                <a16:creationId xmlns:a16="http://schemas.microsoft.com/office/drawing/2014/main" id="{1F97DFF1-97A2-E39D-BFCC-219F47CC8286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155654" name="Rectangle 6">
            <a:extLst>
              <a:ext uri="{FF2B5EF4-FFF2-40B4-BE49-F238E27FC236}">
                <a16:creationId xmlns:a16="http://schemas.microsoft.com/office/drawing/2014/main" id="{8079814C-5215-BE01-034C-247534E9BE34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 eaLnBrk="1" hangingPunct="1">
              <a:spcBef>
                <a:spcPct val="0"/>
              </a:spcBef>
              <a:defRPr sz="1200"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</a:lstStyle>
          <a:p>
            <a:pPr>
              <a:defRPr/>
            </a:pPr>
            <a:r>
              <a:rPr lang="en-US" altLang="zh-CN"/>
              <a:t>第一课</a:t>
            </a:r>
          </a:p>
        </p:txBody>
      </p:sp>
      <p:sp>
        <p:nvSpPr>
          <p:cNvPr id="155655" name="Rectangle 7">
            <a:extLst>
              <a:ext uri="{FF2B5EF4-FFF2-40B4-BE49-F238E27FC236}">
                <a16:creationId xmlns:a16="http://schemas.microsoft.com/office/drawing/2014/main" id="{2561DB4B-35EB-6F82-D58C-A2F3057A910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ea typeface="楷体_GB2312" pitchFamily="49" charset="-122"/>
              </a:defRPr>
            </a:lvl1pPr>
          </a:lstStyle>
          <a:p>
            <a:pPr>
              <a:defRPr/>
            </a:pPr>
            <a:fld id="{CBC078E0-CA61-4089-B268-50F1B14F609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幻灯片图像占位符 1">
            <a:extLst>
              <a:ext uri="{FF2B5EF4-FFF2-40B4-BE49-F238E27FC236}">
                <a16:creationId xmlns:a16="http://schemas.microsoft.com/office/drawing/2014/main" id="{0D98452E-F7C8-5304-9F11-F1E6C7B15E13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52227" name="备注占位符 2">
            <a:extLst>
              <a:ext uri="{FF2B5EF4-FFF2-40B4-BE49-F238E27FC236}">
                <a16:creationId xmlns:a16="http://schemas.microsoft.com/office/drawing/2014/main" id="{8249E772-215A-9F76-B6C0-40CC1587B1AA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endParaRPr lang="zh-CN" altLang="zh-CN"/>
          </a:p>
        </p:txBody>
      </p:sp>
      <p:sp>
        <p:nvSpPr>
          <p:cNvPr id="52228" name="页眉占位符 3">
            <a:extLst>
              <a:ext uri="{FF2B5EF4-FFF2-40B4-BE49-F238E27FC236}">
                <a16:creationId xmlns:a16="http://schemas.microsoft.com/office/drawing/2014/main" id="{B1788D81-F8FB-EB41-3444-A30EDB4824D0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1200">
                <a:ea typeface="楷体_GB2312" pitchFamily="49" charset="-122"/>
              </a:rPr>
              <a:t>第一课</a:t>
            </a:r>
          </a:p>
        </p:txBody>
      </p:sp>
      <p:sp>
        <p:nvSpPr>
          <p:cNvPr id="52229" name="日期占位符 4">
            <a:extLst>
              <a:ext uri="{FF2B5EF4-FFF2-40B4-BE49-F238E27FC236}">
                <a16:creationId xmlns:a16="http://schemas.microsoft.com/office/drawing/2014/main" id="{80BC2179-0DCB-D46A-5D2E-03166B610928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524539B5-815D-453C-ACC9-73BC11D6AA7D}" type="datetime1">
              <a:rPr lang="zh-CN" altLang="en-US" sz="1200" smtClean="0">
                <a:ea typeface="楷体_GB2312" pitchFamily="49" charset="-122"/>
              </a:rPr>
              <a:pPr/>
              <a:t>2025/11/14</a:t>
            </a:fld>
            <a:endParaRPr lang="zh-CN" altLang="en-US" sz="1200">
              <a:ea typeface="楷体_GB2312" pitchFamily="49" charset="-122"/>
            </a:endParaRPr>
          </a:p>
        </p:txBody>
      </p:sp>
      <p:sp>
        <p:nvSpPr>
          <p:cNvPr id="52230" name="页脚占位符 5">
            <a:extLst>
              <a:ext uri="{FF2B5EF4-FFF2-40B4-BE49-F238E27FC236}">
                <a16:creationId xmlns:a16="http://schemas.microsoft.com/office/drawing/2014/main" id="{A40588AE-E4AD-A815-5EF9-B27B9532767F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1200">
                <a:ea typeface="楷体_GB2312" pitchFamily="49" charset="-122"/>
              </a:rPr>
              <a:t>第一课</a:t>
            </a:r>
          </a:p>
        </p:txBody>
      </p:sp>
      <p:sp>
        <p:nvSpPr>
          <p:cNvPr id="52231" name="灯片编号占位符 6">
            <a:extLst>
              <a:ext uri="{FF2B5EF4-FFF2-40B4-BE49-F238E27FC236}">
                <a16:creationId xmlns:a16="http://schemas.microsoft.com/office/drawing/2014/main" id="{214D5F58-D50D-A37F-35CF-868C7D02B15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66EC8065-9C19-4037-B448-6729043ED291}" type="slidenum">
              <a:rPr lang="en-US" altLang="zh-CN" sz="1200" smtClean="0">
                <a:ea typeface="楷体_GB2312" pitchFamily="49" charset="-122"/>
              </a:rPr>
              <a:pPr/>
              <a:t>2</a:t>
            </a:fld>
            <a:endParaRPr lang="en-US" altLang="zh-CN" sz="1200">
              <a:ea typeface="楷体_GB2312" pitchFamily="49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幻灯片图像占位符 1">
            <a:extLst>
              <a:ext uri="{FF2B5EF4-FFF2-40B4-BE49-F238E27FC236}">
                <a16:creationId xmlns:a16="http://schemas.microsoft.com/office/drawing/2014/main" id="{E2B286A0-3703-DF7D-EA44-108C0F276BD8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54275" name="备注占位符 2">
            <a:extLst>
              <a:ext uri="{FF2B5EF4-FFF2-40B4-BE49-F238E27FC236}">
                <a16:creationId xmlns:a16="http://schemas.microsoft.com/office/drawing/2014/main" id="{38CAA939-EEC1-6574-1DC2-49BBA7C71AC5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endParaRPr lang="zh-CN" altLang="zh-CN"/>
          </a:p>
        </p:txBody>
      </p:sp>
      <p:sp>
        <p:nvSpPr>
          <p:cNvPr id="54276" name="页眉占位符 3">
            <a:extLst>
              <a:ext uri="{FF2B5EF4-FFF2-40B4-BE49-F238E27FC236}">
                <a16:creationId xmlns:a16="http://schemas.microsoft.com/office/drawing/2014/main" id="{BE0D7D48-6276-5A64-E63D-7C4EDF95BCFC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ea typeface="楷体_GB2312" pitchFamily="49" charset="-122"/>
              </a:rPr>
              <a:t>第一课</a:t>
            </a:r>
          </a:p>
        </p:txBody>
      </p:sp>
      <p:sp>
        <p:nvSpPr>
          <p:cNvPr id="54277" name="日期占位符 4">
            <a:extLst>
              <a:ext uri="{FF2B5EF4-FFF2-40B4-BE49-F238E27FC236}">
                <a16:creationId xmlns:a16="http://schemas.microsoft.com/office/drawing/2014/main" id="{7996B00D-69BD-C311-DBFE-92863181B485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fld id="{00B29565-6A58-49AA-A6CB-839514A7223E}" type="datetime1">
              <a:rPr lang="zh-CN" altLang="en-US">
                <a:ea typeface="楷体_GB2312" pitchFamily="49" charset="-122"/>
              </a:rPr>
              <a:pPr algn="r" eaLnBrk="1" hangingPunct="1"/>
              <a:t>2025/11/14</a:t>
            </a:fld>
            <a:endParaRPr lang="zh-CN" altLang="en-US">
              <a:ea typeface="楷体_GB2312" pitchFamily="49" charset="-122"/>
            </a:endParaRPr>
          </a:p>
        </p:txBody>
      </p:sp>
      <p:sp>
        <p:nvSpPr>
          <p:cNvPr id="54278" name="页脚占位符 5">
            <a:extLst>
              <a:ext uri="{FF2B5EF4-FFF2-40B4-BE49-F238E27FC236}">
                <a16:creationId xmlns:a16="http://schemas.microsoft.com/office/drawing/2014/main" id="{9C008306-45AE-45F4-8C55-7C640F9B9A39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ea typeface="楷体_GB2312" pitchFamily="49" charset="-122"/>
              </a:rPr>
              <a:t>第一课</a:t>
            </a:r>
          </a:p>
        </p:txBody>
      </p:sp>
      <p:sp>
        <p:nvSpPr>
          <p:cNvPr id="54279" name="灯片编号占位符 6">
            <a:extLst>
              <a:ext uri="{FF2B5EF4-FFF2-40B4-BE49-F238E27FC236}">
                <a16:creationId xmlns:a16="http://schemas.microsoft.com/office/drawing/2014/main" id="{75560AFF-6165-319F-9DDC-6383C28604F7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fld id="{9C7DA302-A43B-443A-8C82-40ED2995B027}" type="slidenum">
              <a:rPr lang="en-US" altLang="zh-CN">
                <a:ea typeface="楷体_GB2312" pitchFamily="49" charset="-122"/>
              </a:rPr>
              <a:pPr algn="r" eaLnBrk="1" hangingPunct="1"/>
              <a:t>3</a:t>
            </a:fld>
            <a:endParaRPr lang="en-US" altLang="zh-CN">
              <a:ea typeface="楷体_GB2312" pitchFamily="49" charset="-122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幻灯片图像占位符 1">
            <a:extLst>
              <a:ext uri="{FF2B5EF4-FFF2-40B4-BE49-F238E27FC236}">
                <a16:creationId xmlns:a16="http://schemas.microsoft.com/office/drawing/2014/main" id="{14F17C59-BAC0-B193-513B-7E0DCCFC4B2D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56323" name="备注占位符 2">
            <a:extLst>
              <a:ext uri="{FF2B5EF4-FFF2-40B4-BE49-F238E27FC236}">
                <a16:creationId xmlns:a16="http://schemas.microsoft.com/office/drawing/2014/main" id="{0338471B-80EC-90DA-9A1A-1B60F401E4A7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endParaRPr lang="zh-CN" altLang="zh-CN"/>
          </a:p>
        </p:txBody>
      </p:sp>
      <p:sp>
        <p:nvSpPr>
          <p:cNvPr id="56324" name="页眉占位符 3">
            <a:extLst>
              <a:ext uri="{FF2B5EF4-FFF2-40B4-BE49-F238E27FC236}">
                <a16:creationId xmlns:a16="http://schemas.microsoft.com/office/drawing/2014/main" id="{6CBF5A88-1DA2-0B25-27DD-0C9177598A6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1200">
                <a:ea typeface="楷体_GB2312" pitchFamily="49" charset="-122"/>
              </a:rPr>
              <a:t>第一课</a:t>
            </a:r>
          </a:p>
        </p:txBody>
      </p:sp>
      <p:sp>
        <p:nvSpPr>
          <p:cNvPr id="56325" name="日期占位符 4">
            <a:extLst>
              <a:ext uri="{FF2B5EF4-FFF2-40B4-BE49-F238E27FC236}">
                <a16:creationId xmlns:a16="http://schemas.microsoft.com/office/drawing/2014/main" id="{209127B8-A300-517D-4B0C-21B643CF7288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6D63B679-FA29-4DF5-B84C-3017D884B1D3}" type="datetime1">
              <a:rPr lang="zh-CN" altLang="en-US" sz="1200" smtClean="0">
                <a:ea typeface="楷体_GB2312" pitchFamily="49" charset="-122"/>
              </a:rPr>
              <a:pPr/>
              <a:t>2025/11/14</a:t>
            </a:fld>
            <a:endParaRPr lang="zh-CN" altLang="en-US" sz="1200">
              <a:ea typeface="楷体_GB2312" pitchFamily="49" charset="-122"/>
            </a:endParaRPr>
          </a:p>
        </p:txBody>
      </p:sp>
      <p:sp>
        <p:nvSpPr>
          <p:cNvPr id="56326" name="页脚占位符 5">
            <a:extLst>
              <a:ext uri="{FF2B5EF4-FFF2-40B4-BE49-F238E27FC236}">
                <a16:creationId xmlns:a16="http://schemas.microsoft.com/office/drawing/2014/main" id="{D3255A08-EC47-5F2D-6DAF-96D37407849D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1200">
                <a:ea typeface="楷体_GB2312" pitchFamily="49" charset="-122"/>
              </a:rPr>
              <a:t>第一课</a:t>
            </a:r>
          </a:p>
        </p:txBody>
      </p:sp>
      <p:sp>
        <p:nvSpPr>
          <p:cNvPr id="56327" name="灯片编号占位符 6">
            <a:extLst>
              <a:ext uri="{FF2B5EF4-FFF2-40B4-BE49-F238E27FC236}">
                <a16:creationId xmlns:a16="http://schemas.microsoft.com/office/drawing/2014/main" id="{E9F4F892-B88C-B281-4357-697B7585F1A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2B007198-9F2A-4CB7-A501-30F9923B43E9}" type="slidenum">
              <a:rPr lang="en-US" altLang="zh-CN" sz="1200" smtClean="0">
                <a:ea typeface="楷体_GB2312" pitchFamily="49" charset="-122"/>
              </a:rPr>
              <a:pPr/>
              <a:t>4</a:t>
            </a:fld>
            <a:endParaRPr lang="en-US" altLang="zh-CN" sz="1200">
              <a:ea typeface="楷体_GB2312" pitchFamily="49" charset="-122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幻灯片图像占位符 1">
            <a:extLst>
              <a:ext uri="{FF2B5EF4-FFF2-40B4-BE49-F238E27FC236}">
                <a16:creationId xmlns:a16="http://schemas.microsoft.com/office/drawing/2014/main" id="{B02B5543-D208-3A87-E2F0-DB94D25F74EC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58371" name="备注占位符 2">
            <a:extLst>
              <a:ext uri="{FF2B5EF4-FFF2-40B4-BE49-F238E27FC236}">
                <a16:creationId xmlns:a16="http://schemas.microsoft.com/office/drawing/2014/main" id="{D4CDF9F3-E614-58DC-C064-5CDB10DB4B64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8372" name="页眉占位符 3">
            <a:extLst>
              <a:ext uri="{FF2B5EF4-FFF2-40B4-BE49-F238E27FC236}">
                <a16:creationId xmlns:a16="http://schemas.microsoft.com/office/drawing/2014/main" id="{A86D99AD-059C-F9AB-F57B-D03604093C0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1200">
                <a:ea typeface="楷体_GB2312" pitchFamily="49" charset="-122"/>
              </a:rPr>
              <a:t>第一课</a:t>
            </a:r>
          </a:p>
        </p:txBody>
      </p:sp>
      <p:sp>
        <p:nvSpPr>
          <p:cNvPr id="58373" name="日期占位符 4">
            <a:extLst>
              <a:ext uri="{FF2B5EF4-FFF2-40B4-BE49-F238E27FC236}">
                <a16:creationId xmlns:a16="http://schemas.microsoft.com/office/drawing/2014/main" id="{4C767B86-203E-ACE1-03CB-1854CCFB7798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867B7467-C70B-4C54-8AED-35631FFFFAFD}" type="datetime1">
              <a:rPr lang="zh-CN" altLang="en-US" sz="1200" smtClean="0">
                <a:ea typeface="楷体_GB2312" pitchFamily="49" charset="-122"/>
              </a:rPr>
              <a:pPr/>
              <a:t>2025/11/14</a:t>
            </a:fld>
            <a:endParaRPr lang="zh-CN" altLang="en-US" sz="1200">
              <a:ea typeface="楷体_GB2312" pitchFamily="49" charset="-122"/>
            </a:endParaRPr>
          </a:p>
        </p:txBody>
      </p:sp>
      <p:sp>
        <p:nvSpPr>
          <p:cNvPr id="58374" name="页脚占位符 5">
            <a:extLst>
              <a:ext uri="{FF2B5EF4-FFF2-40B4-BE49-F238E27FC236}">
                <a16:creationId xmlns:a16="http://schemas.microsoft.com/office/drawing/2014/main" id="{ABE8699D-83AB-AF8D-40B7-503C2963A3AA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1200">
                <a:ea typeface="楷体_GB2312" pitchFamily="49" charset="-122"/>
              </a:rPr>
              <a:t>第一课</a:t>
            </a:r>
          </a:p>
        </p:txBody>
      </p:sp>
      <p:sp>
        <p:nvSpPr>
          <p:cNvPr id="58375" name="灯片编号占位符 6">
            <a:extLst>
              <a:ext uri="{FF2B5EF4-FFF2-40B4-BE49-F238E27FC236}">
                <a16:creationId xmlns:a16="http://schemas.microsoft.com/office/drawing/2014/main" id="{E9E9CBFF-369D-550F-BB5D-6DC7B0E50A8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497DBEDE-42B8-4D8D-94AB-B6A241538B9E}" type="slidenum">
              <a:rPr lang="en-US" altLang="zh-CN" sz="1200" smtClean="0">
                <a:ea typeface="楷体_GB2312" pitchFamily="49" charset="-122"/>
              </a:rPr>
              <a:pPr/>
              <a:t>5</a:t>
            </a:fld>
            <a:endParaRPr lang="en-US" altLang="zh-CN" sz="1200">
              <a:ea typeface="楷体_GB2312" pitchFamily="49" charset="-122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>
            <a:extLst>
              <a:ext uri="{FF2B5EF4-FFF2-40B4-BE49-F238E27FC236}">
                <a16:creationId xmlns:a16="http://schemas.microsoft.com/office/drawing/2014/main" id="{260AA72B-7BCF-A32F-44A9-D8FF22476E46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61443" name="Rectangle 3">
            <a:extLst>
              <a:ext uri="{FF2B5EF4-FFF2-40B4-BE49-F238E27FC236}">
                <a16:creationId xmlns:a16="http://schemas.microsoft.com/office/drawing/2014/main" id="{D5221EF1-C0C1-E93A-00D9-28957D5C359C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幻灯片图像占位符 1">
            <a:extLst>
              <a:ext uri="{FF2B5EF4-FFF2-40B4-BE49-F238E27FC236}">
                <a16:creationId xmlns:a16="http://schemas.microsoft.com/office/drawing/2014/main" id="{6CEE92BA-CB36-EBAC-F090-13E6969275E2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64515" name="备注占位符 2">
            <a:extLst>
              <a:ext uri="{FF2B5EF4-FFF2-40B4-BE49-F238E27FC236}">
                <a16:creationId xmlns:a16="http://schemas.microsoft.com/office/drawing/2014/main" id="{635EC2BD-8693-1A92-74F7-FD068CBB8B41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4516" name="页眉占位符 3">
            <a:extLst>
              <a:ext uri="{FF2B5EF4-FFF2-40B4-BE49-F238E27FC236}">
                <a16:creationId xmlns:a16="http://schemas.microsoft.com/office/drawing/2014/main" id="{724F5CA9-FBF2-4F89-4677-70C7D599012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1200">
                <a:ea typeface="楷体_GB2312" pitchFamily="49" charset="-122"/>
              </a:rPr>
              <a:t>第一课</a:t>
            </a:r>
          </a:p>
        </p:txBody>
      </p:sp>
      <p:sp>
        <p:nvSpPr>
          <p:cNvPr id="64517" name="日期占位符 4">
            <a:extLst>
              <a:ext uri="{FF2B5EF4-FFF2-40B4-BE49-F238E27FC236}">
                <a16:creationId xmlns:a16="http://schemas.microsoft.com/office/drawing/2014/main" id="{BDD44693-8716-A1E5-0D5F-A3D35C0D4F91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2B700EBB-3DA0-4F5E-AC15-B7C4B9639D2F}" type="datetime1">
              <a:rPr lang="zh-CN" altLang="en-US" sz="1200" smtClean="0">
                <a:ea typeface="楷体_GB2312" pitchFamily="49" charset="-122"/>
              </a:rPr>
              <a:pPr/>
              <a:t>2025/11/14</a:t>
            </a:fld>
            <a:endParaRPr lang="zh-CN" altLang="en-US" sz="1200">
              <a:ea typeface="楷体_GB2312" pitchFamily="49" charset="-122"/>
            </a:endParaRPr>
          </a:p>
        </p:txBody>
      </p:sp>
      <p:sp>
        <p:nvSpPr>
          <p:cNvPr id="64518" name="页脚占位符 5">
            <a:extLst>
              <a:ext uri="{FF2B5EF4-FFF2-40B4-BE49-F238E27FC236}">
                <a16:creationId xmlns:a16="http://schemas.microsoft.com/office/drawing/2014/main" id="{5B205156-CD39-D777-C54D-4D59B1CDD100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1200">
                <a:ea typeface="楷体_GB2312" pitchFamily="49" charset="-122"/>
              </a:rPr>
              <a:t>第一课</a:t>
            </a:r>
          </a:p>
        </p:txBody>
      </p:sp>
      <p:sp>
        <p:nvSpPr>
          <p:cNvPr id="64519" name="灯片编号占位符 6">
            <a:extLst>
              <a:ext uri="{FF2B5EF4-FFF2-40B4-BE49-F238E27FC236}">
                <a16:creationId xmlns:a16="http://schemas.microsoft.com/office/drawing/2014/main" id="{939AEAAB-7F4A-EABC-AFD7-F743AFCECDC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EBF4D0D2-6206-4A41-9256-62567B4E12F7}" type="slidenum">
              <a:rPr lang="en-US" altLang="zh-CN" sz="1200" smtClean="0">
                <a:ea typeface="楷体_GB2312" pitchFamily="49" charset="-122"/>
              </a:rPr>
              <a:pPr/>
              <a:t>9</a:t>
            </a:fld>
            <a:endParaRPr lang="en-US" altLang="zh-CN" sz="1200">
              <a:ea typeface="楷体_GB2312" pitchFamily="49" charset="-122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幻灯片图像占位符 1">
            <a:extLst>
              <a:ext uri="{FF2B5EF4-FFF2-40B4-BE49-F238E27FC236}">
                <a16:creationId xmlns:a16="http://schemas.microsoft.com/office/drawing/2014/main" id="{FEA8DBAD-BDEC-7E5D-AC87-BE3CC97FD25F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66563" name="备注占位符 2">
            <a:extLst>
              <a:ext uri="{FF2B5EF4-FFF2-40B4-BE49-F238E27FC236}">
                <a16:creationId xmlns:a16="http://schemas.microsoft.com/office/drawing/2014/main" id="{2E98FC76-046A-D645-BBA1-75FC61B871C2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6564" name="页眉占位符 3">
            <a:extLst>
              <a:ext uri="{FF2B5EF4-FFF2-40B4-BE49-F238E27FC236}">
                <a16:creationId xmlns:a16="http://schemas.microsoft.com/office/drawing/2014/main" id="{BBA52BE9-DAEA-8CAE-E50D-0671256ECA10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1200">
                <a:ea typeface="楷体_GB2312" pitchFamily="49" charset="-122"/>
              </a:rPr>
              <a:t>第一课</a:t>
            </a:r>
          </a:p>
        </p:txBody>
      </p:sp>
      <p:sp>
        <p:nvSpPr>
          <p:cNvPr id="66565" name="日期占位符 4">
            <a:extLst>
              <a:ext uri="{FF2B5EF4-FFF2-40B4-BE49-F238E27FC236}">
                <a16:creationId xmlns:a16="http://schemas.microsoft.com/office/drawing/2014/main" id="{362FB352-AD6E-FF6A-1FA8-2E49A9F30734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A02BCAD8-A05B-4572-A079-036722097F68}" type="datetime1">
              <a:rPr lang="zh-CN" altLang="en-US" sz="1200" smtClean="0">
                <a:ea typeface="楷体_GB2312" pitchFamily="49" charset="-122"/>
              </a:rPr>
              <a:pPr/>
              <a:t>2025/11/14</a:t>
            </a:fld>
            <a:endParaRPr lang="zh-CN" altLang="en-US" sz="1200">
              <a:ea typeface="楷体_GB2312" pitchFamily="49" charset="-122"/>
            </a:endParaRPr>
          </a:p>
        </p:txBody>
      </p:sp>
      <p:sp>
        <p:nvSpPr>
          <p:cNvPr id="66566" name="页脚占位符 5">
            <a:extLst>
              <a:ext uri="{FF2B5EF4-FFF2-40B4-BE49-F238E27FC236}">
                <a16:creationId xmlns:a16="http://schemas.microsoft.com/office/drawing/2014/main" id="{609A946E-718A-3799-0178-7C702A05561B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1200">
                <a:ea typeface="楷体_GB2312" pitchFamily="49" charset="-122"/>
              </a:rPr>
              <a:t>第一课</a:t>
            </a:r>
          </a:p>
        </p:txBody>
      </p:sp>
      <p:sp>
        <p:nvSpPr>
          <p:cNvPr id="66567" name="灯片编号占位符 6">
            <a:extLst>
              <a:ext uri="{FF2B5EF4-FFF2-40B4-BE49-F238E27FC236}">
                <a16:creationId xmlns:a16="http://schemas.microsoft.com/office/drawing/2014/main" id="{D5BB1800-B04C-E8E7-4E0C-47E93E16504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6ADD3DA6-A94B-40BC-817B-A8AA718717F7}" type="slidenum">
              <a:rPr lang="en-US" altLang="zh-CN" sz="1200" smtClean="0">
                <a:ea typeface="楷体_GB2312" pitchFamily="49" charset="-122"/>
              </a:rPr>
              <a:pPr/>
              <a:t>10</a:t>
            </a:fld>
            <a:endParaRPr lang="en-US" altLang="zh-CN" sz="1200">
              <a:ea typeface="楷体_GB2312" pitchFamily="49" charset="-122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幻灯片图像占位符 1">
            <a:extLst>
              <a:ext uri="{FF2B5EF4-FFF2-40B4-BE49-F238E27FC236}">
                <a16:creationId xmlns:a16="http://schemas.microsoft.com/office/drawing/2014/main" id="{4F62B3D2-51DA-5D2F-D253-86AABC4DFA4B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68611" name="备注占位符 2">
            <a:extLst>
              <a:ext uri="{FF2B5EF4-FFF2-40B4-BE49-F238E27FC236}">
                <a16:creationId xmlns:a16="http://schemas.microsoft.com/office/drawing/2014/main" id="{BCD5649F-C7A7-E9DA-7733-10AF3FEF4B26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8612" name="页眉占位符 3">
            <a:extLst>
              <a:ext uri="{FF2B5EF4-FFF2-40B4-BE49-F238E27FC236}">
                <a16:creationId xmlns:a16="http://schemas.microsoft.com/office/drawing/2014/main" id="{613C5E9F-7412-C55A-AB37-B9EC3A053999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ea typeface="楷体_GB2312" pitchFamily="49" charset="-122"/>
              </a:rPr>
              <a:t>第一课</a:t>
            </a:r>
          </a:p>
        </p:txBody>
      </p:sp>
      <p:sp>
        <p:nvSpPr>
          <p:cNvPr id="68613" name="日期占位符 4">
            <a:extLst>
              <a:ext uri="{FF2B5EF4-FFF2-40B4-BE49-F238E27FC236}">
                <a16:creationId xmlns:a16="http://schemas.microsoft.com/office/drawing/2014/main" id="{5E6E062B-FA66-0504-F3A1-F65500E82B2F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fld id="{C925BCC0-E8D5-4E30-AFA4-1C9F4172D064}" type="datetime1">
              <a:rPr lang="zh-CN" altLang="en-US">
                <a:ea typeface="楷体_GB2312" pitchFamily="49" charset="-122"/>
              </a:rPr>
              <a:pPr algn="r" eaLnBrk="1" hangingPunct="1"/>
              <a:t>2025/11/14</a:t>
            </a:fld>
            <a:endParaRPr lang="zh-CN" altLang="en-US">
              <a:ea typeface="楷体_GB2312" pitchFamily="49" charset="-122"/>
            </a:endParaRPr>
          </a:p>
        </p:txBody>
      </p:sp>
      <p:sp>
        <p:nvSpPr>
          <p:cNvPr id="68614" name="页脚占位符 5">
            <a:extLst>
              <a:ext uri="{FF2B5EF4-FFF2-40B4-BE49-F238E27FC236}">
                <a16:creationId xmlns:a16="http://schemas.microsoft.com/office/drawing/2014/main" id="{9034A9BE-C4AE-7BCB-7CCA-A9BFED23DFC8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ea typeface="楷体_GB2312" pitchFamily="49" charset="-122"/>
              </a:rPr>
              <a:t>第一课</a:t>
            </a:r>
          </a:p>
        </p:txBody>
      </p:sp>
      <p:sp>
        <p:nvSpPr>
          <p:cNvPr id="68615" name="灯片编号占位符 6">
            <a:extLst>
              <a:ext uri="{FF2B5EF4-FFF2-40B4-BE49-F238E27FC236}">
                <a16:creationId xmlns:a16="http://schemas.microsoft.com/office/drawing/2014/main" id="{F2157AA9-83C0-B314-3AC9-1E707AD81F98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fld id="{F2058A16-6A5C-4882-9D06-0C978F6B0CDD}" type="slidenum">
              <a:rPr lang="en-US" altLang="zh-CN">
                <a:ea typeface="楷体_GB2312" pitchFamily="49" charset="-122"/>
              </a:rPr>
              <a:pPr algn="r" eaLnBrk="1" hangingPunct="1"/>
              <a:t>11</a:t>
            </a:fld>
            <a:endParaRPr lang="en-US" altLang="zh-CN">
              <a:ea typeface="楷体_GB2312" pitchFamily="49" charset="-122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幻灯片图像占位符 1">
            <a:extLst>
              <a:ext uri="{FF2B5EF4-FFF2-40B4-BE49-F238E27FC236}">
                <a16:creationId xmlns:a16="http://schemas.microsoft.com/office/drawing/2014/main" id="{8BD5F1F6-F76B-1089-3401-1945395F8D2D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70659" name="备注占位符 2">
            <a:extLst>
              <a:ext uri="{FF2B5EF4-FFF2-40B4-BE49-F238E27FC236}">
                <a16:creationId xmlns:a16="http://schemas.microsoft.com/office/drawing/2014/main" id="{A779C97B-F14E-A8F2-1526-9BE927027BB5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0660" name="页眉占位符 3">
            <a:extLst>
              <a:ext uri="{FF2B5EF4-FFF2-40B4-BE49-F238E27FC236}">
                <a16:creationId xmlns:a16="http://schemas.microsoft.com/office/drawing/2014/main" id="{702B83C6-0BEE-C960-FE63-5A289D843072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ea typeface="楷体_GB2312" pitchFamily="49" charset="-122"/>
              </a:rPr>
              <a:t>第一课</a:t>
            </a:r>
          </a:p>
        </p:txBody>
      </p:sp>
      <p:sp>
        <p:nvSpPr>
          <p:cNvPr id="70661" name="日期占位符 4">
            <a:extLst>
              <a:ext uri="{FF2B5EF4-FFF2-40B4-BE49-F238E27FC236}">
                <a16:creationId xmlns:a16="http://schemas.microsoft.com/office/drawing/2014/main" id="{102DC8A1-51FE-7F20-105A-E943348C14AF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fld id="{63255816-CDF3-4698-9B6D-DD17E8F994A4}" type="datetime1">
              <a:rPr lang="zh-CN" altLang="en-US">
                <a:ea typeface="楷体_GB2312" pitchFamily="49" charset="-122"/>
              </a:rPr>
              <a:pPr algn="r" eaLnBrk="1" hangingPunct="1"/>
              <a:t>2025/11/14</a:t>
            </a:fld>
            <a:endParaRPr lang="zh-CN" altLang="en-US">
              <a:ea typeface="楷体_GB2312" pitchFamily="49" charset="-122"/>
            </a:endParaRPr>
          </a:p>
        </p:txBody>
      </p:sp>
      <p:sp>
        <p:nvSpPr>
          <p:cNvPr id="70662" name="页脚占位符 5">
            <a:extLst>
              <a:ext uri="{FF2B5EF4-FFF2-40B4-BE49-F238E27FC236}">
                <a16:creationId xmlns:a16="http://schemas.microsoft.com/office/drawing/2014/main" id="{3D02C38D-8924-832B-CAED-70F33309077C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ea typeface="楷体_GB2312" pitchFamily="49" charset="-122"/>
              </a:rPr>
              <a:t>第一课</a:t>
            </a:r>
          </a:p>
        </p:txBody>
      </p:sp>
      <p:sp>
        <p:nvSpPr>
          <p:cNvPr id="70663" name="灯片编号占位符 6">
            <a:extLst>
              <a:ext uri="{FF2B5EF4-FFF2-40B4-BE49-F238E27FC236}">
                <a16:creationId xmlns:a16="http://schemas.microsoft.com/office/drawing/2014/main" id="{45B0B88B-BF7F-C3AB-5021-3DCDBB0FE727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fld id="{CBB77875-640C-427C-B26A-2F408368C937}" type="slidenum">
              <a:rPr lang="en-US" altLang="zh-CN">
                <a:ea typeface="楷体_GB2312" pitchFamily="49" charset="-122"/>
              </a:rPr>
              <a:pPr algn="r" eaLnBrk="1" hangingPunct="1"/>
              <a:t>12</a:t>
            </a:fld>
            <a:endParaRPr lang="en-US" altLang="zh-CN">
              <a:ea typeface="楷体_GB2312" pitchFamily="49" charset="-122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幻灯片图像占位符 1">
            <a:extLst>
              <a:ext uri="{FF2B5EF4-FFF2-40B4-BE49-F238E27FC236}">
                <a16:creationId xmlns:a16="http://schemas.microsoft.com/office/drawing/2014/main" id="{870CC56F-2EE8-6A08-5B36-E73A12B6C9F0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72707" name="备注占位符 2">
            <a:extLst>
              <a:ext uri="{FF2B5EF4-FFF2-40B4-BE49-F238E27FC236}">
                <a16:creationId xmlns:a16="http://schemas.microsoft.com/office/drawing/2014/main" id="{A7476042-2355-6FEA-9BF5-F14861DD2E5C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2708" name="页眉占位符 3">
            <a:extLst>
              <a:ext uri="{FF2B5EF4-FFF2-40B4-BE49-F238E27FC236}">
                <a16:creationId xmlns:a16="http://schemas.microsoft.com/office/drawing/2014/main" id="{10CD3512-D615-2B3B-7E23-5180A600748B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ea typeface="楷体_GB2312" pitchFamily="49" charset="-122"/>
              </a:rPr>
              <a:t>第一课</a:t>
            </a:r>
          </a:p>
        </p:txBody>
      </p:sp>
      <p:sp>
        <p:nvSpPr>
          <p:cNvPr id="72709" name="日期占位符 4">
            <a:extLst>
              <a:ext uri="{FF2B5EF4-FFF2-40B4-BE49-F238E27FC236}">
                <a16:creationId xmlns:a16="http://schemas.microsoft.com/office/drawing/2014/main" id="{EC00562D-2D06-7EC7-361E-9C443BE2A32F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fld id="{DDC91C10-2C34-42D5-9362-F690BEA5570A}" type="datetime1">
              <a:rPr lang="zh-CN" altLang="en-US">
                <a:ea typeface="楷体_GB2312" pitchFamily="49" charset="-122"/>
              </a:rPr>
              <a:pPr algn="r" eaLnBrk="1" hangingPunct="1"/>
              <a:t>2025/11/14</a:t>
            </a:fld>
            <a:endParaRPr lang="zh-CN" altLang="en-US">
              <a:ea typeface="楷体_GB2312" pitchFamily="49" charset="-122"/>
            </a:endParaRPr>
          </a:p>
        </p:txBody>
      </p:sp>
      <p:sp>
        <p:nvSpPr>
          <p:cNvPr id="72710" name="页脚占位符 5">
            <a:extLst>
              <a:ext uri="{FF2B5EF4-FFF2-40B4-BE49-F238E27FC236}">
                <a16:creationId xmlns:a16="http://schemas.microsoft.com/office/drawing/2014/main" id="{42DA213D-B33F-44BC-E2A7-56CF55F15841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ea typeface="楷体_GB2312" pitchFamily="49" charset="-122"/>
              </a:rPr>
              <a:t>第一课</a:t>
            </a:r>
          </a:p>
        </p:txBody>
      </p:sp>
      <p:sp>
        <p:nvSpPr>
          <p:cNvPr id="72711" name="灯片编号占位符 6">
            <a:extLst>
              <a:ext uri="{FF2B5EF4-FFF2-40B4-BE49-F238E27FC236}">
                <a16:creationId xmlns:a16="http://schemas.microsoft.com/office/drawing/2014/main" id="{5AAF4915-49B7-8D72-7B63-FBFCEA468DE7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fld id="{84D1CE2D-89EE-497B-9173-8DCE512F98CC}" type="slidenum">
              <a:rPr lang="en-US" altLang="zh-CN">
                <a:ea typeface="楷体_GB2312" pitchFamily="49" charset="-122"/>
              </a:rPr>
              <a:pPr algn="r" eaLnBrk="1" hangingPunct="1"/>
              <a:t>13</a:t>
            </a:fld>
            <a:endParaRPr lang="en-US" altLang="zh-CN">
              <a:ea typeface="楷体_GB2312" pitchFamily="49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noProof="1"/>
              <a:t>单击此处编辑母版副标题样式</a:t>
            </a:r>
          </a:p>
        </p:txBody>
      </p:sp>
      <p:sp>
        <p:nvSpPr>
          <p:cNvPr id="4" name="Rectangle 10">
            <a:extLst>
              <a:ext uri="{FF2B5EF4-FFF2-40B4-BE49-F238E27FC236}">
                <a16:creationId xmlns:a16="http://schemas.microsoft.com/office/drawing/2014/main" id="{2A5314F3-AE84-7B1A-1031-333E954538B2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F476107-36E9-4A2D-8692-66D5828D936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045887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10">
            <a:extLst>
              <a:ext uri="{FF2B5EF4-FFF2-40B4-BE49-F238E27FC236}">
                <a16:creationId xmlns:a16="http://schemas.microsoft.com/office/drawing/2014/main" id="{5BFE9E3F-B545-CB35-ECC7-F7A9D23AC59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FC41E3-C7E0-48B5-ADF7-64F5A6332FE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897874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Rectangle 10">
            <a:extLst>
              <a:ext uri="{FF2B5EF4-FFF2-40B4-BE49-F238E27FC236}">
                <a16:creationId xmlns:a16="http://schemas.microsoft.com/office/drawing/2014/main" id="{637ACCD7-5800-4E88-9DDB-78C1332A0B4D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6C6460D-1367-401F-B1C3-58C5488B6F8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392618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Rectangle 10">
            <a:extLst>
              <a:ext uri="{FF2B5EF4-FFF2-40B4-BE49-F238E27FC236}">
                <a16:creationId xmlns:a16="http://schemas.microsoft.com/office/drawing/2014/main" id="{71DA72C6-1CD1-9D2B-BD2C-1905F2860918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AABC8C2-FBDD-4D89-BA81-957C503E062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889950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Rectangle 10">
            <a:extLst>
              <a:ext uri="{FF2B5EF4-FFF2-40B4-BE49-F238E27FC236}">
                <a16:creationId xmlns:a16="http://schemas.microsoft.com/office/drawing/2014/main" id="{DB83E1F4-C231-F1FB-4021-0ABBD3426902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FF191D9-8BFF-4E58-8ECD-EF7CE270472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14110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Rectangle 10">
            <a:extLst>
              <a:ext uri="{FF2B5EF4-FFF2-40B4-BE49-F238E27FC236}">
                <a16:creationId xmlns:a16="http://schemas.microsoft.com/office/drawing/2014/main" id="{A73E5ACC-650F-14B1-FA87-1852D474C254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78C6B1-C5A1-4FB5-8080-327465C4201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631992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">
            <a:extLst>
              <a:ext uri="{FF2B5EF4-FFF2-40B4-BE49-F238E27FC236}">
                <a16:creationId xmlns:a16="http://schemas.microsoft.com/office/drawing/2014/main" id="{228F03DA-DE20-D3C9-A392-416C458B4F4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4DF974-AF1D-41A6-8D38-E28D81D2751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746997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10">
            <a:extLst>
              <a:ext uri="{FF2B5EF4-FFF2-40B4-BE49-F238E27FC236}">
                <a16:creationId xmlns:a16="http://schemas.microsoft.com/office/drawing/2014/main" id="{BC291554-86B2-1626-423B-87522024EBA1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3557EE-87BA-4138-A911-594B56E3699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08993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10">
            <a:extLst>
              <a:ext uri="{FF2B5EF4-FFF2-40B4-BE49-F238E27FC236}">
                <a16:creationId xmlns:a16="http://schemas.microsoft.com/office/drawing/2014/main" id="{83CFCCB6-90B1-F748-9B29-9D3E8D091C98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22AE020-F5CF-43E6-8933-0A83FACEF20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677822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10">
            <a:extLst>
              <a:ext uri="{FF2B5EF4-FFF2-40B4-BE49-F238E27FC236}">
                <a16:creationId xmlns:a16="http://schemas.microsoft.com/office/drawing/2014/main" id="{44E2B2F7-FA8D-2BFA-868C-3F4893C083C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24ACCC-DE64-418D-8787-0EE829725E5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203751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10">
            <a:extLst>
              <a:ext uri="{FF2B5EF4-FFF2-40B4-BE49-F238E27FC236}">
                <a16:creationId xmlns:a16="http://schemas.microsoft.com/office/drawing/2014/main" id="{C21643D1-1A0C-212F-93C2-9ED707F48702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2C2AA90-52B5-40C8-9C27-65ADA924C95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049436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28650" y="365125"/>
            <a:ext cx="7886700" cy="58118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3" name="Rectangle 10">
            <a:extLst>
              <a:ext uri="{FF2B5EF4-FFF2-40B4-BE49-F238E27FC236}">
                <a16:creationId xmlns:a16="http://schemas.microsoft.com/office/drawing/2014/main" id="{F6EAA918-5272-DC56-8B96-8F8F7B276844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C01F6B-9351-472E-B82C-9790F31BB6D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536239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825625"/>
            <a:ext cx="3867150" cy="20986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8200" y="4076700"/>
            <a:ext cx="3867150" cy="21002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id="{4F27B996-574D-9C4E-6173-7D94A97FC9E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682734-2C28-48F0-B9A6-58FF926E488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2913176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Rectangle 10">
            <a:extLst>
              <a:ext uri="{FF2B5EF4-FFF2-40B4-BE49-F238E27FC236}">
                <a16:creationId xmlns:a16="http://schemas.microsoft.com/office/drawing/2014/main" id="{2719CAF6-F0D5-3BB8-7AA1-D744DBBFFC93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665359-11C3-4498-A7B7-009ADDA384E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085981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10">
            <a:extLst>
              <a:ext uri="{FF2B5EF4-FFF2-40B4-BE49-F238E27FC236}">
                <a16:creationId xmlns:a16="http://schemas.microsoft.com/office/drawing/2014/main" id="{634A8882-49A7-9B7A-0578-EE0D89AFB471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F544622-D2A9-4942-951E-E16023A752D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7839376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0">
            <a:extLst>
              <a:ext uri="{FF2B5EF4-FFF2-40B4-BE49-F238E27FC236}">
                <a16:creationId xmlns:a16="http://schemas.microsoft.com/office/drawing/2014/main" id="{7EF42BCF-064F-DD9C-327F-14B3206067F3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03A220C-72F7-43CE-A75B-0C03FD2C91D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708507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10">
            <a:extLst>
              <a:ext uri="{FF2B5EF4-FFF2-40B4-BE49-F238E27FC236}">
                <a16:creationId xmlns:a16="http://schemas.microsoft.com/office/drawing/2014/main" id="{51DF5102-C89F-B6E2-394D-655CCA82464D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67241A7-C7D4-41DA-9E3A-5A7376BDB9F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2735220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0">
            <a:extLst>
              <a:ext uri="{FF2B5EF4-FFF2-40B4-BE49-F238E27FC236}">
                <a16:creationId xmlns:a16="http://schemas.microsoft.com/office/drawing/2014/main" id="{20402394-9DE4-426A-2849-8481FBB01933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F164D2-57C4-4B0F-A5E7-8A251D0E883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9050418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10">
            <a:extLst>
              <a:ext uri="{FF2B5EF4-FFF2-40B4-BE49-F238E27FC236}">
                <a16:creationId xmlns:a16="http://schemas.microsoft.com/office/drawing/2014/main" id="{15771647-73A5-69D6-591C-A9E5E662F05E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AD9510E-8B50-4947-9DAF-1208DA23841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0053602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10">
            <a:extLst>
              <a:ext uri="{FF2B5EF4-FFF2-40B4-BE49-F238E27FC236}">
                <a16:creationId xmlns:a16="http://schemas.microsoft.com/office/drawing/2014/main" id="{2AB6E5E2-4A6A-D2EF-BE39-D8FFFCFFCFB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CBDBA2-5A41-4F24-B0E3-ED2015858C3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8843886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">
            <a:extLst>
              <a:ext uri="{FF2B5EF4-FFF2-40B4-BE49-F238E27FC236}">
                <a16:creationId xmlns:a16="http://schemas.microsoft.com/office/drawing/2014/main" id="{9D73BCE3-2839-420A-6794-7B935359E4AD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7B6F73A-109B-4151-8325-C4C9914A82F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7313372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0">
            <a:extLst>
              <a:ext uri="{FF2B5EF4-FFF2-40B4-BE49-F238E27FC236}">
                <a16:creationId xmlns:a16="http://schemas.microsoft.com/office/drawing/2014/main" id="{80E1F0BF-9F5F-54A0-8695-C4E1E2EA6432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1ECB34-FD96-458A-97E7-1FC6495CE10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8864981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0">
            <a:extLst>
              <a:ext uri="{FF2B5EF4-FFF2-40B4-BE49-F238E27FC236}">
                <a16:creationId xmlns:a16="http://schemas.microsoft.com/office/drawing/2014/main" id="{5519434B-F89B-715D-31F1-036D02973241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81D3824-9961-4366-9FA2-090939D065C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113677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0">
            <a:extLst>
              <a:ext uri="{FF2B5EF4-FFF2-40B4-BE49-F238E27FC236}">
                <a16:creationId xmlns:a16="http://schemas.microsoft.com/office/drawing/2014/main" id="{1D3351A3-659E-B6A1-FF82-8590EF217D38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2967BB1-D046-4145-88D5-1C2650EC0ED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884876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0">
            <a:extLst>
              <a:ext uri="{FF2B5EF4-FFF2-40B4-BE49-F238E27FC236}">
                <a16:creationId xmlns:a16="http://schemas.microsoft.com/office/drawing/2014/main" id="{AD374F5D-E89C-26DF-B0BA-E140629418E4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A3A7383-E5BD-4825-977F-B81FA5B8FE0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1726557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28650" y="365125"/>
            <a:ext cx="7886700" cy="58118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Rectangle 10">
            <a:extLst>
              <a:ext uri="{FF2B5EF4-FFF2-40B4-BE49-F238E27FC236}">
                <a16:creationId xmlns:a16="http://schemas.microsoft.com/office/drawing/2014/main" id="{6188B7E8-B3B1-0963-F6C2-51047CD7E285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AC2911D-41AD-45C5-AB3B-F9C4588E526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4281156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825625"/>
            <a:ext cx="3867150" cy="20986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8200" y="4076700"/>
            <a:ext cx="3867150" cy="21002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id="{E7C3F0B8-D34C-FB80-5F3D-5C9AAB6B28A8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69156CB-8EC9-4863-96F4-5D2883AA216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3389047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0">
            <a:extLst>
              <a:ext uri="{FF2B5EF4-FFF2-40B4-BE49-F238E27FC236}">
                <a16:creationId xmlns:a16="http://schemas.microsoft.com/office/drawing/2014/main" id="{09E32302-7463-4006-C7FF-7E94FBDA575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39671E-475E-41DF-A467-3D3EF5CCC20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70709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7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6.xml"/><Relationship Id="rId2" Type="http://schemas.openxmlformats.org/officeDocument/2006/relationships/slideLayout" Target="../slideLayouts/slideLayout16.xml"/><Relationship Id="rId16" Type="http://schemas.openxmlformats.org/officeDocument/2006/relationships/image" Target="../media/image1.jpeg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blipFill dpi="0" rotWithShape="0">
          <a:blip r:embed="rId16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04" name="Rectangle 4">
            <a:extLst>
              <a:ext uri="{FF2B5EF4-FFF2-40B4-BE49-F238E27FC236}">
                <a16:creationId xmlns:a16="http://schemas.microsoft.com/office/drawing/2014/main" id="{A9D6C28C-0892-5968-85D9-C259288E91ED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2268538" y="44450"/>
            <a:ext cx="5399087" cy="350838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/>
          <a:p>
            <a:pPr algn="ctr" eaLnBrk="1" hangingPunct="1">
              <a:lnSpc>
                <a:spcPct val="60000"/>
              </a:lnSpc>
              <a:defRPr/>
            </a:pPr>
            <a:r>
              <a:rPr lang="zh-CN" altLang="en-US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第</a:t>
            </a:r>
            <a:r>
              <a:rPr lang="en-US" altLang="zh-CN" b="1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6</a:t>
            </a:r>
            <a:r>
              <a:rPr lang="zh-CN" altLang="en-US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章 均匀平面波的反射与透射</a:t>
            </a:r>
            <a:endParaRPr lang="zh-CN" altLang="en-US">
              <a:solidFill>
                <a:srgbClr val="FFCC99"/>
              </a:solidFill>
              <a:effectDag name="">
                <a:cont type="tree" name="">
                  <a:effect ref="fillLine"/>
                  <a:outerShdw dist="38100" dir="13500000" algn="br">
                    <a:srgbClr val="FFDDBB"/>
                  </a:outerShdw>
                </a:cont>
                <a:cont type="tree" name="">
                  <a:effect ref="fillLine"/>
                  <a:outerShdw dist="38100" dir="2700000" algn="tl">
                    <a:srgbClr val="997A5B"/>
                  </a:outerShdw>
                </a:cont>
                <a:effect ref="fillLine"/>
              </a:effectDag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1027" name="Rectangle 5">
            <a:extLst>
              <a:ext uri="{FF2B5EF4-FFF2-40B4-BE49-F238E27FC236}">
                <a16:creationId xmlns:a16="http://schemas.microsoft.com/office/drawing/2014/main" id="{E9C91A7D-FED9-CF2F-59ED-2BAC6BDFE4DE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07950" y="44450"/>
            <a:ext cx="2089150" cy="360363"/>
          </a:xfrm>
          <a:prstGeom prst="rect">
            <a:avLst/>
          </a:prstGeom>
          <a:noFill/>
          <a:ln>
            <a:noFill/>
          </a:ln>
          <a:effectLst/>
        </p:spPr>
        <p:txBody>
          <a:bodyPr tIns="10800"/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defRPr/>
            </a:pPr>
            <a:r>
              <a:rPr lang="zh-CN" altLang="en-US" sz="2000" b="1">
                <a:solidFill>
                  <a:srgbClr val="573CFC"/>
                </a:solidFill>
                <a:ea typeface="华文行楷" panose="02010800040101010101" pitchFamily="2" charset="-122"/>
              </a:rPr>
              <a:t>电磁场与电磁波</a:t>
            </a:r>
          </a:p>
        </p:txBody>
      </p:sp>
      <p:sp>
        <p:nvSpPr>
          <p:cNvPr id="1028" name="Rectangle 9" descr="深色横线">
            <a:extLst>
              <a:ext uri="{FF2B5EF4-FFF2-40B4-BE49-F238E27FC236}">
                <a16:creationId xmlns:a16="http://schemas.microsoft.com/office/drawing/2014/main" id="{F7AD6DFB-E470-A9D1-6A8F-6A4EFC81DBC4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0" y="333375"/>
            <a:ext cx="9144000" cy="71438"/>
          </a:xfrm>
          <a:prstGeom prst="rect">
            <a:avLst/>
          </a:prstGeom>
          <a:pattFill prst="dkHorz">
            <a:fgClr>
              <a:srgbClr val="CC3300"/>
            </a:fgClr>
            <a:bgClr>
              <a:srgbClr val="9A9A9A"/>
            </a:bgClr>
          </a:pattFill>
          <a:ln>
            <a:noFill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716810" name="Rectangle 10">
            <a:extLst>
              <a:ext uri="{FF2B5EF4-FFF2-40B4-BE49-F238E27FC236}">
                <a16:creationId xmlns:a16="http://schemas.microsoft.com/office/drawing/2014/main" id="{7D8A0A11-4247-331D-A5A3-AE6F16A99C99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ltGray">
          <a:xfrm>
            <a:off x="7956550" y="0"/>
            <a:ext cx="1054100" cy="3333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ea typeface="楷体_GB2312" pitchFamily="49" charset="-122"/>
              </a:defRPr>
            </a:lvl1pPr>
          </a:lstStyle>
          <a:p>
            <a:pPr>
              <a:defRPr/>
            </a:pPr>
            <a:fld id="{CF868AAB-E16B-46D8-8865-F5778ECA13E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1030" name="Rectangle 11">
            <a:extLst>
              <a:ext uri="{FF2B5EF4-FFF2-40B4-BE49-F238E27FC236}">
                <a16:creationId xmlns:a16="http://schemas.microsoft.com/office/drawing/2014/main" id="{9240647D-3885-9D46-7F48-D9F54DAC0D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04813"/>
            <a:ext cx="9144000" cy="6119812"/>
          </a:xfrm>
          <a:prstGeom prst="rect">
            <a:avLst/>
          </a:prstGeom>
          <a:gradFill rotWithShape="0">
            <a:gsLst>
              <a:gs pos="0">
                <a:srgbClr val="0000FF"/>
              </a:gs>
              <a:gs pos="100000">
                <a:srgbClr val="000076"/>
              </a:gs>
            </a:gsLst>
            <a:lin ang="2700000" scaled="1"/>
          </a:gradFill>
          <a:ln>
            <a:noFill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1031" name="Rectangle 16" descr="栎木">
            <a:extLst>
              <a:ext uri="{FF2B5EF4-FFF2-40B4-BE49-F238E27FC236}">
                <a16:creationId xmlns:a16="http://schemas.microsoft.com/office/drawing/2014/main" id="{920AE617-A7F0-3CC7-8FFA-D5BCDD9542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562725"/>
            <a:ext cx="9144000" cy="333375"/>
          </a:xfrm>
          <a:prstGeom prst="rect">
            <a:avLst/>
          </a:prstGeom>
          <a:blipFill dpi="0" rotWithShape="0">
            <a:blip r:embed="rId16"/>
            <a:srcRect/>
            <a:tile tx="0" ty="0" sx="100000" sy="100000" flip="none" algn="tl"/>
          </a:blipFill>
          <a:ln>
            <a:noFill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1033" name="Rectangle 18" descr="深色横线">
            <a:extLst>
              <a:ext uri="{FF2B5EF4-FFF2-40B4-BE49-F238E27FC236}">
                <a16:creationId xmlns:a16="http://schemas.microsoft.com/office/drawing/2014/main" id="{E85F9810-5F4E-7B02-6000-30C15AE0BA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526213"/>
            <a:ext cx="9144000" cy="71437"/>
          </a:xfrm>
          <a:prstGeom prst="rect">
            <a:avLst/>
          </a:prstGeom>
          <a:pattFill prst="dkHorz">
            <a:fgClr>
              <a:srgbClr val="CC3300"/>
            </a:fgClr>
            <a:bgClr>
              <a:srgbClr val="9A9A9A"/>
            </a:bgClr>
          </a:pattFill>
          <a:ln>
            <a:noFill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1034" name="AutoShape 19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DBBD5D7F-4AE9-0CD8-EB94-FB63D1945B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1035" name="AutoShape 20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D8B27AFA-B33B-004E-F4AF-66EE9E0172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1036" name="AutoShape 21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BBFC6D22-EB7C-3385-89C3-5A5BDECCB1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1037" name="AutoShape 22">
            <a:hlinkClick r:id="" action="ppaction://hlinkshowjump?jump=lastslide" highlightClick="1"/>
            <a:extLst>
              <a:ext uri="{FF2B5EF4-FFF2-40B4-BE49-F238E27FC236}">
                <a16:creationId xmlns:a16="http://schemas.microsoft.com/office/drawing/2014/main" id="{9564D9AC-0F92-1E07-F591-9CBB104F23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  <p:sldLayoutId id="2147483676" r:id="rId13"/>
    <p:sldLayoutId id="2147483677" r:id="rId14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2000" kern="1200">
          <a:solidFill>
            <a:schemeClr val="accent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000">
          <a:solidFill>
            <a:schemeClr val="accent1"/>
          </a:solidFill>
          <a:latin typeface="Arial" panose="020B0604020202020204" pitchFamily="34" charset="0"/>
          <a:ea typeface="宋体" panose="02010600030101010101" pitchFamily="2" charset="-122"/>
          <a:cs typeface="Arial" panose="020B060402020202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000">
          <a:solidFill>
            <a:schemeClr val="accent1"/>
          </a:solidFill>
          <a:latin typeface="Arial" panose="020B0604020202020204" pitchFamily="34" charset="0"/>
          <a:ea typeface="宋体" panose="02010600030101010101" pitchFamily="2" charset="-122"/>
          <a:cs typeface="Arial" panose="020B060402020202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000">
          <a:solidFill>
            <a:schemeClr val="accent1"/>
          </a:solidFill>
          <a:latin typeface="Arial" panose="020B0604020202020204" pitchFamily="34" charset="0"/>
          <a:ea typeface="宋体" panose="02010600030101010101" pitchFamily="2" charset="-122"/>
          <a:cs typeface="Arial" panose="020B060402020202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000">
          <a:solidFill>
            <a:schemeClr val="accent1"/>
          </a:solidFill>
          <a:latin typeface="Arial" panose="020B0604020202020204" pitchFamily="34" charset="0"/>
          <a:ea typeface="宋体" panose="02010600030101010101" pitchFamily="2" charset="-122"/>
          <a:cs typeface="Arial" panose="020B060402020202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000">
          <a:solidFill>
            <a:schemeClr val="accent1"/>
          </a:solidFill>
          <a:latin typeface="Arial" panose="020B0604020202020204" pitchFamily="34" charset="0"/>
          <a:ea typeface="宋体" panose="02010600030101010101" pitchFamily="2" charset="-122"/>
          <a:cs typeface="Arial" panose="020B060402020202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000">
          <a:solidFill>
            <a:schemeClr val="accent1"/>
          </a:solidFill>
          <a:latin typeface="Arial" panose="020B0604020202020204" pitchFamily="34" charset="0"/>
          <a:ea typeface="宋体" panose="02010600030101010101" pitchFamily="2" charset="-122"/>
          <a:cs typeface="Arial" panose="020B060402020202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000">
          <a:solidFill>
            <a:schemeClr val="accent1"/>
          </a:solidFill>
          <a:latin typeface="Arial" panose="020B0604020202020204" pitchFamily="34" charset="0"/>
          <a:ea typeface="宋体" panose="02010600030101010101" pitchFamily="2" charset="-122"/>
          <a:cs typeface="Arial" panose="020B060402020202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000">
          <a:solidFill>
            <a:schemeClr val="accent1"/>
          </a:solidFill>
          <a:latin typeface="Arial" panose="020B0604020202020204" pitchFamily="34" charset="0"/>
          <a:ea typeface="宋体" panose="02010600030101010101" pitchFamily="2" charset="-122"/>
          <a:cs typeface="Arial" panose="020B060402020202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defRPr sz="2800" kern="1200">
          <a:solidFill>
            <a:schemeClr val="tx1"/>
          </a:solidFill>
          <a:effectLst>
            <a:outerShdw blurRad="38100" dist="38100" dir="2700000" algn="tl">
              <a:srgbClr val="FFFFFF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blackGray">
      <p:bgPr>
        <a:blipFill dpi="0" rotWithShape="0">
          <a:blip r:embed="rId16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04" name="Rectangle 4">
            <a:extLst>
              <a:ext uri="{FF2B5EF4-FFF2-40B4-BE49-F238E27FC236}">
                <a16:creationId xmlns:a16="http://schemas.microsoft.com/office/drawing/2014/main" id="{87E080B6-2B29-E0EC-9E31-F7F106CD2A54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2268538" y="44450"/>
            <a:ext cx="5399087" cy="350838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/>
          <a:p>
            <a:pPr algn="ctr" eaLnBrk="1" hangingPunct="1">
              <a:lnSpc>
                <a:spcPct val="60000"/>
              </a:lnSpc>
              <a:defRPr/>
            </a:pPr>
            <a:r>
              <a:rPr lang="zh-CN" altLang="en-US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第</a:t>
            </a:r>
            <a:r>
              <a:rPr lang="en-US" altLang="zh-CN" b="1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6</a:t>
            </a:r>
            <a:r>
              <a:rPr lang="zh-CN" altLang="en-US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章 均匀平面波的反射与透射</a:t>
            </a:r>
            <a:endParaRPr lang="zh-CN" altLang="en-US">
              <a:solidFill>
                <a:srgbClr val="FFCC99"/>
              </a:solidFill>
              <a:effectDag name="">
                <a:cont type="tree" name="">
                  <a:effect ref="fillLine"/>
                  <a:outerShdw dist="38100" dir="13500000" algn="br">
                    <a:srgbClr val="FFDDBB"/>
                  </a:outerShdw>
                </a:cont>
                <a:cont type="tree" name="">
                  <a:effect ref="fillLine"/>
                  <a:outerShdw dist="38100" dir="2700000" algn="tl">
                    <a:srgbClr val="997A5B"/>
                  </a:outerShdw>
                </a:cont>
                <a:effect ref="fillLine"/>
              </a:effectDag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1027" name="Rectangle 5">
            <a:extLst>
              <a:ext uri="{FF2B5EF4-FFF2-40B4-BE49-F238E27FC236}">
                <a16:creationId xmlns:a16="http://schemas.microsoft.com/office/drawing/2014/main" id="{69749A01-B640-40C8-CD80-F40CC47FC310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07950" y="44450"/>
            <a:ext cx="2089150" cy="360363"/>
          </a:xfrm>
          <a:prstGeom prst="rect">
            <a:avLst/>
          </a:prstGeom>
          <a:noFill/>
          <a:ln>
            <a:noFill/>
          </a:ln>
          <a:effectLst/>
        </p:spPr>
        <p:txBody>
          <a:bodyPr tIns="10800"/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defRPr/>
            </a:pPr>
            <a:r>
              <a:rPr lang="zh-CN" altLang="en-US" sz="2000" b="1">
                <a:solidFill>
                  <a:srgbClr val="573CFC"/>
                </a:solidFill>
                <a:ea typeface="华文行楷" panose="02010800040101010101" pitchFamily="2" charset="-122"/>
              </a:rPr>
              <a:t>电磁场与电磁波</a:t>
            </a:r>
          </a:p>
        </p:txBody>
      </p:sp>
      <p:sp>
        <p:nvSpPr>
          <p:cNvPr id="1028" name="Rectangle 9" descr="深色横线">
            <a:extLst>
              <a:ext uri="{FF2B5EF4-FFF2-40B4-BE49-F238E27FC236}">
                <a16:creationId xmlns:a16="http://schemas.microsoft.com/office/drawing/2014/main" id="{71BF3D2E-6013-BC0C-8FD0-826B377A1840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0" y="333375"/>
            <a:ext cx="9144000" cy="71438"/>
          </a:xfrm>
          <a:prstGeom prst="rect">
            <a:avLst/>
          </a:prstGeom>
          <a:pattFill prst="dkHorz">
            <a:fgClr>
              <a:srgbClr val="CC3300"/>
            </a:fgClr>
            <a:bgClr>
              <a:srgbClr val="9A9A9A"/>
            </a:bgClr>
          </a:pattFill>
          <a:ln>
            <a:noFill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716810" name="Rectangle 10">
            <a:extLst>
              <a:ext uri="{FF2B5EF4-FFF2-40B4-BE49-F238E27FC236}">
                <a16:creationId xmlns:a16="http://schemas.microsoft.com/office/drawing/2014/main" id="{F677237C-6D3A-3AC0-2B1B-41A079BAD773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ltGray">
          <a:xfrm>
            <a:off x="7956550" y="0"/>
            <a:ext cx="1054100" cy="3333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ea typeface="楷体_GB2312" pitchFamily="49" charset="-122"/>
              </a:defRPr>
            </a:lvl1pPr>
          </a:lstStyle>
          <a:p>
            <a:pPr>
              <a:defRPr/>
            </a:pPr>
            <a:fld id="{B46BB461-B086-4E64-809B-37D308D6676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1030" name="Rectangle 11">
            <a:extLst>
              <a:ext uri="{FF2B5EF4-FFF2-40B4-BE49-F238E27FC236}">
                <a16:creationId xmlns:a16="http://schemas.microsoft.com/office/drawing/2014/main" id="{D05C9060-A46D-011C-BBCE-EA0CD5B886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04813"/>
            <a:ext cx="9144000" cy="6119812"/>
          </a:xfrm>
          <a:prstGeom prst="rect">
            <a:avLst/>
          </a:prstGeom>
          <a:gradFill rotWithShape="0">
            <a:gsLst>
              <a:gs pos="0">
                <a:srgbClr val="0000FF"/>
              </a:gs>
              <a:gs pos="100000">
                <a:srgbClr val="000076"/>
              </a:gs>
            </a:gsLst>
            <a:lin ang="2700000" scaled="1"/>
          </a:gradFill>
          <a:ln>
            <a:noFill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1031" name="Rectangle 16" descr="栎木">
            <a:extLst>
              <a:ext uri="{FF2B5EF4-FFF2-40B4-BE49-F238E27FC236}">
                <a16:creationId xmlns:a16="http://schemas.microsoft.com/office/drawing/2014/main" id="{0D02EE85-55A8-B190-749F-BFEBDD4AD4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562725"/>
            <a:ext cx="9144000" cy="333375"/>
          </a:xfrm>
          <a:prstGeom prst="rect">
            <a:avLst/>
          </a:prstGeom>
          <a:blipFill dpi="0" rotWithShape="0">
            <a:blip r:embed="rId16"/>
            <a:srcRect/>
            <a:tile tx="0" ty="0" sx="100000" sy="100000" flip="none" algn="tl"/>
          </a:blipFill>
          <a:ln>
            <a:noFill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1033" name="Rectangle 18" descr="深色横线">
            <a:extLst>
              <a:ext uri="{FF2B5EF4-FFF2-40B4-BE49-F238E27FC236}">
                <a16:creationId xmlns:a16="http://schemas.microsoft.com/office/drawing/2014/main" id="{C0C99A68-1FD3-AF77-EA85-FD0A6DD0DB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526213"/>
            <a:ext cx="9144000" cy="71437"/>
          </a:xfrm>
          <a:prstGeom prst="rect">
            <a:avLst/>
          </a:prstGeom>
          <a:pattFill prst="dkHorz">
            <a:fgClr>
              <a:srgbClr val="CC3300"/>
            </a:fgClr>
            <a:bgClr>
              <a:srgbClr val="9A9A9A"/>
            </a:bgClr>
          </a:pattFill>
          <a:ln>
            <a:noFill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1034" name="AutoShape 19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6592279A-A805-D034-B65F-F6C21F5CF0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1035" name="AutoShape 20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54F3B226-0A0B-E4FF-45D3-1BFE1FA8CD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1036" name="AutoShape 21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EB40B72A-00E8-A672-1723-0001668E6B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1037" name="AutoShape 22">
            <a:hlinkClick r:id="" action="ppaction://hlinkshowjump?jump=lastslide" highlightClick="1"/>
            <a:extLst>
              <a:ext uri="{FF2B5EF4-FFF2-40B4-BE49-F238E27FC236}">
                <a16:creationId xmlns:a16="http://schemas.microsoft.com/office/drawing/2014/main" id="{728B9591-5C79-E581-BCBA-B07DFDAA65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000" kern="1200">
          <a:solidFill>
            <a:schemeClr val="accent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000">
          <a:solidFill>
            <a:schemeClr val="accent1"/>
          </a:solidFill>
          <a:latin typeface="Arial" panose="020B0604020202020204" pitchFamily="34" charset="0"/>
          <a:ea typeface="宋体" panose="02010600030101010101" pitchFamily="2" charset="-122"/>
          <a:cs typeface="Arial" panose="020B060402020202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000">
          <a:solidFill>
            <a:schemeClr val="accent1"/>
          </a:solidFill>
          <a:latin typeface="Arial" panose="020B0604020202020204" pitchFamily="34" charset="0"/>
          <a:ea typeface="宋体" panose="02010600030101010101" pitchFamily="2" charset="-122"/>
          <a:cs typeface="Arial" panose="020B060402020202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000">
          <a:solidFill>
            <a:schemeClr val="accent1"/>
          </a:solidFill>
          <a:latin typeface="Arial" panose="020B0604020202020204" pitchFamily="34" charset="0"/>
          <a:ea typeface="宋体" panose="02010600030101010101" pitchFamily="2" charset="-122"/>
          <a:cs typeface="Arial" panose="020B060402020202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000">
          <a:solidFill>
            <a:schemeClr val="accent1"/>
          </a:solidFill>
          <a:latin typeface="Arial" panose="020B0604020202020204" pitchFamily="34" charset="0"/>
          <a:ea typeface="宋体" panose="02010600030101010101" pitchFamily="2" charset="-122"/>
          <a:cs typeface="Arial" panose="020B060402020202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000">
          <a:solidFill>
            <a:schemeClr val="accent1"/>
          </a:solidFill>
          <a:latin typeface="Arial" panose="020B0604020202020204" pitchFamily="34" charset="0"/>
          <a:ea typeface="宋体" panose="02010600030101010101" pitchFamily="2" charset="-122"/>
          <a:cs typeface="Arial" panose="020B060402020202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000">
          <a:solidFill>
            <a:schemeClr val="accent1"/>
          </a:solidFill>
          <a:latin typeface="Arial" panose="020B0604020202020204" pitchFamily="34" charset="0"/>
          <a:ea typeface="宋体" panose="02010600030101010101" pitchFamily="2" charset="-122"/>
          <a:cs typeface="Arial" panose="020B060402020202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000">
          <a:solidFill>
            <a:schemeClr val="accent1"/>
          </a:solidFill>
          <a:latin typeface="Arial" panose="020B0604020202020204" pitchFamily="34" charset="0"/>
          <a:ea typeface="宋体" panose="02010600030101010101" pitchFamily="2" charset="-122"/>
          <a:cs typeface="Arial" panose="020B060402020202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000">
          <a:solidFill>
            <a:schemeClr val="accent1"/>
          </a:solidFill>
          <a:latin typeface="Arial" panose="020B0604020202020204" pitchFamily="34" charset="0"/>
          <a:ea typeface="宋体" panose="02010600030101010101" pitchFamily="2" charset="-122"/>
          <a:cs typeface="Arial" panose="020B060402020202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defRPr sz="2800" kern="1200">
          <a:solidFill>
            <a:schemeClr val="tx1"/>
          </a:solidFill>
          <a:effectLst>
            <a:outerShdw blurRad="38100" dist="38100" dir="2700000" algn="tl">
              <a:srgbClr val="FFFFFF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9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5" Type="http://schemas.openxmlformats.org/officeDocument/2006/relationships/slide" Target="slide7.xml"/><Relationship Id="rId4" Type="http://schemas.openxmlformats.org/officeDocument/2006/relationships/slide" Target="slide10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slide" Target="slid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slide" Target="slide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emf"/><Relationship Id="rId13" Type="http://schemas.openxmlformats.org/officeDocument/2006/relationships/oleObject" Target="../embeddings/oleObject6.bin"/><Relationship Id="rId18" Type="http://schemas.openxmlformats.org/officeDocument/2006/relationships/image" Target="../media/image4.png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9.emf"/><Relationship Id="rId17" Type="http://schemas.openxmlformats.org/officeDocument/2006/relationships/slide" Target="slide1.xml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11.emf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e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5" Type="http://schemas.openxmlformats.org/officeDocument/2006/relationships/oleObject" Target="../embeddings/oleObject7.bin"/><Relationship Id="rId10" Type="http://schemas.openxmlformats.org/officeDocument/2006/relationships/image" Target="../media/image8.emf"/><Relationship Id="rId4" Type="http://schemas.openxmlformats.org/officeDocument/2006/relationships/image" Target="../media/image5.e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10.e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emf"/><Relationship Id="rId13" Type="http://schemas.openxmlformats.org/officeDocument/2006/relationships/oleObject" Target="../embeddings/oleObject13.bin"/><Relationship Id="rId18" Type="http://schemas.openxmlformats.org/officeDocument/2006/relationships/image" Target="../media/image19.emf"/><Relationship Id="rId3" Type="http://schemas.openxmlformats.org/officeDocument/2006/relationships/oleObject" Target="../embeddings/oleObject8.bin"/><Relationship Id="rId21" Type="http://schemas.openxmlformats.org/officeDocument/2006/relationships/oleObject" Target="../embeddings/oleObject17.bin"/><Relationship Id="rId7" Type="http://schemas.openxmlformats.org/officeDocument/2006/relationships/oleObject" Target="../embeddings/oleObject10.bin"/><Relationship Id="rId12" Type="http://schemas.openxmlformats.org/officeDocument/2006/relationships/image" Target="../media/image16.emf"/><Relationship Id="rId17" Type="http://schemas.openxmlformats.org/officeDocument/2006/relationships/oleObject" Target="../embeddings/oleObject15.bin"/><Relationship Id="rId25" Type="http://schemas.openxmlformats.org/officeDocument/2006/relationships/slide" Target="slide1.xml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18.emf"/><Relationship Id="rId20" Type="http://schemas.openxmlformats.org/officeDocument/2006/relationships/image" Target="../media/image20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emf"/><Relationship Id="rId11" Type="http://schemas.openxmlformats.org/officeDocument/2006/relationships/oleObject" Target="../embeddings/oleObject12.bin"/><Relationship Id="rId24" Type="http://schemas.openxmlformats.org/officeDocument/2006/relationships/image" Target="../media/image22.emf"/><Relationship Id="rId5" Type="http://schemas.openxmlformats.org/officeDocument/2006/relationships/oleObject" Target="../embeddings/oleObject9.bin"/><Relationship Id="rId15" Type="http://schemas.openxmlformats.org/officeDocument/2006/relationships/oleObject" Target="../embeddings/oleObject14.bin"/><Relationship Id="rId23" Type="http://schemas.openxmlformats.org/officeDocument/2006/relationships/oleObject" Target="../embeddings/oleObject18.bin"/><Relationship Id="rId10" Type="http://schemas.openxmlformats.org/officeDocument/2006/relationships/image" Target="../media/image15.emf"/><Relationship Id="rId19" Type="http://schemas.openxmlformats.org/officeDocument/2006/relationships/oleObject" Target="../embeddings/oleObject16.bin"/><Relationship Id="rId4" Type="http://schemas.openxmlformats.org/officeDocument/2006/relationships/image" Target="../media/image12.emf"/><Relationship Id="rId9" Type="http://schemas.openxmlformats.org/officeDocument/2006/relationships/oleObject" Target="../embeddings/oleObject11.bin"/><Relationship Id="rId14" Type="http://schemas.openxmlformats.org/officeDocument/2006/relationships/image" Target="../media/image17.emf"/><Relationship Id="rId22" Type="http://schemas.openxmlformats.org/officeDocument/2006/relationships/image" Target="../media/image21.e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emf"/><Relationship Id="rId3" Type="http://schemas.openxmlformats.org/officeDocument/2006/relationships/oleObject" Target="../embeddings/oleObject19.bin"/><Relationship Id="rId7" Type="http://schemas.openxmlformats.org/officeDocument/2006/relationships/oleObject" Target="../embeddings/oleObject21.bin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4.emf"/><Relationship Id="rId11" Type="http://schemas.openxmlformats.org/officeDocument/2006/relationships/slide" Target="slide1.xml"/><Relationship Id="rId5" Type="http://schemas.openxmlformats.org/officeDocument/2006/relationships/oleObject" Target="../embeddings/oleObject20.bin"/><Relationship Id="rId10" Type="http://schemas.openxmlformats.org/officeDocument/2006/relationships/image" Target="../media/image26.emf"/><Relationship Id="rId4" Type="http://schemas.openxmlformats.org/officeDocument/2006/relationships/image" Target="../media/image23.emf"/><Relationship Id="rId9" Type="http://schemas.openxmlformats.org/officeDocument/2006/relationships/oleObject" Target="../embeddings/oleObject22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slide" Target="slide1.xml"/><Relationship Id="rId3" Type="http://schemas.openxmlformats.org/officeDocument/2006/relationships/image" Target="../media/image2.png"/><Relationship Id="rId7" Type="http://schemas.openxmlformats.org/officeDocument/2006/relationships/image" Target="../media/image28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4.bin"/><Relationship Id="rId5" Type="http://schemas.openxmlformats.org/officeDocument/2006/relationships/image" Target="../media/image27.emf"/><Relationship Id="rId4" Type="http://schemas.openxmlformats.org/officeDocument/2006/relationships/oleObject" Target="../embeddings/oleObject23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emf"/><Relationship Id="rId13" Type="http://schemas.openxmlformats.org/officeDocument/2006/relationships/oleObject" Target="../embeddings/oleObject30.bin"/><Relationship Id="rId18" Type="http://schemas.openxmlformats.org/officeDocument/2006/relationships/oleObject" Target="../embeddings/oleObject32.bin"/><Relationship Id="rId3" Type="http://schemas.openxmlformats.org/officeDocument/2006/relationships/oleObject" Target="../embeddings/oleObject25.bin"/><Relationship Id="rId21" Type="http://schemas.openxmlformats.org/officeDocument/2006/relationships/image" Target="../media/image37.wmf"/><Relationship Id="rId7" Type="http://schemas.openxmlformats.org/officeDocument/2006/relationships/oleObject" Target="../embeddings/oleObject27.bin"/><Relationship Id="rId12" Type="http://schemas.openxmlformats.org/officeDocument/2006/relationships/image" Target="../media/image33.emf"/><Relationship Id="rId17" Type="http://schemas.openxmlformats.org/officeDocument/2006/relationships/slide" Target="slide1.xml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35.emf"/><Relationship Id="rId20" Type="http://schemas.openxmlformats.org/officeDocument/2006/relationships/oleObject" Target="../embeddings/oleObject33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wmf"/><Relationship Id="rId11" Type="http://schemas.openxmlformats.org/officeDocument/2006/relationships/oleObject" Target="../embeddings/oleObject29.bin"/><Relationship Id="rId24" Type="http://schemas.openxmlformats.org/officeDocument/2006/relationships/image" Target="../media/image40.png"/><Relationship Id="rId5" Type="http://schemas.openxmlformats.org/officeDocument/2006/relationships/oleObject" Target="../embeddings/oleObject26.bin"/><Relationship Id="rId15" Type="http://schemas.openxmlformats.org/officeDocument/2006/relationships/oleObject" Target="../embeddings/oleObject31.bin"/><Relationship Id="rId23" Type="http://schemas.openxmlformats.org/officeDocument/2006/relationships/image" Target="../media/image39.png"/><Relationship Id="rId10" Type="http://schemas.openxmlformats.org/officeDocument/2006/relationships/image" Target="../media/image32.emf"/><Relationship Id="rId19" Type="http://schemas.openxmlformats.org/officeDocument/2006/relationships/image" Target="../media/image36.emf"/><Relationship Id="rId4" Type="http://schemas.openxmlformats.org/officeDocument/2006/relationships/image" Target="../media/image29.emf"/><Relationship Id="rId9" Type="http://schemas.openxmlformats.org/officeDocument/2006/relationships/oleObject" Target="../embeddings/oleObject28.bin"/><Relationship Id="rId14" Type="http://schemas.openxmlformats.org/officeDocument/2006/relationships/image" Target="../media/image34.emf"/><Relationship Id="rId22" Type="http://schemas.openxmlformats.org/officeDocument/2006/relationships/image" Target="../media/image3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emf"/><Relationship Id="rId13" Type="http://schemas.openxmlformats.org/officeDocument/2006/relationships/oleObject" Target="../embeddings/oleObject38.bin"/><Relationship Id="rId18" Type="http://schemas.openxmlformats.org/officeDocument/2006/relationships/image" Target="../media/image47.png"/><Relationship Id="rId3" Type="http://schemas.openxmlformats.org/officeDocument/2006/relationships/oleObject" Target="../embeddings/oleObject34.bin"/><Relationship Id="rId21" Type="http://schemas.openxmlformats.org/officeDocument/2006/relationships/image" Target="../media/image48.png"/><Relationship Id="rId7" Type="http://schemas.openxmlformats.org/officeDocument/2006/relationships/oleObject" Target="../embeddings/oleObject36.bin"/><Relationship Id="rId12" Type="http://schemas.openxmlformats.org/officeDocument/2006/relationships/image" Target="../media/image44.wmf"/><Relationship Id="rId17" Type="http://schemas.openxmlformats.org/officeDocument/2006/relationships/image" Target="../media/image38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46.wmf"/><Relationship Id="rId20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.emf"/><Relationship Id="rId11" Type="http://schemas.openxmlformats.org/officeDocument/2006/relationships/oleObject" Target="../embeddings/oleObject37.bin"/><Relationship Id="rId5" Type="http://schemas.openxmlformats.org/officeDocument/2006/relationships/oleObject" Target="../embeddings/oleObject35.bin"/><Relationship Id="rId15" Type="http://schemas.openxmlformats.org/officeDocument/2006/relationships/oleObject" Target="../embeddings/oleObject39.bin"/><Relationship Id="rId10" Type="http://schemas.openxmlformats.org/officeDocument/2006/relationships/slide" Target="slide1.xml"/><Relationship Id="rId19" Type="http://schemas.openxmlformats.org/officeDocument/2006/relationships/image" Target="../media/image40.png"/><Relationship Id="rId4" Type="http://schemas.openxmlformats.org/officeDocument/2006/relationships/image" Target="../media/image41.emf"/><Relationship Id="rId9" Type="http://schemas.openxmlformats.org/officeDocument/2006/relationships/image" Target="../media/image2.png"/><Relationship Id="rId14" Type="http://schemas.openxmlformats.org/officeDocument/2006/relationships/image" Target="../media/image45.w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1.bin"/><Relationship Id="rId13" Type="http://schemas.openxmlformats.org/officeDocument/2006/relationships/image" Target="../media/image52.emf"/><Relationship Id="rId3" Type="http://schemas.openxmlformats.org/officeDocument/2006/relationships/oleObject" Target="../embeddings/oleObject40.bin"/><Relationship Id="rId7" Type="http://schemas.openxmlformats.org/officeDocument/2006/relationships/image" Target="../media/image2.png"/><Relationship Id="rId12" Type="http://schemas.openxmlformats.org/officeDocument/2006/relationships/oleObject" Target="../embeddings/oleObject43.bin"/><Relationship Id="rId17" Type="http://schemas.openxmlformats.org/officeDocument/2006/relationships/image" Target="../media/image47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5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51.wmf"/><Relationship Id="rId5" Type="http://schemas.openxmlformats.org/officeDocument/2006/relationships/slide" Target="slide1.xml"/><Relationship Id="rId15" Type="http://schemas.openxmlformats.org/officeDocument/2006/relationships/image" Target="../media/image53.emf"/><Relationship Id="rId10" Type="http://schemas.openxmlformats.org/officeDocument/2006/relationships/oleObject" Target="../embeddings/oleObject42.bin"/><Relationship Id="rId4" Type="http://schemas.openxmlformats.org/officeDocument/2006/relationships/image" Target="../media/image49.emf"/><Relationship Id="rId9" Type="http://schemas.openxmlformats.org/officeDocument/2006/relationships/image" Target="../media/image50.wmf"/><Relationship Id="rId14" Type="http://schemas.openxmlformats.org/officeDocument/2006/relationships/oleObject" Target="../embeddings/oleObject44.bin"/></Relationships>
</file>

<file path=ppt/slides/_rels/slide12.xml.rels><?xml version="1.0" encoding="UTF-8" standalone="yes"?>
<Relationships xmlns="http://schemas.openxmlformats.org/package/2006/relationships"><Relationship Id="rId13" Type="http://schemas.openxmlformats.org/officeDocument/2006/relationships/tags" Target="../tags/tag14.xml"/><Relationship Id="rId18" Type="http://schemas.openxmlformats.org/officeDocument/2006/relationships/tags" Target="../tags/tag19.xml"/><Relationship Id="rId26" Type="http://schemas.openxmlformats.org/officeDocument/2006/relationships/slide" Target="slide1.xml"/><Relationship Id="rId21" Type="http://schemas.openxmlformats.org/officeDocument/2006/relationships/tags" Target="../tags/tag22.xml"/><Relationship Id="rId34" Type="http://schemas.openxmlformats.org/officeDocument/2006/relationships/image" Target="../media/image30.wmf"/><Relationship Id="rId7" Type="http://schemas.openxmlformats.org/officeDocument/2006/relationships/tags" Target="../tags/tag8.xml"/><Relationship Id="rId12" Type="http://schemas.openxmlformats.org/officeDocument/2006/relationships/tags" Target="../tags/tag13.xml"/><Relationship Id="rId17" Type="http://schemas.openxmlformats.org/officeDocument/2006/relationships/tags" Target="../tags/tag18.xml"/><Relationship Id="rId25" Type="http://schemas.openxmlformats.org/officeDocument/2006/relationships/notesSlide" Target="../notesSlides/notesSlide9.xml"/><Relationship Id="rId33" Type="http://schemas.openxmlformats.org/officeDocument/2006/relationships/oleObject" Target="../embeddings/oleObject45.bin"/><Relationship Id="rId38" Type="http://schemas.openxmlformats.org/officeDocument/2006/relationships/image" Target="../media/image64.png"/><Relationship Id="rId2" Type="http://schemas.openxmlformats.org/officeDocument/2006/relationships/tags" Target="../tags/tag3.xml"/><Relationship Id="rId16" Type="http://schemas.openxmlformats.org/officeDocument/2006/relationships/tags" Target="../tags/tag17.xml"/><Relationship Id="rId20" Type="http://schemas.openxmlformats.org/officeDocument/2006/relationships/tags" Target="../tags/tag21.xml"/><Relationship Id="rId29" Type="http://schemas.openxmlformats.org/officeDocument/2006/relationships/image" Target="../media/image57.png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11" Type="http://schemas.openxmlformats.org/officeDocument/2006/relationships/tags" Target="../tags/tag12.xml"/><Relationship Id="rId24" Type="http://schemas.openxmlformats.org/officeDocument/2006/relationships/slideLayout" Target="../slideLayouts/slideLayout7.xml"/><Relationship Id="rId32" Type="http://schemas.openxmlformats.org/officeDocument/2006/relationships/image" Target="../media/image60.png"/><Relationship Id="rId37" Type="http://schemas.openxmlformats.org/officeDocument/2006/relationships/image" Target="../media/image63.png"/><Relationship Id="rId5" Type="http://schemas.openxmlformats.org/officeDocument/2006/relationships/tags" Target="../tags/tag6.xml"/><Relationship Id="rId15" Type="http://schemas.openxmlformats.org/officeDocument/2006/relationships/tags" Target="../tags/tag16.xml"/><Relationship Id="rId23" Type="http://schemas.openxmlformats.org/officeDocument/2006/relationships/tags" Target="../tags/tag24.xml"/><Relationship Id="rId28" Type="http://schemas.openxmlformats.org/officeDocument/2006/relationships/image" Target="../media/image56.png"/><Relationship Id="rId36" Type="http://schemas.openxmlformats.org/officeDocument/2006/relationships/image" Target="../media/image62.png"/><Relationship Id="rId10" Type="http://schemas.openxmlformats.org/officeDocument/2006/relationships/tags" Target="../tags/tag11.xml"/><Relationship Id="rId19" Type="http://schemas.openxmlformats.org/officeDocument/2006/relationships/tags" Target="../tags/tag20.xml"/><Relationship Id="rId31" Type="http://schemas.openxmlformats.org/officeDocument/2006/relationships/image" Target="../media/image59.png"/><Relationship Id="rId4" Type="http://schemas.openxmlformats.org/officeDocument/2006/relationships/tags" Target="../tags/tag5.xml"/><Relationship Id="rId9" Type="http://schemas.openxmlformats.org/officeDocument/2006/relationships/tags" Target="../tags/tag10.xml"/><Relationship Id="rId14" Type="http://schemas.openxmlformats.org/officeDocument/2006/relationships/tags" Target="../tags/tag15.xml"/><Relationship Id="rId22" Type="http://schemas.openxmlformats.org/officeDocument/2006/relationships/tags" Target="../tags/tag23.xml"/><Relationship Id="rId27" Type="http://schemas.openxmlformats.org/officeDocument/2006/relationships/image" Target="../media/image55.png"/><Relationship Id="rId30" Type="http://schemas.openxmlformats.org/officeDocument/2006/relationships/image" Target="../media/image58.png"/><Relationship Id="rId35" Type="http://schemas.openxmlformats.org/officeDocument/2006/relationships/image" Target="../media/image61.png"/><Relationship Id="rId8" Type="http://schemas.openxmlformats.org/officeDocument/2006/relationships/tags" Target="../tags/tag9.xml"/><Relationship Id="rId3" Type="http://schemas.openxmlformats.org/officeDocument/2006/relationships/tags" Target="../tags/tag4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tags" Target="../tags/tag32.xml"/><Relationship Id="rId13" Type="http://schemas.openxmlformats.org/officeDocument/2006/relationships/tags" Target="../tags/tag37.xml"/><Relationship Id="rId18" Type="http://schemas.openxmlformats.org/officeDocument/2006/relationships/slideLayout" Target="../slideLayouts/slideLayout7.xml"/><Relationship Id="rId26" Type="http://schemas.openxmlformats.org/officeDocument/2006/relationships/image" Target="../media/image66.png"/><Relationship Id="rId3" Type="http://schemas.openxmlformats.org/officeDocument/2006/relationships/tags" Target="../tags/tag27.xml"/><Relationship Id="rId21" Type="http://schemas.openxmlformats.org/officeDocument/2006/relationships/image" Target="../media/image65.png"/><Relationship Id="rId7" Type="http://schemas.openxmlformats.org/officeDocument/2006/relationships/tags" Target="../tags/tag31.xml"/><Relationship Id="rId12" Type="http://schemas.openxmlformats.org/officeDocument/2006/relationships/tags" Target="../tags/tag36.xml"/><Relationship Id="rId17" Type="http://schemas.openxmlformats.org/officeDocument/2006/relationships/tags" Target="../tags/tag41.xml"/><Relationship Id="rId25" Type="http://schemas.openxmlformats.org/officeDocument/2006/relationships/image" Target="../media/image62.png"/><Relationship Id="rId2" Type="http://schemas.openxmlformats.org/officeDocument/2006/relationships/tags" Target="../tags/tag26.xml"/><Relationship Id="rId16" Type="http://schemas.openxmlformats.org/officeDocument/2006/relationships/tags" Target="../tags/tag40.xml"/><Relationship Id="rId20" Type="http://schemas.openxmlformats.org/officeDocument/2006/relationships/slide" Target="slide1.xml"/><Relationship Id="rId1" Type="http://schemas.openxmlformats.org/officeDocument/2006/relationships/tags" Target="../tags/tag25.xml"/><Relationship Id="rId6" Type="http://schemas.openxmlformats.org/officeDocument/2006/relationships/tags" Target="../tags/tag30.xml"/><Relationship Id="rId11" Type="http://schemas.openxmlformats.org/officeDocument/2006/relationships/tags" Target="../tags/tag35.xml"/><Relationship Id="rId24" Type="http://schemas.openxmlformats.org/officeDocument/2006/relationships/image" Target="../media/image61.png"/><Relationship Id="rId5" Type="http://schemas.openxmlformats.org/officeDocument/2006/relationships/tags" Target="../tags/tag29.xml"/><Relationship Id="rId15" Type="http://schemas.openxmlformats.org/officeDocument/2006/relationships/tags" Target="../tags/tag39.xml"/><Relationship Id="rId23" Type="http://schemas.openxmlformats.org/officeDocument/2006/relationships/image" Target="../media/image30.wmf"/><Relationship Id="rId10" Type="http://schemas.openxmlformats.org/officeDocument/2006/relationships/tags" Target="../tags/tag34.xml"/><Relationship Id="rId19" Type="http://schemas.openxmlformats.org/officeDocument/2006/relationships/notesSlide" Target="../notesSlides/notesSlide10.xml"/><Relationship Id="rId4" Type="http://schemas.openxmlformats.org/officeDocument/2006/relationships/tags" Target="../tags/tag28.xml"/><Relationship Id="rId9" Type="http://schemas.openxmlformats.org/officeDocument/2006/relationships/tags" Target="../tags/tag33.xml"/><Relationship Id="rId14" Type="http://schemas.openxmlformats.org/officeDocument/2006/relationships/tags" Target="../tags/tag38.xml"/><Relationship Id="rId22" Type="http://schemas.openxmlformats.org/officeDocument/2006/relationships/oleObject" Target="../embeddings/oleObject46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>
            <a:extLst>
              <a:ext uri="{FF2B5EF4-FFF2-40B4-BE49-F238E27FC236}">
                <a16:creationId xmlns:a16="http://schemas.microsoft.com/office/drawing/2014/main" id="{7CDFA82B-C255-EF7A-F05C-12BB6A6014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23850" y="1052513"/>
            <a:ext cx="8604250" cy="57626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2800" b="1">
                <a:solidFill>
                  <a:schemeClr val="bg1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6.2    </a:t>
            </a:r>
            <a:r>
              <a:rPr lang="zh-CN" altLang="en-US" sz="2800" b="1">
                <a:solidFill>
                  <a:schemeClr val="bg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均匀平面波对多层介质分界平面的垂直入射</a:t>
            </a:r>
            <a:r>
              <a:rPr lang="zh-CN" altLang="en-US"/>
              <a:t> </a:t>
            </a:r>
          </a:p>
        </p:txBody>
      </p:sp>
      <p:sp>
        <p:nvSpPr>
          <p:cNvPr id="50179" name="Rectangle 3">
            <a:extLst>
              <a:ext uri="{FF2B5EF4-FFF2-40B4-BE49-F238E27FC236}">
                <a16:creationId xmlns:a16="http://schemas.microsoft.com/office/drawing/2014/main" id="{D1B6AB70-B194-0A48-384C-B07795CBAD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2852738"/>
            <a:ext cx="8604250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zh-CN" b="1">
              <a:solidFill>
                <a:schemeClr val="bg1"/>
              </a:solidFill>
              <a:latin typeface="Times New Roman" panose="02020603050405020304" pitchFamily="18" charset="0"/>
              <a:ea typeface="幼圆" panose="02010509060101010101" pitchFamily="49" charset="-122"/>
            </a:endParaRPr>
          </a:p>
        </p:txBody>
      </p:sp>
      <p:sp>
        <p:nvSpPr>
          <p:cNvPr id="50180" name="Rectangle 4">
            <a:extLst>
              <a:ext uri="{FF2B5EF4-FFF2-40B4-BE49-F238E27FC236}">
                <a16:creationId xmlns:a16="http://schemas.microsoft.com/office/drawing/2014/main" id="{54D4BC38-B3FD-9464-9126-FA9829ABB6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8888" y="2349500"/>
            <a:ext cx="6626225" cy="3308350"/>
          </a:xfrm>
          <a:prstGeom prst="rect">
            <a:avLst/>
          </a:prstGeom>
          <a:solidFill>
            <a:srgbClr val="CCFFFF"/>
          </a:solidFill>
          <a:ln w="19050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150000"/>
              </a:lnSpc>
            </a:pPr>
            <a:endParaRPr lang="zh-CN" altLang="en-US" sz="2800" b="1">
              <a:solidFill>
                <a:srgbClr val="FF0000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b="1">
                <a:latin typeface="Times New Roman" panose="02020603050405020304" pitchFamily="18" charset="0"/>
              </a:rPr>
              <a:t>6.2.1  </a:t>
            </a:r>
            <a:r>
              <a:rPr lang="zh-CN" altLang="en-US" b="1">
                <a:latin typeface="Times New Roman" panose="02020603050405020304" pitchFamily="18" charset="0"/>
                <a:hlinkClick r:id="rId2" action="ppaction://hlinksldjump"/>
              </a:rPr>
              <a:t>多层介质中的场量关系与等效波阻抗</a:t>
            </a:r>
            <a:endParaRPr lang="zh-CN" altLang="en-US" b="1">
              <a:latin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zh-CN" altLang="en-US" b="1">
              <a:latin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b="1">
                <a:latin typeface="Times New Roman" panose="02020603050405020304" pitchFamily="18" charset="0"/>
              </a:rPr>
              <a:t>6.2.2  </a:t>
            </a:r>
            <a:r>
              <a:rPr lang="zh-CN" altLang="en-US" b="1">
                <a:latin typeface="Times New Roman" panose="02020603050405020304" pitchFamily="18" charset="0"/>
                <a:hlinkClick r:id="rId3" action="ppaction://hlinksldjump"/>
              </a:rPr>
              <a:t>四分之一波长匹配层</a:t>
            </a:r>
            <a:endParaRPr lang="zh-CN" altLang="en-US" b="1">
              <a:latin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b="1">
                <a:latin typeface="Times New Roman" panose="02020603050405020304" pitchFamily="18" charset="0"/>
              </a:rPr>
              <a:t>6.2.3  </a:t>
            </a:r>
            <a:r>
              <a:rPr lang="zh-CN" altLang="en-US" b="1">
                <a:latin typeface="Times New Roman" panose="02020603050405020304" pitchFamily="18" charset="0"/>
                <a:hlinkClick r:id="rId4" action="ppaction://hlinksldjump"/>
              </a:rPr>
              <a:t>半波长介质窗</a:t>
            </a:r>
          </a:p>
          <a:p>
            <a:r>
              <a:rPr lang="zh-CN" altLang="en-US" b="1">
                <a:latin typeface="Times New Roman" panose="02020603050405020304" pitchFamily="18" charset="0"/>
                <a:hlinkClick r:id="rId4" action="ppaction://hlinksldjump"/>
              </a:rPr>
              <a:t> </a:t>
            </a:r>
            <a:endParaRPr lang="zh-CN" altLang="en-US" b="1">
              <a:latin typeface="Times New Roman" panose="02020603050405020304" pitchFamily="18" charset="0"/>
            </a:endParaRPr>
          </a:p>
        </p:txBody>
      </p:sp>
      <p:sp>
        <p:nvSpPr>
          <p:cNvPr id="50181" name="AutoShape 5">
            <a:hlinkClick r:id="rId5" action="ppaction://hlinksldjump" highlightClick="1"/>
            <a:extLst>
              <a:ext uri="{FF2B5EF4-FFF2-40B4-BE49-F238E27FC236}">
                <a16:creationId xmlns:a16="http://schemas.microsoft.com/office/drawing/2014/main" id="{462C6152-065B-EF38-38A5-C572B4A2FC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>
              <a:ea typeface="楷体_GB2312" pitchFamily="49" charset="-122"/>
            </a:endParaRPr>
          </a:p>
        </p:txBody>
      </p:sp>
      <p:sp>
        <p:nvSpPr>
          <p:cNvPr id="50182" name="AutoShape 6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1A868FEC-7661-F368-DA60-2CD8BEF63B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>
              <a:ea typeface="楷体_GB2312" pitchFamily="49" charset="-122"/>
            </a:endParaRPr>
          </a:p>
        </p:txBody>
      </p:sp>
      <p:sp>
        <p:nvSpPr>
          <p:cNvPr id="50183" name="AutoShape 7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E4A3D777-F77F-972D-6AA2-1E99B8F208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>
              <a:ea typeface="楷体_GB2312" pitchFamily="49" charset="-122"/>
            </a:endParaRPr>
          </a:p>
        </p:txBody>
      </p:sp>
      <p:sp>
        <p:nvSpPr>
          <p:cNvPr id="50184" name="AutoShape 8">
            <a:hlinkClick r:id="" action="ppaction://hlinkshowjump?jump=lastslide" highlightClick="1"/>
            <a:extLst>
              <a:ext uri="{FF2B5EF4-FFF2-40B4-BE49-F238E27FC236}">
                <a16:creationId xmlns:a16="http://schemas.microsoft.com/office/drawing/2014/main" id="{292715BA-8BBF-7571-6778-435C1D5027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>
              <a:ea typeface="楷体_GB2312" pitchFamily="49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Text Box 3">
            <a:extLst>
              <a:ext uri="{FF2B5EF4-FFF2-40B4-BE49-F238E27FC236}">
                <a16:creationId xmlns:a16="http://schemas.microsoft.com/office/drawing/2014/main" id="{6B0FA699-9C70-511D-ABF9-C25D6DC876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841500"/>
            <a:ext cx="5148263" cy="151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30000"/>
              </a:lnSpc>
              <a:buFontTx/>
              <a:buBlip>
                <a:blip r:embed="rId3"/>
              </a:buBlip>
            </a:pPr>
            <a:r>
              <a:rPr lang="zh-CN" altLang="en-US" b="1">
                <a:solidFill>
                  <a:srgbClr val="FFFF57"/>
                </a:solidFill>
                <a:latin typeface="Times New Roman" panose="02020603050405020304" pitchFamily="18" charset="0"/>
                <a:ea typeface="楷体_GB2312" pitchFamily="49" charset="-122"/>
              </a:rPr>
              <a:t>  </a:t>
            </a:r>
            <a:r>
              <a:rPr lang="zh-CN" altLang="en-US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当平面波自媒质①向分界面垂直入射时，在媒质①和②之间的分界面上发生反射和透射。</a:t>
            </a:r>
            <a:endParaRPr lang="zh-CN" altLang="en-US" b="1">
              <a:solidFill>
                <a:srgbClr val="FFFF57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2773" name="Rectangle 5">
            <a:extLst>
              <a:ext uri="{FF2B5EF4-FFF2-40B4-BE49-F238E27FC236}">
                <a16:creationId xmlns:a16="http://schemas.microsoft.com/office/drawing/2014/main" id="{518020D2-373C-2021-9D05-3F1311C09FD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07950" y="692150"/>
            <a:ext cx="8604250" cy="5048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altLang="zh-CN" sz="2400" b="1">
                <a:solidFill>
                  <a:srgbClr val="FF7C8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6.2.1  </a:t>
            </a:r>
            <a:r>
              <a:rPr lang="zh-CN" altLang="en-US" sz="2400" b="1">
                <a:solidFill>
                  <a:srgbClr val="FF7C8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多层介质中的场量关系与等效波阻抗</a:t>
            </a:r>
          </a:p>
        </p:txBody>
      </p:sp>
      <p:sp>
        <p:nvSpPr>
          <p:cNvPr id="51204" name="AutoShape 76">
            <a:hlinkClick r:id="rId4" action="ppaction://hlinksldjump" highlightClick="1"/>
            <a:extLst>
              <a:ext uri="{FF2B5EF4-FFF2-40B4-BE49-F238E27FC236}">
                <a16:creationId xmlns:a16="http://schemas.microsoft.com/office/drawing/2014/main" id="{4E3DBA8C-5638-97BA-1D6D-61F2E2130A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>
              <a:ea typeface="楷体_GB2312" pitchFamily="49" charset="-122"/>
            </a:endParaRPr>
          </a:p>
        </p:txBody>
      </p:sp>
      <p:sp>
        <p:nvSpPr>
          <p:cNvPr id="51205" name="AutoShape 77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00B0A347-121A-B5AA-DDF4-C38E2B8DE7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>
              <a:ea typeface="楷体_GB2312" pitchFamily="49" charset="-122"/>
            </a:endParaRPr>
          </a:p>
        </p:txBody>
      </p:sp>
      <p:sp>
        <p:nvSpPr>
          <p:cNvPr id="51206" name="AutoShape 78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6235D1FD-6A04-CAB0-5014-E4B178D3A0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>
              <a:ea typeface="楷体_GB2312" pitchFamily="49" charset="-122"/>
            </a:endParaRPr>
          </a:p>
        </p:txBody>
      </p:sp>
      <p:sp>
        <p:nvSpPr>
          <p:cNvPr id="51207" name="AutoShape 79">
            <a:hlinkClick r:id="" action="ppaction://hlinkshowjump?jump=lastslide" highlightClick="1"/>
            <a:extLst>
              <a:ext uri="{FF2B5EF4-FFF2-40B4-BE49-F238E27FC236}">
                <a16:creationId xmlns:a16="http://schemas.microsoft.com/office/drawing/2014/main" id="{CEBBD14D-B27D-E15B-4148-7DF60269FC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>
              <a:ea typeface="楷体_GB2312" pitchFamily="49" charset="-122"/>
            </a:endParaRPr>
          </a:p>
        </p:txBody>
      </p:sp>
      <p:pic>
        <p:nvPicPr>
          <p:cNvPr id="51208" name="图片 1">
            <a:extLst>
              <a:ext uri="{FF2B5EF4-FFF2-40B4-BE49-F238E27FC236}">
                <a16:creationId xmlns:a16="http://schemas.microsoft.com/office/drawing/2014/main" id="{9BBAC666-C813-F93F-C14E-83FE0B9281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0500" y="1098550"/>
            <a:ext cx="3873500" cy="3770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 Box 3">
            <a:extLst>
              <a:ext uri="{FF2B5EF4-FFF2-40B4-BE49-F238E27FC236}">
                <a16:creationId xmlns:a16="http://schemas.microsoft.com/office/drawing/2014/main" id="{DA3E9023-4881-072C-AE4D-DDB3213D02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4437063"/>
            <a:ext cx="9144000" cy="199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30000"/>
              </a:lnSpc>
            </a:pPr>
            <a:endParaRPr lang="zh-CN" altLang="en-US" b="1">
              <a:solidFill>
                <a:schemeClr val="bg1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algn="just" eaLnBrk="1" hangingPunct="1">
              <a:lnSpc>
                <a:spcPct val="130000"/>
              </a:lnSpc>
              <a:buFontTx/>
              <a:buChar char="•"/>
            </a:pPr>
            <a:r>
              <a:rPr lang="zh-CN" altLang="en-US" b="1">
                <a:solidFill>
                  <a:srgbClr val="FFFF57"/>
                </a:solidFill>
                <a:latin typeface="Times New Roman" panose="02020603050405020304" pitchFamily="18" charset="0"/>
                <a:ea typeface="楷体_GB2312" pitchFamily="49" charset="-122"/>
              </a:rPr>
              <a:t>  </a:t>
            </a:r>
            <a:r>
              <a:rPr lang="zh-CN" altLang="en-US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当透射波到达媒质②和③的分界面时，又发生反射与透射，而且此分界面上的反射波回到媒质①和②的分界面上时再次发生反射与透射</a:t>
            </a:r>
            <a:r>
              <a:rPr lang="zh-CN" altLang="en-US" b="1">
                <a:solidFill>
                  <a:srgbClr val="FFFF57"/>
                </a:solidFill>
                <a:latin typeface="Times New Roman" panose="02020603050405020304" pitchFamily="18" charset="0"/>
                <a:ea typeface="楷体_GB2312" pitchFamily="49" charset="-122"/>
              </a:rPr>
              <a:t>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27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0"/>
                                        <p:tgtEl>
                                          <p:spTgt spid="32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1" grpId="0"/>
      <p:bldP spid="32773" grpId="0"/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2" name="Text Box 4">
            <a:extLst>
              <a:ext uri="{FF2B5EF4-FFF2-40B4-BE49-F238E27FC236}">
                <a16:creationId xmlns:a16="http://schemas.microsoft.com/office/drawing/2014/main" id="{C145FDC5-0EE1-6280-1039-9B582F5A11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6725" y="1412875"/>
            <a:ext cx="8208963" cy="566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30000"/>
              </a:lnSpc>
              <a:buFontTx/>
              <a:buBlip>
                <a:blip r:embed="rId3"/>
              </a:buBlip>
            </a:pPr>
            <a:r>
              <a:rPr lang="zh-CN" altLang="en-US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  在两个分界面上发生多次反射与透射现象。</a:t>
            </a:r>
          </a:p>
        </p:txBody>
      </p:sp>
      <p:sp>
        <p:nvSpPr>
          <p:cNvPr id="53251" name="AutoShape 76">
            <a:hlinkClick r:id="rId4" action="ppaction://hlinksldjump" highlightClick="1"/>
            <a:extLst>
              <a:ext uri="{FF2B5EF4-FFF2-40B4-BE49-F238E27FC236}">
                <a16:creationId xmlns:a16="http://schemas.microsoft.com/office/drawing/2014/main" id="{74F4425E-BF40-F504-5B7C-2F60328924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>
              <a:ea typeface="楷体_GB2312" pitchFamily="49" charset="-122"/>
            </a:endParaRPr>
          </a:p>
        </p:txBody>
      </p:sp>
      <p:sp>
        <p:nvSpPr>
          <p:cNvPr id="53252" name="AutoShape 77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030C977E-3DCA-BC1B-F0A5-F1390E236D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>
              <a:ea typeface="楷体_GB2312" pitchFamily="49" charset="-122"/>
            </a:endParaRPr>
          </a:p>
        </p:txBody>
      </p:sp>
      <p:sp>
        <p:nvSpPr>
          <p:cNvPr id="53253" name="AutoShape 78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56512054-B85D-B8DB-F391-31987B3CC8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>
              <a:ea typeface="楷体_GB2312" pitchFamily="49" charset="-122"/>
            </a:endParaRPr>
          </a:p>
        </p:txBody>
      </p:sp>
      <p:sp>
        <p:nvSpPr>
          <p:cNvPr id="53254" name="AutoShape 79">
            <a:hlinkClick r:id="" action="ppaction://hlinkshowjump?jump=lastslide" highlightClick="1"/>
            <a:extLst>
              <a:ext uri="{FF2B5EF4-FFF2-40B4-BE49-F238E27FC236}">
                <a16:creationId xmlns:a16="http://schemas.microsoft.com/office/drawing/2014/main" id="{60762249-763B-0763-8A8F-EED1EDB0FA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>
              <a:ea typeface="楷体_GB2312" pitchFamily="49" charset="-122"/>
            </a:endParaRPr>
          </a:p>
        </p:txBody>
      </p:sp>
      <p:pic>
        <p:nvPicPr>
          <p:cNvPr id="53255" name="图片 1">
            <a:extLst>
              <a:ext uri="{FF2B5EF4-FFF2-40B4-BE49-F238E27FC236}">
                <a16:creationId xmlns:a16="http://schemas.microsoft.com/office/drawing/2014/main" id="{9C55BD45-125E-F5D5-B7F2-DB71C91078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0500" y="2708275"/>
            <a:ext cx="3873500" cy="3770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794" name="Text Box 2">
            <a:extLst>
              <a:ext uri="{FF2B5EF4-FFF2-40B4-BE49-F238E27FC236}">
                <a16:creationId xmlns:a16="http://schemas.microsoft.com/office/drawing/2014/main" id="{95CB5B64-2155-B6C0-1D6C-846620D429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2133600"/>
            <a:ext cx="8496300" cy="1041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30000"/>
              </a:lnSpc>
              <a:buFontTx/>
              <a:buBlip>
                <a:blip r:embed="rId3"/>
              </a:buBlip>
            </a:pPr>
            <a:r>
              <a:rPr lang="en-US" altLang="zh-CN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  </a:t>
            </a:r>
            <a:r>
              <a:rPr lang="zh-CN" altLang="en-US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媒质①和②中存在两种平面波：向</a:t>
            </a:r>
            <a:r>
              <a:rPr lang="en-US" altLang="zh-CN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+z</a:t>
            </a:r>
            <a:r>
              <a:rPr lang="zh-CN" altLang="en-US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方向传播的波，向</a:t>
            </a:r>
            <a:r>
              <a:rPr lang="en-US" altLang="zh-CN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-z</a:t>
            </a:r>
            <a:r>
              <a:rPr lang="zh-CN" altLang="en-US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方向传播的波。</a:t>
            </a:r>
          </a:p>
        </p:txBody>
      </p:sp>
      <p:sp>
        <p:nvSpPr>
          <p:cNvPr id="752666" name="Text Box 26">
            <a:extLst>
              <a:ext uri="{FF2B5EF4-FFF2-40B4-BE49-F238E27FC236}">
                <a16:creationId xmlns:a16="http://schemas.microsoft.com/office/drawing/2014/main" id="{FD3E3857-593C-4074-ADAC-3DFC955B18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620713"/>
            <a:ext cx="2773362" cy="566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buFontTx/>
              <a:buBlip>
                <a:blip r:embed="rId6"/>
              </a:buBlip>
            </a:pPr>
            <a:r>
              <a:rPr lang="en-US" altLang="zh-CN" b="1">
                <a:solidFill>
                  <a:schemeClr val="bg1"/>
                </a:solidFill>
              </a:rPr>
              <a:t>  </a:t>
            </a:r>
            <a:r>
              <a:rPr lang="zh-CN" altLang="en-US" b="1">
                <a:solidFill>
                  <a:srgbClr val="FFBDDE"/>
                </a:solidFill>
              </a:rPr>
              <a:t>结论</a:t>
            </a:r>
          </a:p>
        </p:txBody>
      </p:sp>
      <p:sp>
        <p:nvSpPr>
          <p:cNvPr id="2" name="Text Box 2">
            <a:extLst>
              <a:ext uri="{FF2B5EF4-FFF2-40B4-BE49-F238E27FC236}">
                <a16:creationId xmlns:a16="http://schemas.microsoft.com/office/drawing/2014/main" id="{B52FB507-1A9B-92E4-73BB-954389597B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3357563"/>
            <a:ext cx="4679950" cy="1041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30000"/>
              </a:lnSpc>
              <a:buFontTx/>
              <a:buBlip>
                <a:blip r:embed="rId3"/>
              </a:buBlip>
            </a:pPr>
            <a:r>
              <a:rPr lang="zh-CN" altLang="en-US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   媒质③中仅存在向</a:t>
            </a:r>
            <a:r>
              <a:rPr lang="en-US" altLang="zh-CN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+z</a:t>
            </a:r>
            <a:r>
              <a:rPr lang="zh-CN" altLang="en-US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方向传播的波。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327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3000"/>
                                        <p:tgtEl>
                                          <p:spTgt spid="337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2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2000"/>
                                        <p:tgtEl>
                                          <p:spTgt spid="7526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3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2" grpId="0"/>
      <p:bldP spid="33794" grpId="0"/>
      <p:bldP spid="752666" grpId="0"/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3795" name="Object 3">
            <a:extLst>
              <a:ext uri="{FF2B5EF4-FFF2-40B4-BE49-F238E27FC236}">
                <a16:creationId xmlns:a16="http://schemas.microsoft.com/office/drawing/2014/main" id="{D67C8919-29B7-7003-0C16-3F5AFBB1103B}"/>
              </a:ext>
            </a:extLst>
          </p:cNvPr>
          <p:cNvGraphicFramePr>
            <a:graphicFrameLocks noGrp="1" noChangeAspect="1"/>
          </p:cNvGraphicFramePr>
          <p:nvPr>
            <p:ph/>
          </p:nvPr>
        </p:nvGraphicFramePr>
        <p:xfrm>
          <a:off x="611188" y="908050"/>
          <a:ext cx="6553200" cy="1349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2801880" imgH="516960" progId="Equation.DSMT4">
                  <p:embed/>
                </p:oleObj>
              </mc:Choice>
              <mc:Fallback>
                <p:oleObj r:id="rId3" imgW="2801880" imgH="516960" progId="Equation.DSMT4">
                  <p:embed/>
                  <p:pic>
                    <p:nvPicPr>
                      <p:cNvPr id="0" name="Object 3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908050"/>
                        <a:ext cx="6553200" cy="1349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796" name="Object 4">
            <a:extLst>
              <a:ext uri="{FF2B5EF4-FFF2-40B4-BE49-F238E27FC236}">
                <a16:creationId xmlns:a16="http://schemas.microsoft.com/office/drawing/2014/main" id="{700430D4-0E2B-E6FB-9E06-E03F222CEF2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1188" y="3068638"/>
          <a:ext cx="8424862" cy="137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3647880" imgH="516960" progId="Equation.DSMT4">
                  <p:embed/>
                </p:oleObj>
              </mc:Choice>
              <mc:Fallback>
                <p:oleObj r:id="rId5" imgW="3647880" imgH="51696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3068638"/>
                        <a:ext cx="8424862" cy="1371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797" name="Object 5">
            <a:extLst>
              <a:ext uri="{FF2B5EF4-FFF2-40B4-BE49-F238E27FC236}">
                <a16:creationId xmlns:a16="http://schemas.microsoft.com/office/drawing/2014/main" id="{913335CC-9E32-4F0A-5B48-090859A0238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93738" y="5132388"/>
          <a:ext cx="5534025" cy="1465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2164680" imgH="516960" progId="Equation.DSMT4">
                  <p:embed/>
                </p:oleObj>
              </mc:Choice>
              <mc:Fallback>
                <p:oleObj r:id="rId7" imgW="2164680" imgH="51696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3738" y="5132388"/>
                        <a:ext cx="5534025" cy="1465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3798" name="Group 6">
            <a:extLst>
              <a:ext uri="{FF2B5EF4-FFF2-40B4-BE49-F238E27FC236}">
                <a16:creationId xmlns:a16="http://schemas.microsoft.com/office/drawing/2014/main" id="{E59DEECD-4365-32F9-8C25-CE17C302BDB8}"/>
              </a:ext>
            </a:extLst>
          </p:cNvPr>
          <p:cNvGrpSpPr>
            <a:grpSpLocks/>
          </p:cNvGrpSpPr>
          <p:nvPr/>
        </p:nvGrpSpPr>
        <p:grpSpPr bwMode="auto">
          <a:xfrm>
            <a:off x="6505575" y="1339850"/>
            <a:ext cx="2098675" cy="788988"/>
            <a:chOff x="3833" y="1738"/>
            <a:chExt cx="1322" cy="497"/>
          </a:xfrm>
        </p:grpSpPr>
        <p:graphicFrame>
          <p:nvGraphicFramePr>
            <p:cNvPr id="55322" name="Object 7">
              <a:extLst>
                <a:ext uri="{FF2B5EF4-FFF2-40B4-BE49-F238E27FC236}">
                  <a16:creationId xmlns:a16="http://schemas.microsoft.com/office/drawing/2014/main" id="{A1AF4C79-E10E-1332-FA18-C14024378EA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464" y="1738"/>
            <a:ext cx="691" cy="4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9" imgW="472320" imgH="318960" progId="Equation.DSMT4">
                    <p:embed/>
                  </p:oleObj>
                </mc:Choice>
                <mc:Fallback>
                  <p:oleObj r:id="rId9" imgW="472320" imgH="318960" progId="Equation.DSMT4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64" y="1738"/>
                          <a:ext cx="691" cy="497"/>
                        </a:xfrm>
                        <a:prstGeom prst="rect">
                          <a:avLst/>
                        </a:prstGeom>
                        <a:solidFill>
                          <a:srgbClr val="CCFFFF"/>
                        </a:solidFill>
                        <a:ln w="25400">
                          <a:solidFill>
                            <a:srgbClr val="FF0000"/>
                          </a:solidFill>
                          <a:miter lim="800000"/>
                          <a:headEnd/>
                          <a:tailEnd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5323" name="Line 8">
              <a:extLst>
                <a:ext uri="{FF2B5EF4-FFF2-40B4-BE49-F238E27FC236}">
                  <a16:creationId xmlns:a16="http://schemas.microsoft.com/office/drawing/2014/main" id="{42D30DC3-A757-CF2F-CC21-B2948DD573C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833" y="1752"/>
              <a:ext cx="635" cy="227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3801" name="Group 9">
            <a:extLst>
              <a:ext uri="{FF2B5EF4-FFF2-40B4-BE49-F238E27FC236}">
                <a16:creationId xmlns:a16="http://schemas.microsoft.com/office/drawing/2014/main" id="{29044D9E-46C2-7DDD-A8C1-D1B1DA73360A}"/>
              </a:ext>
            </a:extLst>
          </p:cNvPr>
          <p:cNvGrpSpPr>
            <a:grpSpLocks/>
          </p:cNvGrpSpPr>
          <p:nvPr/>
        </p:nvGrpSpPr>
        <p:grpSpPr bwMode="auto">
          <a:xfrm>
            <a:off x="5880100" y="3427413"/>
            <a:ext cx="3084513" cy="1049337"/>
            <a:chOff x="3787" y="2568"/>
            <a:chExt cx="1943" cy="661"/>
          </a:xfrm>
        </p:grpSpPr>
        <p:graphicFrame>
          <p:nvGraphicFramePr>
            <p:cNvPr id="55320" name="Object 10">
              <a:extLst>
                <a:ext uri="{FF2B5EF4-FFF2-40B4-BE49-F238E27FC236}">
                  <a16:creationId xmlns:a16="http://schemas.microsoft.com/office/drawing/2014/main" id="{6D5DCE9A-2C56-7CAC-7F53-090AEF36F2A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019" y="2704"/>
            <a:ext cx="711" cy="5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1" imgW="428400" imgH="297000" progId="Equation.DSMT4">
                    <p:embed/>
                  </p:oleObj>
                </mc:Choice>
                <mc:Fallback>
                  <p:oleObj r:id="rId11" imgW="428400" imgH="297000" progId="Equation.DSMT4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19" y="2704"/>
                          <a:ext cx="711" cy="525"/>
                        </a:xfrm>
                        <a:prstGeom prst="rect">
                          <a:avLst/>
                        </a:prstGeom>
                        <a:solidFill>
                          <a:srgbClr val="CCFFFF"/>
                        </a:solidFill>
                        <a:ln w="25400">
                          <a:solidFill>
                            <a:srgbClr val="FF0000"/>
                          </a:solidFill>
                          <a:miter lim="800000"/>
                          <a:headEnd/>
                          <a:tailEnd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5321" name="Line 11">
              <a:extLst>
                <a:ext uri="{FF2B5EF4-FFF2-40B4-BE49-F238E27FC236}">
                  <a16:creationId xmlns:a16="http://schemas.microsoft.com/office/drawing/2014/main" id="{D7DDAC5A-EE32-6B0F-386E-476145F5B7D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787" y="2568"/>
              <a:ext cx="1225" cy="408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3804" name="Group 12">
            <a:extLst>
              <a:ext uri="{FF2B5EF4-FFF2-40B4-BE49-F238E27FC236}">
                <a16:creationId xmlns:a16="http://schemas.microsoft.com/office/drawing/2014/main" id="{6C007845-D6B7-BD15-93E0-C445C9806EEB}"/>
              </a:ext>
            </a:extLst>
          </p:cNvPr>
          <p:cNvGrpSpPr>
            <a:grpSpLocks/>
          </p:cNvGrpSpPr>
          <p:nvPr/>
        </p:nvGrpSpPr>
        <p:grpSpPr bwMode="auto">
          <a:xfrm>
            <a:off x="4370388" y="4076700"/>
            <a:ext cx="3081337" cy="857250"/>
            <a:chOff x="2789" y="2916"/>
            <a:chExt cx="1868" cy="540"/>
          </a:xfrm>
        </p:grpSpPr>
        <p:graphicFrame>
          <p:nvGraphicFramePr>
            <p:cNvPr id="55318" name="Object 13">
              <a:extLst>
                <a:ext uri="{FF2B5EF4-FFF2-40B4-BE49-F238E27FC236}">
                  <a16:creationId xmlns:a16="http://schemas.microsoft.com/office/drawing/2014/main" id="{F7C32285-BADE-FC3A-1632-C9A8A30C34E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863" y="2916"/>
            <a:ext cx="794" cy="5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3" imgW="505440" imgH="318960" progId="Equation.DSMT4">
                    <p:embed/>
                  </p:oleObj>
                </mc:Choice>
                <mc:Fallback>
                  <p:oleObj r:id="rId13" imgW="505440" imgH="318960" progId="Equation.DSMT4">
                    <p:embed/>
                    <p:pic>
                      <p:nvPicPr>
                        <p:cNvPr id="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63" y="2916"/>
                          <a:ext cx="794" cy="540"/>
                        </a:xfrm>
                        <a:prstGeom prst="rect">
                          <a:avLst/>
                        </a:prstGeom>
                        <a:solidFill>
                          <a:srgbClr val="CCFFFF"/>
                        </a:solidFill>
                        <a:ln w="25400">
                          <a:solidFill>
                            <a:srgbClr val="FF0000"/>
                          </a:solidFill>
                          <a:miter lim="800000"/>
                          <a:headEnd/>
                          <a:tailEnd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5319" name="Line 14">
              <a:extLst>
                <a:ext uri="{FF2B5EF4-FFF2-40B4-BE49-F238E27FC236}">
                  <a16:creationId xmlns:a16="http://schemas.microsoft.com/office/drawing/2014/main" id="{749BAD39-14CC-F7C0-63E3-0739E7A6BB2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789" y="2931"/>
              <a:ext cx="1089" cy="227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3807" name="Group 15">
            <a:extLst>
              <a:ext uri="{FF2B5EF4-FFF2-40B4-BE49-F238E27FC236}">
                <a16:creationId xmlns:a16="http://schemas.microsoft.com/office/drawing/2014/main" id="{3D9B1161-65E8-B113-6DD3-4CEC7B14514B}"/>
              </a:ext>
            </a:extLst>
          </p:cNvPr>
          <p:cNvGrpSpPr>
            <a:grpSpLocks/>
          </p:cNvGrpSpPr>
          <p:nvPr/>
        </p:nvGrpSpPr>
        <p:grpSpPr bwMode="auto">
          <a:xfrm>
            <a:off x="4654550" y="5611813"/>
            <a:ext cx="3086100" cy="881062"/>
            <a:chOff x="2789" y="3521"/>
            <a:chExt cx="1944" cy="555"/>
          </a:xfrm>
        </p:grpSpPr>
        <p:graphicFrame>
          <p:nvGraphicFramePr>
            <p:cNvPr id="55316" name="Object 16">
              <a:extLst>
                <a:ext uri="{FF2B5EF4-FFF2-40B4-BE49-F238E27FC236}">
                  <a16:creationId xmlns:a16="http://schemas.microsoft.com/office/drawing/2014/main" id="{A703B400-2FE8-3BAC-54A1-9A4D5500A4C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014" y="3566"/>
            <a:ext cx="719" cy="5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5" imgW="450360" imgH="297000" progId="Equation.DSMT4">
                    <p:embed/>
                  </p:oleObj>
                </mc:Choice>
                <mc:Fallback>
                  <p:oleObj r:id="rId15" imgW="450360" imgH="297000" progId="Equation.DSMT4">
                    <p:embed/>
                    <p:pic>
                      <p:nvPicPr>
                        <p:cNvPr id="0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14" y="3566"/>
                          <a:ext cx="719" cy="510"/>
                        </a:xfrm>
                        <a:prstGeom prst="rect">
                          <a:avLst/>
                        </a:prstGeom>
                        <a:solidFill>
                          <a:srgbClr val="CCFFFF"/>
                        </a:solidFill>
                        <a:ln w="25400">
                          <a:solidFill>
                            <a:srgbClr val="FF0000"/>
                          </a:solidFill>
                          <a:miter lim="800000"/>
                          <a:headEnd/>
                          <a:tailEnd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5317" name="Line 17">
              <a:extLst>
                <a:ext uri="{FF2B5EF4-FFF2-40B4-BE49-F238E27FC236}">
                  <a16:creationId xmlns:a16="http://schemas.microsoft.com/office/drawing/2014/main" id="{4C4DD58F-32D4-095A-7B07-D2491BED0FF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789" y="3521"/>
              <a:ext cx="1225" cy="317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5305" name="AutoShape 18">
            <a:hlinkClick r:id="rId17" action="ppaction://hlinksldjump" highlightClick="1"/>
            <a:extLst>
              <a:ext uri="{FF2B5EF4-FFF2-40B4-BE49-F238E27FC236}">
                <a16:creationId xmlns:a16="http://schemas.microsoft.com/office/drawing/2014/main" id="{24BD846A-2C74-A31D-3E1D-0526501780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>
              <a:ea typeface="楷体_GB2312" pitchFamily="49" charset="-122"/>
            </a:endParaRPr>
          </a:p>
        </p:txBody>
      </p:sp>
      <p:sp>
        <p:nvSpPr>
          <p:cNvPr id="55306" name="AutoShape 19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66642FF3-8C8E-0A67-DA20-D29134D1DB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>
              <a:ea typeface="楷体_GB2312" pitchFamily="49" charset="-122"/>
            </a:endParaRPr>
          </a:p>
        </p:txBody>
      </p:sp>
      <p:sp>
        <p:nvSpPr>
          <p:cNvPr id="55307" name="AutoShape 20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FC9DB779-B0DA-302E-B0EF-8646913074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>
              <a:ea typeface="楷体_GB2312" pitchFamily="49" charset="-122"/>
            </a:endParaRPr>
          </a:p>
        </p:txBody>
      </p:sp>
      <p:sp>
        <p:nvSpPr>
          <p:cNvPr id="55308" name="AutoShape 21">
            <a:hlinkClick r:id="" action="ppaction://hlinkshowjump?jump=lastslide" highlightClick="1"/>
            <a:extLst>
              <a:ext uri="{FF2B5EF4-FFF2-40B4-BE49-F238E27FC236}">
                <a16:creationId xmlns:a16="http://schemas.microsoft.com/office/drawing/2014/main" id="{A42169CA-4707-14F0-0AE1-E532837E38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>
              <a:ea typeface="楷体_GB2312" pitchFamily="49" charset="-122"/>
            </a:endParaRPr>
          </a:p>
        </p:txBody>
      </p:sp>
      <p:sp>
        <p:nvSpPr>
          <p:cNvPr id="643114" name="Text Box 42">
            <a:extLst>
              <a:ext uri="{FF2B5EF4-FFF2-40B4-BE49-F238E27FC236}">
                <a16:creationId xmlns:a16="http://schemas.microsoft.com/office/drawing/2014/main" id="{793B11BD-50DE-92D0-C9A7-913B343BAB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" y="333375"/>
            <a:ext cx="4176713" cy="566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buFontTx/>
              <a:buBlip>
                <a:blip r:embed="rId18"/>
              </a:buBlip>
            </a:pPr>
            <a:r>
              <a:rPr lang="en-US" altLang="zh-CN" b="1">
                <a:solidFill>
                  <a:schemeClr val="bg1"/>
                </a:solidFill>
              </a:rPr>
              <a:t>   </a:t>
            </a:r>
            <a:r>
              <a:rPr lang="zh-CN" altLang="en-US" b="1">
                <a:solidFill>
                  <a:srgbClr val="FFBDDE"/>
                </a:solidFill>
              </a:rPr>
              <a:t>媒质</a:t>
            </a:r>
            <a:r>
              <a:rPr lang="en-US" altLang="zh-CN" b="1">
                <a:solidFill>
                  <a:srgbClr val="FFBDDE"/>
                </a:solidFill>
              </a:rPr>
              <a:t>1</a:t>
            </a:r>
            <a:r>
              <a:rPr lang="zh-CN" altLang="en-US" b="1">
                <a:solidFill>
                  <a:srgbClr val="FFBDDE"/>
                </a:solidFill>
              </a:rPr>
              <a:t>中的合成波</a:t>
            </a:r>
          </a:p>
        </p:txBody>
      </p:sp>
      <p:sp>
        <p:nvSpPr>
          <p:cNvPr id="2" name="Text Box 42">
            <a:extLst>
              <a:ext uri="{FF2B5EF4-FFF2-40B4-BE49-F238E27FC236}">
                <a16:creationId xmlns:a16="http://schemas.microsoft.com/office/drawing/2014/main" id="{74B2B6CD-517B-0CD5-0C27-1B36B32FF5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" y="2349500"/>
            <a:ext cx="4176713" cy="566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buFontTx/>
              <a:buBlip>
                <a:blip r:embed="rId18"/>
              </a:buBlip>
            </a:pPr>
            <a:r>
              <a:rPr lang="en-US" altLang="zh-CN" b="1">
                <a:solidFill>
                  <a:schemeClr val="bg1"/>
                </a:solidFill>
              </a:rPr>
              <a:t>   </a:t>
            </a:r>
            <a:r>
              <a:rPr lang="zh-CN" altLang="en-US" b="1">
                <a:solidFill>
                  <a:srgbClr val="FFBDDE"/>
                </a:solidFill>
              </a:rPr>
              <a:t>媒质</a:t>
            </a:r>
            <a:r>
              <a:rPr lang="en-US" altLang="zh-CN" b="1">
                <a:solidFill>
                  <a:srgbClr val="FFBDDE"/>
                </a:solidFill>
              </a:rPr>
              <a:t>2</a:t>
            </a:r>
            <a:r>
              <a:rPr lang="zh-CN" altLang="en-US" b="1">
                <a:solidFill>
                  <a:srgbClr val="FFBDDE"/>
                </a:solidFill>
              </a:rPr>
              <a:t>中的合成波</a:t>
            </a:r>
          </a:p>
        </p:txBody>
      </p:sp>
      <p:sp>
        <p:nvSpPr>
          <p:cNvPr id="3" name="Text Box 42">
            <a:extLst>
              <a:ext uri="{FF2B5EF4-FFF2-40B4-BE49-F238E27FC236}">
                <a16:creationId xmlns:a16="http://schemas.microsoft.com/office/drawing/2014/main" id="{5C91B566-A2D9-3C64-DA6C-13F87A4EF2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4508500"/>
            <a:ext cx="4176712" cy="566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buFontTx/>
              <a:buBlip>
                <a:blip r:embed="rId18"/>
              </a:buBlip>
            </a:pPr>
            <a:r>
              <a:rPr lang="en-US" altLang="zh-CN" b="1">
                <a:solidFill>
                  <a:schemeClr val="bg1"/>
                </a:solidFill>
              </a:rPr>
              <a:t>   </a:t>
            </a:r>
            <a:r>
              <a:rPr lang="zh-CN" altLang="en-US" b="1">
                <a:solidFill>
                  <a:srgbClr val="FFBDDE"/>
                </a:solidFill>
              </a:rPr>
              <a:t>媒质</a:t>
            </a:r>
            <a:r>
              <a:rPr lang="en-US" altLang="zh-CN" b="1">
                <a:solidFill>
                  <a:srgbClr val="FFBDDE"/>
                </a:solidFill>
              </a:rPr>
              <a:t>3</a:t>
            </a:r>
            <a:r>
              <a:rPr lang="zh-CN" altLang="en-US" b="1">
                <a:solidFill>
                  <a:srgbClr val="FFBDDE"/>
                </a:solidFill>
              </a:rPr>
              <a:t>中的透射波</a:t>
            </a:r>
          </a:p>
        </p:txBody>
      </p:sp>
      <p:sp>
        <p:nvSpPr>
          <p:cNvPr id="4" name="Text Box 42">
            <a:extLst>
              <a:ext uri="{FF2B5EF4-FFF2-40B4-BE49-F238E27FC236}">
                <a16:creationId xmlns:a16="http://schemas.microsoft.com/office/drawing/2014/main" id="{E3976DAE-D37B-A198-2BF1-E67F66E399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4005263"/>
            <a:ext cx="2016125" cy="885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zh-CN" altLang="en-US" sz="2000" b="1">
                <a:solidFill>
                  <a:srgbClr val="FF66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分界面</a:t>
            </a:r>
            <a:r>
              <a:rPr lang="en-US" altLang="zh-CN" sz="2000" b="1">
                <a:solidFill>
                  <a:srgbClr val="FF66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z=d</a:t>
            </a:r>
            <a:r>
              <a:rPr lang="zh-CN" altLang="en-US" sz="2000" b="1">
                <a:solidFill>
                  <a:srgbClr val="FF66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处</a:t>
            </a:r>
          </a:p>
          <a:p>
            <a:pPr eaLnBrk="1" hangingPunct="1">
              <a:lnSpc>
                <a:spcPct val="130000"/>
              </a:lnSpc>
            </a:pPr>
            <a:r>
              <a:rPr lang="zh-CN" altLang="en-US" sz="2000" b="1">
                <a:solidFill>
                  <a:srgbClr val="FF66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的反射系数</a:t>
            </a:r>
          </a:p>
        </p:txBody>
      </p:sp>
      <p:sp>
        <p:nvSpPr>
          <p:cNvPr id="5" name="Text Box 42">
            <a:extLst>
              <a:ext uri="{FF2B5EF4-FFF2-40B4-BE49-F238E27FC236}">
                <a16:creationId xmlns:a16="http://schemas.microsoft.com/office/drawing/2014/main" id="{1094A5F4-627A-6EF9-9F73-2088200DA3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67625" y="4581525"/>
            <a:ext cx="1657350" cy="885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zh-CN" altLang="en-US" sz="2000" b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分界面</a:t>
            </a:r>
            <a:r>
              <a:rPr lang="en-US" altLang="zh-CN" sz="2000" b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z=0</a:t>
            </a:r>
            <a:r>
              <a:rPr lang="zh-CN" altLang="en-US" sz="2000" b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处</a:t>
            </a:r>
          </a:p>
          <a:p>
            <a:pPr eaLnBrk="1" hangingPunct="1">
              <a:lnSpc>
                <a:spcPct val="130000"/>
              </a:lnSpc>
            </a:pPr>
            <a:r>
              <a:rPr lang="zh-CN" altLang="en-US" sz="2000" b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的透射系数</a:t>
            </a:r>
          </a:p>
        </p:txBody>
      </p:sp>
      <p:sp>
        <p:nvSpPr>
          <p:cNvPr id="6" name="Text Box 42">
            <a:extLst>
              <a:ext uri="{FF2B5EF4-FFF2-40B4-BE49-F238E27FC236}">
                <a16:creationId xmlns:a16="http://schemas.microsoft.com/office/drawing/2014/main" id="{66851516-73C2-7372-2CF4-2FDAAA7277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0425" y="1268413"/>
            <a:ext cx="2016125" cy="885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zh-CN" altLang="en-US" sz="2000" b="1">
                <a:solidFill>
                  <a:srgbClr val="FF66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分界面</a:t>
            </a:r>
            <a:r>
              <a:rPr lang="en-US" altLang="zh-CN" sz="2000" b="1">
                <a:solidFill>
                  <a:srgbClr val="FF66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z=0</a:t>
            </a:r>
            <a:r>
              <a:rPr lang="zh-CN" altLang="en-US" sz="2000" b="1">
                <a:solidFill>
                  <a:srgbClr val="FF66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处</a:t>
            </a:r>
          </a:p>
          <a:p>
            <a:pPr eaLnBrk="1" hangingPunct="1">
              <a:lnSpc>
                <a:spcPct val="130000"/>
              </a:lnSpc>
            </a:pPr>
            <a:r>
              <a:rPr lang="zh-CN" altLang="en-US" sz="2000" b="1">
                <a:solidFill>
                  <a:srgbClr val="FF66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的反射系数</a:t>
            </a:r>
          </a:p>
        </p:txBody>
      </p:sp>
      <p:sp>
        <p:nvSpPr>
          <p:cNvPr id="7" name="Text Box 42">
            <a:extLst>
              <a:ext uri="{FF2B5EF4-FFF2-40B4-BE49-F238E27FC236}">
                <a16:creationId xmlns:a16="http://schemas.microsoft.com/office/drawing/2014/main" id="{C2BD9542-F947-456A-4E81-553BBA67D9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3800" y="5589588"/>
            <a:ext cx="1657350" cy="885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zh-CN" altLang="en-US" sz="2000" b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分界面</a:t>
            </a:r>
            <a:r>
              <a:rPr lang="en-US" altLang="zh-CN" sz="2000" b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z=d</a:t>
            </a:r>
            <a:r>
              <a:rPr lang="zh-CN" altLang="en-US" sz="2000" b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处</a:t>
            </a:r>
          </a:p>
          <a:p>
            <a:pPr eaLnBrk="1" hangingPunct="1">
              <a:lnSpc>
                <a:spcPct val="130000"/>
              </a:lnSpc>
            </a:pPr>
            <a:r>
              <a:rPr lang="zh-CN" altLang="en-US" sz="2000" b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的透射系数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3000"/>
                                        <p:tgtEl>
                                          <p:spTgt spid="337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3000"/>
                                        <p:tgtEl>
                                          <p:spTgt spid="33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3001"/>
                            </p:stCondLst>
                            <p:childTnLst>
                              <p:par>
                                <p:cTn id="2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3000"/>
                                        <p:tgtEl>
                                          <p:spTgt spid="33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3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2000"/>
                                        <p:tgtEl>
                                          <p:spTgt spid="643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3114" grpId="0"/>
      <p:bldP spid="2" grpId="0"/>
      <p:bldP spid="3" grpId="0"/>
      <p:bldP spid="4" grpId="0"/>
      <p:bldP spid="5" grpId="0"/>
      <p:bldP spid="6" grpId="0"/>
      <p:bldP spid="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4818" name="Object 2">
            <a:extLst>
              <a:ext uri="{FF2B5EF4-FFF2-40B4-BE49-F238E27FC236}">
                <a16:creationId xmlns:a16="http://schemas.microsoft.com/office/drawing/2014/main" id="{0C2F2879-97DF-9DD2-30A3-AB9ADD52200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19250" y="3500438"/>
          <a:ext cx="4005263" cy="882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615320" imgH="297000" progId="Equation.DSMT4">
                  <p:embed/>
                </p:oleObj>
              </mc:Choice>
              <mc:Fallback>
                <p:oleObj r:id="rId3" imgW="1615320" imgH="2970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250" y="3500438"/>
                        <a:ext cx="4005263" cy="882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19" name="Object 3">
            <a:extLst>
              <a:ext uri="{FF2B5EF4-FFF2-40B4-BE49-F238E27FC236}">
                <a16:creationId xmlns:a16="http://schemas.microsoft.com/office/drawing/2014/main" id="{ABD058F6-61F9-C085-D0E8-F3C06C91714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19250" y="1484313"/>
          <a:ext cx="1943100" cy="847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780120" imgH="297000" progId="Equation.3">
                  <p:embed/>
                </p:oleObj>
              </mc:Choice>
              <mc:Fallback>
                <p:oleObj r:id="rId5" imgW="780120" imgH="2970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250" y="1484313"/>
                        <a:ext cx="1943100" cy="847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20" name="Object 4">
            <a:extLst>
              <a:ext uri="{FF2B5EF4-FFF2-40B4-BE49-F238E27FC236}">
                <a16:creationId xmlns:a16="http://schemas.microsoft.com/office/drawing/2014/main" id="{4BA9EA87-3BDB-6626-21C9-ECCB3241419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92275" y="2909888"/>
          <a:ext cx="3533775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1329480" imgH="132120" progId="Equation.DSMT4">
                  <p:embed/>
                </p:oleObj>
              </mc:Choice>
              <mc:Fallback>
                <p:oleObj r:id="rId7" imgW="1329480" imgH="13212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2275" y="2909888"/>
                        <a:ext cx="3533775" cy="523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21" name="Object 5">
            <a:extLst>
              <a:ext uri="{FF2B5EF4-FFF2-40B4-BE49-F238E27FC236}">
                <a16:creationId xmlns:a16="http://schemas.microsoft.com/office/drawing/2014/main" id="{2E052B21-3783-EAD0-5F92-DCFD403E2BD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92275" y="1012825"/>
          <a:ext cx="1441450" cy="471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9" imgW="494280" imgH="110160" progId="Equation.3">
                  <p:embed/>
                </p:oleObj>
              </mc:Choice>
              <mc:Fallback>
                <p:oleObj r:id="rId9" imgW="494280" imgH="11016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2275" y="1012825"/>
                        <a:ext cx="1441450" cy="471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350" name="Text Box 7">
            <a:extLst>
              <a:ext uri="{FF2B5EF4-FFF2-40B4-BE49-F238E27FC236}">
                <a16:creationId xmlns:a16="http://schemas.microsoft.com/office/drawing/2014/main" id="{FC8B5EEC-B849-654D-8D9C-79156F0D05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333375"/>
            <a:ext cx="8785225" cy="639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zh-CN" altLang="en-US" b="1">
                <a:solidFill>
                  <a:schemeClr val="bg1"/>
                </a:solidFill>
                <a:ea typeface="楷体_GB2312" pitchFamily="49" charset="-122"/>
              </a:rPr>
              <a:t>在</a:t>
            </a:r>
            <a:r>
              <a:rPr lang="zh-CN" altLang="en-US" b="1">
                <a:solidFill>
                  <a:srgbClr val="FFBDDE"/>
                </a:solidFill>
                <a:latin typeface="Times New Roman" panose="02020603050405020304" pitchFamily="18" charset="0"/>
                <a:ea typeface="楷体_GB2312" pitchFamily="49" charset="-122"/>
              </a:rPr>
              <a:t>分界面</a:t>
            </a:r>
            <a:r>
              <a:rPr lang="en-US" altLang="zh-CN" i="1">
                <a:solidFill>
                  <a:srgbClr val="FFBDDE"/>
                </a:solidFill>
                <a:latin typeface="Times New Roman" panose="02020603050405020304" pitchFamily="18" charset="0"/>
                <a:ea typeface="楷体_GB2312" pitchFamily="49" charset="-122"/>
              </a:rPr>
              <a:t>z</a:t>
            </a:r>
            <a:r>
              <a:rPr lang="en-US" altLang="zh-CN">
                <a:solidFill>
                  <a:srgbClr val="FFBDDE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en-US" altLang="zh-CN">
                <a:solidFill>
                  <a:srgbClr val="FFBDDE"/>
                </a:solidFill>
                <a:latin typeface="Arial Unicode MS" pitchFamily="34" charset="-122"/>
                <a:ea typeface="Arial Unicode MS" pitchFamily="34" charset="-122"/>
              </a:rPr>
              <a:t>= </a:t>
            </a:r>
            <a:r>
              <a:rPr lang="en-US" altLang="zh-CN" i="1">
                <a:solidFill>
                  <a:srgbClr val="FFBDDE"/>
                </a:solidFill>
                <a:latin typeface="Times New Roman" panose="02020603050405020304" pitchFamily="18" charset="0"/>
                <a:ea typeface="楷体_GB2312" pitchFamily="49" charset="-122"/>
              </a:rPr>
              <a:t>d</a:t>
            </a:r>
            <a:r>
              <a:rPr lang="zh-CN" altLang="en-US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上</a:t>
            </a:r>
            <a:r>
              <a:rPr lang="zh-CN" altLang="en-US" i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 ，                                             ，</a:t>
            </a:r>
            <a:r>
              <a:rPr lang="zh-CN" altLang="en-US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得</a:t>
            </a:r>
          </a:p>
        </p:txBody>
      </p:sp>
      <p:graphicFrame>
        <p:nvGraphicFramePr>
          <p:cNvPr id="57351" name="Object 8">
            <a:extLst>
              <a:ext uri="{FF2B5EF4-FFF2-40B4-BE49-F238E27FC236}">
                <a16:creationId xmlns:a16="http://schemas.microsoft.com/office/drawing/2014/main" id="{1BE7C34C-E407-F6E4-3AAB-FB5DC9B2622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16238" y="504825"/>
          <a:ext cx="3495675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1" imgW="1637280" imgH="120960" progId="Equation.3">
                  <p:embed/>
                </p:oleObj>
              </mc:Choice>
              <mc:Fallback>
                <p:oleObj r:id="rId11" imgW="1637280" imgH="12096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6238" y="504825"/>
                        <a:ext cx="3495675" cy="403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4825" name="Group 9">
            <a:extLst>
              <a:ext uri="{FF2B5EF4-FFF2-40B4-BE49-F238E27FC236}">
                <a16:creationId xmlns:a16="http://schemas.microsoft.com/office/drawing/2014/main" id="{3273645E-00B9-FD29-52F4-A1204D51BDBA}"/>
              </a:ext>
            </a:extLst>
          </p:cNvPr>
          <p:cNvGrpSpPr>
            <a:grpSpLocks/>
          </p:cNvGrpSpPr>
          <p:nvPr/>
        </p:nvGrpSpPr>
        <p:grpSpPr bwMode="auto">
          <a:xfrm>
            <a:off x="395288" y="2212975"/>
            <a:ext cx="8077200" cy="639763"/>
            <a:chOff x="105" y="1394"/>
            <a:chExt cx="5088" cy="403"/>
          </a:xfrm>
        </p:grpSpPr>
        <p:sp>
          <p:nvSpPr>
            <p:cNvPr id="57369" name="Text Box 10">
              <a:extLst>
                <a:ext uri="{FF2B5EF4-FFF2-40B4-BE49-F238E27FC236}">
                  <a16:creationId xmlns:a16="http://schemas.microsoft.com/office/drawing/2014/main" id="{36742666-4858-1CEE-8524-1D13922A46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5" y="1394"/>
              <a:ext cx="5088" cy="4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50000"/>
                </a:lnSpc>
                <a:spcBef>
                  <a:spcPct val="50000"/>
                </a:spcBef>
              </a:pPr>
              <a:r>
                <a:rPr lang="zh-CN" altLang="en-US" b="1">
                  <a:solidFill>
                    <a:schemeClr val="bg1"/>
                  </a:solidFill>
                  <a:ea typeface="楷体_GB2312" pitchFamily="49" charset="-122"/>
                </a:rPr>
                <a:t>在</a:t>
              </a:r>
              <a:r>
                <a:rPr lang="zh-CN" altLang="en-US" b="1">
                  <a:solidFill>
                    <a:srgbClr val="FFBDDE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分界面</a:t>
              </a:r>
              <a:r>
                <a:rPr lang="en-US" altLang="zh-CN" i="1">
                  <a:solidFill>
                    <a:srgbClr val="FFBDDE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z</a:t>
              </a:r>
              <a:r>
                <a:rPr lang="en-US" altLang="zh-CN">
                  <a:solidFill>
                    <a:srgbClr val="FFBDDE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 = 0</a:t>
              </a:r>
              <a:r>
                <a:rPr lang="en-US" altLang="zh-CN" i="1">
                  <a:solidFill>
                    <a:srgbClr val="FFBDDE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 </a:t>
              </a:r>
              <a:r>
                <a:rPr lang="zh-CN" altLang="en-US" b="1">
                  <a:solidFill>
                    <a:schemeClr val="bg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上，                                           ，得</a:t>
              </a:r>
            </a:p>
          </p:txBody>
        </p:sp>
        <p:graphicFrame>
          <p:nvGraphicFramePr>
            <p:cNvPr id="57370" name="Object 11">
              <a:extLst>
                <a:ext uri="{FF2B5EF4-FFF2-40B4-BE49-F238E27FC236}">
                  <a16:creationId xmlns:a16="http://schemas.microsoft.com/office/drawing/2014/main" id="{A5AAC88E-D74A-77B4-D081-AB1AA459DC8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701" y="1480"/>
            <a:ext cx="2088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3" imgW="1549080" imgH="110160" progId="Equation.3">
                    <p:embed/>
                  </p:oleObj>
                </mc:Choice>
                <mc:Fallback>
                  <p:oleObj r:id="rId13" imgW="1549080" imgH="110160" progId="Equation.3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01" y="1480"/>
                          <a:ext cx="2088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4828" name="AutoShape 12">
            <a:extLst>
              <a:ext uri="{FF2B5EF4-FFF2-40B4-BE49-F238E27FC236}">
                <a16:creationId xmlns:a16="http://schemas.microsoft.com/office/drawing/2014/main" id="{C0832916-AC1E-BC3C-8D05-CCAF4FD132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24300" y="1484313"/>
            <a:ext cx="936625" cy="288925"/>
          </a:xfrm>
          <a:prstGeom prst="rightArrow">
            <a:avLst>
              <a:gd name="adj1" fmla="val 50000"/>
              <a:gd name="adj2" fmla="val 80984"/>
            </a:avLst>
          </a:prstGeom>
          <a:solidFill>
            <a:srgbClr val="FFCC99"/>
          </a:solidFill>
          <a:ln w="25400">
            <a:solidFill>
              <a:srgbClr val="9933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>
              <a:ea typeface="楷体_GB2312" pitchFamily="49" charset="-122"/>
            </a:endParaRPr>
          </a:p>
        </p:txBody>
      </p:sp>
      <p:graphicFrame>
        <p:nvGraphicFramePr>
          <p:cNvPr id="34829" name="Object 13">
            <a:extLst>
              <a:ext uri="{FF2B5EF4-FFF2-40B4-BE49-F238E27FC236}">
                <a16:creationId xmlns:a16="http://schemas.microsoft.com/office/drawing/2014/main" id="{1F082240-5D29-C038-225D-4C9EE94C8CF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43500" y="1196975"/>
          <a:ext cx="1693863" cy="873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5" imgW="648360" imgH="297000" progId="Equation.3">
                  <p:embed/>
                </p:oleObj>
              </mc:Choice>
              <mc:Fallback>
                <p:oleObj r:id="rId15" imgW="648360" imgH="29700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3500" y="1196975"/>
                        <a:ext cx="1693863" cy="873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30" name="Object 14">
            <a:extLst>
              <a:ext uri="{FF2B5EF4-FFF2-40B4-BE49-F238E27FC236}">
                <a16:creationId xmlns:a16="http://schemas.microsoft.com/office/drawing/2014/main" id="{D13D1E97-D7E3-5240-4563-E17A4E1B2F6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53263" y="1190625"/>
          <a:ext cx="1663700" cy="942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7" imgW="582480" imgH="297000" progId="Equation.3">
                  <p:embed/>
                </p:oleObj>
              </mc:Choice>
              <mc:Fallback>
                <p:oleObj r:id="rId17" imgW="582480" imgH="29700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53263" y="1190625"/>
                        <a:ext cx="1663700" cy="942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31" name="Object 15">
            <a:extLst>
              <a:ext uri="{FF2B5EF4-FFF2-40B4-BE49-F238E27FC236}">
                <a16:creationId xmlns:a16="http://schemas.microsoft.com/office/drawing/2014/main" id="{DE5C9F7C-4DF0-C483-EC36-216D7DE6EA0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28775" y="4403725"/>
          <a:ext cx="1822450" cy="873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9" imgW="703080" imgH="297000" progId="Equation.DSMT4">
                  <p:embed/>
                </p:oleObj>
              </mc:Choice>
              <mc:Fallback>
                <p:oleObj r:id="rId19" imgW="703080" imgH="297000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28775" y="4403725"/>
                        <a:ext cx="1822450" cy="873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32" name="Object 16">
            <a:extLst>
              <a:ext uri="{FF2B5EF4-FFF2-40B4-BE49-F238E27FC236}">
                <a16:creationId xmlns:a16="http://schemas.microsoft.com/office/drawing/2014/main" id="{9837F378-3D5B-EC48-A9F2-C5E6286826C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94163" y="4365625"/>
          <a:ext cx="2660650" cy="944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1" imgW="977760" imgH="297000" progId="Equation.DSMT4">
                  <p:embed/>
                </p:oleObj>
              </mc:Choice>
              <mc:Fallback>
                <p:oleObj r:id="rId21" imgW="977760" imgH="297000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94163" y="4365625"/>
                        <a:ext cx="2660650" cy="944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4833" name="Group 17">
            <a:extLst>
              <a:ext uri="{FF2B5EF4-FFF2-40B4-BE49-F238E27FC236}">
                <a16:creationId xmlns:a16="http://schemas.microsoft.com/office/drawing/2014/main" id="{620D4714-CFC8-B335-6011-4134257B768D}"/>
              </a:ext>
            </a:extLst>
          </p:cNvPr>
          <p:cNvGrpSpPr>
            <a:grpSpLocks/>
          </p:cNvGrpSpPr>
          <p:nvPr/>
        </p:nvGrpSpPr>
        <p:grpSpPr bwMode="auto">
          <a:xfrm>
            <a:off x="34925" y="5516563"/>
            <a:ext cx="7924800" cy="933450"/>
            <a:chOff x="68" y="3475"/>
            <a:chExt cx="4992" cy="588"/>
          </a:xfrm>
        </p:grpSpPr>
        <p:sp>
          <p:nvSpPr>
            <p:cNvPr id="57367" name="Text Box 18">
              <a:extLst>
                <a:ext uri="{FF2B5EF4-FFF2-40B4-BE49-F238E27FC236}">
                  <a16:creationId xmlns:a16="http://schemas.microsoft.com/office/drawing/2014/main" id="{F4F55B49-605A-E48B-83E1-ED095228F1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" y="3521"/>
              <a:ext cx="4992" cy="4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lnSpc>
                  <a:spcPct val="150000"/>
                </a:lnSpc>
                <a:spcBef>
                  <a:spcPct val="50000"/>
                </a:spcBef>
              </a:pPr>
              <a:r>
                <a:rPr lang="zh-CN" altLang="en-US" b="1">
                  <a:solidFill>
                    <a:schemeClr val="bg1"/>
                  </a:solidFill>
                  <a:latin typeface="楷体_GB2312" pitchFamily="49" charset="-122"/>
                  <a:ea typeface="楷体_GB2312" pitchFamily="49" charset="-122"/>
                </a:rPr>
                <a:t>其中：</a:t>
              </a:r>
              <a:endParaRPr lang="zh-CN" altLang="en-US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graphicFrame>
          <p:nvGraphicFramePr>
            <p:cNvPr id="57368" name="Object 19">
              <a:extLst>
                <a:ext uri="{FF2B5EF4-FFF2-40B4-BE49-F238E27FC236}">
                  <a16:creationId xmlns:a16="http://schemas.microsoft.com/office/drawing/2014/main" id="{E0AFE4B1-450D-E880-1704-0A1B90BF189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52" y="3475"/>
            <a:ext cx="3622" cy="5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3" imgW="2351160" imgH="318960" progId="Equation.DSMT4">
                    <p:embed/>
                  </p:oleObj>
                </mc:Choice>
                <mc:Fallback>
                  <p:oleObj r:id="rId23" imgW="2351160" imgH="318960" progId="Equation.DSMT4">
                    <p:embed/>
                    <p:pic>
                      <p:nvPicPr>
                        <p:cNvPr id="0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52" y="3475"/>
                          <a:ext cx="3622" cy="5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4836" name="AutoShape 20">
            <a:extLst>
              <a:ext uri="{FF2B5EF4-FFF2-40B4-BE49-F238E27FC236}">
                <a16:creationId xmlns:a16="http://schemas.microsoft.com/office/drawing/2014/main" id="{48AD57D6-578D-B0D2-4322-877080165F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4724400"/>
            <a:ext cx="792162" cy="288925"/>
          </a:xfrm>
          <a:prstGeom prst="rightArrow">
            <a:avLst>
              <a:gd name="adj1" fmla="val 50000"/>
              <a:gd name="adj2" fmla="val 68493"/>
            </a:avLst>
          </a:prstGeom>
          <a:solidFill>
            <a:srgbClr val="FFCC99"/>
          </a:solidFill>
          <a:ln w="25400">
            <a:solidFill>
              <a:srgbClr val="9933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>
              <a:ea typeface="楷体_GB2312" pitchFamily="49" charset="-122"/>
            </a:endParaRPr>
          </a:p>
        </p:txBody>
      </p:sp>
      <p:grpSp>
        <p:nvGrpSpPr>
          <p:cNvPr id="34837" name="Group 21">
            <a:extLst>
              <a:ext uri="{FF2B5EF4-FFF2-40B4-BE49-F238E27FC236}">
                <a16:creationId xmlns:a16="http://schemas.microsoft.com/office/drawing/2014/main" id="{12E50C10-65BC-0934-0897-821F0B14A407}"/>
              </a:ext>
            </a:extLst>
          </p:cNvPr>
          <p:cNvGrpSpPr>
            <a:grpSpLocks/>
          </p:cNvGrpSpPr>
          <p:nvPr/>
        </p:nvGrpSpPr>
        <p:grpSpPr bwMode="auto">
          <a:xfrm>
            <a:off x="6732588" y="4992688"/>
            <a:ext cx="2305050" cy="1028700"/>
            <a:chOff x="4286" y="3145"/>
            <a:chExt cx="1452" cy="648"/>
          </a:xfrm>
        </p:grpSpPr>
        <p:sp>
          <p:nvSpPr>
            <p:cNvPr id="57365" name="Text Box 22">
              <a:extLst>
                <a:ext uri="{FF2B5EF4-FFF2-40B4-BE49-F238E27FC236}">
                  <a16:creationId xmlns:a16="http://schemas.microsoft.com/office/drawing/2014/main" id="{6AE8F588-1A7A-3A66-1D53-1BEC266EF8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81" y="3145"/>
              <a:ext cx="1157" cy="285"/>
            </a:xfrm>
            <a:prstGeom prst="rect">
              <a:avLst/>
            </a:prstGeom>
            <a:solidFill>
              <a:srgbClr val="CCFFFF"/>
            </a:solidFill>
            <a:ln w="25400">
              <a:solidFill>
                <a:srgbClr val="FF0000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10000"/>
                </a:lnSpc>
              </a:pPr>
              <a:r>
                <a:rPr lang="zh-CN" altLang="en-US" sz="2000" b="1">
                  <a:solidFill>
                    <a:srgbClr val="99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等效波阻抗</a:t>
              </a:r>
            </a:p>
          </p:txBody>
        </p:sp>
        <p:sp>
          <p:nvSpPr>
            <p:cNvPr id="57366" name="Line 23">
              <a:extLst>
                <a:ext uri="{FF2B5EF4-FFF2-40B4-BE49-F238E27FC236}">
                  <a16:creationId xmlns:a16="http://schemas.microsoft.com/office/drawing/2014/main" id="{66AF7C9B-1864-A9C5-6A34-894A9992213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286" y="3430"/>
              <a:ext cx="726" cy="363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7361" name="AutoShape 24">
            <a:hlinkClick r:id="rId25" action="ppaction://hlinksldjump" highlightClick="1"/>
            <a:extLst>
              <a:ext uri="{FF2B5EF4-FFF2-40B4-BE49-F238E27FC236}">
                <a16:creationId xmlns:a16="http://schemas.microsoft.com/office/drawing/2014/main" id="{9B8B787F-6C68-97AD-EEB2-E18F990495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>
              <a:ea typeface="楷体_GB2312" pitchFamily="49" charset="-122"/>
            </a:endParaRPr>
          </a:p>
        </p:txBody>
      </p:sp>
      <p:sp>
        <p:nvSpPr>
          <p:cNvPr id="57362" name="AutoShape 25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7C459933-E41F-9AA6-111F-2D6AB01C3A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>
              <a:ea typeface="楷体_GB2312" pitchFamily="49" charset="-122"/>
            </a:endParaRPr>
          </a:p>
        </p:txBody>
      </p:sp>
      <p:sp>
        <p:nvSpPr>
          <p:cNvPr id="57363" name="AutoShape 26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1DE131EC-272A-BFC4-31B1-D177FFA1D6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>
              <a:ea typeface="楷体_GB2312" pitchFamily="49" charset="-122"/>
            </a:endParaRPr>
          </a:p>
        </p:txBody>
      </p:sp>
      <p:sp>
        <p:nvSpPr>
          <p:cNvPr id="57364" name="AutoShape 27">
            <a:hlinkClick r:id="" action="ppaction://hlinkshowjump?jump=lastslide" highlightClick="1"/>
            <a:extLst>
              <a:ext uri="{FF2B5EF4-FFF2-40B4-BE49-F238E27FC236}">
                <a16:creationId xmlns:a16="http://schemas.microsoft.com/office/drawing/2014/main" id="{2BDAE9D7-3F03-7B3C-30B1-667D7B265D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348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34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348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2000"/>
                                        <p:tgtEl>
                                          <p:spTgt spid="348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2000"/>
                                        <p:tgtEl>
                                          <p:spTgt spid="348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2000"/>
                                        <p:tgtEl>
                                          <p:spTgt spid="348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2000"/>
                                        <p:tgtEl>
                                          <p:spTgt spid="34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2000"/>
                                        <p:tgtEl>
                                          <p:spTgt spid="348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1000"/>
                                        <p:tgtEl>
                                          <p:spTgt spid="348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2000"/>
                                        <p:tgtEl>
                                          <p:spTgt spid="348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5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2000"/>
                                        <p:tgtEl>
                                          <p:spTgt spid="348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2000"/>
                                        <p:tgtEl>
                                          <p:spTgt spid="348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5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2000"/>
                                        <p:tgtEl>
                                          <p:spTgt spid="348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28" grpId="0" animBg="1"/>
      <p:bldP spid="3483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ext Box 2">
            <a:extLst>
              <a:ext uri="{FF2B5EF4-FFF2-40B4-BE49-F238E27FC236}">
                <a16:creationId xmlns:a16="http://schemas.microsoft.com/office/drawing/2014/main" id="{621D9ACF-EF28-13D0-AA1B-9E3D23CDB8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38" y="404813"/>
            <a:ext cx="8748712" cy="1041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30000"/>
              </a:lnSpc>
              <a:buFontTx/>
              <a:buBlip>
                <a:blip r:embed="rId2"/>
              </a:buBlip>
            </a:pPr>
            <a:r>
              <a:rPr lang="zh-CN" altLang="en-US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  </a:t>
            </a:r>
            <a:r>
              <a:rPr lang="zh-CN" altLang="en-US" b="1" u="sng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计算多层媒质的</a:t>
            </a:r>
            <a:r>
              <a:rPr lang="zh-CN" altLang="en-US" b="1" u="sng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第一个分界面</a:t>
            </a:r>
            <a:r>
              <a:rPr lang="zh-CN" altLang="en-US" b="1" u="sng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上的</a:t>
            </a:r>
            <a:r>
              <a:rPr lang="zh-CN" altLang="en-US" b="1" u="sng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总反射系数</a:t>
            </a:r>
            <a:r>
              <a:rPr lang="zh-CN" altLang="en-US" b="1" u="sng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时</a:t>
            </a:r>
            <a:r>
              <a:rPr lang="zh-CN" altLang="en-US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，引入</a:t>
            </a:r>
            <a:r>
              <a:rPr lang="zh-CN" altLang="en-US" b="1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等效波阻抗</a:t>
            </a:r>
            <a:r>
              <a:rPr lang="zh-CN" altLang="en-US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概念可以简化求解过程。</a:t>
            </a:r>
          </a:p>
        </p:txBody>
      </p:sp>
      <p:sp>
        <p:nvSpPr>
          <p:cNvPr id="35843" name="Text Box 3">
            <a:extLst>
              <a:ext uri="{FF2B5EF4-FFF2-40B4-BE49-F238E27FC236}">
                <a16:creationId xmlns:a16="http://schemas.microsoft.com/office/drawing/2014/main" id="{B18945E3-80FB-2ADF-69A1-54DF7E67B3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9400" y="2924175"/>
            <a:ext cx="5327650" cy="566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30000"/>
              </a:lnSpc>
            </a:pPr>
            <a:r>
              <a:rPr lang="zh-CN" altLang="en-US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媒质②中任一点的波阻抗：</a:t>
            </a:r>
            <a:r>
              <a:rPr lang="zh-CN" altLang="en-US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</a:p>
        </p:txBody>
      </p:sp>
      <p:graphicFrame>
        <p:nvGraphicFramePr>
          <p:cNvPr id="35844" name="Object 4">
            <a:extLst>
              <a:ext uri="{FF2B5EF4-FFF2-40B4-BE49-F238E27FC236}">
                <a16:creationId xmlns:a16="http://schemas.microsoft.com/office/drawing/2014/main" id="{AC98758E-89EF-34E1-D283-2EF72BD323C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09913" y="2060575"/>
          <a:ext cx="1643062" cy="847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626400" imgH="285840" progId="Equation.DSMT4">
                  <p:embed/>
                </p:oleObj>
              </mc:Choice>
              <mc:Fallback>
                <p:oleObj r:id="rId3" imgW="626400" imgH="28584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09913" y="2060575"/>
                        <a:ext cx="1643062" cy="847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45" name="Object 5">
            <a:extLst>
              <a:ext uri="{FF2B5EF4-FFF2-40B4-BE49-F238E27FC236}">
                <a16:creationId xmlns:a16="http://schemas.microsoft.com/office/drawing/2014/main" id="{8D481ECE-3903-87DC-52BC-077CF439D56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20888" y="3573463"/>
          <a:ext cx="5430837" cy="1000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2076480" imgH="318960" progId="Equation.DSMT4">
                  <p:embed/>
                </p:oleObj>
              </mc:Choice>
              <mc:Fallback>
                <p:oleObj r:id="rId5" imgW="2076480" imgH="31896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20888" y="3573463"/>
                        <a:ext cx="5430837" cy="1000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9398" name="Text Box 7">
            <a:extLst>
              <a:ext uri="{FF2B5EF4-FFF2-40B4-BE49-F238E27FC236}">
                <a16:creationId xmlns:a16="http://schemas.microsoft.com/office/drawing/2014/main" id="{3D682286-A9CB-4EC3-2A58-F1E9C77085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" y="1484313"/>
            <a:ext cx="8856663" cy="566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30000"/>
              </a:lnSpc>
              <a:buFontTx/>
              <a:buBlip>
                <a:blip r:embed="rId2"/>
              </a:buBlip>
            </a:pPr>
            <a:r>
              <a:rPr lang="zh-CN" altLang="en-US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  媒质中任一点的合成波电场与合成波磁场之比为该点的波阻抗。</a:t>
            </a:r>
          </a:p>
        </p:txBody>
      </p:sp>
      <p:grpSp>
        <p:nvGrpSpPr>
          <p:cNvPr id="35849" name="Group 9">
            <a:extLst>
              <a:ext uri="{FF2B5EF4-FFF2-40B4-BE49-F238E27FC236}">
                <a16:creationId xmlns:a16="http://schemas.microsoft.com/office/drawing/2014/main" id="{F02A5FD3-9FF9-CDF8-9153-7CD6492B1D15}"/>
              </a:ext>
            </a:extLst>
          </p:cNvPr>
          <p:cNvGrpSpPr>
            <a:grpSpLocks/>
          </p:cNvGrpSpPr>
          <p:nvPr/>
        </p:nvGrpSpPr>
        <p:grpSpPr bwMode="auto">
          <a:xfrm>
            <a:off x="1547813" y="4652963"/>
            <a:ext cx="6459537" cy="1000125"/>
            <a:chOff x="113" y="2840"/>
            <a:chExt cx="4069" cy="630"/>
          </a:xfrm>
        </p:grpSpPr>
        <p:sp>
          <p:nvSpPr>
            <p:cNvPr id="59408" name="Text Box 10">
              <a:extLst>
                <a:ext uri="{FF2B5EF4-FFF2-40B4-BE49-F238E27FC236}">
                  <a16:creationId xmlns:a16="http://schemas.microsoft.com/office/drawing/2014/main" id="{15C0C894-F7DB-D531-4ADA-DC2D7B20E3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3" y="2976"/>
              <a:ext cx="1951" cy="3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30000"/>
                </a:lnSpc>
              </a:pPr>
              <a:r>
                <a:rPr lang="zh-CN" altLang="en-US" b="1">
                  <a:solidFill>
                    <a:schemeClr val="bg1"/>
                  </a:solidFill>
                  <a:latin typeface="楷体_GB2312" pitchFamily="49" charset="-122"/>
                  <a:ea typeface="楷体_GB2312" pitchFamily="49" charset="-122"/>
                </a:rPr>
                <a:t>在</a:t>
              </a:r>
              <a:r>
                <a:rPr lang="en-US" altLang="zh-CN" i="1">
                  <a:solidFill>
                    <a:schemeClr val="bg1"/>
                  </a:solidFill>
                  <a:latin typeface="楷体_GB2312" pitchFamily="49" charset="-122"/>
                  <a:ea typeface="楷体_GB2312" pitchFamily="49" charset="-122"/>
                </a:rPr>
                <a:t>z</a:t>
              </a:r>
              <a:r>
                <a:rPr lang="zh-CN" altLang="en-US" b="1">
                  <a:solidFill>
                    <a:schemeClr val="bg1"/>
                  </a:solidFill>
                  <a:latin typeface="楷体_GB2312" pitchFamily="49" charset="-122"/>
                  <a:ea typeface="楷体_GB2312" pitchFamily="49" charset="-122"/>
                </a:rPr>
                <a:t>＝</a:t>
              </a:r>
              <a:r>
                <a:rPr lang="en-US" altLang="zh-CN" b="1">
                  <a:solidFill>
                    <a:schemeClr val="bg1"/>
                  </a:solidFill>
                  <a:latin typeface="楷体_GB2312" pitchFamily="49" charset="-122"/>
                  <a:ea typeface="楷体_GB2312" pitchFamily="49" charset="-122"/>
                </a:rPr>
                <a:t>0</a:t>
              </a:r>
              <a:r>
                <a:rPr lang="en-US" altLang="zh-CN" b="1">
                  <a:solidFill>
                    <a:schemeClr val="bg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 </a:t>
              </a:r>
              <a:r>
                <a:rPr lang="zh-CN" altLang="en-US" b="1">
                  <a:solidFill>
                    <a:schemeClr val="bg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处，有</a:t>
              </a:r>
            </a:p>
          </p:txBody>
        </p:sp>
        <p:graphicFrame>
          <p:nvGraphicFramePr>
            <p:cNvPr id="59409" name="Object 11">
              <a:extLst>
                <a:ext uri="{FF2B5EF4-FFF2-40B4-BE49-F238E27FC236}">
                  <a16:creationId xmlns:a16="http://schemas.microsoft.com/office/drawing/2014/main" id="{BB8921F0-EA44-EAA7-2DC7-1EE619A527C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579" y="2840"/>
            <a:ext cx="2603" cy="6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7" imgW="1560240" imgH="318960" progId="Equation.DSMT4">
                    <p:embed/>
                  </p:oleObj>
                </mc:Choice>
                <mc:Fallback>
                  <p:oleObj r:id="rId7" imgW="1560240" imgH="318960" progId="Equation.DSMT4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79" y="2840"/>
                          <a:ext cx="2603" cy="63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9400" name="Text Box 13">
            <a:extLst>
              <a:ext uri="{FF2B5EF4-FFF2-40B4-BE49-F238E27FC236}">
                <a16:creationId xmlns:a16="http://schemas.microsoft.com/office/drawing/2014/main" id="{3412C9D7-B7D2-7587-5F4F-3650DC1DE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6550" y="5556250"/>
            <a:ext cx="7429500" cy="1041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30000"/>
              </a:lnSpc>
            </a:pPr>
            <a:r>
              <a:rPr lang="zh-CN" altLang="en-US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      ：媒质</a:t>
            </a:r>
            <a:r>
              <a:rPr lang="zh-CN" altLang="en-US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②的电场与磁场在</a:t>
            </a:r>
            <a:r>
              <a:rPr lang="en-US" altLang="zh-CN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z</a:t>
            </a:r>
            <a:r>
              <a:rPr lang="zh-CN" altLang="en-US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＝</a:t>
            </a:r>
            <a:r>
              <a:rPr lang="en-US" altLang="zh-CN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r>
              <a:rPr lang="zh-CN" altLang="en-US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处的值之比。</a:t>
            </a:r>
          </a:p>
          <a:p>
            <a:pPr algn="just">
              <a:lnSpc>
                <a:spcPct val="130000"/>
              </a:lnSpc>
            </a:pPr>
            <a:r>
              <a:rPr lang="zh-CN" altLang="en-US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     称为</a:t>
            </a:r>
            <a:r>
              <a:rPr lang="en-US" altLang="zh-CN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z=0</a:t>
            </a:r>
            <a:r>
              <a:rPr lang="zh-CN" altLang="en-US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处的等效波阻抗。</a:t>
            </a:r>
            <a:r>
              <a:rPr lang="zh-CN" altLang="en-US">
                <a:latin typeface="楷体_GB2312" pitchFamily="49" charset="-122"/>
                <a:ea typeface="楷体_GB2312" pitchFamily="49" charset="-122"/>
              </a:rPr>
              <a:t> </a:t>
            </a:r>
          </a:p>
        </p:txBody>
      </p:sp>
      <p:graphicFrame>
        <p:nvGraphicFramePr>
          <p:cNvPr id="59401" name="Object 14">
            <a:extLst>
              <a:ext uri="{FF2B5EF4-FFF2-40B4-BE49-F238E27FC236}">
                <a16:creationId xmlns:a16="http://schemas.microsoft.com/office/drawing/2014/main" id="{34751CAE-8E01-A1E1-7B1D-B9628A7453F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06563" y="5589588"/>
          <a:ext cx="417512" cy="465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9" imgW="99000" imgH="120960" progId="Equation.DSMT4">
                  <p:embed/>
                </p:oleObj>
              </mc:Choice>
              <mc:Fallback>
                <p:oleObj r:id="rId9" imgW="99000" imgH="120960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6563" y="5589588"/>
                        <a:ext cx="417512" cy="465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9402" name="AutoShape 15">
            <a:hlinkClick r:id="rId11" action="ppaction://hlinksldjump" highlightClick="1"/>
            <a:extLst>
              <a:ext uri="{FF2B5EF4-FFF2-40B4-BE49-F238E27FC236}">
                <a16:creationId xmlns:a16="http://schemas.microsoft.com/office/drawing/2014/main" id="{81A57743-328E-C2AE-4503-53C27964CF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>
              <a:ea typeface="楷体_GB2312" pitchFamily="49" charset="-122"/>
            </a:endParaRPr>
          </a:p>
        </p:txBody>
      </p:sp>
      <p:sp>
        <p:nvSpPr>
          <p:cNvPr id="59403" name="AutoShape 16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A5DFA939-7DA9-6990-95B7-C2B8E81D93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>
              <a:ea typeface="楷体_GB2312" pitchFamily="49" charset="-122"/>
            </a:endParaRPr>
          </a:p>
        </p:txBody>
      </p:sp>
      <p:sp>
        <p:nvSpPr>
          <p:cNvPr id="59404" name="AutoShape 17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AB429DA0-6050-AEE0-6ADC-67B4F7F072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>
              <a:ea typeface="楷体_GB2312" pitchFamily="49" charset="-122"/>
            </a:endParaRPr>
          </a:p>
        </p:txBody>
      </p:sp>
      <p:sp>
        <p:nvSpPr>
          <p:cNvPr id="59405" name="AutoShape 18">
            <a:hlinkClick r:id="" action="ppaction://hlinkshowjump?jump=lastslide" highlightClick="1"/>
            <a:extLst>
              <a:ext uri="{FF2B5EF4-FFF2-40B4-BE49-F238E27FC236}">
                <a16:creationId xmlns:a16="http://schemas.microsoft.com/office/drawing/2014/main" id="{AC090263-C40A-3A62-709B-F28E37EF4A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>
              <a:ea typeface="楷体_GB2312" pitchFamily="49" charset="-122"/>
            </a:endParaRPr>
          </a:p>
        </p:txBody>
      </p:sp>
      <p:sp>
        <p:nvSpPr>
          <p:cNvPr id="34828" name="AutoShape 12">
            <a:extLst>
              <a:ext uri="{FF2B5EF4-FFF2-40B4-BE49-F238E27FC236}">
                <a16:creationId xmlns:a16="http://schemas.microsoft.com/office/drawing/2014/main" id="{EEE08266-0BF9-DBFF-B837-E69911A6BD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3068638"/>
            <a:ext cx="936625" cy="288925"/>
          </a:xfrm>
          <a:prstGeom prst="rightArrow">
            <a:avLst>
              <a:gd name="adj1" fmla="val 50000"/>
              <a:gd name="adj2" fmla="val 80984"/>
            </a:avLst>
          </a:prstGeom>
          <a:solidFill>
            <a:srgbClr val="FFCC99"/>
          </a:solidFill>
          <a:ln w="25400">
            <a:solidFill>
              <a:srgbClr val="9933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>
              <a:ea typeface="楷体_GB2312" pitchFamily="49" charset="-122"/>
            </a:endParaRPr>
          </a:p>
        </p:txBody>
      </p:sp>
      <p:sp>
        <p:nvSpPr>
          <p:cNvPr id="2" name="AutoShape 12">
            <a:extLst>
              <a:ext uri="{FF2B5EF4-FFF2-40B4-BE49-F238E27FC236}">
                <a16:creationId xmlns:a16="http://schemas.microsoft.com/office/drawing/2014/main" id="{ACCCFC1D-AA0D-00F9-4504-177F5FD25D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5013325"/>
            <a:ext cx="936625" cy="288925"/>
          </a:xfrm>
          <a:prstGeom prst="rightArrow">
            <a:avLst>
              <a:gd name="adj1" fmla="val 50000"/>
              <a:gd name="adj2" fmla="val 80984"/>
            </a:avLst>
          </a:prstGeom>
          <a:solidFill>
            <a:srgbClr val="FFCC99"/>
          </a:solidFill>
          <a:ln w="25400">
            <a:solidFill>
              <a:srgbClr val="9933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358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2000"/>
                                        <p:tgtEl>
                                          <p:spTgt spid="35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3000"/>
                                        <p:tgtEl>
                                          <p:spTgt spid="35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2000"/>
                                        <p:tgtEl>
                                          <p:spTgt spid="35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2000"/>
                                        <p:tgtEl>
                                          <p:spTgt spid="358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1000"/>
                                        <p:tgtEl>
                                          <p:spTgt spid="348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2" grpId="0"/>
      <p:bldP spid="35843" grpId="0"/>
      <p:bldP spid="34828" grpId="0" animBg="1"/>
      <p:bldP spid="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Text Box 3">
            <a:extLst>
              <a:ext uri="{FF2B5EF4-FFF2-40B4-BE49-F238E27FC236}">
                <a16:creationId xmlns:a16="http://schemas.microsoft.com/office/drawing/2014/main" id="{B9FA192A-A7C9-92A2-5413-5E4D8A0646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925" y="476250"/>
            <a:ext cx="9109075" cy="151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30000"/>
              </a:lnSpc>
              <a:buFontTx/>
              <a:buBlip>
                <a:blip r:embed="rId3"/>
              </a:buBlip>
            </a:pPr>
            <a:r>
              <a:rPr lang="zh-CN" altLang="en-US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  </a:t>
            </a:r>
            <a:r>
              <a:rPr lang="zh-CN" altLang="en-US" b="1">
                <a:solidFill>
                  <a:srgbClr val="FFFF57"/>
                </a:solidFill>
                <a:latin typeface="Times New Roman" panose="02020603050405020304" pitchFamily="18" charset="0"/>
                <a:ea typeface="楷体_GB2312" pitchFamily="49" charset="-122"/>
              </a:rPr>
              <a:t>对</a:t>
            </a:r>
            <a:r>
              <a:rPr lang="en-US" altLang="zh-CN" b="1">
                <a:solidFill>
                  <a:srgbClr val="FFFF57"/>
                </a:solidFill>
                <a:latin typeface="Times New Roman" panose="02020603050405020304" pitchFamily="18" charset="0"/>
                <a:ea typeface="楷体_GB2312" pitchFamily="49" charset="-122"/>
              </a:rPr>
              <a:t>3</a:t>
            </a:r>
            <a:r>
              <a:rPr lang="zh-CN" altLang="en-US" b="1">
                <a:solidFill>
                  <a:srgbClr val="FFFF57"/>
                </a:solidFill>
                <a:latin typeface="Times New Roman" panose="02020603050405020304" pitchFamily="18" charset="0"/>
                <a:ea typeface="楷体_GB2312" pitchFamily="49" charset="-122"/>
              </a:rPr>
              <a:t>层媒质的垂直入射情况</a:t>
            </a:r>
          </a:p>
          <a:p>
            <a:pPr algn="just" eaLnBrk="1" hangingPunct="1">
              <a:lnSpc>
                <a:spcPct val="130000"/>
              </a:lnSpc>
            </a:pPr>
            <a:r>
              <a:rPr lang="zh-CN" altLang="en-US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计算第一层媒质分界面上的反射系数    时 ，第二层媒质和第三层媒质可以看作等效波阻抗为      的一种媒质。</a:t>
            </a:r>
          </a:p>
        </p:txBody>
      </p:sp>
      <p:graphicFrame>
        <p:nvGraphicFramePr>
          <p:cNvPr id="60419" name="Object 4">
            <a:extLst>
              <a:ext uri="{FF2B5EF4-FFF2-40B4-BE49-F238E27FC236}">
                <a16:creationId xmlns:a16="http://schemas.microsoft.com/office/drawing/2014/main" id="{C4246F2D-B8C5-0C28-B5C6-61B5BB74DB7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63938" y="1484313"/>
          <a:ext cx="417512" cy="465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99000" imgH="120960" progId="Equation.DSMT4">
                  <p:embed/>
                </p:oleObj>
              </mc:Choice>
              <mc:Fallback>
                <p:oleObj r:id="rId4" imgW="99000" imgH="12096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3938" y="1484313"/>
                        <a:ext cx="417512" cy="465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20" name="Object 5">
            <a:extLst>
              <a:ext uri="{FF2B5EF4-FFF2-40B4-BE49-F238E27FC236}">
                <a16:creationId xmlns:a16="http://schemas.microsoft.com/office/drawing/2014/main" id="{A275E89A-856F-4265-230C-333A0E4375A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99038" y="1052513"/>
          <a:ext cx="365125" cy="439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77040" imgH="110160" progId="Equation.3">
                  <p:embed/>
                </p:oleObj>
              </mc:Choice>
              <mc:Fallback>
                <p:oleObj r:id="rId6" imgW="77040" imgH="11016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99038" y="1052513"/>
                        <a:ext cx="365125" cy="439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6870" name="Group 6">
            <a:extLst>
              <a:ext uri="{FF2B5EF4-FFF2-40B4-BE49-F238E27FC236}">
                <a16:creationId xmlns:a16="http://schemas.microsoft.com/office/drawing/2014/main" id="{450CFDD2-F4D7-A206-04CD-39F3F188F551}"/>
              </a:ext>
            </a:extLst>
          </p:cNvPr>
          <p:cNvGrpSpPr>
            <a:grpSpLocks/>
          </p:cNvGrpSpPr>
          <p:nvPr/>
        </p:nvGrpSpPr>
        <p:grpSpPr bwMode="auto">
          <a:xfrm>
            <a:off x="395288" y="2379663"/>
            <a:ext cx="3889375" cy="3500437"/>
            <a:chOff x="249" y="1499"/>
            <a:chExt cx="2450" cy="2205"/>
          </a:xfrm>
        </p:grpSpPr>
        <p:sp>
          <p:nvSpPr>
            <p:cNvPr id="60471" name="Rectangle 7">
              <a:extLst>
                <a:ext uri="{FF2B5EF4-FFF2-40B4-BE49-F238E27FC236}">
                  <a16:creationId xmlns:a16="http://schemas.microsoft.com/office/drawing/2014/main" id="{6260DCC2-866C-21E4-CF7F-2F9AF015C0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8" y="1523"/>
              <a:ext cx="809" cy="2181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>
                <a:ea typeface="楷体_GB2312" pitchFamily="49" charset="-122"/>
              </a:endParaRPr>
            </a:p>
          </p:txBody>
        </p:sp>
        <p:sp>
          <p:nvSpPr>
            <p:cNvPr id="60472" name="Rectangle 8">
              <a:extLst>
                <a:ext uri="{FF2B5EF4-FFF2-40B4-BE49-F238E27FC236}">
                  <a16:creationId xmlns:a16="http://schemas.microsoft.com/office/drawing/2014/main" id="{1C4834C9-3148-EC0A-12C3-EDE4C8E464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" y="1523"/>
              <a:ext cx="829" cy="2181"/>
            </a:xfrm>
            <a:prstGeom prst="rect">
              <a:avLst/>
            </a:prstGeom>
            <a:solidFill>
              <a:srgbClr val="FFCC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>
                <a:ea typeface="楷体_GB2312" pitchFamily="49" charset="-122"/>
              </a:endParaRPr>
            </a:p>
          </p:txBody>
        </p:sp>
        <p:sp>
          <p:nvSpPr>
            <p:cNvPr id="60473" name="Rectangle 9">
              <a:extLst>
                <a:ext uri="{FF2B5EF4-FFF2-40B4-BE49-F238E27FC236}">
                  <a16:creationId xmlns:a16="http://schemas.microsoft.com/office/drawing/2014/main" id="{D005AB51-8D70-102B-4D8C-FB964A6CBC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9" y="1523"/>
              <a:ext cx="851" cy="2181"/>
            </a:xfrm>
            <a:prstGeom prst="rect">
              <a:avLst/>
            </a:prstGeom>
            <a:solidFill>
              <a:srgbClr val="3399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>
                <a:ea typeface="楷体_GB2312" pitchFamily="49" charset="-122"/>
              </a:endParaRPr>
            </a:p>
          </p:txBody>
        </p:sp>
        <p:sp>
          <p:nvSpPr>
            <p:cNvPr id="60474" name="Text Box 10">
              <a:extLst>
                <a:ext uri="{FF2B5EF4-FFF2-40B4-BE49-F238E27FC236}">
                  <a16:creationId xmlns:a16="http://schemas.microsoft.com/office/drawing/2014/main" id="{F49BE931-0E68-A807-0D24-D0A2F7093BF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6" y="3097"/>
              <a:ext cx="664" cy="5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endParaRPr lang="zh-CN" altLang="zh-CN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60475" name="Text Box 11">
              <a:extLst>
                <a:ext uri="{FF2B5EF4-FFF2-40B4-BE49-F238E27FC236}">
                  <a16:creationId xmlns:a16="http://schemas.microsoft.com/office/drawing/2014/main" id="{37FF3A4B-46A1-43AE-7A26-B90E47B7F7E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97" y="2085"/>
              <a:ext cx="684" cy="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endParaRPr lang="zh-CN" altLang="zh-CN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60476" name="Text Box 12">
              <a:extLst>
                <a:ext uri="{FF2B5EF4-FFF2-40B4-BE49-F238E27FC236}">
                  <a16:creationId xmlns:a16="http://schemas.microsoft.com/office/drawing/2014/main" id="{E5A0FDF0-58DB-ABD4-F554-D98E5644F2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88" y="3118"/>
              <a:ext cx="682" cy="5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endParaRPr lang="zh-CN" altLang="zh-CN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60477" name="Text Box 13">
              <a:extLst>
                <a:ext uri="{FF2B5EF4-FFF2-40B4-BE49-F238E27FC236}">
                  <a16:creationId xmlns:a16="http://schemas.microsoft.com/office/drawing/2014/main" id="{1E493088-CA17-0061-990B-D8D9197DF2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5" y="3100"/>
              <a:ext cx="683" cy="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endParaRPr lang="zh-CN" altLang="zh-CN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60478" name="Line 14">
              <a:extLst>
                <a:ext uri="{FF2B5EF4-FFF2-40B4-BE49-F238E27FC236}">
                  <a16:creationId xmlns:a16="http://schemas.microsoft.com/office/drawing/2014/main" id="{F300890A-1B57-347C-E09B-D2B322528D2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65" y="1523"/>
              <a:ext cx="0" cy="218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79" name="Line 15">
              <a:extLst>
                <a:ext uri="{FF2B5EF4-FFF2-40B4-BE49-F238E27FC236}">
                  <a16:creationId xmlns:a16="http://schemas.microsoft.com/office/drawing/2014/main" id="{3A7BCF68-E56B-D4B1-8B49-5DDF56BB157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29" y="1523"/>
              <a:ext cx="0" cy="218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 type="non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80" name="Text Box 16">
              <a:extLst>
                <a:ext uri="{FF2B5EF4-FFF2-40B4-BE49-F238E27FC236}">
                  <a16:creationId xmlns:a16="http://schemas.microsoft.com/office/drawing/2014/main" id="{9D5C5F86-165C-5A0C-B689-CBB3C5DEB6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81" y="2787"/>
              <a:ext cx="22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i="1">
                  <a:latin typeface="Times New Roman" panose="02020603050405020304" pitchFamily="18" charset="0"/>
                  <a:ea typeface="楷体_GB2312" pitchFamily="49" charset="-122"/>
                </a:rPr>
                <a:t>O</a:t>
              </a:r>
              <a:endParaRPr lang="en-US" altLang="zh-CN" i="1" baseline="-2500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60481" name="Text Box 17">
              <a:extLst>
                <a:ext uri="{FF2B5EF4-FFF2-40B4-BE49-F238E27FC236}">
                  <a16:creationId xmlns:a16="http://schemas.microsoft.com/office/drawing/2014/main" id="{2EF84306-87D7-37EA-7A1B-9E7DB2348B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46" y="2787"/>
              <a:ext cx="26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i="1">
                  <a:latin typeface="Times New Roman" panose="02020603050405020304" pitchFamily="18" charset="0"/>
                  <a:ea typeface="楷体_GB2312" pitchFamily="49" charset="-122"/>
                </a:rPr>
                <a:t>d</a:t>
              </a:r>
              <a:endParaRPr lang="en-US" altLang="zh-CN" i="1" baseline="-2500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60482" name="Text Box 18">
              <a:extLst>
                <a:ext uri="{FF2B5EF4-FFF2-40B4-BE49-F238E27FC236}">
                  <a16:creationId xmlns:a16="http://schemas.microsoft.com/office/drawing/2014/main" id="{F74C03A5-0448-32BB-C097-7F42F180B7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19" y="2782"/>
              <a:ext cx="180" cy="3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i="1">
                  <a:latin typeface="Times New Roman" panose="02020603050405020304" pitchFamily="18" charset="0"/>
                  <a:ea typeface="楷体_GB2312" pitchFamily="49" charset="-122"/>
                </a:rPr>
                <a:t>z</a:t>
              </a:r>
              <a:endParaRPr lang="en-US" altLang="zh-CN" i="1" baseline="-2500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60483" name="Line 19">
              <a:extLst>
                <a:ext uri="{FF2B5EF4-FFF2-40B4-BE49-F238E27FC236}">
                  <a16:creationId xmlns:a16="http://schemas.microsoft.com/office/drawing/2014/main" id="{6D564090-C60F-CA9F-88CA-C3E7B7AB6DA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9" y="2803"/>
              <a:ext cx="2415" cy="1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84" name="Text Box 20">
              <a:extLst>
                <a:ext uri="{FF2B5EF4-FFF2-40B4-BE49-F238E27FC236}">
                  <a16:creationId xmlns:a16="http://schemas.microsoft.com/office/drawing/2014/main" id="{3A120F43-AAEB-543E-A765-7AF030BA2C5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5" y="1774"/>
              <a:ext cx="341" cy="2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b="1">
                  <a:latin typeface="宋体" panose="02010600030101010101" pitchFamily="2" charset="-122"/>
                  <a:ea typeface="楷体_GB2312" pitchFamily="49" charset="-122"/>
                </a:rPr>
                <a:t>①</a:t>
              </a:r>
              <a:endParaRPr lang="en-US" altLang="zh-CN" b="1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60485" name="Text Box 21">
              <a:extLst>
                <a:ext uri="{FF2B5EF4-FFF2-40B4-BE49-F238E27FC236}">
                  <a16:creationId xmlns:a16="http://schemas.microsoft.com/office/drawing/2014/main" id="{6A1E51C6-65F3-9708-2171-E78C615224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00" y="1773"/>
              <a:ext cx="255" cy="2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b="1">
                  <a:latin typeface="宋体" panose="02010600030101010101" pitchFamily="2" charset="-122"/>
                  <a:ea typeface="楷体_GB2312" pitchFamily="49" charset="-122"/>
                </a:rPr>
                <a:t>②</a:t>
              </a:r>
              <a:endParaRPr lang="en-US" altLang="zh-CN" b="1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60486" name="Text Box 22">
              <a:extLst>
                <a:ext uri="{FF2B5EF4-FFF2-40B4-BE49-F238E27FC236}">
                  <a16:creationId xmlns:a16="http://schemas.microsoft.com/office/drawing/2014/main" id="{98B4AC4F-A12E-BB3B-6D08-52085D65BE8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23" y="1774"/>
              <a:ext cx="306" cy="2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b="1">
                  <a:latin typeface="宋体" panose="02010600030101010101" pitchFamily="2" charset="-122"/>
                  <a:ea typeface="楷体_GB2312" pitchFamily="49" charset="-122"/>
                </a:rPr>
                <a:t>③</a:t>
              </a:r>
              <a:endParaRPr lang="en-US" altLang="zh-CN" b="1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60487" name="Text Box 23">
              <a:extLst>
                <a:ext uri="{FF2B5EF4-FFF2-40B4-BE49-F238E27FC236}">
                  <a16:creationId xmlns:a16="http://schemas.microsoft.com/office/drawing/2014/main" id="{541D3859-18F2-5372-27EE-8E0E1D0202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6" y="1732"/>
              <a:ext cx="58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50000"/>
                </a:spcBef>
              </a:pPr>
              <a:r>
                <a:rPr lang="en-US" altLang="zh-CN" b="1">
                  <a:solidFill>
                    <a:srgbClr val="000066"/>
                  </a:solidFill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rPr>
                <a:t></a:t>
              </a:r>
              <a:r>
                <a:rPr lang="en-US" altLang="zh-CN" b="1" i="1">
                  <a:solidFill>
                    <a:srgbClr val="000066"/>
                  </a:solidFill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rPr>
                <a:t></a:t>
              </a:r>
              <a:r>
                <a:rPr lang="en-US" altLang="zh-CN" b="1" baseline="-25000">
                  <a:solidFill>
                    <a:srgbClr val="000066"/>
                  </a:solidFill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rPr>
                <a:t>1</a:t>
              </a:r>
              <a:r>
                <a:rPr lang="en-US" altLang="zh-CN" b="1">
                  <a:solidFill>
                    <a:srgbClr val="000066"/>
                  </a:solidFill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rPr>
                <a:t>, </a:t>
              </a:r>
              <a:r>
                <a:rPr lang="en-US" altLang="zh-CN" b="1" i="1">
                  <a:solidFill>
                    <a:srgbClr val="000066"/>
                  </a:solidFill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rPr>
                <a:t></a:t>
              </a:r>
              <a:r>
                <a:rPr lang="en-US" altLang="zh-CN" b="1" baseline="-25000">
                  <a:solidFill>
                    <a:srgbClr val="000066"/>
                  </a:solidFill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rPr>
                <a:t>1</a:t>
              </a:r>
              <a:endParaRPr lang="en-US" altLang="zh-CN" b="1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grpSp>
          <p:nvGrpSpPr>
            <p:cNvPr id="60488" name="Group 24">
              <a:extLst>
                <a:ext uri="{FF2B5EF4-FFF2-40B4-BE49-F238E27FC236}">
                  <a16:creationId xmlns:a16="http://schemas.microsoft.com/office/drawing/2014/main" id="{236E604C-05E1-7F45-9358-9BDC43DE7DE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8" y="3271"/>
              <a:ext cx="100" cy="99"/>
              <a:chOff x="638" y="3048"/>
              <a:chExt cx="169" cy="169"/>
            </a:xfrm>
          </p:grpSpPr>
          <p:sp>
            <p:nvSpPr>
              <p:cNvPr id="60538" name="Oval 25">
                <a:extLst>
                  <a:ext uri="{FF2B5EF4-FFF2-40B4-BE49-F238E27FC236}">
                    <a16:creationId xmlns:a16="http://schemas.microsoft.com/office/drawing/2014/main" id="{1AC81EBB-C0C0-57D2-BCE1-C159C162E0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8" y="3048"/>
                <a:ext cx="169" cy="169"/>
              </a:xfrm>
              <a:prstGeom prst="ellipse">
                <a:avLst/>
              </a:prstGeom>
              <a:noFill/>
              <a:ln w="25400">
                <a:solidFill>
                  <a:srgbClr val="800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>
                  <a:ea typeface="楷体_GB2312" pitchFamily="49" charset="-122"/>
                </a:endParaRPr>
              </a:p>
            </p:txBody>
          </p:sp>
          <p:sp>
            <p:nvSpPr>
              <p:cNvPr id="60539" name="Oval 26">
                <a:extLst>
                  <a:ext uri="{FF2B5EF4-FFF2-40B4-BE49-F238E27FC236}">
                    <a16:creationId xmlns:a16="http://schemas.microsoft.com/office/drawing/2014/main" id="{B089A247-7CFC-35A6-D4DE-B8BBC20F96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89" y="3105"/>
                <a:ext cx="63" cy="64"/>
              </a:xfrm>
              <a:prstGeom prst="ellipse">
                <a:avLst/>
              </a:prstGeom>
              <a:solidFill>
                <a:srgbClr val="800080"/>
              </a:solidFill>
              <a:ln w="25400">
                <a:solidFill>
                  <a:srgbClr val="80008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>
                  <a:ea typeface="楷体_GB2312" pitchFamily="49" charset="-122"/>
                </a:endParaRPr>
              </a:p>
            </p:txBody>
          </p:sp>
        </p:grpSp>
        <p:sp>
          <p:nvSpPr>
            <p:cNvPr id="60489" name="Line 27">
              <a:extLst>
                <a:ext uri="{FF2B5EF4-FFF2-40B4-BE49-F238E27FC236}">
                  <a16:creationId xmlns:a16="http://schemas.microsoft.com/office/drawing/2014/main" id="{9DC4585B-5C9E-A3DD-D07E-7CC7A6E06F5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7" y="3328"/>
              <a:ext cx="319" cy="0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90" name="Line 28">
              <a:extLst>
                <a:ext uri="{FF2B5EF4-FFF2-40B4-BE49-F238E27FC236}">
                  <a16:creationId xmlns:a16="http://schemas.microsoft.com/office/drawing/2014/main" id="{06AF2515-DC29-51D5-F4FD-E4FDE1907382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337" y="3112"/>
              <a:ext cx="315" cy="0"/>
            </a:xfrm>
            <a:prstGeom prst="line">
              <a:avLst/>
            </a:prstGeom>
            <a:noFill/>
            <a:ln w="3175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91" name="Text Box 29">
              <a:extLst>
                <a:ext uri="{FF2B5EF4-FFF2-40B4-BE49-F238E27FC236}">
                  <a16:creationId xmlns:a16="http://schemas.microsoft.com/office/drawing/2014/main" id="{FB9CF447-D44B-E06B-F821-6A1FF07A9E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9" y="3285"/>
              <a:ext cx="327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2000" b="1" i="1">
                  <a:solidFill>
                    <a:srgbClr val="0000CC"/>
                  </a:solidFill>
                  <a:latin typeface="Verdana" panose="020B0604030504040204" pitchFamily="34" charset="0"/>
                  <a:ea typeface="楷体_GB2312" pitchFamily="49" charset="-122"/>
                </a:rPr>
                <a:t>k</a:t>
              </a:r>
              <a:r>
                <a:rPr lang="en-US" altLang="zh-CN" sz="2000" b="1" baseline="-25000">
                  <a:solidFill>
                    <a:srgbClr val="0000CC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1i</a:t>
              </a:r>
              <a:endParaRPr lang="en-US" altLang="zh-CN" sz="2000" b="1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60492" name="Text Box 30">
              <a:extLst>
                <a:ext uri="{FF2B5EF4-FFF2-40B4-BE49-F238E27FC236}">
                  <a16:creationId xmlns:a16="http://schemas.microsoft.com/office/drawing/2014/main" id="{593182E4-7F1F-534E-3D95-FBFE3C248F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4" y="3340"/>
              <a:ext cx="341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2000" b="1" i="1">
                  <a:solidFill>
                    <a:srgbClr val="0000CC"/>
                  </a:solidFill>
                  <a:latin typeface="Verdana" panose="020B0604030504040204" pitchFamily="34" charset="0"/>
                  <a:ea typeface="楷体_GB2312" pitchFamily="49" charset="-122"/>
                </a:rPr>
                <a:t>H</a:t>
              </a:r>
              <a:r>
                <a:rPr lang="en-US" altLang="zh-CN" sz="2000" b="1" baseline="-25000">
                  <a:solidFill>
                    <a:srgbClr val="0000CC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1i</a:t>
              </a:r>
              <a:endParaRPr lang="en-US" altLang="zh-CN" sz="2000" b="1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60493" name="Text Box 31">
              <a:extLst>
                <a:ext uri="{FF2B5EF4-FFF2-40B4-BE49-F238E27FC236}">
                  <a16:creationId xmlns:a16="http://schemas.microsoft.com/office/drawing/2014/main" id="{F1EFFD00-4D71-DFF7-9878-ECA2E9A55D3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5" y="2885"/>
              <a:ext cx="325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2000" b="1" i="1">
                  <a:solidFill>
                    <a:srgbClr val="0000CC"/>
                  </a:solidFill>
                  <a:latin typeface="Verdana" panose="020B0604030504040204" pitchFamily="34" charset="0"/>
                  <a:ea typeface="楷体_GB2312" pitchFamily="49" charset="-122"/>
                </a:rPr>
                <a:t>E</a:t>
              </a:r>
              <a:r>
                <a:rPr lang="en-US" altLang="zh-CN" sz="2000" b="1" baseline="-25000">
                  <a:solidFill>
                    <a:srgbClr val="0000CC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1i</a:t>
              </a:r>
              <a:endParaRPr lang="en-US" altLang="zh-CN" sz="2000" b="1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60494" name="Text Box 32">
              <a:extLst>
                <a:ext uri="{FF2B5EF4-FFF2-40B4-BE49-F238E27FC236}">
                  <a16:creationId xmlns:a16="http://schemas.microsoft.com/office/drawing/2014/main" id="{AE8654E2-0DA7-3222-8D2C-902A432CFA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1" y="2466"/>
              <a:ext cx="457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2000" b="1" i="1">
                  <a:solidFill>
                    <a:srgbClr val="0000CC"/>
                  </a:solidFill>
                  <a:latin typeface="Verdana" panose="020B0604030504040204" pitchFamily="34" charset="0"/>
                  <a:ea typeface="楷体_GB2312" pitchFamily="49" charset="-122"/>
                </a:rPr>
                <a:t>k</a:t>
              </a:r>
              <a:r>
                <a:rPr lang="en-US" altLang="zh-CN" sz="2000" b="1" baseline="-25000">
                  <a:solidFill>
                    <a:srgbClr val="0000CC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1r</a:t>
              </a:r>
              <a:endParaRPr lang="en-US" altLang="zh-CN" sz="2000" b="1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grpSp>
          <p:nvGrpSpPr>
            <p:cNvPr id="60495" name="Group 33">
              <a:extLst>
                <a:ext uri="{FF2B5EF4-FFF2-40B4-BE49-F238E27FC236}">
                  <a16:creationId xmlns:a16="http://schemas.microsoft.com/office/drawing/2014/main" id="{889D45CB-8CFC-D929-A0E0-5FA68126BB4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9" y="2155"/>
              <a:ext cx="419" cy="417"/>
              <a:chOff x="508" y="1937"/>
              <a:chExt cx="447" cy="450"/>
            </a:xfrm>
          </p:grpSpPr>
          <p:sp>
            <p:nvSpPr>
              <p:cNvPr id="60531" name="Line 34">
                <a:extLst>
                  <a:ext uri="{FF2B5EF4-FFF2-40B4-BE49-F238E27FC236}">
                    <a16:creationId xmlns:a16="http://schemas.microsoft.com/office/drawing/2014/main" id="{80428600-C9CA-A99E-E88F-37288926B48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08" y="2328"/>
                <a:ext cx="340" cy="0"/>
              </a:xfrm>
              <a:prstGeom prst="line">
                <a:avLst/>
              </a:prstGeom>
              <a:noFill/>
              <a:ln w="28575">
                <a:solidFill>
                  <a:srgbClr val="CC0000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0532" name="Line 35">
                <a:extLst>
                  <a:ext uri="{FF2B5EF4-FFF2-40B4-BE49-F238E27FC236}">
                    <a16:creationId xmlns:a16="http://schemas.microsoft.com/office/drawing/2014/main" id="{2E60928D-ECCE-1449-73B4-3B36F8F0EE6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-5400000">
                <a:off x="735" y="2105"/>
                <a:ext cx="336" cy="0"/>
              </a:xfrm>
              <a:prstGeom prst="line">
                <a:avLst/>
              </a:prstGeom>
              <a:noFill/>
              <a:ln w="31750">
                <a:solidFill>
                  <a:srgbClr val="0000FF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60533" name="Group 36">
                <a:extLst>
                  <a:ext uri="{FF2B5EF4-FFF2-40B4-BE49-F238E27FC236}">
                    <a16:creationId xmlns:a16="http://schemas.microsoft.com/office/drawing/2014/main" id="{8824629B-0AE3-8F58-8104-8335D8A544A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48" y="2280"/>
                <a:ext cx="107" cy="107"/>
                <a:chOff x="930" y="2339"/>
                <a:chExt cx="107" cy="107"/>
              </a:xfrm>
            </p:grpSpPr>
            <p:sp>
              <p:nvSpPr>
                <p:cNvPr id="60534" name="Oval 37">
                  <a:extLst>
                    <a:ext uri="{FF2B5EF4-FFF2-40B4-BE49-F238E27FC236}">
                      <a16:creationId xmlns:a16="http://schemas.microsoft.com/office/drawing/2014/main" id="{786E62B3-C3B0-AA02-3B95-6199025ED8B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30" y="2339"/>
                  <a:ext cx="107" cy="107"/>
                </a:xfrm>
                <a:prstGeom prst="ellipse">
                  <a:avLst/>
                </a:prstGeom>
                <a:noFill/>
                <a:ln w="25400">
                  <a:solidFill>
                    <a:srgbClr val="80008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endParaRPr lang="zh-CN" altLang="en-US">
                    <a:ea typeface="楷体_GB2312" pitchFamily="49" charset="-122"/>
                  </a:endParaRPr>
                </a:p>
              </p:txBody>
            </p:sp>
            <p:grpSp>
              <p:nvGrpSpPr>
                <p:cNvPr id="60535" name="Group 38">
                  <a:extLst>
                    <a:ext uri="{FF2B5EF4-FFF2-40B4-BE49-F238E27FC236}">
                      <a16:creationId xmlns:a16="http://schemas.microsoft.com/office/drawing/2014/main" id="{8661DE6D-1DE2-DC8B-A6AD-EA4E217517A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946" y="2358"/>
                  <a:ext cx="74" cy="82"/>
                  <a:chOff x="3054" y="1938"/>
                  <a:chExt cx="74" cy="82"/>
                </a:xfrm>
              </p:grpSpPr>
              <p:sp>
                <p:nvSpPr>
                  <p:cNvPr id="60536" name="Line 39">
                    <a:extLst>
                      <a:ext uri="{FF2B5EF4-FFF2-40B4-BE49-F238E27FC236}">
                        <a16:creationId xmlns:a16="http://schemas.microsoft.com/office/drawing/2014/main" id="{7B9E7A85-B938-73CD-6E33-395CDC6C6E1C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066" y="1941"/>
                    <a:ext cx="62" cy="79"/>
                  </a:xfrm>
                  <a:prstGeom prst="line">
                    <a:avLst/>
                  </a:prstGeom>
                  <a:noFill/>
                  <a:ln w="25400">
                    <a:solidFill>
                      <a:srgbClr val="80008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60537" name="Line 40">
                    <a:extLst>
                      <a:ext uri="{FF2B5EF4-FFF2-40B4-BE49-F238E27FC236}">
                        <a16:creationId xmlns:a16="http://schemas.microsoft.com/office/drawing/2014/main" id="{FB26E810-24B3-8865-F2DC-FE2D73008CE0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054" y="1938"/>
                    <a:ext cx="62" cy="79"/>
                  </a:xfrm>
                  <a:prstGeom prst="line">
                    <a:avLst/>
                  </a:prstGeom>
                  <a:noFill/>
                  <a:ln w="25400">
                    <a:solidFill>
                      <a:srgbClr val="80008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</p:grpSp>
        <p:sp>
          <p:nvSpPr>
            <p:cNvPr id="60496" name="Text Box 41">
              <a:extLst>
                <a:ext uri="{FF2B5EF4-FFF2-40B4-BE49-F238E27FC236}">
                  <a16:creationId xmlns:a16="http://schemas.microsoft.com/office/drawing/2014/main" id="{B67BA22F-7415-B5DC-D22B-84A81B0D5D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9" y="3119"/>
              <a:ext cx="664" cy="5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endParaRPr lang="zh-CN" altLang="zh-CN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grpSp>
          <p:nvGrpSpPr>
            <p:cNvPr id="60497" name="Group 42">
              <a:extLst>
                <a:ext uri="{FF2B5EF4-FFF2-40B4-BE49-F238E27FC236}">
                  <a16:creationId xmlns:a16="http://schemas.microsoft.com/office/drawing/2014/main" id="{524A8935-21EA-6278-7B5A-C99BE18DC99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81" y="3293"/>
              <a:ext cx="100" cy="99"/>
              <a:chOff x="638" y="3048"/>
              <a:chExt cx="169" cy="169"/>
            </a:xfrm>
          </p:grpSpPr>
          <p:sp>
            <p:nvSpPr>
              <p:cNvPr id="60529" name="Oval 43">
                <a:extLst>
                  <a:ext uri="{FF2B5EF4-FFF2-40B4-BE49-F238E27FC236}">
                    <a16:creationId xmlns:a16="http://schemas.microsoft.com/office/drawing/2014/main" id="{51433325-D260-10AF-5717-19635F8FE8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8" y="3048"/>
                <a:ext cx="169" cy="169"/>
              </a:xfrm>
              <a:prstGeom prst="ellipse">
                <a:avLst/>
              </a:prstGeom>
              <a:noFill/>
              <a:ln w="25400">
                <a:solidFill>
                  <a:srgbClr val="800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>
                  <a:ea typeface="楷体_GB2312" pitchFamily="49" charset="-122"/>
                </a:endParaRPr>
              </a:p>
            </p:txBody>
          </p:sp>
          <p:sp>
            <p:nvSpPr>
              <p:cNvPr id="60530" name="Oval 44">
                <a:extLst>
                  <a:ext uri="{FF2B5EF4-FFF2-40B4-BE49-F238E27FC236}">
                    <a16:creationId xmlns:a16="http://schemas.microsoft.com/office/drawing/2014/main" id="{1D6BC082-D70C-9466-48B1-FC8C7A1112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89" y="3105"/>
                <a:ext cx="63" cy="64"/>
              </a:xfrm>
              <a:prstGeom prst="ellipse">
                <a:avLst/>
              </a:prstGeom>
              <a:solidFill>
                <a:srgbClr val="800080"/>
              </a:solidFill>
              <a:ln w="25400">
                <a:solidFill>
                  <a:srgbClr val="80008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>
                  <a:ea typeface="楷体_GB2312" pitchFamily="49" charset="-122"/>
                </a:endParaRPr>
              </a:p>
            </p:txBody>
          </p:sp>
        </p:grpSp>
        <p:sp>
          <p:nvSpPr>
            <p:cNvPr id="60498" name="Line 45">
              <a:extLst>
                <a:ext uri="{FF2B5EF4-FFF2-40B4-BE49-F238E27FC236}">
                  <a16:creationId xmlns:a16="http://schemas.microsoft.com/office/drawing/2014/main" id="{817DE99A-3C33-C85C-17FC-9A10E94599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80" y="3351"/>
              <a:ext cx="319" cy="0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99" name="Line 46">
              <a:extLst>
                <a:ext uri="{FF2B5EF4-FFF2-40B4-BE49-F238E27FC236}">
                  <a16:creationId xmlns:a16="http://schemas.microsoft.com/office/drawing/2014/main" id="{9AB63E6A-863D-9C04-5095-5018C451DA19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1175" y="3138"/>
              <a:ext cx="314" cy="0"/>
            </a:xfrm>
            <a:prstGeom prst="line">
              <a:avLst/>
            </a:prstGeom>
            <a:noFill/>
            <a:ln w="3175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500" name="Text Box 47">
              <a:extLst>
                <a:ext uri="{FF2B5EF4-FFF2-40B4-BE49-F238E27FC236}">
                  <a16:creationId xmlns:a16="http://schemas.microsoft.com/office/drawing/2014/main" id="{105E71DE-3800-5DD0-D20D-FB03D095FA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67" y="3363"/>
              <a:ext cx="341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2000" b="1" i="1">
                  <a:solidFill>
                    <a:srgbClr val="0000CC"/>
                  </a:solidFill>
                  <a:latin typeface="Verdana" panose="020B0604030504040204" pitchFamily="34" charset="0"/>
                  <a:ea typeface="楷体_GB2312" pitchFamily="49" charset="-122"/>
                </a:rPr>
                <a:t>H</a:t>
              </a:r>
              <a:r>
                <a:rPr lang="en-US" altLang="zh-CN" sz="2000" b="1" baseline="-25000">
                  <a:solidFill>
                    <a:srgbClr val="0000CC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2i</a:t>
              </a:r>
              <a:endParaRPr lang="en-US" altLang="zh-CN" sz="2000" b="1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60501" name="Text Box 48">
              <a:extLst>
                <a:ext uri="{FF2B5EF4-FFF2-40B4-BE49-F238E27FC236}">
                  <a16:creationId xmlns:a16="http://schemas.microsoft.com/office/drawing/2014/main" id="{E9C54598-2157-39ED-0003-2B96D3B42F7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38" y="2907"/>
              <a:ext cx="325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2000" b="1" i="1">
                  <a:solidFill>
                    <a:srgbClr val="0000CC"/>
                  </a:solidFill>
                  <a:latin typeface="Verdana" panose="020B0604030504040204" pitchFamily="34" charset="0"/>
                  <a:ea typeface="楷体_GB2312" pitchFamily="49" charset="-122"/>
                </a:rPr>
                <a:t>E</a:t>
              </a:r>
              <a:r>
                <a:rPr lang="en-US" altLang="zh-CN" sz="2000" b="1" baseline="-25000">
                  <a:solidFill>
                    <a:srgbClr val="0000CC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2i</a:t>
              </a:r>
              <a:endParaRPr lang="en-US" altLang="zh-CN" sz="2000" b="1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60502" name="Text Box 49">
              <a:extLst>
                <a:ext uri="{FF2B5EF4-FFF2-40B4-BE49-F238E27FC236}">
                  <a16:creationId xmlns:a16="http://schemas.microsoft.com/office/drawing/2014/main" id="{59D32BEA-8975-A8D2-D31F-8AA6D71023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9" y="3327"/>
              <a:ext cx="32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2000" b="1" i="1">
                  <a:solidFill>
                    <a:srgbClr val="0000CC"/>
                  </a:solidFill>
                  <a:latin typeface="Verdana" panose="020B0604030504040204" pitchFamily="34" charset="0"/>
                  <a:ea typeface="楷体_GB2312" pitchFamily="49" charset="-122"/>
                </a:rPr>
                <a:t>k</a:t>
              </a:r>
              <a:r>
                <a:rPr lang="en-US" altLang="zh-CN" sz="2000" b="1" baseline="-25000">
                  <a:solidFill>
                    <a:srgbClr val="0000CC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2i</a:t>
              </a:r>
              <a:endParaRPr lang="en-US" altLang="zh-CN" sz="2000" b="1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60503" name="Text Box 50">
              <a:extLst>
                <a:ext uri="{FF2B5EF4-FFF2-40B4-BE49-F238E27FC236}">
                  <a16:creationId xmlns:a16="http://schemas.microsoft.com/office/drawing/2014/main" id="{2EB395FB-3110-4B3E-B7DB-687872B7F0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6" y="2026"/>
              <a:ext cx="327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2000" b="1" i="1">
                  <a:solidFill>
                    <a:srgbClr val="0000CC"/>
                  </a:solidFill>
                  <a:latin typeface="Verdana" panose="020B0604030504040204" pitchFamily="34" charset="0"/>
                  <a:ea typeface="楷体_GB2312" pitchFamily="49" charset="-122"/>
                </a:rPr>
                <a:t>E</a:t>
              </a:r>
              <a:r>
                <a:rPr lang="en-US" altLang="zh-CN" sz="2000" b="1" baseline="-25000">
                  <a:solidFill>
                    <a:srgbClr val="0000CC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1r</a:t>
              </a:r>
              <a:endParaRPr lang="en-US" altLang="zh-CN" sz="2000" b="1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60504" name="Text Box 51">
              <a:extLst>
                <a:ext uri="{FF2B5EF4-FFF2-40B4-BE49-F238E27FC236}">
                  <a16:creationId xmlns:a16="http://schemas.microsoft.com/office/drawing/2014/main" id="{AA38AFB7-D4B2-7502-2BBF-CC33F62F82A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8" y="2487"/>
              <a:ext cx="44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2000" b="1" i="1">
                  <a:solidFill>
                    <a:srgbClr val="0000CC"/>
                  </a:solidFill>
                  <a:latin typeface="Verdana" panose="020B0604030504040204" pitchFamily="34" charset="0"/>
                  <a:ea typeface="楷体_GB2312" pitchFamily="49" charset="-122"/>
                </a:rPr>
                <a:t>H</a:t>
              </a:r>
              <a:r>
                <a:rPr lang="en-US" altLang="zh-CN" sz="2000" b="1" baseline="-25000">
                  <a:solidFill>
                    <a:srgbClr val="0000CC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1r</a:t>
              </a:r>
              <a:endParaRPr lang="en-US" altLang="zh-CN" sz="2000" b="1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60505" name="Text Box 52">
              <a:extLst>
                <a:ext uri="{FF2B5EF4-FFF2-40B4-BE49-F238E27FC236}">
                  <a16:creationId xmlns:a16="http://schemas.microsoft.com/office/drawing/2014/main" id="{9C376146-579E-456B-503E-931302F698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58" y="2466"/>
              <a:ext cx="41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2000" b="1" i="1">
                  <a:solidFill>
                    <a:srgbClr val="0000CC"/>
                  </a:solidFill>
                  <a:latin typeface="Verdana" panose="020B0604030504040204" pitchFamily="34" charset="0"/>
                  <a:ea typeface="楷体_GB2312" pitchFamily="49" charset="-122"/>
                </a:rPr>
                <a:t>k</a:t>
              </a:r>
              <a:r>
                <a:rPr lang="en-US" altLang="zh-CN" sz="2000" b="1" baseline="-25000">
                  <a:solidFill>
                    <a:srgbClr val="0000CC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2r</a:t>
              </a:r>
              <a:endParaRPr lang="en-US" altLang="zh-CN" sz="2000" b="1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grpSp>
          <p:nvGrpSpPr>
            <p:cNvPr id="60506" name="Group 53">
              <a:extLst>
                <a:ext uri="{FF2B5EF4-FFF2-40B4-BE49-F238E27FC236}">
                  <a16:creationId xmlns:a16="http://schemas.microsoft.com/office/drawing/2014/main" id="{79B7D41E-E4B9-FD92-9AFC-9E1C2781C12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85" y="2155"/>
              <a:ext cx="419" cy="417"/>
              <a:chOff x="508" y="1937"/>
              <a:chExt cx="447" cy="450"/>
            </a:xfrm>
          </p:grpSpPr>
          <p:sp>
            <p:nvSpPr>
              <p:cNvPr id="60522" name="Line 54">
                <a:extLst>
                  <a:ext uri="{FF2B5EF4-FFF2-40B4-BE49-F238E27FC236}">
                    <a16:creationId xmlns:a16="http://schemas.microsoft.com/office/drawing/2014/main" id="{A728FF2D-4BA4-3F74-B4F0-064F50CD072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08" y="2328"/>
                <a:ext cx="340" cy="0"/>
              </a:xfrm>
              <a:prstGeom prst="line">
                <a:avLst/>
              </a:prstGeom>
              <a:noFill/>
              <a:ln w="28575">
                <a:solidFill>
                  <a:srgbClr val="CC0000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0523" name="Line 55">
                <a:extLst>
                  <a:ext uri="{FF2B5EF4-FFF2-40B4-BE49-F238E27FC236}">
                    <a16:creationId xmlns:a16="http://schemas.microsoft.com/office/drawing/2014/main" id="{E7C32281-F4CB-AF16-3BD0-A959A11B23F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-5400000">
                <a:off x="735" y="2105"/>
                <a:ext cx="336" cy="0"/>
              </a:xfrm>
              <a:prstGeom prst="line">
                <a:avLst/>
              </a:prstGeom>
              <a:noFill/>
              <a:ln w="31750">
                <a:solidFill>
                  <a:srgbClr val="0000FF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60524" name="Group 56">
                <a:extLst>
                  <a:ext uri="{FF2B5EF4-FFF2-40B4-BE49-F238E27FC236}">
                    <a16:creationId xmlns:a16="http://schemas.microsoft.com/office/drawing/2014/main" id="{657B3FAF-45B9-C17B-A75F-0373AA6D12F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48" y="2280"/>
                <a:ext cx="107" cy="107"/>
                <a:chOff x="930" y="2339"/>
                <a:chExt cx="107" cy="107"/>
              </a:xfrm>
            </p:grpSpPr>
            <p:sp>
              <p:nvSpPr>
                <p:cNvPr id="60525" name="Oval 57">
                  <a:extLst>
                    <a:ext uri="{FF2B5EF4-FFF2-40B4-BE49-F238E27FC236}">
                      <a16:creationId xmlns:a16="http://schemas.microsoft.com/office/drawing/2014/main" id="{895AEBA6-F802-821E-E3AD-9CB125A1F60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30" y="2339"/>
                  <a:ext cx="107" cy="107"/>
                </a:xfrm>
                <a:prstGeom prst="ellipse">
                  <a:avLst/>
                </a:prstGeom>
                <a:noFill/>
                <a:ln w="25400">
                  <a:solidFill>
                    <a:srgbClr val="80008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endParaRPr lang="zh-CN" altLang="en-US">
                    <a:ea typeface="楷体_GB2312" pitchFamily="49" charset="-122"/>
                  </a:endParaRPr>
                </a:p>
              </p:txBody>
            </p:sp>
            <p:grpSp>
              <p:nvGrpSpPr>
                <p:cNvPr id="60526" name="Group 58">
                  <a:extLst>
                    <a:ext uri="{FF2B5EF4-FFF2-40B4-BE49-F238E27FC236}">
                      <a16:creationId xmlns:a16="http://schemas.microsoft.com/office/drawing/2014/main" id="{8FB6A8BE-A9F2-755C-C155-2350BBA5607C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946" y="2358"/>
                  <a:ext cx="74" cy="82"/>
                  <a:chOff x="3054" y="1938"/>
                  <a:chExt cx="74" cy="82"/>
                </a:xfrm>
              </p:grpSpPr>
              <p:sp>
                <p:nvSpPr>
                  <p:cNvPr id="60527" name="Line 59">
                    <a:extLst>
                      <a:ext uri="{FF2B5EF4-FFF2-40B4-BE49-F238E27FC236}">
                        <a16:creationId xmlns:a16="http://schemas.microsoft.com/office/drawing/2014/main" id="{565E5815-D10B-6A87-B213-A138322964D8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066" y="1941"/>
                    <a:ext cx="62" cy="79"/>
                  </a:xfrm>
                  <a:prstGeom prst="line">
                    <a:avLst/>
                  </a:prstGeom>
                  <a:noFill/>
                  <a:ln w="25400">
                    <a:solidFill>
                      <a:srgbClr val="80008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60528" name="Line 60">
                    <a:extLst>
                      <a:ext uri="{FF2B5EF4-FFF2-40B4-BE49-F238E27FC236}">
                        <a16:creationId xmlns:a16="http://schemas.microsoft.com/office/drawing/2014/main" id="{7B2CDEAF-D728-8C92-7295-DABAF45A64B1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054" y="1938"/>
                    <a:ext cx="62" cy="79"/>
                  </a:xfrm>
                  <a:prstGeom prst="line">
                    <a:avLst/>
                  </a:prstGeom>
                  <a:noFill/>
                  <a:ln w="25400">
                    <a:solidFill>
                      <a:srgbClr val="80008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</p:grpSp>
        <p:sp>
          <p:nvSpPr>
            <p:cNvPr id="60507" name="Text Box 61">
              <a:extLst>
                <a:ext uri="{FF2B5EF4-FFF2-40B4-BE49-F238E27FC236}">
                  <a16:creationId xmlns:a16="http://schemas.microsoft.com/office/drawing/2014/main" id="{CE0C4497-EE52-4898-CA8D-316E10AFC4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47" y="2026"/>
              <a:ext cx="32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2000" b="1" i="1">
                  <a:solidFill>
                    <a:srgbClr val="0000CC"/>
                  </a:solidFill>
                  <a:latin typeface="Verdana" panose="020B0604030504040204" pitchFamily="34" charset="0"/>
                  <a:ea typeface="楷体_GB2312" pitchFamily="49" charset="-122"/>
                </a:rPr>
                <a:t>E</a:t>
              </a:r>
              <a:r>
                <a:rPr lang="en-US" altLang="zh-CN" sz="2000" b="1" baseline="-25000">
                  <a:solidFill>
                    <a:srgbClr val="0000CC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2r</a:t>
              </a:r>
              <a:endParaRPr lang="en-US" altLang="zh-CN" sz="2000" b="1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60508" name="Text Box 62">
              <a:extLst>
                <a:ext uri="{FF2B5EF4-FFF2-40B4-BE49-F238E27FC236}">
                  <a16:creationId xmlns:a16="http://schemas.microsoft.com/office/drawing/2014/main" id="{17A2B81E-8C45-E94F-4655-AC15E262BB5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25" y="2487"/>
              <a:ext cx="40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2000" b="1" i="1">
                  <a:solidFill>
                    <a:srgbClr val="0000CC"/>
                  </a:solidFill>
                  <a:latin typeface="Verdana" panose="020B0604030504040204" pitchFamily="34" charset="0"/>
                  <a:ea typeface="楷体_GB2312" pitchFamily="49" charset="-122"/>
                </a:rPr>
                <a:t>H</a:t>
              </a:r>
              <a:r>
                <a:rPr lang="en-US" altLang="zh-CN" sz="2000" b="1" baseline="-25000">
                  <a:solidFill>
                    <a:srgbClr val="0000CC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2r</a:t>
              </a:r>
              <a:endParaRPr lang="en-US" altLang="zh-CN" sz="2000" b="1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grpSp>
          <p:nvGrpSpPr>
            <p:cNvPr id="60509" name="Group 63">
              <a:extLst>
                <a:ext uri="{FF2B5EF4-FFF2-40B4-BE49-F238E27FC236}">
                  <a16:creationId xmlns:a16="http://schemas.microsoft.com/office/drawing/2014/main" id="{EB8B357A-D895-D6BC-5514-C39B862EAE7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51" y="3278"/>
              <a:ext cx="101" cy="99"/>
              <a:chOff x="638" y="3048"/>
              <a:chExt cx="169" cy="169"/>
            </a:xfrm>
          </p:grpSpPr>
          <p:sp>
            <p:nvSpPr>
              <p:cNvPr id="60520" name="Oval 64">
                <a:extLst>
                  <a:ext uri="{FF2B5EF4-FFF2-40B4-BE49-F238E27FC236}">
                    <a16:creationId xmlns:a16="http://schemas.microsoft.com/office/drawing/2014/main" id="{A7E7D566-CBCD-608F-2CB1-0F8650E1CB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8" y="3048"/>
                <a:ext cx="169" cy="169"/>
              </a:xfrm>
              <a:prstGeom prst="ellipse">
                <a:avLst/>
              </a:prstGeom>
              <a:noFill/>
              <a:ln w="25400">
                <a:solidFill>
                  <a:srgbClr val="800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>
                  <a:ea typeface="楷体_GB2312" pitchFamily="49" charset="-122"/>
                </a:endParaRPr>
              </a:p>
            </p:txBody>
          </p:sp>
          <p:sp>
            <p:nvSpPr>
              <p:cNvPr id="60521" name="Oval 65">
                <a:extLst>
                  <a:ext uri="{FF2B5EF4-FFF2-40B4-BE49-F238E27FC236}">
                    <a16:creationId xmlns:a16="http://schemas.microsoft.com/office/drawing/2014/main" id="{B48A3FFE-C8E5-A853-B331-6D4BC0A100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89" y="3105"/>
                <a:ext cx="63" cy="64"/>
              </a:xfrm>
              <a:prstGeom prst="ellipse">
                <a:avLst/>
              </a:prstGeom>
              <a:solidFill>
                <a:srgbClr val="800080"/>
              </a:solidFill>
              <a:ln w="25400">
                <a:solidFill>
                  <a:srgbClr val="80008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>
                  <a:ea typeface="楷体_GB2312" pitchFamily="49" charset="-122"/>
                </a:endParaRPr>
              </a:p>
            </p:txBody>
          </p:sp>
        </p:grpSp>
        <p:sp>
          <p:nvSpPr>
            <p:cNvPr id="60510" name="Line 66">
              <a:extLst>
                <a:ext uri="{FF2B5EF4-FFF2-40B4-BE49-F238E27FC236}">
                  <a16:creationId xmlns:a16="http://schemas.microsoft.com/office/drawing/2014/main" id="{06F51372-2B98-D4BC-2BE5-CFED2E69449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51" y="3335"/>
              <a:ext cx="319" cy="0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511" name="Line 67">
              <a:extLst>
                <a:ext uri="{FF2B5EF4-FFF2-40B4-BE49-F238E27FC236}">
                  <a16:creationId xmlns:a16="http://schemas.microsoft.com/office/drawing/2014/main" id="{06D66580-8084-9982-7E66-B5031895C03D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1846" y="3122"/>
              <a:ext cx="314" cy="0"/>
            </a:xfrm>
            <a:prstGeom prst="line">
              <a:avLst/>
            </a:prstGeom>
            <a:noFill/>
            <a:ln w="3175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512" name="Text Box 68">
              <a:extLst>
                <a:ext uri="{FF2B5EF4-FFF2-40B4-BE49-F238E27FC236}">
                  <a16:creationId xmlns:a16="http://schemas.microsoft.com/office/drawing/2014/main" id="{8D7E721C-CB72-271E-62C7-1EF571327D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63" y="3291"/>
              <a:ext cx="32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2000" b="1" i="1">
                  <a:solidFill>
                    <a:srgbClr val="0000CC"/>
                  </a:solidFill>
                  <a:latin typeface="Verdana" panose="020B0604030504040204" pitchFamily="34" charset="0"/>
                  <a:ea typeface="楷体_GB2312" pitchFamily="49" charset="-122"/>
                </a:rPr>
                <a:t>k</a:t>
              </a:r>
              <a:r>
                <a:rPr lang="en-US" altLang="zh-CN" sz="2000" b="1" baseline="-25000">
                  <a:solidFill>
                    <a:srgbClr val="0000CC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3t</a:t>
              </a:r>
              <a:endParaRPr lang="en-US" altLang="zh-CN" sz="2000" b="1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60513" name="Text Box 69">
              <a:extLst>
                <a:ext uri="{FF2B5EF4-FFF2-40B4-BE49-F238E27FC236}">
                  <a16:creationId xmlns:a16="http://schemas.microsoft.com/office/drawing/2014/main" id="{EB2DC745-37A3-75F2-EA90-3C71ABCEC1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38" y="3347"/>
              <a:ext cx="34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2000" b="1" i="1">
                  <a:solidFill>
                    <a:srgbClr val="0000CC"/>
                  </a:solidFill>
                  <a:latin typeface="Verdana" panose="020B0604030504040204" pitchFamily="34" charset="0"/>
                  <a:ea typeface="楷体_GB2312" pitchFamily="49" charset="-122"/>
                </a:rPr>
                <a:t>H</a:t>
              </a:r>
              <a:r>
                <a:rPr lang="en-US" altLang="zh-CN" sz="2000" b="1" baseline="-25000">
                  <a:solidFill>
                    <a:srgbClr val="0000CC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3t</a:t>
              </a:r>
              <a:endParaRPr lang="en-US" altLang="zh-CN" sz="2000" b="1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60514" name="Text Box 70">
              <a:extLst>
                <a:ext uri="{FF2B5EF4-FFF2-40B4-BE49-F238E27FC236}">
                  <a16:creationId xmlns:a16="http://schemas.microsoft.com/office/drawing/2014/main" id="{F79FFBC2-1BAE-FDE2-5E0E-C45BEDA6E2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09" y="2865"/>
              <a:ext cx="32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2000" b="1" i="1">
                  <a:solidFill>
                    <a:srgbClr val="0000CC"/>
                  </a:solidFill>
                  <a:latin typeface="Verdana" panose="020B0604030504040204" pitchFamily="34" charset="0"/>
                  <a:ea typeface="楷体_GB2312" pitchFamily="49" charset="-122"/>
                </a:rPr>
                <a:t>E</a:t>
              </a:r>
              <a:r>
                <a:rPr lang="en-US" altLang="zh-CN" sz="2000" b="1" baseline="-25000">
                  <a:solidFill>
                    <a:srgbClr val="0000CC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3t</a:t>
              </a:r>
              <a:endParaRPr lang="en-US" altLang="zh-CN" sz="2000" b="1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60515" name="Text Box 71">
              <a:extLst>
                <a:ext uri="{FF2B5EF4-FFF2-40B4-BE49-F238E27FC236}">
                  <a16:creationId xmlns:a16="http://schemas.microsoft.com/office/drawing/2014/main" id="{EADB77EE-157F-F157-3487-5FD90D4C30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38" y="1719"/>
              <a:ext cx="58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50000"/>
                </a:spcBef>
              </a:pPr>
              <a:r>
                <a:rPr lang="en-US" altLang="zh-CN" b="1">
                  <a:solidFill>
                    <a:srgbClr val="000066"/>
                  </a:solidFill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rPr>
                <a:t></a:t>
              </a:r>
              <a:r>
                <a:rPr lang="en-US" altLang="zh-CN" b="1" i="1">
                  <a:solidFill>
                    <a:srgbClr val="000066"/>
                  </a:solidFill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rPr>
                <a:t></a:t>
              </a:r>
              <a:r>
                <a:rPr lang="en-US" altLang="zh-CN" b="1" baseline="-25000">
                  <a:solidFill>
                    <a:srgbClr val="000066"/>
                  </a:solidFill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rPr>
                <a:t>2</a:t>
              </a:r>
              <a:r>
                <a:rPr lang="en-US" altLang="zh-CN" b="1">
                  <a:solidFill>
                    <a:srgbClr val="000066"/>
                  </a:solidFill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rPr>
                <a:t>, </a:t>
              </a:r>
              <a:r>
                <a:rPr lang="en-US" altLang="zh-CN" b="1" i="1">
                  <a:solidFill>
                    <a:srgbClr val="000066"/>
                  </a:solidFill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rPr>
                <a:t></a:t>
              </a:r>
              <a:r>
                <a:rPr lang="en-US" altLang="zh-CN" b="1" baseline="-25000">
                  <a:solidFill>
                    <a:srgbClr val="000066"/>
                  </a:solidFill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rPr>
                <a:t>2</a:t>
              </a:r>
              <a:endParaRPr lang="en-US" altLang="zh-CN" b="1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60516" name="Text Box 72">
              <a:extLst>
                <a:ext uri="{FF2B5EF4-FFF2-40B4-BE49-F238E27FC236}">
                  <a16:creationId xmlns:a16="http://schemas.microsoft.com/office/drawing/2014/main" id="{792D3562-DFFE-F08F-D31D-4DF3D84F6A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50" y="1733"/>
              <a:ext cx="58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50000"/>
                </a:spcBef>
              </a:pPr>
              <a:r>
                <a:rPr lang="en-US" altLang="zh-CN" b="1">
                  <a:solidFill>
                    <a:srgbClr val="000066"/>
                  </a:solidFill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rPr>
                <a:t></a:t>
              </a:r>
              <a:r>
                <a:rPr lang="en-US" altLang="zh-CN" b="1" i="1">
                  <a:solidFill>
                    <a:srgbClr val="000066"/>
                  </a:solidFill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rPr>
                <a:t></a:t>
              </a:r>
              <a:r>
                <a:rPr lang="en-US" altLang="zh-CN" b="1" baseline="-25000">
                  <a:solidFill>
                    <a:srgbClr val="000066"/>
                  </a:solidFill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rPr>
                <a:t>3</a:t>
              </a:r>
              <a:r>
                <a:rPr lang="en-US" altLang="zh-CN" b="1">
                  <a:solidFill>
                    <a:srgbClr val="000066"/>
                  </a:solidFill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rPr>
                <a:t>, </a:t>
              </a:r>
              <a:r>
                <a:rPr lang="en-US" altLang="zh-CN" b="1" i="1">
                  <a:solidFill>
                    <a:srgbClr val="000066"/>
                  </a:solidFill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rPr>
                <a:t></a:t>
              </a:r>
              <a:r>
                <a:rPr lang="en-US" altLang="zh-CN" b="1" baseline="-25000">
                  <a:solidFill>
                    <a:srgbClr val="000066"/>
                  </a:solidFill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rPr>
                <a:t>3</a:t>
              </a:r>
              <a:endParaRPr lang="en-US" altLang="zh-CN" b="1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60517" name="Text Box 73">
              <a:extLst>
                <a:ext uri="{FF2B5EF4-FFF2-40B4-BE49-F238E27FC236}">
                  <a16:creationId xmlns:a16="http://schemas.microsoft.com/office/drawing/2014/main" id="{0B568372-F660-DF92-6A8F-2B6F81E605F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58" y="1499"/>
              <a:ext cx="255" cy="2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lnSpc>
                  <a:spcPct val="60000"/>
                </a:lnSpc>
              </a:pPr>
              <a:r>
                <a:rPr lang="en-US" altLang="zh-CN" b="1" i="1">
                  <a:latin typeface="Times New Roman" panose="02020603050405020304" pitchFamily="18" charset="0"/>
                  <a:ea typeface="楷体_GB2312" pitchFamily="49" charset="-122"/>
                </a:rPr>
                <a:t>x</a:t>
              </a:r>
            </a:p>
          </p:txBody>
        </p:sp>
        <p:sp>
          <p:nvSpPr>
            <p:cNvPr id="60518" name="Text Box 74">
              <a:extLst>
                <a:ext uri="{FF2B5EF4-FFF2-40B4-BE49-F238E27FC236}">
                  <a16:creationId xmlns:a16="http://schemas.microsoft.com/office/drawing/2014/main" id="{E02BB2CF-94D5-8AA1-768E-D6A08803F2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2" y="1570"/>
              <a:ext cx="578" cy="2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zh-CN" altLang="en-US" sz="2000" b="1">
                  <a:latin typeface="宋体" panose="02010600030101010101" pitchFamily="2" charset="-122"/>
                  <a:ea typeface="楷体_GB2312" pitchFamily="49" charset="-122"/>
                </a:rPr>
                <a:t>界面</a:t>
              </a:r>
              <a:r>
                <a:rPr lang="en-US" altLang="zh-CN" sz="2000" b="1">
                  <a:latin typeface="宋体" panose="02010600030101010101" pitchFamily="2" charset="-122"/>
                  <a:ea typeface="楷体_GB2312" pitchFamily="49" charset="-122"/>
                </a:rPr>
                <a:t>1</a:t>
              </a:r>
              <a:endParaRPr lang="en-US" altLang="zh-CN" sz="2000" b="1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60519" name="Text Box 75">
              <a:extLst>
                <a:ext uri="{FF2B5EF4-FFF2-40B4-BE49-F238E27FC236}">
                  <a16:creationId xmlns:a16="http://schemas.microsoft.com/office/drawing/2014/main" id="{954FDD42-F810-2BB6-F6D0-1D590D27E63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83" y="1570"/>
              <a:ext cx="575" cy="2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zh-CN" altLang="en-US" sz="2000" b="1">
                  <a:latin typeface="宋体" panose="02010600030101010101" pitchFamily="2" charset="-122"/>
                  <a:ea typeface="楷体_GB2312" pitchFamily="49" charset="-122"/>
                </a:rPr>
                <a:t>界面</a:t>
              </a:r>
              <a:r>
                <a:rPr lang="en-US" altLang="zh-CN" sz="2000" b="1">
                  <a:latin typeface="宋体" panose="02010600030101010101" pitchFamily="2" charset="-122"/>
                  <a:ea typeface="楷体_GB2312" pitchFamily="49" charset="-122"/>
                </a:rPr>
                <a:t>2</a:t>
              </a:r>
              <a:endParaRPr lang="en-US" altLang="zh-CN" sz="2000" b="1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grpSp>
        <p:nvGrpSpPr>
          <p:cNvPr id="36940" name="Group 76">
            <a:extLst>
              <a:ext uri="{FF2B5EF4-FFF2-40B4-BE49-F238E27FC236}">
                <a16:creationId xmlns:a16="http://schemas.microsoft.com/office/drawing/2014/main" id="{991F6A56-2C59-C030-A607-6649CC5B0E4B}"/>
              </a:ext>
            </a:extLst>
          </p:cNvPr>
          <p:cNvGrpSpPr>
            <a:grpSpLocks/>
          </p:cNvGrpSpPr>
          <p:nvPr/>
        </p:nvGrpSpPr>
        <p:grpSpPr bwMode="auto">
          <a:xfrm>
            <a:off x="5219700" y="2420938"/>
            <a:ext cx="3671888" cy="3498850"/>
            <a:chOff x="3289" y="1071"/>
            <a:chExt cx="2313" cy="2204"/>
          </a:xfrm>
        </p:grpSpPr>
        <p:sp>
          <p:nvSpPr>
            <p:cNvPr id="60428" name="Rectangle 77">
              <a:extLst>
                <a:ext uri="{FF2B5EF4-FFF2-40B4-BE49-F238E27FC236}">
                  <a16:creationId xmlns:a16="http://schemas.microsoft.com/office/drawing/2014/main" id="{C2CB49DD-2435-0BDF-4AB5-D0E139326C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05" y="1113"/>
              <a:ext cx="1456" cy="2162"/>
            </a:xfrm>
            <a:prstGeom prst="rect">
              <a:avLst/>
            </a:prstGeom>
            <a:solidFill>
              <a:srgbClr val="00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>
                <a:ea typeface="楷体_GB2312" pitchFamily="49" charset="-122"/>
              </a:endParaRPr>
            </a:p>
          </p:txBody>
        </p:sp>
        <p:sp>
          <p:nvSpPr>
            <p:cNvPr id="60429" name="Rectangle 78">
              <a:extLst>
                <a:ext uri="{FF2B5EF4-FFF2-40B4-BE49-F238E27FC236}">
                  <a16:creationId xmlns:a16="http://schemas.microsoft.com/office/drawing/2014/main" id="{F4034F10-B425-DDD8-B2A0-2B2A16E88B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06" y="1113"/>
              <a:ext cx="820" cy="2162"/>
            </a:xfrm>
            <a:prstGeom prst="rect">
              <a:avLst/>
            </a:prstGeom>
            <a:solidFill>
              <a:srgbClr val="FFCC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>
                <a:ea typeface="楷体_GB2312" pitchFamily="49" charset="-122"/>
              </a:endParaRPr>
            </a:p>
          </p:txBody>
        </p:sp>
        <p:sp>
          <p:nvSpPr>
            <p:cNvPr id="60430" name="Text Box 79">
              <a:extLst>
                <a:ext uri="{FF2B5EF4-FFF2-40B4-BE49-F238E27FC236}">
                  <a16:creationId xmlns:a16="http://schemas.microsoft.com/office/drawing/2014/main" id="{3530EBED-BA74-34B6-EF7F-AE38FC6D2BD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82" y="2674"/>
              <a:ext cx="657" cy="5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endParaRPr lang="zh-CN" altLang="zh-CN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60431" name="Text Box 80">
              <a:extLst>
                <a:ext uri="{FF2B5EF4-FFF2-40B4-BE49-F238E27FC236}">
                  <a16:creationId xmlns:a16="http://schemas.microsoft.com/office/drawing/2014/main" id="{99F5AF09-FD4B-C2E0-A1A2-C65E04A47A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27" y="2695"/>
              <a:ext cx="675" cy="5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endParaRPr lang="zh-CN" altLang="zh-CN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60432" name="Text Box 81">
              <a:extLst>
                <a:ext uri="{FF2B5EF4-FFF2-40B4-BE49-F238E27FC236}">
                  <a16:creationId xmlns:a16="http://schemas.microsoft.com/office/drawing/2014/main" id="{263E07BA-6227-8ACE-C0CF-3EAB6D4665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02" y="2676"/>
              <a:ext cx="675" cy="5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endParaRPr lang="zh-CN" altLang="zh-CN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60433" name="Line 82">
              <a:extLst>
                <a:ext uri="{FF2B5EF4-FFF2-40B4-BE49-F238E27FC236}">
                  <a16:creationId xmlns:a16="http://schemas.microsoft.com/office/drawing/2014/main" id="{D0A3DB8F-63A4-6852-4C26-9719413DADC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13" y="1113"/>
              <a:ext cx="0" cy="2162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34" name="Text Box 83">
              <a:extLst>
                <a:ext uri="{FF2B5EF4-FFF2-40B4-BE49-F238E27FC236}">
                  <a16:creationId xmlns:a16="http://schemas.microsoft.com/office/drawing/2014/main" id="{3A5CAD08-F3B0-B7AD-9179-D3A5A9DC97A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66" y="2366"/>
              <a:ext cx="223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i="1">
                  <a:latin typeface="Times New Roman" panose="02020603050405020304" pitchFamily="18" charset="0"/>
                  <a:ea typeface="楷体_GB2312" pitchFamily="49" charset="-122"/>
                </a:rPr>
                <a:t>O</a:t>
              </a:r>
              <a:endParaRPr lang="en-US" altLang="zh-CN" i="1" baseline="-2500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60435" name="Text Box 84">
              <a:extLst>
                <a:ext uri="{FF2B5EF4-FFF2-40B4-BE49-F238E27FC236}">
                  <a16:creationId xmlns:a16="http://schemas.microsoft.com/office/drawing/2014/main" id="{8D034505-1D8A-7A96-BD27-CD916EB3BC6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83" y="2319"/>
              <a:ext cx="178" cy="3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i="1">
                  <a:latin typeface="Times New Roman" panose="02020603050405020304" pitchFamily="18" charset="0"/>
                  <a:ea typeface="楷体_GB2312" pitchFamily="49" charset="-122"/>
                </a:rPr>
                <a:t>z</a:t>
              </a:r>
              <a:endParaRPr lang="en-US" altLang="zh-CN" i="1" baseline="-2500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60436" name="Line 85">
              <a:extLst>
                <a:ext uri="{FF2B5EF4-FFF2-40B4-BE49-F238E27FC236}">
                  <a16:creationId xmlns:a16="http://schemas.microsoft.com/office/drawing/2014/main" id="{5CB46327-07B9-71F0-2282-D73FC0F6E6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89" y="2360"/>
              <a:ext cx="218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37" name="Text Box 86">
              <a:extLst>
                <a:ext uri="{FF2B5EF4-FFF2-40B4-BE49-F238E27FC236}">
                  <a16:creationId xmlns:a16="http://schemas.microsoft.com/office/drawing/2014/main" id="{557B4DB1-AEBD-09C4-E12B-935F9BEA7C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34" y="1344"/>
              <a:ext cx="337" cy="2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b="1">
                  <a:latin typeface="宋体" panose="02010600030101010101" pitchFamily="2" charset="-122"/>
                  <a:ea typeface="楷体_GB2312" pitchFamily="49" charset="-122"/>
                </a:rPr>
                <a:t>①</a:t>
              </a:r>
              <a:endParaRPr lang="en-US" altLang="zh-CN" b="1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60438" name="Text Box 87">
              <a:extLst>
                <a:ext uri="{FF2B5EF4-FFF2-40B4-BE49-F238E27FC236}">
                  <a16:creationId xmlns:a16="http://schemas.microsoft.com/office/drawing/2014/main" id="{35B55D91-2180-7041-68DC-B4102FCD92A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83" y="1362"/>
              <a:ext cx="252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b="1">
                  <a:latin typeface="宋体" panose="02010600030101010101" pitchFamily="2" charset="-122"/>
                  <a:ea typeface="楷体_GB2312" pitchFamily="49" charset="-122"/>
                </a:rPr>
                <a:t>②</a:t>
              </a:r>
              <a:endParaRPr lang="en-US" altLang="zh-CN" b="1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60439" name="Text Box 88">
              <a:extLst>
                <a:ext uri="{FF2B5EF4-FFF2-40B4-BE49-F238E27FC236}">
                  <a16:creationId xmlns:a16="http://schemas.microsoft.com/office/drawing/2014/main" id="{FC986249-E0AE-BBB5-FE68-F4BDB7CDBB7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15" y="1282"/>
              <a:ext cx="72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50000"/>
                </a:spcBef>
              </a:pPr>
              <a:r>
                <a:rPr lang="en-US" altLang="zh-CN" b="1">
                  <a:solidFill>
                    <a:srgbClr val="000066"/>
                  </a:solidFill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rPr>
                <a:t></a:t>
              </a:r>
              <a:r>
                <a:rPr lang="en-US" altLang="zh-CN" b="1" i="1">
                  <a:solidFill>
                    <a:srgbClr val="000066"/>
                  </a:solidFill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rPr>
                <a:t></a:t>
              </a:r>
              <a:r>
                <a:rPr lang="en-US" altLang="zh-CN" b="1" baseline="-25000">
                  <a:solidFill>
                    <a:srgbClr val="000066"/>
                  </a:solidFill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rPr>
                <a:t>1</a:t>
              </a:r>
              <a:r>
                <a:rPr lang="en-US" altLang="zh-CN" b="1">
                  <a:solidFill>
                    <a:srgbClr val="000066"/>
                  </a:solidFill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rPr>
                <a:t>, </a:t>
              </a:r>
              <a:r>
                <a:rPr lang="en-US" altLang="zh-CN" b="1" i="1">
                  <a:solidFill>
                    <a:srgbClr val="000066"/>
                  </a:solidFill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rPr>
                <a:t></a:t>
              </a:r>
              <a:r>
                <a:rPr lang="en-US" altLang="zh-CN" b="1" baseline="-25000">
                  <a:solidFill>
                    <a:srgbClr val="000066"/>
                  </a:solidFill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rPr>
                <a:t>1</a:t>
              </a:r>
              <a:endParaRPr lang="en-US" altLang="zh-CN" b="1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grpSp>
          <p:nvGrpSpPr>
            <p:cNvPr id="60440" name="Group 89">
              <a:extLst>
                <a:ext uri="{FF2B5EF4-FFF2-40B4-BE49-F238E27FC236}">
                  <a16:creationId xmlns:a16="http://schemas.microsoft.com/office/drawing/2014/main" id="{52CCCC6C-88ED-82B0-3256-22DB6F45D1C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02" y="2846"/>
              <a:ext cx="100" cy="98"/>
              <a:chOff x="638" y="3048"/>
              <a:chExt cx="169" cy="169"/>
            </a:xfrm>
          </p:grpSpPr>
          <p:sp>
            <p:nvSpPr>
              <p:cNvPr id="60469" name="Oval 90">
                <a:extLst>
                  <a:ext uri="{FF2B5EF4-FFF2-40B4-BE49-F238E27FC236}">
                    <a16:creationId xmlns:a16="http://schemas.microsoft.com/office/drawing/2014/main" id="{287128DC-1FE4-7F6F-D147-83F33E4DC5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8" y="3048"/>
                <a:ext cx="169" cy="169"/>
              </a:xfrm>
              <a:prstGeom prst="ellipse">
                <a:avLst/>
              </a:prstGeom>
              <a:noFill/>
              <a:ln w="25400">
                <a:solidFill>
                  <a:srgbClr val="800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>
                  <a:ea typeface="楷体_GB2312" pitchFamily="49" charset="-122"/>
                </a:endParaRPr>
              </a:p>
            </p:txBody>
          </p:sp>
          <p:sp>
            <p:nvSpPr>
              <p:cNvPr id="60470" name="Oval 91">
                <a:extLst>
                  <a:ext uri="{FF2B5EF4-FFF2-40B4-BE49-F238E27FC236}">
                    <a16:creationId xmlns:a16="http://schemas.microsoft.com/office/drawing/2014/main" id="{9E43C5E9-FD9D-2BA3-2CAD-ABBF998F4F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89" y="3105"/>
                <a:ext cx="63" cy="64"/>
              </a:xfrm>
              <a:prstGeom prst="ellipse">
                <a:avLst/>
              </a:prstGeom>
              <a:solidFill>
                <a:srgbClr val="800080"/>
              </a:solidFill>
              <a:ln w="25400">
                <a:solidFill>
                  <a:srgbClr val="80008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>
                  <a:ea typeface="楷体_GB2312" pitchFamily="49" charset="-122"/>
                </a:endParaRPr>
              </a:p>
            </p:txBody>
          </p:sp>
        </p:grpSp>
        <p:sp>
          <p:nvSpPr>
            <p:cNvPr id="60441" name="Line 92">
              <a:extLst>
                <a:ext uri="{FF2B5EF4-FFF2-40B4-BE49-F238E27FC236}">
                  <a16:creationId xmlns:a16="http://schemas.microsoft.com/office/drawing/2014/main" id="{0257608D-3817-A145-ED34-8859EF0D5F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01" y="2903"/>
              <a:ext cx="315" cy="0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42" name="Line 93">
              <a:extLst>
                <a:ext uri="{FF2B5EF4-FFF2-40B4-BE49-F238E27FC236}">
                  <a16:creationId xmlns:a16="http://schemas.microsoft.com/office/drawing/2014/main" id="{02970C26-4AC7-F270-62BC-66CB76F3FD47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3397" y="2692"/>
              <a:ext cx="312" cy="0"/>
            </a:xfrm>
            <a:prstGeom prst="line">
              <a:avLst/>
            </a:prstGeom>
            <a:noFill/>
            <a:ln w="3175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43" name="Text Box 94">
              <a:extLst>
                <a:ext uri="{FF2B5EF4-FFF2-40B4-BE49-F238E27FC236}">
                  <a16:creationId xmlns:a16="http://schemas.microsoft.com/office/drawing/2014/main" id="{E85A6473-F460-3677-78DA-E28DD022BC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10" y="2860"/>
              <a:ext cx="32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2000" b="1" i="1">
                  <a:solidFill>
                    <a:srgbClr val="0000CC"/>
                  </a:solidFill>
                  <a:latin typeface="Verdana" panose="020B0604030504040204" pitchFamily="34" charset="0"/>
                  <a:ea typeface="楷体_GB2312" pitchFamily="49" charset="-122"/>
                </a:rPr>
                <a:t>k</a:t>
              </a:r>
              <a:r>
                <a:rPr lang="en-US" altLang="zh-CN" sz="2000" b="1" baseline="-25000">
                  <a:solidFill>
                    <a:srgbClr val="0000CC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1i</a:t>
              </a:r>
              <a:endParaRPr lang="en-US" altLang="zh-CN" sz="2000" b="1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60444" name="Text Box 95">
              <a:extLst>
                <a:ext uri="{FF2B5EF4-FFF2-40B4-BE49-F238E27FC236}">
                  <a16:creationId xmlns:a16="http://schemas.microsoft.com/office/drawing/2014/main" id="{0C6FEBE9-A578-1CDC-7971-9509964E65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90" y="2915"/>
              <a:ext cx="337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2000" b="1" i="1">
                  <a:solidFill>
                    <a:srgbClr val="0000CC"/>
                  </a:solidFill>
                  <a:latin typeface="Verdana" panose="020B0604030504040204" pitchFamily="34" charset="0"/>
                  <a:ea typeface="楷体_GB2312" pitchFamily="49" charset="-122"/>
                </a:rPr>
                <a:t>H</a:t>
              </a:r>
              <a:r>
                <a:rPr lang="en-US" altLang="zh-CN" sz="2000" b="1" baseline="-25000">
                  <a:solidFill>
                    <a:srgbClr val="0000CC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1i</a:t>
              </a:r>
              <a:endParaRPr lang="en-US" altLang="zh-CN" sz="2000" b="1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60445" name="Text Box 96">
              <a:extLst>
                <a:ext uri="{FF2B5EF4-FFF2-40B4-BE49-F238E27FC236}">
                  <a16:creationId xmlns:a16="http://schemas.microsoft.com/office/drawing/2014/main" id="{19DC9A72-2154-E0B1-9D42-1E1B92608B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59" y="2464"/>
              <a:ext cx="321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2000" b="1" i="1">
                  <a:solidFill>
                    <a:srgbClr val="0000CC"/>
                  </a:solidFill>
                  <a:latin typeface="Verdana" panose="020B0604030504040204" pitchFamily="34" charset="0"/>
                  <a:ea typeface="楷体_GB2312" pitchFamily="49" charset="-122"/>
                </a:rPr>
                <a:t>E</a:t>
              </a:r>
              <a:r>
                <a:rPr lang="en-US" altLang="zh-CN" sz="2000" b="1" baseline="-25000">
                  <a:solidFill>
                    <a:srgbClr val="0000CC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1i</a:t>
              </a:r>
              <a:endParaRPr lang="en-US" altLang="zh-CN" sz="2000" b="1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60446" name="Text Box 97">
              <a:extLst>
                <a:ext uri="{FF2B5EF4-FFF2-40B4-BE49-F238E27FC236}">
                  <a16:creationId xmlns:a16="http://schemas.microsoft.com/office/drawing/2014/main" id="{D7AD62D6-DDAC-1639-6A68-9E55AD6D96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47" y="2048"/>
              <a:ext cx="44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2000" b="1" i="1">
                  <a:solidFill>
                    <a:srgbClr val="0000CC"/>
                  </a:solidFill>
                  <a:latin typeface="Verdana" panose="020B0604030504040204" pitchFamily="34" charset="0"/>
                  <a:ea typeface="楷体_GB2312" pitchFamily="49" charset="-122"/>
                </a:rPr>
                <a:t>k</a:t>
              </a:r>
              <a:r>
                <a:rPr lang="en-US" altLang="zh-CN" sz="2000" b="1" baseline="-25000">
                  <a:solidFill>
                    <a:srgbClr val="0000CC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1r</a:t>
              </a:r>
              <a:endParaRPr lang="en-US" altLang="zh-CN" sz="2000" b="1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grpSp>
          <p:nvGrpSpPr>
            <p:cNvPr id="60447" name="Group 98">
              <a:extLst>
                <a:ext uri="{FF2B5EF4-FFF2-40B4-BE49-F238E27FC236}">
                  <a16:creationId xmlns:a16="http://schemas.microsoft.com/office/drawing/2014/main" id="{4963D321-7D0F-DFD1-3368-E3E6A328093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74" y="1740"/>
              <a:ext cx="414" cy="413"/>
              <a:chOff x="508" y="1937"/>
              <a:chExt cx="447" cy="450"/>
            </a:xfrm>
          </p:grpSpPr>
          <p:sp>
            <p:nvSpPr>
              <p:cNvPr id="60462" name="Line 99">
                <a:extLst>
                  <a:ext uri="{FF2B5EF4-FFF2-40B4-BE49-F238E27FC236}">
                    <a16:creationId xmlns:a16="http://schemas.microsoft.com/office/drawing/2014/main" id="{FEA9FFF4-1F49-F141-A36F-201D3C7FBC1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08" y="2328"/>
                <a:ext cx="340" cy="0"/>
              </a:xfrm>
              <a:prstGeom prst="line">
                <a:avLst/>
              </a:prstGeom>
              <a:noFill/>
              <a:ln w="28575">
                <a:solidFill>
                  <a:srgbClr val="CC0000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0463" name="Line 100">
                <a:extLst>
                  <a:ext uri="{FF2B5EF4-FFF2-40B4-BE49-F238E27FC236}">
                    <a16:creationId xmlns:a16="http://schemas.microsoft.com/office/drawing/2014/main" id="{58D2CEA9-B483-4297-2446-60BCBE1723B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-5400000">
                <a:off x="735" y="2105"/>
                <a:ext cx="336" cy="0"/>
              </a:xfrm>
              <a:prstGeom prst="line">
                <a:avLst/>
              </a:prstGeom>
              <a:noFill/>
              <a:ln w="31750">
                <a:solidFill>
                  <a:srgbClr val="0000FF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60464" name="Group 101">
                <a:extLst>
                  <a:ext uri="{FF2B5EF4-FFF2-40B4-BE49-F238E27FC236}">
                    <a16:creationId xmlns:a16="http://schemas.microsoft.com/office/drawing/2014/main" id="{4D4E3BD2-9021-0369-2875-00749D219DD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48" y="2280"/>
                <a:ext cx="107" cy="107"/>
                <a:chOff x="930" y="2339"/>
                <a:chExt cx="107" cy="107"/>
              </a:xfrm>
            </p:grpSpPr>
            <p:sp>
              <p:nvSpPr>
                <p:cNvPr id="60465" name="Oval 102">
                  <a:extLst>
                    <a:ext uri="{FF2B5EF4-FFF2-40B4-BE49-F238E27FC236}">
                      <a16:creationId xmlns:a16="http://schemas.microsoft.com/office/drawing/2014/main" id="{E222535D-B4CC-3DDE-68B8-2B88BB217AE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30" y="2339"/>
                  <a:ext cx="107" cy="107"/>
                </a:xfrm>
                <a:prstGeom prst="ellipse">
                  <a:avLst/>
                </a:prstGeom>
                <a:noFill/>
                <a:ln w="25400">
                  <a:solidFill>
                    <a:srgbClr val="80008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endParaRPr lang="zh-CN" altLang="en-US">
                    <a:ea typeface="楷体_GB2312" pitchFamily="49" charset="-122"/>
                  </a:endParaRPr>
                </a:p>
              </p:txBody>
            </p:sp>
            <p:grpSp>
              <p:nvGrpSpPr>
                <p:cNvPr id="60466" name="Group 103">
                  <a:extLst>
                    <a:ext uri="{FF2B5EF4-FFF2-40B4-BE49-F238E27FC236}">
                      <a16:creationId xmlns:a16="http://schemas.microsoft.com/office/drawing/2014/main" id="{0B8FD102-05B9-B81E-DD4A-08AC05726AB4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946" y="2358"/>
                  <a:ext cx="74" cy="82"/>
                  <a:chOff x="3054" y="1938"/>
                  <a:chExt cx="74" cy="82"/>
                </a:xfrm>
              </p:grpSpPr>
              <p:sp>
                <p:nvSpPr>
                  <p:cNvPr id="60467" name="Line 104">
                    <a:extLst>
                      <a:ext uri="{FF2B5EF4-FFF2-40B4-BE49-F238E27FC236}">
                        <a16:creationId xmlns:a16="http://schemas.microsoft.com/office/drawing/2014/main" id="{44B9A7BA-6C69-DFEE-F5C4-37C2099B5DDF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066" y="1941"/>
                    <a:ext cx="62" cy="79"/>
                  </a:xfrm>
                  <a:prstGeom prst="line">
                    <a:avLst/>
                  </a:prstGeom>
                  <a:noFill/>
                  <a:ln w="25400">
                    <a:solidFill>
                      <a:srgbClr val="80008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60468" name="Line 105">
                    <a:extLst>
                      <a:ext uri="{FF2B5EF4-FFF2-40B4-BE49-F238E27FC236}">
                        <a16:creationId xmlns:a16="http://schemas.microsoft.com/office/drawing/2014/main" id="{9D13D3EE-A432-87D5-9F9C-6440CC938EBB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054" y="1938"/>
                    <a:ext cx="62" cy="79"/>
                  </a:xfrm>
                  <a:prstGeom prst="line">
                    <a:avLst/>
                  </a:prstGeom>
                  <a:noFill/>
                  <a:ln w="25400">
                    <a:solidFill>
                      <a:srgbClr val="80008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</p:grpSp>
        <p:sp>
          <p:nvSpPr>
            <p:cNvPr id="60448" name="Text Box 106">
              <a:extLst>
                <a:ext uri="{FF2B5EF4-FFF2-40B4-BE49-F238E27FC236}">
                  <a16:creationId xmlns:a16="http://schemas.microsoft.com/office/drawing/2014/main" id="{4CEBCE76-659A-F8C2-A280-C571F518B1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06" y="2696"/>
              <a:ext cx="657" cy="5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endParaRPr lang="zh-CN" altLang="zh-CN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grpSp>
          <p:nvGrpSpPr>
            <p:cNvPr id="60449" name="Group 107">
              <a:extLst>
                <a:ext uri="{FF2B5EF4-FFF2-40B4-BE49-F238E27FC236}">
                  <a16:creationId xmlns:a16="http://schemas.microsoft.com/office/drawing/2014/main" id="{961DDFF4-ACDB-0B89-FDF2-6E2861C0C46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26" y="2868"/>
              <a:ext cx="100" cy="98"/>
              <a:chOff x="638" y="3048"/>
              <a:chExt cx="169" cy="169"/>
            </a:xfrm>
          </p:grpSpPr>
          <p:sp>
            <p:nvSpPr>
              <p:cNvPr id="60460" name="Oval 108">
                <a:extLst>
                  <a:ext uri="{FF2B5EF4-FFF2-40B4-BE49-F238E27FC236}">
                    <a16:creationId xmlns:a16="http://schemas.microsoft.com/office/drawing/2014/main" id="{DAE38064-61E9-6C5A-2443-7C6AEB3558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8" y="3048"/>
                <a:ext cx="169" cy="169"/>
              </a:xfrm>
              <a:prstGeom prst="ellipse">
                <a:avLst/>
              </a:prstGeom>
              <a:noFill/>
              <a:ln w="25400">
                <a:solidFill>
                  <a:srgbClr val="800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>
                  <a:ea typeface="楷体_GB2312" pitchFamily="49" charset="-122"/>
                </a:endParaRPr>
              </a:p>
            </p:txBody>
          </p:sp>
          <p:sp>
            <p:nvSpPr>
              <p:cNvPr id="60461" name="Oval 109">
                <a:extLst>
                  <a:ext uri="{FF2B5EF4-FFF2-40B4-BE49-F238E27FC236}">
                    <a16:creationId xmlns:a16="http://schemas.microsoft.com/office/drawing/2014/main" id="{72815B4E-5704-B166-DAD5-8B010D9684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89" y="3105"/>
                <a:ext cx="63" cy="64"/>
              </a:xfrm>
              <a:prstGeom prst="ellipse">
                <a:avLst/>
              </a:prstGeom>
              <a:solidFill>
                <a:srgbClr val="800080"/>
              </a:solidFill>
              <a:ln w="25400">
                <a:solidFill>
                  <a:srgbClr val="80008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>
                  <a:ea typeface="楷体_GB2312" pitchFamily="49" charset="-122"/>
                </a:endParaRPr>
              </a:p>
            </p:txBody>
          </p:sp>
        </p:grpSp>
        <p:sp>
          <p:nvSpPr>
            <p:cNvPr id="60450" name="Line 110">
              <a:extLst>
                <a:ext uri="{FF2B5EF4-FFF2-40B4-BE49-F238E27FC236}">
                  <a16:creationId xmlns:a16="http://schemas.microsoft.com/office/drawing/2014/main" id="{78459F71-2CCA-6AC5-743E-AB8A3DA9EAB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25" y="2925"/>
              <a:ext cx="315" cy="0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51" name="Line 111">
              <a:extLst>
                <a:ext uri="{FF2B5EF4-FFF2-40B4-BE49-F238E27FC236}">
                  <a16:creationId xmlns:a16="http://schemas.microsoft.com/office/drawing/2014/main" id="{97ADA968-A355-98CD-9CCD-E4028B38F5D9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4221" y="2714"/>
              <a:ext cx="312" cy="0"/>
            </a:xfrm>
            <a:prstGeom prst="line">
              <a:avLst/>
            </a:prstGeom>
            <a:noFill/>
            <a:ln w="3175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52" name="Text Box 112">
              <a:extLst>
                <a:ext uri="{FF2B5EF4-FFF2-40B4-BE49-F238E27FC236}">
                  <a16:creationId xmlns:a16="http://schemas.microsoft.com/office/drawing/2014/main" id="{25DDFC6A-3C24-1C17-1A35-F5C225B817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14" y="2937"/>
              <a:ext cx="337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2000" b="1" i="1">
                  <a:solidFill>
                    <a:srgbClr val="0000CC"/>
                  </a:solidFill>
                  <a:latin typeface="Verdana" panose="020B0604030504040204" pitchFamily="34" charset="0"/>
                  <a:ea typeface="楷体_GB2312" pitchFamily="49" charset="-122"/>
                </a:rPr>
                <a:t>H</a:t>
              </a:r>
              <a:r>
                <a:rPr lang="en-US" altLang="zh-CN" sz="2000" b="1" baseline="-25000">
                  <a:solidFill>
                    <a:srgbClr val="0000CC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2</a:t>
              </a:r>
              <a:endParaRPr lang="en-US" altLang="zh-CN" sz="2000" b="1" i="1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60453" name="Text Box 113">
              <a:extLst>
                <a:ext uri="{FF2B5EF4-FFF2-40B4-BE49-F238E27FC236}">
                  <a16:creationId xmlns:a16="http://schemas.microsoft.com/office/drawing/2014/main" id="{ED7A0815-18E1-8F13-4F89-C473B4D1553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83" y="2486"/>
              <a:ext cx="321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2000" b="1" i="1">
                  <a:solidFill>
                    <a:srgbClr val="0000CC"/>
                  </a:solidFill>
                  <a:latin typeface="Verdana" panose="020B0604030504040204" pitchFamily="34" charset="0"/>
                  <a:ea typeface="楷体_GB2312" pitchFamily="49" charset="-122"/>
                </a:rPr>
                <a:t>E</a:t>
              </a:r>
              <a:r>
                <a:rPr lang="en-US" altLang="zh-CN" sz="2000" b="1" baseline="-25000">
                  <a:solidFill>
                    <a:srgbClr val="0000CC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2</a:t>
              </a:r>
              <a:endParaRPr lang="en-US" altLang="zh-CN" sz="2000" b="1" i="1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60454" name="Text Box 114">
              <a:extLst>
                <a:ext uri="{FF2B5EF4-FFF2-40B4-BE49-F238E27FC236}">
                  <a16:creationId xmlns:a16="http://schemas.microsoft.com/office/drawing/2014/main" id="{693BA06A-47E1-0B40-7F9A-8B87879C54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81" y="2902"/>
              <a:ext cx="32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2000" b="1" i="1">
                  <a:solidFill>
                    <a:srgbClr val="0000CC"/>
                  </a:solidFill>
                  <a:latin typeface="Verdana" panose="020B0604030504040204" pitchFamily="34" charset="0"/>
                  <a:ea typeface="楷体_GB2312" pitchFamily="49" charset="-122"/>
                </a:rPr>
                <a:t>k</a:t>
              </a:r>
              <a:r>
                <a:rPr lang="en-US" altLang="zh-CN" sz="2000" b="1" baseline="-25000">
                  <a:solidFill>
                    <a:srgbClr val="0000CC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2</a:t>
              </a:r>
              <a:endParaRPr lang="en-US" altLang="zh-CN" sz="2000" b="1" i="1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60455" name="Text Box 115">
              <a:extLst>
                <a:ext uri="{FF2B5EF4-FFF2-40B4-BE49-F238E27FC236}">
                  <a16:creationId xmlns:a16="http://schemas.microsoft.com/office/drawing/2014/main" id="{84656D57-B6B3-BF78-B94E-09FB5CF4CF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57" y="1612"/>
              <a:ext cx="32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2000" b="1" i="1">
                  <a:solidFill>
                    <a:srgbClr val="0000CC"/>
                  </a:solidFill>
                  <a:latin typeface="Verdana" panose="020B0604030504040204" pitchFamily="34" charset="0"/>
                  <a:ea typeface="楷体_GB2312" pitchFamily="49" charset="-122"/>
                </a:rPr>
                <a:t>E</a:t>
              </a:r>
              <a:r>
                <a:rPr lang="en-US" altLang="zh-CN" sz="2000" b="1" baseline="-25000">
                  <a:solidFill>
                    <a:srgbClr val="0000CC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1r</a:t>
              </a:r>
              <a:endParaRPr lang="en-US" altLang="zh-CN" sz="2000" b="1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60456" name="Text Box 116">
              <a:extLst>
                <a:ext uri="{FF2B5EF4-FFF2-40B4-BE49-F238E27FC236}">
                  <a16:creationId xmlns:a16="http://schemas.microsoft.com/office/drawing/2014/main" id="{F227E167-3D1D-174A-3B42-904FA960C5C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09" y="2069"/>
              <a:ext cx="477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2000" b="1" i="1">
                  <a:solidFill>
                    <a:srgbClr val="0000CC"/>
                  </a:solidFill>
                  <a:latin typeface="Verdana" panose="020B0604030504040204" pitchFamily="34" charset="0"/>
                  <a:ea typeface="楷体_GB2312" pitchFamily="49" charset="-122"/>
                </a:rPr>
                <a:t>H</a:t>
              </a:r>
              <a:r>
                <a:rPr lang="en-US" altLang="zh-CN" sz="2000" b="1" baseline="-25000">
                  <a:solidFill>
                    <a:srgbClr val="0000CC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1r</a:t>
              </a:r>
              <a:endParaRPr lang="en-US" altLang="zh-CN" sz="2000" b="1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60457" name="Text Box 117">
              <a:extLst>
                <a:ext uri="{FF2B5EF4-FFF2-40B4-BE49-F238E27FC236}">
                  <a16:creationId xmlns:a16="http://schemas.microsoft.com/office/drawing/2014/main" id="{DFBC98ED-2576-1E0D-82D2-03CE81356F8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05" y="1308"/>
              <a:ext cx="57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50000"/>
                </a:spcBef>
              </a:pPr>
              <a:r>
                <a:rPr lang="en-US" altLang="zh-CN" b="1" i="1">
                  <a:solidFill>
                    <a:srgbClr val="000066"/>
                  </a:solidFill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rPr>
                <a:t></a:t>
              </a:r>
              <a:r>
                <a:rPr lang="en-US" altLang="zh-CN" b="1" baseline="-25000">
                  <a:solidFill>
                    <a:srgbClr val="000066"/>
                  </a:solidFill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rPr>
                <a:t>ef</a:t>
              </a:r>
              <a:endParaRPr lang="zh-CN" altLang="zh-CN" b="1" baseline="-2500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60458" name="Text Box 118">
              <a:extLst>
                <a:ext uri="{FF2B5EF4-FFF2-40B4-BE49-F238E27FC236}">
                  <a16:creationId xmlns:a16="http://schemas.microsoft.com/office/drawing/2014/main" id="{332A71F8-79E8-2D78-4136-C41B068D95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05" y="1071"/>
              <a:ext cx="25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lnSpc>
                  <a:spcPct val="60000"/>
                </a:lnSpc>
              </a:pPr>
              <a:r>
                <a:rPr lang="en-US" altLang="zh-CN" b="1" i="1">
                  <a:latin typeface="Times New Roman" panose="02020603050405020304" pitchFamily="18" charset="0"/>
                  <a:ea typeface="楷体_GB2312" pitchFamily="49" charset="-122"/>
                </a:rPr>
                <a:t>x</a:t>
              </a:r>
            </a:p>
          </p:txBody>
        </p:sp>
        <p:sp>
          <p:nvSpPr>
            <p:cNvPr id="60459" name="Text Box 119">
              <a:extLst>
                <a:ext uri="{FF2B5EF4-FFF2-40B4-BE49-F238E27FC236}">
                  <a16:creationId xmlns:a16="http://schemas.microsoft.com/office/drawing/2014/main" id="{A02746FE-F906-DC8B-278E-56E65B3F34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85" y="1071"/>
              <a:ext cx="556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zh-CN" altLang="en-US" sz="2000" b="1">
                  <a:latin typeface="宋体" panose="02010600030101010101" pitchFamily="2" charset="-122"/>
                  <a:ea typeface="楷体_GB2312" pitchFamily="49" charset="-122"/>
                </a:rPr>
                <a:t>界面</a:t>
              </a:r>
              <a:r>
                <a:rPr lang="en-US" altLang="zh-CN" sz="2000" b="1">
                  <a:latin typeface="宋体" panose="02010600030101010101" pitchFamily="2" charset="-122"/>
                  <a:ea typeface="楷体_GB2312" pitchFamily="49" charset="-122"/>
                </a:rPr>
                <a:t>1</a:t>
              </a:r>
              <a:endParaRPr lang="en-US" altLang="zh-CN" sz="2000" b="1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sp>
        <p:nvSpPr>
          <p:cNvPr id="36984" name="AutoShape 120">
            <a:extLst>
              <a:ext uri="{FF2B5EF4-FFF2-40B4-BE49-F238E27FC236}">
                <a16:creationId xmlns:a16="http://schemas.microsoft.com/office/drawing/2014/main" id="{A4A518E4-DCE9-FC09-3825-C3766C8BF9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56100" y="4324350"/>
            <a:ext cx="792163" cy="358775"/>
          </a:xfrm>
          <a:prstGeom prst="rightArrow">
            <a:avLst>
              <a:gd name="adj1" fmla="val 50000"/>
              <a:gd name="adj2" fmla="val 55158"/>
            </a:avLst>
          </a:prstGeom>
          <a:solidFill>
            <a:srgbClr val="FFCC99"/>
          </a:solidFill>
          <a:ln w="25400">
            <a:solidFill>
              <a:srgbClr val="9933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>
              <a:ea typeface="楷体_GB2312" pitchFamily="49" charset="-122"/>
            </a:endParaRPr>
          </a:p>
        </p:txBody>
      </p:sp>
      <p:sp>
        <p:nvSpPr>
          <p:cNvPr id="60424" name="AutoShape 121">
            <a:hlinkClick r:id="rId8" action="ppaction://hlinksldjump" highlightClick="1"/>
            <a:extLst>
              <a:ext uri="{FF2B5EF4-FFF2-40B4-BE49-F238E27FC236}">
                <a16:creationId xmlns:a16="http://schemas.microsoft.com/office/drawing/2014/main" id="{6365BBB4-DFA6-6CEC-7170-92A7BAF965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>
              <a:ea typeface="楷体_GB2312" pitchFamily="49" charset="-122"/>
            </a:endParaRPr>
          </a:p>
        </p:txBody>
      </p:sp>
      <p:sp>
        <p:nvSpPr>
          <p:cNvPr id="60425" name="AutoShape 122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9A745DBE-AAD5-41B7-0975-0F84A67E22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>
              <a:ea typeface="楷体_GB2312" pitchFamily="49" charset="-122"/>
            </a:endParaRPr>
          </a:p>
        </p:txBody>
      </p:sp>
      <p:sp>
        <p:nvSpPr>
          <p:cNvPr id="60426" name="AutoShape 123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641334C7-5DBF-A3A8-88B6-37ABADF7D2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>
              <a:ea typeface="楷体_GB2312" pitchFamily="49" charset="-122"/>
            </a:endParaRPr>
          </a:p>
        </p:txBody>
      </p:sp>
      <p:sp>
        <p:nvSpPr>
          <p:cNvPr id="60427" name="AutoShape 124">
            <a:hlinkClick r:id="" action="ppaction://hlinkshowjump?jump=lastslide" highlightClick="1"/>
            <a:extLst>
              <a:ext uri="{FF2B5EF4-FFF2-40B4-BE49-F238E27FC236}">
                <a16:creationId xmlns:a16="http://schemas.microsoft.com/office/drawing/2014/main" id="{1AF32547-B14F-2BF0-16A0-6D73B9CA53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68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69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369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98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ext Box 2">
            <a:extLst>
              <a:ext uri="{FF2B5EF4-FFF2-40B4-BE49-F238E27FC236}">
                <a16:creationId xmlns:a16="http://schemas.microsoft.com/office/drawing/2014/main" id="{54F806AB-AC8A-1CC8-83D9-CDD6B0F8AE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404813"/>
            <a:ext cx="8748712" cy="199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30000"/>
              </a:lnSpc>
              <a:buFontTx/>
              <a:buBlip>
                <a:blip r:embed="rId2"/>
              </a:buBlip>
            </a:pPr>
            <a:r>
              <a:rPr lang="zh-CN" altLang="en-US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  </a:t>
            </a:r>
            <a:r>
              <a:rPr lang="zh-CN" altLang="en-US" b="1">
                <a:solidFill>
                  <a:srgbClr val="FFFF57"/>
                </a:solidFill>
                <a:latin typeface="Times New Roman" panose="02020603050405020304" pitchFamily="18" charset="0"/>
                <a:ea typeface="楷体_GB2312" pitchFamily="49" charset="-122"/>
              </a:rPr>
              <a:t>设均匀平面波从第一层自左向右垂直入射</a:t>
            </a:r>
          </a:p>
          <a:p>
            <a:pPr algn="just" eaLnBrk="1" hangingPunct="1">
              <a:lnSpc>
                <a:spcPct val="130000"/>
              </a:lnSpc>
            </a:pPr>
            <a:r>
              <a:rPr lang="zh-CN" altLang="en-US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计算</a:t>
            </a:r>
            <a:r>
              <a:rPr lang="en-US" altLang="zh-CN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lang="zh-CN" altLang="en-US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层媒质的第一条边界上的总反射系数时 ，首先求出第 </a:t>
            </a:r>
            <a:r>
              <a:rPr lang="en-US" altLang="zh-CN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(n</a:t>
            </a:r>
            <a:r>
              <a:rPr lang="en-US" altLang="zh-CN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</a:t>
            </a:r>
            <a:r>
              <a:rPr lang="en-US" altLang="zh-CN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2) </a:t>
            </a:r>
            <a:r>
              <a:rPr lang="zh-CN" altLang="en-US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条分界面处的等效波阻抗</a:t>
            </a:r>
            <a:r>
              <a:rPr lang="zh-CN" altLang="en-US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</a:t>
            </a:r>
            <a:r>
              <a:rPr lang="en-US" altLang="zh-CN" b="1" baseline="-2500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(n-2)</a:t>
            </a:r>
            <a:r>
              <a:rPr lang="en-US" altLang="zh-CN" b="1" baseline="-2500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ef</a:t>
            </a:r>
            <a:r>
              <a:rPr lang="en-US" altLang="zh-CN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zh-CN" altLang="en-US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，然后用波阻抗为</a:t>
            </a:r>
            <a:r>
              <a:rPr lang="zh-CN" altLang="en-US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</a:t>
            </a:r>
            <a:r>
              <a:rPr lang="en-US" altLang="zh-CN" b="1" baseline="-2500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(n-2)</a:t>
            </a:r>
            <a:r>
              <a:rPr lang="en-US" altLang="zh-CN" b="1" baseline="-2500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ef</a:t>
            </a:r>
            <a:r>
              <a:rPr lang="en-US" altLang="zh-CN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zh-CN" altLang="en-US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的媒质代替第</a:t>
            </a:r>
            <a:r>
              <a:rPr lang="en-US" altLang="zh-CN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(n</a:t>
            </a:r>
            <a:r>
              <a:rPr lang="en-US" altLang="zh-CN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</a:t>
            </a:r>
            <a:r>
              <a:rPr lang="en-US" altLang="zh-CN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1) </a:t>
            </a:r>
            <a:r>
              <a:rPr lang="zh-CN" altLang="en-US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层及第 </a:t>
            </a:r>
            <a:r>
              <a:rPr lang="en-US" altLang="zh-CN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n </a:t>
            </a:r>
            <a:r>
              <a:rPr lang="zh-CN" altLang="en-US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层媒质。</a:t>
            </a:r>
          </a:p>
        </p:txBody>
      </p:sp>
      <p:sp>
        <p:nvSpPr>
          <p:cNvPr id="37891" name="Text Box 3">
            <a:extLst>
              <a:ext uri="{FF2B5EF4-FFF2-40B4-BE49-F238E27FC236}">
                <a16:creationId xmlns:a16="http://schemas.microsoft.com/office/drawing/2014/main" id="{A37155D1-669F-1026-9BA1-B674F4462A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925" y="2351088"/>
            <a:ext cx="8964613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5000"/>
              </a:lnSpc>
              <a:spcBef>
                <a:spcPct val="50000"/>
              </a:spcBef>
            </a:pPr>
            <a:r>
              <a:rPr lang="zh-CN" altLang="en-US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 依次类推，自右向左逐一计算各条分界面处的等效波阻抗，直至求得第一条边界处的等效波阻抗后，即可计算总反射系数。</a:t>
            </a:r>
          </a:p>
        </p:txBody>
      </p:sp>
      <p:sp>
        <p:nvSpPr>
          <p:cNvPr id="37892" name="AutoShape 4">
            <a:extLst>
              <a:ext uri="{FF2B5EF4-FFF2-40B4-BE49-F238E27FC236}">
                <a16:creationId xmlns:a16="http://schemas.microsoft.com/office/drawing/2014/main" id="{D83BDF66-9028-BC67-0F81-95A3100F01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7538" y="4221163"/>
            <a:ext cx="504825" cy="288925"/>
          </a:xfrm>
          <a:prstGeom prst="rightArrow">
            <a:avLst>
              <a:gd name="adj1" fmla="val 50000"/>
              <a:gd name="adj2" fmla="val 43649"/>
            </a:avLst>
          </a:prstGeom>
          <a:solidFill>
            <a:srgbClr val="F1B5ED"/>
          </a:solidFill>
          <a:ln w="9525">
            <a:solidFill>
              <a:srgbClr val="9933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>
              <a:ea typeface="楷体_GB2312" pitchFamily="49" charset="-122"/>
            </a:endParaRPr>
          </a:p>
        </p:txBody>
      </p:sp>
      <p:grpSp>
        <p:nvGrpSpPr>
          <p:cNvPr id="37893" name="Group 5">
            <a:extLst>
              <a:ext uri="{FF2B5EF4-FFF2-40B4-BE49-F238E27FC236}">
                <a16:creationId xmlns:a16="http://schemas.microsoft.com/office/drawing/2014/main" id="{C101A392-5658-CB1C-7520-48E90325B668}"/>
              </a:ext>
            </a:extLst>
          </p:cNvPr>
          <p:cNvGrpSpPr>
            <a:grpSpLocks/>
          </p:cNvGrpSpPr>
          <p:nvPr/>
        </p:nvGrpSpPr>
        <p:grpSpPr bwMode="auto">
          <a:xfrm>
            <a:off x="5292725" y="5241925"/>
            <a:ext cx="3384550" cy="1427163"/>
            <a:chOff x="3334" y="3158"/>
            <a:chExt cx="2132" cy="899"/>
          </a:xfrm>
        </p:grpSpPr>
        <p:sp>
          <p:nvSpPr>
            <p:cNvPr id="62544" name="Rectangle 6">
              <a:extLst>
                <a:ext uri="{FF2B5EF4-FFF2-40B4-BE49-F238E27FC236}">
                  <a16:creationId xmlns:a16="http://schemas.microsoft.com/office/drawing/2014/main" id="{F59DE4A4-3C87-8F9C-966A-505833A135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1" y="3170"/>
              <a:ext cx="408" cy="878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>
                <a:ea typeface="楷体_GB2312" pitchFamily="49" charset="-122"/>
              </a:endParaRPr>
            </a:p>
          </p:txBody>
        </p:sp>
        <p:sp>
          <p:nvSpPr>
            <p:cNvPr id="62545" name="Rectangle 7">
              <a:extLst>
                <a:ext uri="{FF2B5EF4-FFF2-40B4-BE49-F238E27FC236}">
                  <a16:creationId xmlns:a16="http://schemas.microsoft.com/office/drawing/2014/main" id="{4C3AF72F-A20D-C58E-20F4-F651DF617D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34" y="3170"/>
              <a:ext cx="398" cy="879"/>
            </a:xfrm>
            <a:prstGeom prst="rect">
              <a:avLst/>
            </a:prstGeom>
            <a:solidFill>
              <a:srgbClr val="FFCC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>
                <a:ea typeface="楷体_GB2312" pitchFamily="49" charset="-122"/>
              </a:endParaRPr>
            </a:p>
          </p:txBody>
        </p:sp>
        <p:sp>
          <p:nvSpPr>
            <p:cNvPr id="62546" name="Rectangle 8">
              <a:extLst>
                <a:ext uri="{FF2B5EF4-FFF2-40B4-BE49-F238E27FC236}">
                  <a16:creationId xmlns:a16="http://schemas.microsoft.com/office/drawing/2014/main" id="{61C3910C-EDF5-33DC-5587-890DCB3F38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63" y="3170"/>
              <a:ext cx="703" cy="879"/>
            </a:xfrm>
            <a:prstGeom prst="rect">
              <a:avLst/>
            </a:prstGeom>
            <a:solidFill>
              <a:srgbClr val="009D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>
                <a:ea typeface="楷体_GB2312" pitchFamily="49" charset="-122"/>
              </a:endParaRPr>
            </a:p>
          </p:txBody>
        </p:sp>
        <p:sp>
          <p:nvSpPr>
            <p:cNvPr id="62547" name="Rectangle 9">
              <a:extLst>
                <a:ext uri="{FF2B5EF4-FFF2-40B4-BE49-F238E27FC236}">
                  <a16:creationId xmlns:a16="http://schemas.microsoft.com/office/drawing/2014/main" id="{1DD5B3CE-268D-6489-EFB4-E13D3B6A47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24" y="3170"/>
              <a:ext cx="316" cy="879"/>
            </a:xfrm>
            <a:prstGeom prst="rect">
              <a:avLst/>
            </a:prstGeom>
            <a:solidFill>
              <a:srgbClr val="00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>
                <a:ea typeface="楷体_GB2312" pitchFamily="49" charset="-122"/>
              </a:endParaRPr>
            </a:p>
          </p:txBody>
        </p:sp>
        <p:sp>
          <p:nvSpPr>
            <p:cNvPr id="62548" name="Text Box 10">
              <a:extLst>
                <a:ext uri="{FF2B5EF4-FFF2-40B4-BE49-F238E27FC236}">
                  <a16:creationId xmlns:a16="http://schemas.microsoft.com/office/drawing/2014/main" id="{419F4E22-20C2-F59C-AED5-38F47D90E5A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40" y="3693"/>
              <a:ext cx="352" cy="2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>
                <a:ea typeface="楷体_GB2312" pitchFamily="49" charset="-122"/>
              </a:endParaRPr>
            </a:p>
          </p:txBody>
        </p:sp>
        <p:sp>
          <p:nvSpPr>
            <p:cNvPr id="62549" name="Line 11">
              <a:extLst>
                <a:ext uri="{FF2B5EF4-FFF2-40B4-BE49-F238E27FC236}">
                  <a16:creationId xmlns:a16="http://schemas.microsoft.com/office/drawing/2014/main" id="{546034D0-3ABC-9CA4-D34C-C117D1927DE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21" y="3170"/>
              <a:ext cx="1" cy="87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non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550" name="Line 12">
              <a:extLst>
                <a:ext uri="{FF2B5EF4-FFF2-40B4-BE49-F238E27FC236}">
                  <a16:creationId xmlns:a16="http://schemas.microsoft.com/office/drawing/2014/main" id="{4B5435F8-D026-CA82-6E8C-D850E555B65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19" y="3184"/>
              <a:ext cx="1" cy="86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non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551" name="Line 13">
              <a:extLst>
                <a:ext uri="{FF2B5EF4-FFF2-40B4-BE49-F238E27FC236}">
                  <a16:creationId xmlns:a16="http://schemas.microsoft.com/office/drawing/2014/main" id="{23A861BE-2706-C502-0593-54E69F64F1E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85" y="3920"/>
              <a:ext cx="235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552" name="Line 14">
              <a:extLst>
                <a:ext uri="{FF2B5EF4-FFF2-40B4-BE49-F238E27FC236}">
                  <a16:creationId xmlns:a16="http://schemas.microsoft.com/office/drawing/2014/main" id="{F0765E61-3E28-2886-8E4F-9FAF6A7C3D5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385" y="3525"/>
              <a:ext cx="204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553" name="Text Box 15">
              <a:extLst>
                <a:ext uri="{FF2B5EF4-FFF2-40B4-BE49-F238E27FC236}">
                  <a16:creationId xmlns:a16="http://schemas.microsoft.com/office/drawing/2014/main" id="{EA64ABB9-DFC2-01D7-1221-548CD028B8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96" y="3170"/>
              <a:ext cx="295" cy="2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sz="2000" i="1"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rPr>
                <a:t></a:t>
              </a:r>
              <a:r>
                <a:rPr lang="en-US" altLang="zh-CN" sz="2000" baseline="-30000">
                  <a:latin typeface="Times New Roman" panose="02020603050405020304" pitchFamily="18" charset="0"/>
                  <a:ea typeface="楷体_GB2312" pitchFamily="49" charset="-122"/>
                </a:rPr>
                <a:t>1</a:t>
              </a:r>
              <a:endParaRPr lang="en-US" altLang="zh-CN" sz="2000">
                <a:latin typeface="Times New Roman" panose="02020603050405020304" pitchFamily="18" charset="0"/>
                <a:ea typeface="楷体_GB2312" pitchFamily="49" charset="-122"/>
              </a:endParaRPr>
            </a:p>
            <a:p>
              <a:endParaRPr lang="en-US" altLang="zh-CN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62554" name="Text Box 16">
              <a:extLst>
                <a:ext uri="{FF2B5EF4-FFF2-40B4-BE49-F238E27FC236}">
                  <a16:creationId xmlns:a16="http://schemas.microsoft.com/office/drawing/2014/main" id="{0E5425B5-2EC3-6EC3-5CE4-C4B5B121D7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82" y="3170"/>
              <a:ext cx="296" cy="2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sz="2000" i="1"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rPr>
                <a:t></a:t>
              </a:r>
              <a:r>
                <a:rPr lang="en-US" altLang="zh-CN" sz="2000" baseline="-30000">
                  <a:latin typeface="Times New Roman" panose="02020603050405020304" pitchFamily="18" charset="0"/>
                  <a:ea typeface="楷体_GB2312" pitchFamily="49" charset="-122"/>
                </a:rPr>
                <a:t>2</a:t>
              </a:r>
              <a:endParaRPr lang="en-US" altLang="zh-CN" sz="2000">
                <a:latin typeface="Times New Roman" panose="02020603050405020304" pitchFamily="18" charset="0"/>
                <a:ea typeface="楷体_GB2312" pitchFamily="49" charset="-122"/>
              </a:endParaRPr>
            </a:p>
            <a:p>
              <a:endParaRPr lang="en-US" altLang="zh-CN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62555" name="Text Box 17">
              <a:extLst>
                <a:ext uri="{FF2B5EF4-FFF2-40B4-BE49-F238E27FC236}">
                  <a16:creationId xmlns:a16="http://schemas.microsoft.com/office/drawing/2014/main" id="{B2C51416-BDA9-2AB1-B3C4-82D91957506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55" y="3170"/>
              <a:ext cx="295" cy="2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sz="2000" i="1"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rPr>
                <a:t></a:t>
              </a:r>
              <a:r>
                <a:rPr lang="en-US" altLang="zh-CN" sz="2000" baseline="-30000">
                  <a:latin typeface="Times New Roman" panose="02020603050405020304" pitchFamily="18" charset="0"/>
                  <a:ea typeface="楷体_GB2312" pitchFamily="49" charset="-122"/>
                </a:rPr>
                <a:t>3</a:t>
              </a:r>
              <a:endParaRPr lang="en-US" altLang="zh-CN" sz="2000">
                <a:latin typeface="Times New Roman" panose="02020603050405020304" pitchFamily="18" charset="0"/>
                <a:ea typeface="楷体_GB2312" pitchFamily="49" charset="-122"/>
              </a:endParaRPr>
            </a:p>
            <a:p>
              <a:endParaRPr lang="en-US" altLang="zh-CN" sz="200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62556" name="Line 18">
              <a:extLst>
                <a:ext uri="{FF2B5EF4-FFF2-40B4-BE49-F238E27FC236}">
                  <a16:creationId xmlns:a16="http://schemas.microsoft.com/office/drawing/2014/main" id="{CDCE0D50-28EC-1D10-9B95-D91A6258D9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40" y="3158"/>
              <a:ext cx="1" cy="89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non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557" name="Text Box 19">
              <a:extLst>
                <a:ext uri="{FF2B5EF4-FFF2-40B4-BE49-F238E27FC236}">
                  <a16:creationId xmlns:a16="http://schemas.microsoft.com/office/drawing/2014/main" id="{1316D3FD-E7CC-9E1A-96B6-973783CA068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31" y="3197"/>
              <a:ext cx="533" cy="2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sz="1800" i="1"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rPr>
                <a:t></a:t>
              </a:r>
              <a:r>
                <a:rPr lang="en-US" altLang="zh-CN" sz="1800" baseline="-30000">
                  <a:latin typeface="Times New Roman" panose="02020603050405020304" pitchFamily="18" charset="0"/>
                  <a:ea typeface="楷体_GB2312" pitchFamily="49" charset="-122"/>
                </a:rPr>
                <a:t>(</a:t>
              </a:r>
              <a:r>
                <a:rPr lang="en-US" altLang="zh-CN" sz="1800" i="1" baseline="-30000">
                  <a:latin typeface="Times New Roman" panose="02020603050405020304" pitchFamily="18" charset="0"/>
                  <a:ea typeface="楷体_GB2312" pitchFamily="49" charset="-122"/>
                </a:rPr>
                <a:t>n-</a:t>
              </a:r>
              <a:r>
                <a:rPr lang="en-US" altLang="zh-CN" sz="1800" baseline="-30000">
                  <a:latin typeface="Times New Roman" panose="02020603050405020304" pitchFamily="18" charset="0"/>
                  <a:ea typeface="楷体_GB2312" pitchFamily="49" charset="-122"/>
                </a:rPr>
                <a:t>2)ef</a:t>
              </a:r>
              <a:endParaRPr lang="en-US" altLang="zh-CN" sz="180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62558" name="Rectangle 20">
              <a:extLst>
                <a:ext uri="{FF2B5EF4-FFF2-40B4-BE49-F238E27FC236}">
                  <a16:creationId xmlns:a16="http://schemas.microsoft.com/office/drawing/2014/main" id="{D1924B4E-B9A6-9F33-8134-C2CD667348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3" y="3170"/>
              <a:ext cx="314" cy="884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zh-CN" sz="2800"/>
            </a:p>
          </p:txBody>
        </p:sp>
        <p:sp>
          <p:nvSpPr>
            <p:cNvPr id="62559" name="Text Box 21">
              <a:extLst>
                <a:ext uri="{FF2B5EF4-FFF2-40B4-BE49-F238E27FC236}">
                  <a16:creationId xmlns:a16="http://schemas.microsoft.com/office/drawing/2014/main" id="{95B02078-4E59-537A-0BBF-A7B2B6A243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6" y="3564"/>
              <a:ext cx="273" cy="2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sz="1600">
                  <a:latin typeface="Times New Roman" panose="02020603050405020304" pitchFamily="18" charset="0"/>
                  <a:ea typeface="楷体_GB2312" pitchFamily="49" charset="-122"/>
                </a:rPr>
                <a:t>(3)</a:t>
              </a:r>
            </a:p>
            <a:p>
              <a:endParaRPr lang="en-US" altLang="zh-CN" sz="160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62560" name="Text Box 22">
              <a:extLst>
                <a:ext uri="{FF2B5EF4-FFF2-40B4-BE49-F238E27FC236}">
                  <a16:creationId xmlns:a16="http://schemas.microsoft.com/office/drawing/2014/main" id="{0968C185-1C57-56D2-ECA2-7F7B0D5624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84" y="3566"/>
              <a:ext cx="375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sz="1600">
                  <a:latin typeface="Times New Roman" panose="02020603050405020304" pitchFamily="18" charset="0"/>
                  <a:ea typeface="楷体_GB2312" pitchFamily="49" charset="-122"/>
                </a:rPr>
                <a:t>(2)</a:t>
              </a:r>
            </a:p>
            <a:p>
              <a:endParaRPr lang="en-US" altLang="zh-CN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62561" name="Text Box 23">
              <a:extLst>
                <a:ext uri="{FF2B5EF4-FFF2-40B4-BE49-F238E27FC236}">
                  <a16:creationId xmlns:a16="http://schemas.microsoft.com/office/drawing/2014/main" id="{5FAC3131-E7E6-EE24-D59C-43A2D58D03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20" y="3566"/>
              <a:ext cx="375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sz="1600">
                  <a:latin typeface="Times New Roman" panose="02020603050405020304" pitchFamily="18" charset="0"/>
                  <a:ea typeface="楷体_GB2312" pitchFamily="49" charset="-122"/>
                </a:rPr>
                <a:t>(1)</a:t>
              </a:r>
            </a:p>
            <a:p>
              <a:endParaRPr lang="en-US" altLang="zh-CN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62562" name="Text Box 24">
              <a:extLst>
                <a:ext uri="{FF2B5EF4-FFF2-40B4-BE49-F238E27FC236}">
                  <a16:creationId xmlns:a16="http://schemas.microsoft.com/office/drawing/2014/main" id="{950706C7-D0C9-1D83-F3A4-9FB5F91639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85" y="3564"/>
              <a:ext cx="490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sz="1600">
                  <a:latin typeface="Times New Roman" panose="02020603050405020304" pitchFamily="18" charset="0"/>
                  <a:ea typeface="楷体_GB2312" pitchFamily="49" charset="-122"/>
                </a:rPr>
                <a:t>(</a:t>
              </a:r>
              <a:r>
                <a:rPr lang="en-US" altLang="zh-CN" sz="1600" i="1">
                  <a:latin typeface="Times New Roman" panose="02020603050405020304" pitchFamily="18" charset="0"/>
                  <a:ea typeface="楷体_GB2312" pitchFamily="49" charset="-122"/>
                </a:rPr>
                <a:t>n</a:t>
              </a:r>
              <a:r>
                <a:rPr lang="en-US" altLang="zh-CN" sz="1600">
                  <a:latin typeface="Times New Roman" panose="02020603050405020304" pitchFamily="18" charset="0"/>
                  <a:ea typeface="楷体_GB2312" pitchFamily="49" charset="-122"/>
                </a:rPr>
                <a:t>-3)</a:t>
              </a:r>
            </a:p>
            <a:p>
              <a:endParaRPr lang="en-US" altLang="zh-CN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62563" name="Line 25">
              <a:extLst>
                <a:ext uri="{FF2B5EF4-FFF2-40B4-BE49-F238E27FC236}">
                  <a16:creationId xmlns:a16="http://schemas.microsoft.com/office/drawing/2014/main" id="{9D5BEF61-9762-22D9-8334-F702825B30E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13" y="3566"/>
              <a:ext cx="152" cy="0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prstDash val="sysDot"/>
              <a:round/>
              <a:headEnd/>
              <a:tailEnd type="non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7914" name="Group 26">
            <a:extLst>
              <a:ext uri="{FF2B5EF4-FFF2-40B4-BE49-F238E27FC236}">
                <a16:creationId xmlns:a16="http://schemas.microsoft.com/office/drawing/2014/main" id="{C1A5ED3B-7D9D-2344-A0E1-47C571DD2875}"/>
              </a:ext>
            </a:extLst>
          </p:cNvPr>
          <p:cNvGrpSpPr>
            <a:grpSpLocks/>
          </p:cNvGrpSpPr>
          <p:nvPr/>
        </p:nvGrpSpPr>
        <p:grpSpPr bwMode="auto">
          <a:xfrm>
            <a:off x="1116013" y="5186363"/>
            <a:ext cx="1871662" cy="1414462"/>
            <a:chOff x="567" y="3067"/>
            <a:chExt cx="1179" cy="891"/>
          </a:xfrm>
        </p:grpSpPr>
        <p:sp>
          <p:nvSpPr>
            <p:cNvPr id="62535" name="Rectangle 27">
              <a:extLst>
                <a:ext uri="{FF2B5EF4-FFF2-40B4-BE49-F238E27FC236}">
                  <a16:creationId xmlns:a16="http://schemas.microsoft.com/office/drawing/2014/main" id="{BC4DDAF9-657E-6B1C-01F3-155FC9FCD5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4" y="3079"/>
              <a:ext cx="802" cy="878"/>
            </a:xfrm>
            <a:prstGeom prst="rect">
              <a:avLst/>
            </a:prstGeom>
            <a:solidFill>
              <a:srgbClr val="FFFF7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>
                <a:ea typeface="楷体_GB2312" pitchFamily="49" charset="-122"/>
              </a:endParaRPr>
            </a:p>
          </p:txBody>
        </p:sp>
        <p:sp>
          <p:nvSpPr>
            <p:cNvPr id="62536" name="Rectangle 28">
              <a:extLst>
                <a:ext uri="{FF2B5EF4-FFF2-40B4-BE49-F238E27FC236}">
                  <a16:creationId xmlns:a16="http://schemas.microsoft.com/office/drawing/2014/main" id="{AF9CD85D-CBA4-443C-F038-8FB2A1ACC9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7" y="3079"/>
              <a:ext cx="398" cy="879"/>
            </a:xfrm>
            <a:prstGeom prst="rect">
              <a:avLst/>
            </a:prstGeom>
            <a:solidFill>
              <a:srgbClr val="FFCC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>
                <a:ea typeface="楷体_GB2312" pitchFamily="49" charset="-122"/>
              </a:endParaRPr>
            </a:p>
          </p:txBody>
        </p:sp>
        <p:sp>
          <p:nvSpPr>
            <p:cNvPr id="62537" name="Text Box 29">
              <a:extLst>
                <a:ext uri="{FF2B5EF4-FFF2-40B4-BE49-F238E27FC236}">
                  <a16:creationId xmlns:a16="http://schemas.microsoft.com/office/drawing/2014/main" id="{D49DFA07-76A3-8B5D-B82A-8297A572EED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73" y="3602"/>
              <a:ext cx="352" cy="2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>
                <a:ea typeface="楷体_GB2312" pitchFamily="49" charset="-122"/>
              </a:endParaRPr>
            </a:p>
          </p:txBody>
        </p:sp>
        <p:sp>
          <p:nvSpPr>
            <p:cNvPr id="62538" name="Line 30">
              <a:extLst>
                <a:ext uri="{FF2B5EF4-FFF2-40B4-BE49-F238E27FC236}">
                  <a16:creationId xmlns:a16="http://schemas.microsoft.com/office/drawing/2014/main" id="{6CDC8783-E7AE-26A9-2DD1-F7FE82E35FC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54" y="3079"/>
              <a:ext cx="1" cy="87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non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539" name="Line 31">
              <a:extLst>
                <a:ext uri="{FF2B5EF4-FFF2-40B4-BE49-F238E27FC236}">
                  <a16:creationId xmlns:a16="http://schemas.microsoft.com/office/drawing/2014/main" id="{D0141A9C-A19B-890C-F221-EA7690DE7C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8" y="3829"/>
              <a:ext cx="235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540" name="Line 32">
              <a:extLst>
                <a:ext uri="{FF2B5EF4-FFF2-40B4-BE49-F238E27FC236}">
                  <a16:creationId xmlns:a16="http://schemas.microsoft.com/office/drawing/2014/main" id="{00C2E876-4E32-1816-94D8-FE1DC47F52E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18" y="3434"/>
              <a:ext cx="204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541" name="Text Box 33">
              <a:extLst>
                <a:ext uri="{FF2B5EF4-FFF2-40B4-BE49-F238E27FC236}">
                  <a16:creationId xmlns:a16="http://schemas.microsoft.com/office/drawing/2014/main" id="{4717F233-E3BA-2014-41E4-442D2FD251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9" y="3079"/>
              <a:ext cx="295" cy="2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sz="2000" i="1"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rPr>
                <a:t></a:t>
              </a:r>
              <a:r>
                <a:rPr lang="en-US" altLang="zh-CN" sz="2000" baseline="-30000">
                  <a:latin typeface="Times New Roman" panose="02020603050405020304" pitchFamily="18" charset="0"/>
                  <a:ea typeface="楷体_GB2312" pitchFamily="49" charset="-122"/>
                </a:rPr>
                <a:t>1</a:t>
              </a:r>
              <a:endParaRPr lang="en-US" altLang="zh-CN" sz="2000">
                <a:latin typeface="Times New Roman" panose="02020603050405020304" pitchFamily="18" charset="0"/>
                <a:ea typeface="楷体_GB2312" pitchFamily="49" charset="-122"/>
              </a:endParaRPr>
            </a:p>
            <a:p>
              <a:endParaRPr lang="en-US" altLang="zh-CN" sz="200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62542" name="Text Box 34">
              <a:extLst>
                <a:ext uri="{FF2B5EF4-FFF2-40B4-BE49-F238E27FC236}">
                  <a16:creationId xmlns:a16="http://schemas.microsoft.com/office/drawing/2014/main" id="{AAE6E5C1-9A21-5DF4-ECFC-E5E379A1E1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66" y="3067"/>
              <a:ext cx="533" cy="2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sz="2000" i="1"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rPr>
                <a:t></a:t>
              </a:r>
              <a:r>
                <a:rPr lang="en-US" altLang="zh-CN" sz="2000" baseline="-30000">
                  <a:latin typeface="Times New Roman" panose="02020603050405020304" pitchFamily="18" charset="0"/>
                  <a:ea typeface="楷体_GB2312" pitchFamily="49" charset="-122"/>
                </a:rPr>
                <a:t>2ef</a:t>
              </a:r>
              <a:endParaRPr lang="en-US" altLang="zh-CN" sz="200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62543" name="Text Box 35">
              <a:extLst>
                <a:ext uri="{FF2B5EF4-FFF2-40B4-BE49-F238E27FC236}">
                  <a16:creationId xmlns:a16="http://schemas.microsoft.com/office/drawing/2014/main" id="{39E12663-2862-F2BF-AEF7-EB62DA1867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53" y="3475"/>
              <a:ext cx="375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sz="1600">
                  <a:latin typeface="Times New Roman" panose="02020603050405020304" pitchFamily="18" charset="0"/>
                  <a:ea typeface="楷体_GB2312" pitchFamily="49" charset="-122"/>
                </a:rPr>
                <a:t>(1)</a:t>
              </a:r>
            </a:p>
            <a:p>
              <a:endParaRPr lang="en-US" altLang="zh-CN" sz="160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grpSp>
        <p:nvGrpSpPr>
          <p:cNvPr id="37924" name="Group 36">
            <a:extLst>
              <a:ext uri="{FF2B5EF4-FFF2-40B4-BE49-F238E27FC236}">
                <a16:creationId xmlns:a16="http://schemas.microsoft.com/office/drawing/2014/main" id="{CA4E1D13-F3A5-3C79-5C3F-26B7C587E973}"/>
              </a:ext>
            </a:extLst>
          </p:cNvPr>
          <p:cNvGrpSpPr>
            <a:grpSpLocks/>
          </p:cNvGrpSpPr>
          <p:nvPr/>
        </p:nvGrpSpPr>
        <p:grpSpPr bwMode="auto">
          <a:xfrm>
            <a:off x="323850" y="3357563"/>
            <a:ext cx="3916363" cy="1438275"/>
            <a:chOff x="204" y="1820"/>
            <a:chExt cx="2467" cy="906"/>
          </a:xfrm>
        </p:grpSpPr>
        <p:sp>
          <p:nvSpPr>
            <p:cNvPr id="62506" name="Rectangle 37">
              <a:extLst>
                <a:ext uri="{FF2B5EF4-FFF2-40B4-BE49-F238E27FC236}">
                  <a16:creationId xmlns:a16="http://schemas.microsoft.com/office/drawing/2014/main" id="{71F5874D-0B81-EA5B-38FD-D7BCC59193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" y="1830"/>
              <a:ext cx="408" cy="885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>
                <a:ea typeface="楷体_GB2312" pitchFamily="49" charset="-122"/>
              </a:endParaRPr>
            </a:p>
          </p:txBody>
        </p:sp>
        <p:sp>
          <p:nvSpPr>
            <p:cNvPr id="62507" name="Rectangle 38">
              <a:extLst>
                <a:ext uri="{FF2B5EF4-FFF2-40B4-BE49-F238E27FC236}">
                  <a16:creationId xmlns:a16="http://schemas.microsoft.com/office/drawing/2014/main" id="{B1F04C23-5250-9DD8-D5A3-1411B486ED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4" y="1831"/>
              <a:ext cx="397" cy="884"/>
            </a:xfrm>
            <a:prstGeom prst="rect">
              <a:avLst/>
            </a:prstGeom>
            <a:solidFill>
              <a:srgbClr val="FFCC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>
                <a:ea typeface="楷体_GB2312" pitchFamily="49" charset="-122"/>
              </a:endParaRPr>
            </a:p>
          </p:txBody>
        </p:sp>
        <p:sp>
          <p:nvSpPr>
            <p:cNvPr id="62508" name="Rectangle 39">
              <a:extLst>
                <a:ext uri="{FF2B5EF4-FFF2-40B4-BE49-F238E27FC236}">
                  <a16:creationId xmlns:a16="http://schemas.microsoft.com/office/drawing/2014/main" id="{9113F6C1-37A7-E956-76E2-1DA4161E14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49" y="1831"/>
              <a:ext cx="305" cy="884"/>
            </a:xfrm>
            <a:prstGeom prst="rect">
              <a:avLst/>
            </a:prstGeom>
            <a:solidFill>
              <a:srgbClr val="FF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>
                <a:ea typeface="楷体_GB2312" pitchFamily="49" charset="-122"/>
              </a:endParaRPr>
            </a:p>
          </p:txBody>
        </p:sp>
        <p:sp>
          <p:nvSpPr>
            <p:cNvPr id="62509" name="Rectangle 40">
              <a:extLst>
                <a:ext uri="{FF2B5EF4-FFF2-40B4-BE49-F238E27FC236}">
                  <a16:creationId xmlns:a16="http://schemas.microsoft.com/office/drawing/2014/main" id="{29312645-27DC-6B56-2316-15570636D4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4" y="1831"/>
              <a:ext cx="315" cy="884"/>
            </a:xfrm>
            <a:prstGeom prst="rect">
              <a:avLst/>
            </a:prstGeom>
            <a:solidFill>
              <a:srgbClr val="66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>
                <a:ea typeface="楷体_GB2312" pitchFamily="49" charset="-122"/>
              </a:endParaRPr>
            </a:p>
          </p:txBody>
        </p:sp>
        <p:sp>
          <p:nvSpPr>
            <p:cNvPr id="62510" name="Rectangle 41">
              <a:extLst>
                <a:ext uri="{FF2B5EF4-FFF2-40B4-BE49-F238E27FC236}">
                  <a16:creationId xmlns:a16="http://schemas.microsoft.com/office/drawing/2014/main" id="{88A9449E-42AE-3A6F-5ED9-D13D04208B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60" y="1831"/>
              <a:ext cx="411" cy="884"/>
            </a:xfrm>
            <a:prstGeom prst="rect">
              <a:avLst/>
            </a:prstGeom>
            <a:solidFill>
              <a:srgbClr val="FF66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>
                <a:ea typeface="楷体_GB2312" pitchFamily="49" charset="-122"/>
              </a:endParaRPr>
            </a:p>
          </p:txBody>
        </p:sp>
        <p:sp>
          <p:nvSpPr>
            <p:cNvPr id="62511" name="Rectangle 42">
              <a:extLst>
                <a:ext uri="{FF2B5EF4-FFF2-40B4-BE49-F238E27FC236}">
                  <a16:creationId xmlns:a16="http://schemas.microsoft.com/office/drawing/2014/main" id="{25847020-09A6-34BB-58E7-EE6E43C548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4" y="1831"/>
              <a:ext cx="316" cy="884"/>
            </a:xfrm>
            <a:prstGeom prst="rect">
              <a:avLst/>
            </a:prstGeom>
            <a:solidFill>
              <a:srgbClr val="00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>
                <a:ea typeface="楷体_GB2312" pitchFamily="49" charset="-122"/>
              </a:endParaRPr>
            </a:p>
          </p:txBody>
        </p:sp>
        <p:sp>
          <p:nvSpPr>
            <p:cNvPr id="62512" name="Text Box 43">
              <a:extLst>
                <a:ext uri="{FF2B5EF4-FFF2-40B4-BE49-F238E27FC236}">
                  <a16:creationId xmlns:a16="http://schemas.microsoft.com/office/drawing/2014/main" id="{73894F4B-F342-688F-BD9E-60689E21F5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0" y="2255"/>
              <a:ext cx="352" cy="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>
                <a:ea typeface="楷体_GB2312" pitchFamily="49" charset="-122"/>
              </a:endParaRPr>
            </a:p>
          </p:txBody>
        </p:sp>
        <p:sp>
          <p:nvSpPr>
            <p:cNvPr id="62513" name="Text Box 44">
              <a:extLst>
                <a:ext uri="{FF2B5EF4-FFF2-40B4-BE49-F238E27FC236}">
                  <a16:creationId xmlns:a16="http://schemas.microsoft.com/office/drawing/2014/main" id="{2E7D1C15-65FA-47A9-6B65-5C1A48EB97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03" y="2255"/>
              <a:ext cx="362" cy="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>
                <a:ea typeface="楷体_GB2312" pitchFamily="49" charset="-122"/>
              </a:endParaRPr>
            </a:p>
          </p:txBody>
        </p:sp>
        <p:sp>
          <p:nvSpPr>
            <p:cNvPr id="62514" name="Line 45">
              <a:extLst>
                <a:ext uri="{FF2B5EF4-FFF2-40B4-BE49-F238E27FC236}">
                  <a16:creationId xmlns:a16="http://schemas.microsoft.com/office/drawing/2014/main" id="{E5872C79-BB78-B01C-DFF6-C2318DCD8C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91" y="1831"/>
              <a:ext cx="0" cy="88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non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515" name="Line 46">
              <a:extLst>
                <a:ext uri="{FF2B5EF4-FFF2-40B4-BE49-F238E27FC236}">
                  <a16:creationId xmlns:a16="http://schemas.microsoft.com/office/drawing/2014/main" id="{7E68F661-604F-51D5-6831-03D0009BB70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89" y="1841"/>
              <a:ext cx="0" cy="87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non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516" name="Line 47">
              <a:extLst>
                <a:ext uri="{FF2B5EF4-FFF2-40B4-BE49-F238E27FC236}">
                  <a16:creationId xmlns:a16="http://schemas.microsoft.com/office/drawing/2014/main" id="{6458CC8C-CFB0-E1BA-37C9-169412EDAA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5" y="2438"/>
              <a:ext cx="235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517" name="Line 48">
              <a:extLst>
                <a:ext uri="{FF2B5EF4-FFF2-40B4-BE49-F238E27FC236}">
                  <a16:creationId xmlns:a16="http://schemas.microsoft.com/office/drawing/2014/main" id="{D96FC79A-D341-4CF3-6857-3E11F79B071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55" y="2118"/>
              <a:ext cx="204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518" name="Text Box 49">
              <a:extLst>
                <a:ext uri="{FF2B5EF4-FFF2-40B4-BE49-F238E27FC236}">
                  <a16:creationId xmlns:a16="http://schemas.microsoft.com/office/drawing/2014/main" id="{70D1F8A1-A028-2C24-1C83-EC3F895B4F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5" y="1831"/>
              <a:ext cx="296" cy="2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sz="1800" i="1"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rPr>
                <a:t></a:t>
              </a:r>
              <a:r>
                <a:rPr lang="en-US" altLang="zh-CN" sz="1800" baseline="-30000">
                  <a:latin typeface="Times New Roman" panose="02020603050405020304" pitchFamily="18" charset="0"/>
                  <a:ea typeface="楷体_GB2312" pitchFamily="49" charset="-122"/>
                </a:rPr>
                <a:t>1</a:t>
              </a:r>
              <a:endParaRPr lang="en-US" altLang="zh-CN" sz="1800">
                <a:latin typeface="Times New Roman" panose="02020603050405020304" pitchFamily="18" charset="0"/>
                <a:ea typeface="楷体_GB2312" pitchFamily="49" charset="-122"/>
              </a:endParaRPr>
            </a:p>
            <a:p>
              <a:endParaRPr lang="en-US" altLang="zh-CN" sz="180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62519" name="Text Box 50">
              <a:extLst>
                <a:ext uri="{FF2B5EF4-FFF2-40B4-BE49-F238E27FC236}">
                  <a16:creationId xmlns:a16="http://schemas.microsoft.com/office/drawing/2014/main" id="{50CC5156-D76A-C014-9EE6-62B37351B5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2" y="1831"/>
              <a:ext cx="296" cy="2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sz="1800" i="1"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rPr>
                <a:t></a:t>
              </a:r>
              <a:r>
                <a:rPr lang="en-US" altLang="zh-CN" sz="1800" baseline="-30000">
                  <a:latin typeface="Times New Roman" panose="02020603050405020304" pitchFamily="18" charset="0"/>
                  <a:ea typeface="楷体_GB2312" pitchFamily="49" charset="-122"/>
                </a:rPr>
                <a:t>2</a:t>
              </a:r>
              <a:endParaRPr lang="en-US" altLang="zh-CN" sz="1800">
                <a:latin typeface="Times New Roman" panose="02020603050405020304" pitchFamily="18" charset="0"/>
                <a:ea typeface="楷体_GB2312" pitchFamily="49" charset="-122"/>
              </a:endParaRPr>
            </a:p>
            <a:p>
              <a:endParaRPr lang="en-US" altLang="zh-CN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62520" name="Text Box 51">
              <a:extLst>
                <a:ext uri="{FF2B5EF4-FFF2-40B4-BE49-F238E27FC236}">
                  <a16:creationId xmlns:a16="http://schemas.microsoft.com/office/drawing/2014/main" id="{C843B479-9072-CDF8-7266-65DC2F64DD8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26" y="1831"/>
              <a:ext cx="295" cy="2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sz="2000" i="1"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rPr>
                <a:t></a:t>
              </a:r>
              <a:r>
                <a:rPr lang="en-US" altLang="zh-CN" sz="2000" baseline="-30000">
                  <a:latin typeface="Times New Roman" panose="02020603050405020304" pitchFamily="18" charset="0"/>
                  <a:ea typeface="楷体_GB2312" pitchFamily="49" charset="-122"/>
                </a:rPr>
                <a:t>3</a:t>
              </a:r>
              <a:endParaRPr lang="en-US" altLang="zh-CN" sz="2000">
                <a:latin typeface="Times New Roman" panose="02020603050405020304" pitchFamily="18" charset="0"/>
                <a:ea typeface="楷体_GB2312" pitchFamily="49" charset="-122"/>
              </a:endParaRPr>
            </a:p>
            <a:p>
              <a:endParaRPr lang="en-US" altLang="zh-CN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62521" name="Line 52">
              <a:extLst>
                <a:ext uri="{FF2B5EF4-FFF2-40B4-BE49-F238E27FC236}">
                  <a16:creationId xmlns:a16="http://schemas.microsoft.com/office/drawing/2014/main" id="{984F8E25-B949-FB21-0FFD-BB192FC252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42" y="1820"/>
              <a:ext cx="0" cy="90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non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522" name="Line 53">
              <a:extLst>
                <a:ext uri="{FF2B5EF4-FFF2-40B4-BE49-F238E27FC236}">
                  <a16:creationId xmlns:a16="http://schemas.microsoft.com/office/drawing/2014/main" id="{5CC18A32-E436-62D1-6C74-3CE7CC18BA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54" y="1831"/>
              <a:ext cx="0" cy="88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non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523" name="Line 54">
              <a:extLst>
                <a:ext uri="{FF2B5EF4-FFF2-40B4-BE49-F238E27FC236}">
                  <a16:creationId xmlns:a16="http://schemas.microsoft.com/office/drawing/2014/main" id="{8386B9F6-842C-832F-FDB1-10DC2609D2A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10" y="1820"/>
              <a:ext cx="0" cy="90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non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524" name="Text Box 55">
              <a:extLst>
                <a:ext uri="{FF2B5EF4-FFF2-40B4-BE49-F238E27FC236}">
                  <a16:creationId xmlns:a16="http://schemas.microsoft.com/office/drawing/2014/main" id="{9DC58897-F3A0-1113-FBDF-50891E9C171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21" y="1831"/>
              <a:ext cx="449" cy="2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sz="1800" i="1"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rPr>
                <a:t></a:t>
              </a:r>
              <a:r>
                <a:rPr lang="en-US" altLang="zh-CN" sz="1800" baseline="-30000">
                  <a:latin typeface="Times New Roman" panose="02020603050405020304" pitchFamily="18" charset="0"/>
                  <a:ea typeface="楷体_GB2312" pitchFamily="49" charset="-122"/>
                </a:rPr>
                <a:t>(</a:t>
              </a:r>
              <a:r>
                <a:rPr lang="en-US" altLang="zh-CN" sz="1800" i="1" baseline="-30000">
                  <a:latin typeface="Times New Roman" panose="02020603050405020304" pitchFamily="18" charset="0"/>
                  <a:ea typeface="楷体_GB2312" pitchFamily="49" charset="-122"/>
                </a:rPr>
                <a:t>n</a:t>
              </a:r>
              <a:r>
                <a:rPr lang="en-US" altLang="zh-CN" sz="1800" baseline="-30000">
                  <a:latin typeface="Times New Roman" panose="02020603050405020304" pitchFamily="18" charset="0"/>
                  <a:ea typeface="楷体_GB2312" pitchFamily="49" charset="-122"/>
                </a:rPr>
                <a:t>-2)</a:t>
              </a:r>
              <a:endParaRPr lang="en-US" altLang="zh-CN" sz="1800">
                <a:latin typeface="Times New Roman" panose="02020603050405020304" pitchFamily="18" charset="0"/>
                <a:ea typeface="楷体_GB2312" pitchFamily="49" charset="-122"/>
              </a:endParaRPr>
            </a:p>
            <a:p>
              <a:endParaRPr lang="en-US" altLang="zh-CN" sz="180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62525" name="Text Box 56">
              <a:extLst>
                <a:ext uri="{FF2B5EF4-FFF2-40B4-BE49-F238E27FC236}">
                  <a16:creationId xmlns:a16="http://schemas.microsoft.com/office/drawing/2014/main" id="{5B15D951-B37B-B55B-8A2E-4DF36648A7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2" y="1831"/>
              <a:ext cx="397" cy="2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sz="1800" i="1"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rPr>
                <a:t></a:t>
              </a:r>
              <a:r>
                <a:rPr lang="en-US" altLang="zh-CN" sz="1800" baseline="-30000">
                  <a:latin typeface="Times New Roman" panose="02020603050405020304" pitchFamily="18" charset="0"/>
                  <a:ea typeface="楷体_GB2312" pitchFamily="49" charset="-122"/>
                </a:rPr>
                <a:t>(</a:t>
              </a:r>
              <a:r>
                <a:rPr lang="en-US" altLang="zh-CN" sz="1800" i="1" baseline="-30000">
                  <a:latin typeface="Times New Roman" panose="02020603050405020304" pitchFamily="18" charset="0"/>
                  <a:ea typeface="楷体_GB2312" pitchFamily="49" charset="-122"/>
                </a:rPr>
                <a:t>n</a:t>
              </a:r>
              <a:r>
                <a:rPr lang="en-US" altLang="zh-CN" sz="1800" baseline="-30000">
                  <a:latin typeface="Times New Roman" panose="02020603050405020304" pitchFamily="18" charset="0"/>
                  <a:ea typeface="楷体_GB2312" pitchFamily="49" charset="-122"/>
                </a:rPr>
                <a:t>-1)</a:t>
              </a:r>
              <a:endParaRPr lang="en-US" altLang="zh-CN" sz="1800">
                <a:latin typeface="Times New Roman" panose="02020603050405020304" pitchFamily="18" charset="0"/>
                <a:ea typeface="楷体_GB2312" pitchFamily="49" charset="-122"/>
              </a:endParaRPr>
            </a:p>
            <a:p>
              <a:endParaRPr lang="en-US" altLang="zh-CN" sz="180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62526" name="Text Box 57">
              <a:extLst>
                <a:ext uri="{FF2B5EF4-FFF2-40B4-BE49-F238E27FC236}">
                  <a16:creationId xmlns:a16="http://schemas.microsoft.com/office/drawing/2014/main" id="{9FD0259C-34BC-B529-88EE-4B2A2F1A14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34" y="1831"/>
              <a:ext cx="296" cy="2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sz="2000" i="1"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rPr>
                <a:t></a:t>
              </a:r>
              <a:r>
                <a:rPr lang="en-US" altLang="zh-CN" sz="2000" i="1" baseline="-30000">
                  <a:latin typeface="Times New Roman" panose="02020603050405020304" pitchFamily="18" charset="0"/>
                  <a:ea typeface="楷体_GB2312" pitchFamily="49" charset="-122"/>
                </a:rPr>
                <a:t>n</a:t>
              </a:r>
              <a:endParaRPr lang="en-US" altLang="zh-CN" sz="2000" i="1">
                <a:latin typeface="Times New Roman" panose="02020603050405020304" pitchFamily="18" charset="0"/>
                <a:ea typeface="楷体_GB2312" pitchFamily="49" charset="-122"/>
              </a:endParaRPr>
            </a:p>
            <a:p>
              <a:endParaRPr lang="en-US" altLang="zh-CN" sz="2000" i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62527" name="Rectangle 58">
              <a:extLst>
                <a:ext uri="{FF2B5EF4-FFF2-40B4-BE49-F238E27FC236}">
                  <a16:creationId xmlns:a16="http://schemas.microsoft.com/office/drawing/2014/main" id="{71CC7C52-88C3-324A-D1ED-D60B27643A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14" y="1826"/>
              <a:ext cx="314" cy="889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zh-CN" sz="2800"/>
            </a:p>
          </p:txBody>
        </p:sp>
        <p:sp>
          <p:nvSpPr>
            <p:cNvPr id="62528" name="Line 59">
              <a:extLst>
                <a:ext uri="{FF2B5EF4-FFF2-40B4-BE49-F238E27FC236}">
                  <a16:creationId xmlns:a16="http://schemas.microsoft.com/office/drawing/2014/main" id="{EFCBE9E8-A657-D091-3EE2-9FDEEAE680D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79" y="2205"/>
              <a:ext cx="152" cy="0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prstDash val="sysDot"/>
              <a:round/>
              <a:headEnd/>
              <a:tailEnd type="non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529" name="Text Box 60">
              <a:extLst>
                <a:ext uri="{FF2B5EF4-FFF2-40B4-BE49-F238E27FC236}">
                  <a16:creationId xmlns:a16="http://schemas.microsoft.com/office/drawing/2014/main" id="{AD59E9F1-89A1-5488-77DA-812EEDB49B6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43" y="2217"/>
              <a:ext cx="491" cy="2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sz="1600">
                  <a:latin typeface="Times New Roman" panose="02020603050405020304" pitchFamily="18" charset="0"/>
                  <a:ea typeface="楷体_GB2312" pitchFamily="49" charset="-122"/>
                </a:rPr>
                <a:t>(</a:t>
              </a:r>
              <a:r>
                <a:rPr lang="en-US" altLang="zh-CN" sz="1600" i="1">
                  <a:latin typeface="Times New Roman" panose="02020603050405020304" pitchFamily="18" charset="0"/>
                  <a:ea typeface="楷体_GB2312" pitchFamily="49" charset="-122"/>
                </a:rPr>
                <a:t>n</a:t>
              </a:r>
              <a:r>
                <a:rPr lang="en-US" altLang="zh-CN" sz="1600">
                  <a:latin typeface="Times New Roman" panose="02020603050405020304" pitchFamily="18" charset="0"/>
                  <a:ea typeface="楷体_GB2312" pitchFamily="49" charset="-122"/>
                </a:rPr>
                <a:t>-2)</a:t>
              </a:r>
            </a:p>
            <a:p>
              <a:endParaRPr lang="en-US" altLang="zh-CN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62530" name="Text Box 61">
              <a:extLst>
                <a:ext uri="{FF2B5EF4-FFF2-40B4-BE49-F238E27FC236}">
                  <a16:creationId xmlns:a16="http://schemas.microsoft.com/office/drawing/2014/main" id="{0ECE6961-78D7-B827-C24F-58D742C666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87" y="2217"/>
              <a:ext cx="492" cy="2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sz="1600">
                  <a:latin typeface="Times New Roman" panose="02020603050405020304" pitchFamily="18" charset="0"/>
                  <a:ea typeface="楷体_GB2312" pitchFamily="49" charset="-122"/>
                </a:rPr>
                <a:t>(</a:t>
              </a:r>
              <a:r>
                <a:rPr lang="en-US" altLang="zh-CN" sz="1600" i="1">
                  <a:latin typeface="Times New Roman" panose="02020603050405020304" pitchFamily="18" charset="0"/>
                  <a:ea typeface="楷体_GB2312" pitchFamily="49" charset="-122"/>
                </a:rPr>
                <a:t>n</a:t>
              </a:r>
              <a:r>
                <a:rPr lang="en-US" altLang="zh-CN" sz="1600">
                  <a:latin typeface="Times New Roman" panose="02020603050405020304" pitchFamily="18" charset="0"/>
                  <a:ea typeface="楷体_GB2312" pitchFamily="49" charset="-122"/>
                </a:rPr>
                <a:t>-1)</a:t>
              </a:r>
            </a:p>
            <a:p>
              <a:endParaRPr lang="en-US" altLang="zh-CN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62531" name="Text Box 62">
              <a:extLst>
                <a:ext uri="{FF2B5EF4-FFF2-40B4-BE49-F238E27FC236}">
                  <a16:creationId xmlns:a16="http://schemas.microsoft.com/office/drawing/2014/main" id="{79E9DBCC-5D4A-4750-F578-064F67E976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84" y="2216"/>
              <a:ext cx="273" cy="2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sz="1600">
                  <a:latin typeface="Times New Roman" panose="02020603050405020304" pitchFamily="18" charset="0"/>
                  <a:ea typeface="楷体_GB2312" pitchFamily="49" charset="-122"/>
                </a:rPr>
                <a:t>(3)</a:t>
              </a:r>
            </a:p>
            <a:p>
              <a:endParaRPr lang="en-US" altLang="zh-CN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62532" name="Text Box 63">
              <a:extLst>
                <a:ext uri="{FF2B5EF4-FFF2-40B4-BE49-F238E27FC236}">
                  <a16:creationId xmlns:a16="http://schemas.microsoft.com/office/drawing/2014/main" id="{E7128087-1A3E-62FC-69E4-96394D8C87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1" y="2217"/>
              <a:ext cx="375" cy="2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sz="1600">
                  <a:latin typeface="Times New Roman" panose="02020603050405020304" pitchFamily="18" charset="0"/>
                  <a:ea typeface="楷体_GB2312" pitchFamily="49" charset="-122"/>
                </a:rPr>
                <a:t>(2)</a:t>
              </a:r>
            </a:p>
            <a:p>
              <a:endParaRPr lang="en-US" altLang="zh-CN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62533" name="Text Box 64">
              <a:extLst>
                <a:ext uri="{FF2B5EF4-FFF2-40B4-BE49-F238E27FC236}">
                  <a16:creationId xmlns:a16="http://schemas.microsoft.com/office/drawing/2014/main" id="{8BB20E72-F6A5-5C6D-52FD-62293A865D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7" y="2217"/>
              <a:ext cx="376" cy="2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sz="1600">
                  <a:latin typeface="Times New Roman" panose="02020603050405020304" pitchFamily="18" charset="0"/>
                  <a:ea typeface="楷体_GB2312" pitchFamily="49" charset="-122"/>
                </a:rPr>
                <a:t>(1)</a:t>
              </a:r>
            </a:p>
            <a:p>
              <a:endParaRPr lang="en-US" altLang="zh-CN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62534" name="Text Box 65">
              <a:extLst>
                <a:ext uri="{FF2B5EF4-FFF2-40B4-BE49-F238E27FC236}">
                  <a16:creationId xmlns:a16="http://schemas.microsoft.com/office/drawing/2014/main" id="{A938DBC4-0626-6BC7-5A6D-1300722F2A0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3" y="2216"/>
              <a:ext cx="491" cy="2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sz="1600">
                  <a:latin typeface="Times New Roman" panose="02020603050405020304" pitchFamily="18" charset="0"/>
                  <a:ea typeface="楷体_GB2312" pitchFamily="49" charset="-122"/>
                </a:rPr>
                <a:t>(</a:t>
              </a:r>
              <a:r>
                <a:rPr lang="en-US" altLang="zh-CN" sz="1600" i="1">
                  <a:latin typeface="Times New Roman" panose="02020603050405020304" pitchFamily="18" charset="0"/>
                  <a:ea typeface="楷体_GB2312" pitchFamily="49" charset="-122"/>
                </a:rPr>
                <a:t>n</a:t>
              </a:r>
              <a:r>
                <a:rPr lang="en-US" altLang="zh-CN" sz="1600">
                  <a:latin typeface="Times New Roman" panose="02020603050405020304" pitchFamily="18" charset="0"/>
                  <a:ea typeface="楷体_GB2312" pitchFamily="49" charset="-122"/>
                </a:rPr>
                <a:t>-3)</a:t>
              </a:r>
            </a:p>
            <a:p>
              <a:endParaRPr lang="en-US" altLang="zh-CN" sz="160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grpSp>
        <p:nvGrpSpPr>
          <p:cNvPr id="37954" name="Group 66">
            <a:extLst>
              <a:ext uri="{FF2B5EF4-FFF2-40B4-BE49-F238E27FC236}">
                <a16:creationId xmlns:a16="http://schemas.microsoft.com/office/drawing/2014/main" id="{68A60F46-16F9-85B3-5083-E3CE4B2F4FC1}"/>
              </a:ext>
            </a:extLst>
          </p:cNvPr>
          <p:cNvGrpSpPr>
            <a:grpSpLocks/>
          </p:cNvGrpSpPr>
          <p:nvPr/>
        </p:nvGrpSpPr>
        <p:grpSpPr bwMode="auto">
          <a:xfrm>
            <a:off x="5003800" y="3357563"/>
            <a:ext cx="3833813" cy="1430337"/>
            <a:chOff x="3152" y="1797"/>
            <a:chExt cx="2415" cy="901"/>
          </a:xfrm>
        </p:grpSpPr>
        <p:sp>
          <p:nvSpPr>
            <p:cNvPr id="62482" name="Rectangle 67">
              <a:extLst>
                <a:ext uri="{FF2B5EF4-FFF2-40B4-BE49-F238E27FC236}">
                  <a16:creationId xmlns:a16="http://schemas.microsoft.com/office/drawing/2014/main" id="{DAB7651C-89A3-7274-809F-AD0218DFC8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29" y="1809"/>
              <a:ext cx="408" cy="88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>
                <a:ea typeface="楷体_GB2312" pitchFamily="49" charset="-122"/>
              </a:endParaRPr>
            </a:p>
          </p:txBody>
        </p:sp>
        <p:sp>
          <p:nvSpPr>
            <p:cNvPr id="62483" name="Rectangle 68">
              <a:extLst>
                <a:ext uri="{FF2B5EF4-FFF2-40B4-BE49-F238E27FC236}">
                  <a16:creationId xmlns:a16="http://schemas.microsoft.com/office/drawing/2014/main" id="{FF9226DB-D0EA-F6A0-F937-9D836886DE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52" y="1810"/>
              <a:ext cx="398" cy="879"/>
            </a:xfrm>
            <a:prstGeom prst="rect">
              <a:avLst/>
            </a:prstGeom>
            <a:solidFill>
              <a:srgbClr val="FFCC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>
                <a:ea typeface="楷体_GB2312" pitchFamily="49" charset="-122"/>
              </a:endParaRPr>
            </a:p>
          </p:txBody>
        </p:sp>
        <p:sp>
          <p:nvSpPr>
            <p:cNvPr id="62484" name="Rectangle 69">
              <a:extLst>
                <a:ext uri="{FF2B5EF4-FFF2-40B4-BE49-F238E27FC236}">
                  <a16:creationId xmlns:a16="http://schemas.microsoft.com/office/drawing/2014/main" id="{A0A777B0-7230-3084-E095-3C40A8E155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7" y="1808"/>
              <a:ext cx="680" cy="880"/>
            </a:xfrm>
            <a:prstGeom prst="rect">
              <a:avLst/>
            </a:prstGeom>
            <a:solidFill>
              <a:srgbClr val="E781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>
                <a:ea typeface="楷体_GB2312" pitchFamily="49" charset="-122"/>
              </a:endParaRPr>
            </a:p>
          </p:txBody>
        </p:sp>
        <p:sp>
          <p:nvSpPr>
            <p:cNvPr id="62485" name="Rectangle 70">
              <a:extLst>
                <a:ext uri="{FF2B5EF4-FFF2-40B4-BE49-F238E27FC236}">
                  <a16:creationId xmlns:a16="http://schemas.microsoft.com/office/drawing/2014/main" id="{8268CD81-8406-8FF9-E337-0B5E8ED50F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81" y="1810"/>
              <a:ext cx="314" cy="879"/>
            </a:xfrm>
            <a:prstGeom prst="rect">
              <a:avLst/>
            </a:prstGeom>
            <a:solidFill>
              <a:srgbClr val="66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>
                <a:ea typeface="楷体_GB2312" pitchFamily="49" charset="-122"/>
              </a:endParaRPr>
            </a:p>
          </p:txBody>
        </p:sp>
        <p:sp>
          <p:nvSpPr>
            <p:cNvPr id="62486" name="Rectangle 71">
              <a:extLst>
                <a:ext uri="{FF2B5EF4-FFF2-40B4-BE49-F238E27FC236}">
                  <a16:creationId xmlns:a16="http://schemas.microsoft.com/office/drawing/2014/main" id="{E1611E96-DA6C-3575-6932-9F0DBE23D2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42" y="1810"/>
              <a:ext cx="316" cy="879"/>
            </a:xfrm>
            <a:prstGeom prst="rect">
              <a:avLst/>
            </a:prstGeom>
            <a:solidFill>
              <a:srgbClr val="00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>
                <a:ea typeface="楷体_GB2312" pitchFamily="49" charset="-122"/>
              </a:endParaRPr>
            </a:p>
          </p:txBody>
        </p:sp>
        <p:sp>
          <p:nvSpPr>
            <p:cNvPr id="62487" name="Text Box 72">
              <a:extLst>
                <a:ext uri="{FF2B5EF4-FFF2-40B4-BE49-F238E27FC236}">
                  <a16:creationId xmlns:a16="http://schemas.microsoft.com/office/drawing/2014/main" id="{6FB49C78-BD43-732D-8CD7-BC042740D59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58" y="2334"/>
              <a:ext cx="352" cy="2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>
                <a:ea typeface="楷体_GB2312" pitchFamily="49" charset="-122"/>
              </a:endParaRPr>
            </a:p>
          </p:txBody>
        </p:sp>
        <p:sp>
          <p:nvSpPr>
            <p:cNvPr id="62488" name="Line 73">
              <a:extLst>
                <a:ext uri="{FF2B5EF4-FFF2-40B4-BE49-F238E27FC236}">
                  <a16:creationId xmlns:a16="http://schemas.microsoft.com/office/drawing/2014/main" id="{73F8EA11-7C08-9813-8DE4-7D9E7BCF194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39" y="1810"/>
              <a:ext cx="1" cy="87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non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489" name="Line 74">
              <a:extLst>
                <a:ext uri="{FF2B5EF4-FFF2-40B4-BE49-F238E27FC236}">
                  <a16:creationId xmlns:a16="http://schemas.microsoft.com/office/drawing/2014/main" id="{F484B48D-7842-FC15-BC10-66C06212DD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37" y="1823"/>
              <a:ext cx="1" cy="86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non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490" name="Line 75">
              <a:extLst>
                <a:ext uri="{FF2B5EF4-FFF2-40B4-BE49-F238E27FC236}">
                  <a16:creationId xmlns:a16="http://schemas.microsoft.com/office/drawing/2014/main" id="{8D973592-BFFA-E5EF-5121-0652D41F52A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03" y="2561"/>
              <a:ext cx="235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491" name="Line 76">
              <a:extLst>
                <a:ext uri="{FF2B5EF4-FFF2-40B4-BE49-F238E27FC236}">
                  <a16:creationId xmlns:a16="http://schemas.microsoft.com/office/drawing/2014/main" id="{B4415961-F8BF-474D-A414-70384CBDC48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203" y="2165"/>
              <a:ext cx="204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492" name="Text Box 77">
              <a:extLst>
                <a:ext uri="{FF2B5EF4-FFF2-40B4-BE49-F238E27FC236}">
                  <a16:creationId xmlns:a16="http://schemas.microsoft.com/office/drawing/2014/main" id="{47A3AE92-77B4-F1C6-4994-A9A2451D6D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14" y="1810"/>
              <a:ext cx="295" cy="2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sz="2000" i="1"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rPr>
                <a:t></a:t>
              </a:r>
              <a:r>
                <a:rPr lang="en-US" altLang="zh-CN" sz="2000" baseline="-30000">
                  <a:latin typeface="Times New Roman" panose="02020603050405020304" pitchFamily="18" charset="0"/>
                  <a:ea typeface="楷体_GB2312" pitchFamily="49" charset="-122"/>
                </a:rPr>
                <a:t>1</a:t>
              </a:r>
              <a:endParaRPr lang="en-US" altLang="zh-CN" sz="2000">
                <a:latin typeface="Times New Roman" panose="02020603050405020304" pitchFamily="18" charset="0"/>
                <a:ea typeface="楷体_GB2312" pitchFamily="49" charset="-122"/>
              </a:endParaRPr>
            </a:p>
            <a:p>
              <a:endParaRPr lang="en-US" altLang="zh-CN" sz="200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62493" name="Text Box 78">
              <a:extLst>
                <a:ext uri="{FF2B5EF4-FFF2-40B4-BE49-F238E27FC236}">
                  <a16:creationId xmlns:a16="http://schemas.microsoft.com/office/drawing/2014/main" id="{97CDF3CE-52E0-E0B7-294C-E7778857FA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00" y="1810"/>
              <a:ext cx="296" cy="2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sz="2000" i="1"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rPr>
                <a:t></a:t>
              </a:r>
              <a:r>
                <a:rPr lang="en-US" altLang="zh-CN" sz="2000" baseline="-30000">
                  <a:latin typeface="Times New Roman" panose="02020603050405020304" pitchFamily="18" charset="0"/>
                  <a:ea typeface="楷体_GB2312" pitchFamily="49" charset="-122"/>
                </a:rPr>
                <a:t>2</a:t>
              </a:r>
              <a:endParaRPr lang="en-US" altLang="zh-CN" sz="2000">
                <a:latin typeface="Times New Roman" panose="02020603050405020304" pitchFamily="18" charset="0"/>
                <a:ea typeface="楷体_GB2312" pitchFamily="49" charset="-122"/>
              </a:endParaRPr>
            </a:p>
            <a:p>
              <a:endParaRPr lang="en-US" altLang="zh-CN" sz="200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62494" name="Text Box 79">
              <a:extLst>
                <a:ext uri="{FF2B5EF4-FFF2-40B4-BE49-F238E27FC236}">
                  <a16:creationId xmlns:a16="http://schemas.microsoft.com/office/drawing/2014/main" id="{76DC67D9-ADB2-C904-03EE-0C525E4DC2E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73" y="1810"/>
              <a:ext cx="295" cy="2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sz="2000" i="1"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rPr>
                <a:t></a:t>
              </a:r>
              <a:r>
                <a:rPr lang="en-US" altLang="zh-CN" sz="2000" baseline="-30000">
                  <a:latin typeface="Times New Roman" panose="02020603050405020304" pitchFamily="18" charset="0"/>
                  <a:ea typeface="楷体_GB2312" pitchFamily="49" charset="-122"/>
                </a:rPr>
                <a:t>3</a:t>
              </a:r>
              <a:endParaRPr lang="en-US" altLang="zh-CN" sz="2000">
                <a:latin typeface="Times New Roman" panose="02020603050405020304" pitchFamily="18" charset="0"/>
                <a:ea typeface="楷体_GB2312" pitchFamily="49" charset="-122"/>
              </a:endParaRPr>
            </a:p>
            <a:p>
              <a:endParaRPr lang="en-US" altLang="zh-CN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62495" name="Line 80">
              <a:extLst>
                <a:ext uri="{FF2B5EF4-FFF2-40B4-BE49-F238E27FC236}">
                  <a16:creationId xmlns:a16="http://schemas.microsoft.com/office/drawing/2014/main" id="{80309BEF-F09C-CD5F-7858-E55EEBB66B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89" y="1797"/>
              <a:ext cx="1" cy="90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non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496" name="Line 81">
              <a:extLst>
                <a:ext uri="{FF2B5EF4-FFF2-40B4-BE49-F238E27FC236}">
                  <a16:creationId xmlns:a16="http://schemas.microsoft.com/office/drawing/2014/main" id="{8768824F-7185-F036-C00C-749F9C5E36C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58" y="1797"/>
              <a:ext cx="1" cy="90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non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497" name="Text Box 82">
              <a:extLst>
                <a:ext uri="{FF2B5EF4-FFF2-40B4-BE49-F238E27FC236}">
                  <a16:creationId xmlns:a16="http://schemas.microsoft.com/office/drawing/2014/main" id="{6BF5CF9C-3287-9E90-A4FA-19BBEB2C500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68" y="1810"/>
              <a:ext cx="448" cy="2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sz="1800" i="1"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rPr>
                <a:t></a:t>
              </a:r>
              <a:r>
                <a:rPr lang="en-US" altLang="zh-CN" sz="1800" baseline="-25000">
                  <a:latin typeface="Times New Roman" panose="02020603050405020304" pitchFamily="18" charset="0"/>
                  <a:ea typeface="楷体_GB2312" pitchFamily="49" charset="-122"/>
                </a:rPr>
                <a:t>(</a:t>
              </a:r>
              <a:r>
                <a:rPr lang="en-US" altLang="zh-CN" sz="1800" i="1" baseline="-25000">
                  <a:latin typeface="Times New Roman" panose="02020603050405020304" pitchFamily="18" charset="0"/>
                  <a:ea typeface="楷体_GB2312" pitchFamily="49" charset="-122"/>
                </a:rPr>
                <a:t>n</a:t>
              </a:r>
              <a:r>
                <a:rPr lang="en-US" altLang="zh-CN" sz="1800" baseline="-25000">
                  <a:latin typeface="Times New Roman" panose="02020603050405020304" pitchFamily="18" charset="0"/>
                  <a:ea typeface="楷体_GB2312" pitchFamily="49" charset="-122"/>
                </a:rPr>
                <a:t>-2)</a:t>
              </a:r>
            </a:p>
            <a:p>
              <a:endParaRPr lang="en-US" altLang="zh-CN" sz="180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62498" name="Text Box 83">
              <a:extLst>
                <a:ext uri="{FF2B5EF4-FFF2-40B4-BE49-F238E27FC236}">
                  <a16:creationId xmlns:a16="http://schemas.microsoft.com/office/drawing/2014/main" id="{26627ED2-497C-3CFA-4742-A5647E8795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55" y="1893"/>
              <a:ext cx="533" cy="2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sz="2000" i="1"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rPr>
                <a:t></a:t>
              </a:r>
              <a:r>
                <a:rPr lang="en-US" altLang="zh-CN" sz="2000" baseline="-25000">
                  <a:latin typeface="Times New Roman" panose="02020603050405020304" pitchFamily="18" charset="0"/>
                  <a:ea typeface="楷体_GB2312" pitchFamily="49" charset="-122"/>
                </a:rPr>
                <a:t>(</a:t>
              </a:r>
              <a:r>
                <a:rPr lang="en-US" altLang="zh-CN" sz="2000" i="1" baseline="-25000">
                  <a:latin typeface="Times New Roman" panose="02020603050405020304" pitchFamily="18" charset="0"/>
                  <a:ea typeface="楷体_GB2312" pitchFamily="49" charset="-122"/>
                </a:rPr>
                <a:t>n</a:t>
              </a:r>
              <a:r>
                <a:rPr lang="en-US" altLang="zh-CN" sz="2000" baseline="-25000">
                  <a:latin typeface="Times New Roman" panose="02020603050405020304" pitchFamily="18" charset="0"/>
                  <a:ea typeface="楷体_GB2312" pitchFamily="49" charset="-122"/>
                </a:rPr>
                <a:t>-1)ef</a:t>
              </a:r>
            </a:p>
          </p:txBody>
        </p:sp>
        <p:sp>
          <p:nvSpPr>
            <p:cNvPr id="62499" name="Rectangle 84">
              <a:extLst>
                <a:ext uri="{FF2B5EF4-FFF2-40B4-BE49-F238E27FC236}">
                  <a16:creationId xmlns:a16="http://schemas.microsoft.com/office/drawing/2014/main" id="{AE8CE151-CF82-025C-7953-C672535667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61" y="1808"/>
              <a:ext cx="314" cy="880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zh-CN" sz="2800"/>
            </a:p>
          </p:txBody>
        </p:sp>
        <p:sp>
          <p:nvSpPr>
            <p:cNvPr id="62500" name="Line 85">
              <a:extLst>
                <a:ext uri="{FF2B5EF4-FFF2-40B4-BE49-F238E27FC236}">
                  <a16:creationId xmlns:a16="http://schemas.microsoft.com/office/drawing/2014/main" id="{FE386651-F94D-6928-85C3-E7E81108D21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77" y="2251"/>
              <a:ext cx="152" cy="0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prstDash val="sysDot"/>
              <a:round/>
              <a:headEnd/>
              <a:tailEnd type="non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501" name="Text Box 86">
              <a:extLst>
                <a:ext uri="{FF2B5EF4-FFF2-40B4-BE49-F238E27FC236}">
                  <a16:creationId xmlns:a16="http://schemas.microsoft.com/office/drawing/2014/main" id="{0BD16E61-6498-DE19-5C09-A6E96723C08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98" y="2206"/>
              <a:ext cx="490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sz="1600">
                  <a:latin typeface="Times New Roman" panose="02020603050405020304" pitchFamily="18" charset="0"/>
                  <a:ea typeface="楷体_GB2312" pitchFamily="49" charset="-122"/>
                </a:rPr>
                <a:t>(</a:t>
              </a:r>
              <a:r>
                <a:rPr lang="en-US" altLang="zh-CN" sz="1600" i="1">
                  <a:latin typeface="Times New Roman" panose="02020603050405020304" pitchFamily="18" charset="0"/>
                  <a:ea typeface="楷体_GB2312" pitchFamily="49" charset="-122"/>
                </a:rPr>
                <a:t>n</a:t>
              </a:r>
              <a:r>
                <a:rPr lang="en-US" altLang="zh-CN" sz="1600">
                  <a:latin typeface="Times New Roman" panose="02020603050405020304" pitchFamily="18" charset="0"/>
                  <a:ea typeface="楷体_GB2312" pitchFamily="49" charset="-122"/>
                </a:rPr>
                <a:t>-2)</a:t>
              </a:r>
            </a:p>
            <a:p>
              <a:endParaRPr lang="en-US" altLang="zh-CN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62502" name="Text Box 87">
              <a:extLst>
                <a:ext uri="{FF2B5EF4-FFF2-40B4-BE49-F238E27FC236}">
                  <a16:creationId xmlns:a16="http://schemas.microsoft.com/office/drawing/2014/main" id="{301F97E7-1A93-F193-3BEC-2DBCFF861B3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39" y="2204"/>
              <a:ext cx="273" cy="2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sz="1600">
                  <a:latin typeface="Times New Roman" panose="02020603050405020304" pitchFamily="18" charset="0"/>
                  <a:ea typeface="楷体_GB2312" pitchFamily="49" charset="-122"/>
                </a:rPr>
                <a:t>(3)</a:t>
              </a:r>
            </a:p>
            <a:p>
              <a:endParaRPr lang="en-US" altLang="zh-CN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62503" name="Text Box 88">
              <a:extLst>
                <a:ext uri="{FF2B5EF4-FFF2-40B4-BE49-F238E27FC236}">
                  <a16:creationId xmlns:a16="http://schemas.microsoft.com/office/drawing/2014/main" id="{55C1851F-053A-5B2A-C646-066572292B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97" y="2206"/>
              <a:ext cx="375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sz="1600">
                  <a:latin typeface="Times New Roman" panose="02020603050405020304" pitchFamily="18" charset="0"/>
                  <a:ea typeface="楷体_GB2312" pitchFamily="49" charset="-122"/>
                </a:rPr>
                <a:t>(2)</a:t>
              </a:r>
            </a:p>
            <a:p>
              <a:endParaRPr lang="en-US" altLang="zh-CN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62504" name="Text Box 89">
              <a:extLst>
                <a:ext uri="{FF2B5EF4-FFF2-40B4-BE49-F238E27FC236}">
                  <a16:creationId xmlns:a16="http://schemas.microsoft.com/office/drawing/2014/main" id="{C31C661D-1D63-129D-A4A5-87FA5C7BFB1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33" y="2206"/>
              <a:ext cx="375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sz="1600">
                  <a:latin typeface="Times New Roman" panose="02020603050405020304" pitchFamily="18" charset="0"/>
                  <a:ea typeface="楷体_GB2312" pitchFamily="49" charset="-122"/>
                </a:rPr>
                <a:t>(1)</a:t>
              </a:r>
            </a:p>
            <a:p>
              <a:endParaRPr lang="en-US" altLang="zh-CN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62505" name="Text Box 90">
              <a:extLst>
                <a:ext uri="{FF2B5EF4-FFF2-40B4-BE49-F238E27FC236}">
                  <a16:creationId xmlns:a16="http://schemas.microsoft.com/office/drawing/2014/main" id="{2B189EC7-0D5D-CDAE-0D6A-EDC3BC19E69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98" y="2204"/>
              <a:ext cx="490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sz="1600">
                  <a:latin typeface="Times New Roman" panose="02020603050405020304" pitchFamily="18" charset="0"/>
                  <a:ea typeface="楷体_GB2312" pitchFamily="49" charset="-122"/>
                </a:rPr>
                <a:t>(</a:t>
              </a:r>
              <a:r>
                <a:rPr lang="en-US" altLang="zh-CN" sz="1600" i="1">
                  <a:latin typeface="Times New Roman" panose="02020603050405020304" pitchFamily="18" charset="0"/>
                  <a:ea typeface="楷体_GB2312" pitchFamily="49" charset="-122"/>
                </a:rPr>
                <a:t>n</a:t>
              </a:r>
              <a:r>
                <a:rPr lang="en-US" altLang="zh-CN" sz="1600">
                  <a:latin typeface="Times New Roman" panose="02020603050405020304" pitchFamily="18" charset="0"/>
                  <a:ea typeface="楷体_GB2312" pitchFamily="49" charset="-122"/>
                </a:rPr>
                <a:t>-3)</a:t>
              </a:r>
            </a:p>
            <a:p>
              <a:endParaRPr lang="en-US" altLang="zh-CN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sp>
        <p:nvSpPr>
          <p:cNvPr id="37979" name="AutoShape 91">
            <a:extLst>
              <a:ext uri="{FF2B5EF4-FFF2-40B4-BE49-F238E27FC236}">
                <a16:creationId xmlns:a16="http://schemas.microsoft.com/office/drawing/2014/main" id="{ACDF70A8-5E38-A7FC-F8A7-F7EBC4E1FA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88125" y="4797425"/>
            <a:ext cx="287338" cy="431800"/>
          </a:xfrm>
          <a:prstGeom prst="downArrow">
            <a:avLst>
              <a:gd name="adj1" fmla="val 50000"/>
              <a:gd name="adj2" fmla="val 37541"/>
            </a:avLst>
          </a:prstGeom>
          <a:solidFill>
            <a:srgbClr val="F1B5ED"/>
          </a:solidFill>
          <a:ln w="9525">
            <a:solidFill>
              <a:srgbClr val="9933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2000">
              <a:ea typeface="楷体_GB2312" pitchFamily="49" charset="-122"/>
            </a:endParaRPr>
          </a:p>
        </p:txBody>
      </p:sp>
      <p:grpSp>
        <p:nvGrpSpPr>
          <p:cNvPr id="37980" name="Group 92">
            <a:extLst>
              <a:ext uri="{FF2B5EF4-FFF2-40B4-BE49-F238E27FC236}">
                <a16:creationId xmlns:a16="http://schemas.microsoft.com/office/drawing/2014/main" id="{E412DA44-9779-ADE0-63D4-34EB4A10C706}"/>
              </a:ext>
            </a:extLst>
          </p:cNvPr>
          <p:cNvGrpSpPr>
            <a:grpSpLocks/>
          </p:cNvGrpSpPr>
          <p:nvPr/>
        </p:nvGrpSpPr>
        <p:grpSpPr bwMode="auto">
          <a:xfrm>
            <a:off x="3203575" y="5727700"/>
            <a:ext cx="1800225" cy="250825"/>
            <a:chOff x="2018" y="3454"/>
            <a:chExt cx="1134" cy="232"/>
          </a:xfrm>
        </p:grpSpPr>
        <p:sp>
          <p:nvSpPr>
            <p:cNvPr id="62479" name="AutoShape 93">
              <a:extLst>
                <a:ext uri="{FF2B5EF4-FFF2-40B4-BE49-F238E27FC236}">
                  <a16:creationId xmlns:a16="http://schemas.microsoft.com/office/drawing/2014/main" id="{0E04AFEA-DD7D-F70D-10EE-244ABDC6B3C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 flipV="1">
              <a:off x="2059" y="3405"/>
              <a:ext cx="227" cy="318"/>
            </a:xfrm>
            <a:prstGeom prst="downArrow">
              <a:avLst>
                <a:gd name="adj1" fmla="val 50000"/>
                <a:gd name="adj2" fmla="val 34996"/>
              </a:avLst>
            </a:prstGeom>
            <a:solidFill>
              <a:srgbClr val="F1B5ED"/>
            </a:solidFill>
            <a:ln w="9525">
              <a:solidFill>
                <a:srgbClr val="993300"/>
              </a:solidFill>
              <a:miter lim="800000"/>
              <a:headEnd/>
              <a:tailEnd/>
            </a:ln>
          </p:spPr>
          <p:txBody>
            <a:bodyPr rot="10800000" vert="eaVert"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>
                <a:ea typeface="楷体_GB2312" pitchFamily="49" charset="-122"/>
              </a:endParaRPr>
            </a:p>
          </p:txBody>
        </p:sp>
        <p:sp>
          <p:nvSpPr>
            <p:cNvPr id="62480" name="Line 94">
              <a:extLst>
                <a:ext uri="{FF2B5EF4-FFF2-40B4-BE49-F238E27FC236}">
                  <a16:creationId xmlns:a16="http://schemas.microsoft.com/office/drawing/2014/main" id="{4F884C68-1B01-B134-D30B-D9A73323CE8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72" y="3566"/>
              <a:ext cx="197" cy="0"/>
            </a:xfrm>
            <a:prstGeom prst="line">
              <a:avLst/>
            </a:prstGeom>
            <a:noFill/>
            <a:ln w="28575">
              <a:solidFill>
                <a:srgbClr val="FF99CC"/>
              </a:solidFill>
              <a:prstDash val="sysDot"/>
              <a:round/>
              <a:headEnd/>
              <a:tailEnd type="non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481" name="AutoShape 95">
              <a:extLst>
                <a:ext uri="{FF2B5EF4-FFF2-40B4-BE49-F238E27FC236}">
                  <a16:creationId xmlns:a16="http://schemas.microsoft.com/office/drawing/2014/main" id="{58BEAF15-BB39-E44C-6439-92D7CA19480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 flipV="1">
              <a:off x="2875" y="3410"/>
              <a:ext cx="227" cy="318"/>
            </a:xfrm>
            <a:prstGeom prst="downArrow">
              <a:avLst>
                <a:gd name="adj1" fmla="val 50000"/>
                <a:gd name="adj2" fmla="val 34996"/>
              </a:avLst>
            </a:prstGeom>
            <a:solidFill>
              <a:srgbClr val="F1B5ED"/>
            </a:solidFill>
            <a:ln w="9525">
              <a:solidFill>
                <a:srgbClr val="993300"/>
              </a:solidFill>
              <a:miter lim="800000"/>
              <a:headEnd/>
              <a:tailEnd/>
            </a:ln>
          </p:spPr>
          <p:txBody>
            <a:bodyPr rot="10800000" vert="eaVert"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>
                <a:ea typeface="楷体_GB2312" pitchFamily="49" charset="-122"/>
              </a:endParaRPr>
            </a:p>
          </p:txBody>
        </p:sp>
      </p:grpSp>
      <p:sp>
        <p:nvSpPr>
          <p:cNvPr id="62475" name="AutoShape 96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EA5CDDA9-C8BF-452A-09AC-AF637329CF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37450" y="6842125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>
              <a:ea typeface="楷体_GB2312" pitchFamily="49" charset="-122"/>
            </a:endParaRPr>
          </a:p>
        </p:txBody>
      </p:sp>
      <p:sp>
        <p:nvSpPr>
          <p:cNvPr id="62476" name="AutoShape 97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46C3F927-1420-E8F6-0FA6-B88F51818F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4963" y="6842125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>
              <a:ea typeface="楷体_GB2312" pitchFamily="49" charset="-122"/>
            </a:endParaRPr>
          </a:p>
        </p:txBody>
      </p:sp>
      <p:sp>
        <p:nvSpPr>
          <p:cNvPr id="62477" name="AutoShape 98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1DBB84BC-DBC3-10C6-73CC-49C68F8876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72475" y="6842125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>
              <a:ea typeface="楷体_GB2312" pitchFamily="49" charset="-122"/>
            </a:endParaRPr>
          </a:p>
        </p:txBody>
      </p:sp>
      <p:sp>
        <p:nvSpPr>
          <p:cNvPr id="62478" name="AutoShape 99">
            <a:hlinkClick r:id="" action="ppaction://hlinkshowjump?jump=lastslide" highlightClick="1"/>
            <a:extLst>
              <a:ext uri="{FF2B5EF4-FFF2-40B4-BE49-F238E27FC236}">
                <a16:creationId xmlns:a16="http://schemas.microsoft.com/office/drawing/2014/main" id="{DD40BD9F-278A-2FE8-16B7-88CF8F2669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3000" y="6842125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3000"/>
                                        <p:tgtEl>
                                          <p:spTgt spid="37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3000"/>
                                        <p:tgtEl>
                                          <p:spTgt spid="378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7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37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000"/>
                                        <p:tgtEl>
                                          <p:spTgt spid="379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1000"/>
                                        <p:tgtEl>
                                          <p:spTgt spid="379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000"/>
                                        <p:tgtEl>
                                          <p:spTgt spid="378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0" dur="500"/>
                                        <p:tgtEl>
                                          <p:spTgt spid="379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000"/>
                                        <p:tgtEl>
                                          <p:spTgt spid="379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0" grpId="0"/>
      <p:bldP spid="37891" grpId="0"/>
      <p:bldP spid="37892" grpId="0" animBg="1"/>
      <p:bldP spid="3797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ext Box 2">
            <a:extLst>
              <a:ext uri="{FF2B5EF4-FFF2-40B4-BE49-F238E27FC236}">
                <a16:creationId xmlns:a16="http://schemas.microsoft.com/office/drawing/2014/main" id="{4D2832E2-E7AB-E60D-5BC7-29B1C77C6C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7475" y="782652"/>
            <a:ext cx="8926512" cy="151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30000"/>
              </a:lnSpc>
              <a:spcBef>
                <a:spcPct val="50000"/>
              </a:spcBef>
            </a:pPr>
            <a:r>
              <a:rPr lang="zh-CN" altLang="en-US" b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设两种理想介质的波阻抗分别为</a:t>
            </a:r>
            <a:r>
              <a:rPr lang="el-GR" altLang="zh-CN" b="1" i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η</a:t>
            </a:r>
            <a:r>
              <a:rPr lang="en-US" altLang="zh-CN" b="1" baseline="-30000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en-US" altLang="zh-CN" baseline="-30000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zh-CN" altLang="en-US" b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与</a:t>
            </a:r>
            <a:r>
              <a:rPr lang="el-GR" altLang="zh-CN" b="1" i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η</a:t>
            </a:r>
            <a:r>
              <a:rPr lang="en-US" altLang="zh-CN" b="1" baseline="-30000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en-US" altLang="zh-CN" baseline="-30000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zh-CN" altLang="en-US" b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，为了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消除分界面的反射</a:t>
            </a:r>
            <a:r>
              <a:rPr lang="zh-CN" altLang="en-US" b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，可</a:t>
            </a:r>
            <a:r>
              <a:rPr lang="zh-CN" altLang="en-US" b="1" u="sng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在两种理想介质中间</a:t>
            </a:r>
            <a:r>
              <a:rPr lang="zh-CN" altLang="en-US" b="1" u="sng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插入厚度为四分之一波长</a:t>
            </a:r>
            <a:r>
              <a:rPr lang="zh-CN" altLang="en-US" b="1" u="sng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（该波长是指平面波在夹层中的波长）</a:t>
            </a:r>
            <a:r>
              <a:rPr lang="zh-CN" altLang="en-US" b="1" u="sng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的理想介质夹层</a:t>
            </a:r>
            <a:r>
              <a:rPr lang="zh-CN" altLang="en-US" b="1" dirty="0">
                <a:solidFill>
                  <a:schemeClr val="bg1"/>
                </a:solidFill>
                <a:ea typeface="楷体_GB2312" pitchFamily="49" charset="-122"/>
              </a:rPr>
              <a:t>。</a:t>
            </a:r>
            <a:endParaRPr lang="zh-CN" altLang="en-US" b="1" dirty="0">
              <a:solidFill>
                <a:schemeClr val="bg1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8915" name="Text Box 3">
            <a:extLst>
              <a:ext uri="{FF2B5EF4-FFF2-40B4-BE49-F238E27FC236}">
                <a16:creationId xmlns:a16="http://schemas.microsoft.com/office/drawing/2014/main" id="{89738584-38E4-4C35-3499-598BDD6306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14436" y="2158623"/>
            <a:ext cx="5724525" cy="5808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  <a:spcBef>
                <a:spcPct val="50000"/>
              </a:spcBef>
            </a:pPr>
            <a:r>
              <a:rPr lang="zh-CN" altLang="en-US" b="1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先求出第一个分界面</a:t>
            </a:r>
            <a:r>
              <a:rPr lang="zh-CN" altLang="en-US" b="1" dirty="0">
                <a:solidFill>
                  <a:schemeClr val="bg1"/>
                </a:solidFill>
                <a:latin typeface="宋体" panose="02010600030101010101" pitchFamily="2" charset="-122"/>
              </a:rPr>
              <a:t>①</a:t>
            </a:r>
            <a:r>
              <a:rPr lang="zh-CN" altLang="en-US" b="1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上的等效波阻抗：</a:t>
            </a:r>
            <a:endParaRPr lang="zh-CN" altLang="en-US" b="1" dirty="0">
              <a:solidFill>
                <a:schemeClr val="bg1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38916" name="Object 4">
            <a:extLst>
              <a:ext uri="{FF2B5EF4-FFF2-40B4-BE49-F238E27FC236}">
                <a16:creationId xmlns:a16="http://schemas.microsoft.com/office/drawing/2014/main" id="{56130AE2-1EF6-4AA8-7836-5C03F04F493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83644053"/>
              </p:ext>
            </p:extLst>
          </p:nvPr>
        </p:nvGraphicFramePr>
        <p:xfrm>
          <a:off x="3998454" y="2697001"/>
          <a:ext cx="906462" cy="895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274680" imgH="263880" progId="Equation.DSMT4">
                  <p:embed/>
                </p:oleObj>
              </mc:Choice>
              <mc:Fallback>
                <p:oleObj r:id="rId3" imgW="274680" imgH="26388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98454" y="2697001"/>
                        <a:ext cx="906462" cy="895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8917" name="Group 5">
            <a:extLst>
              <a:ext uri="{FF2B5EF4-FFF2-40B4-BE49-F238E27FC236}">
                <a16:creationId xmlns:a16="http://schemas.microsoft.com/office/drawing/2014/main" id="{D9F6ECD7-717A-B6F4-1088-06707C0D32AC}"/>
              </a:ext>
            </a:extLst>
          </p:cNvPr>
          <p:cNvGrpSpPr>
            <a:grpSpLocks/>
          </p:cNvGrpSpPr>
          <p:nvPr/>
        </p:nvGrpSpPr>
        <p:grpSpPr bwMode="auto">
          <a:xfrm>
            <a:off x="684610" y="2276475"/>
            <a:ext cx="2735262" cy="2232025"/>
            <a:chOff x="624" y="1452"/>
            <a:chExt cx="1440" cy="1104"/>
          </a:xfrm>
        </p:grpSpPr>
        <p:sp>
          <p:nvSpPr>
            <p:cNvPr id="63516" name="Rectangle 6">
              <a:extLst>
                <a:ext uri="{FF2B5EF4-FFF2-40B4-BE49-F238E27FC236}">
                  <a16:creationId xmlns:a16="http://schemas.microsoft.com/office/drawing/2014/main" id="{D5BC5438-C98A-357D-AF49-7E80127EE9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3" y="1660"/>
              <a:ext cx="522" cy="872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>
                <a:ea typeface="楷体_GB2312" pitchFamily="49" charset="-122"/>
              </a:endParaRPr>
            </a:p>
          </p:txBody>
        </p:sp>
        <p:sp>
          <p:nvSpPr>
            <p:cNvPr id="63517" name="Rectangle 7">
              <a:extLst>
                <a:ext uri="{FF2B5EF4-FFF2-40B4-BE49-F238E27FC236}">
                  <a16:creationId xmlns:a16="http://schemas.microsoft.com/office/drawing/2014/main" id="{2B7CC96C-A02E-D21F-9DD9-A4E3E09415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4" y="1660"/>
              <a:ext cx="459" cy="872"/>
            </a:xfrm>
            <a:prstGeom prst="rect">
              <a:avLst/>
            </a:prstGeom>
            <a:solidFill>
              <a:srgbClr val="FFCC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>
                <a:ea typeface="楷体_GB2312" pitchFamily="49" charset="-122"/>
              </a:endParaRPr>
            </a:p>
          </p:txBody>
        </p:sp>
        <p:sp>
          <p:nvSpPr>
            <p:cNvPr id="63518" name="Rectangle 8">
              <a:extLst>
                <a:ext uri="{FF2B5EF4-FFF2-40B4-BE49-F238E27FC236}">
                  <a16:creationId xmlns:a16="http://schemas.microsoft.com/office/drawing/2014/main" id="{1BFC61C0-F109-3C49-A3A3-D9FE2A4F6C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05" y="1660"/>
              <a:ext cx="459" cy="872"/>
            </a:xfrm>
            <a:prstGeom prst="rect">
              <a:avLst/>
            </a:prstGeom>
            <a:solidFill>
              <a:srgbClr val="00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>
                <a:ea typeface="楷体_GB2312" pitchFamily="49" charset="-122"/>
              </a:endParaRPr>
            </a:p>
          </p:txBody>
        </p:sp>
        <p:sp>
          <p:nvSpPr>
            <p:cNvPr id="63519" name="Line 9">
              <a:extLst>
                <a:ext uri="{FF2B5EF4-FFF2-40B4-BE49-F238E27FC236}">
                  <a16:creationId xmlns:a16="http://schemas.microsoft.com/office/drawing/2014/main" id="{52CD0823-09BE-85A6-6EFE-1A1D3D58717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83" y="1649"/>
              <a:ext cx="0" cy="88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non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520" name="Line 10">
              <a:extLst>
                <a:ext uri="{FF2B5EF4-FFF2-40B4-BE49-F238E27FC236}">
                  <a16:creationId xmlns:a16="http://schemas.microsoft.com/office/drawing/2014/main" id="{AAC02C0D-3338-49B3-BEF6-CC5F07511FE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05" y="1649"/>
              <a:ext cx="0" cy="88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non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521" name="Text Box 11">
              <a:extLst>
                <a:ext uri="{FF2B5EF4-FFF2-40B4-BE49-F238E27FC236}">
                  <a16:creationId xmlns:a16="http://schemas.microsoft.com/office/drawing/2014/main" id="{19BCA5AE-2A66-D2F3-EA1D-AD6AFB9DA0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1" y="1890"/>
              <a:ext cx="390" cy="3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l-GR" altLang="zh-CN" b="1" i="1" dirty="0">
                  <a:latin typeface="Times New Roman" panose="02020603050405020304" pitchFamily="18" charset="0"/>
                  <a:ea typeface="楷体_GB2312" pitchFamily="49" charset="-122"/>
                </a:rPr>
                <a:t>η</a:t>
              </a:r>
              <a:r>
                <a:rPr lang="en-US" altLang="zh-CN" b="1" baseline="-25000" dirty="0">
                  <a:latin typeface="Times New Roman" panose="02020603050405020304" pitchFamily="18" charset="0"/>
                  <a:ea typeface="楷体_GB2312" pitchFamily="49" charset="-122"/>
                </a:rPr>
                <a:t>1</a:t>
              </a:r>
            </a:p>
            <a:p>
              <a:pPr algn="just"/>
              <a:r>
                <a:rPr lang="en-US" altLang="zh-CN" b="1" i="1" dirty="0">
                  <a:latin typeface="Times New Roman" panose="02020603050405020304" pitchFamily="18" charset="0"/>
                  <a:ea typeface="楷体_GB2312" pitchFamily="49" charset="-122"/>
                </a:rPr>
                <a:t>=</a:t>
              </a:r>
              <a:r>
                <a:rPr lang="el-GR" altLang="zh-CN" b="1" i="1" dirty="0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η</a:t>
              </a:r>
              <a:r>
                <a:rPr lang="en-US" altLang="zh-CN" b="1" baseline="-25000" dirty="0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1</a:t>
              </a:r>
            </a:p>
          </p:txBody>
        </p:sp>
        <p:sp>
          <p:nvSpPr>
            <p:cNvPr id="63522" name="Text Box 12">
              <a:extLst>
                <a:ext uri="{FF2B5EF4-FFF2-40B4-BE49-F238E27FC236}">
                  <a16:creationId xmlns:a16="http://schemas.microsoft.com/office/drawing/2014/main" id="{9CAEB77D-3BA5-15D7-19CD-ADF5EE7B58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83" y="1890"/>
              <a:ext cx="322" cy="4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l-GR" altLang="zh-CN" b="1" i="1" dirty="0">
                  <a:latin typeface="Times New Roman" panose="02020603050405020304" pitchFamily="18" charset="0"/>
                  <a:ea typeface="楷体_GB2312" pitchFamily="49" charset="-122"/>
                </a:rPr>
                <a:t>η</a:t>
              </a:r>
              <a:r>
                <a:rPr lang="en-US" altLang="zh-CN" b="1" baseline="-25000" dirty="0">
                  <a:latin typeface="Times New Roman" panose="02020603050405020304" pitchFamily="18" charset="0"/>
                  <a:ea typeface="楷体_GB2312" pitchFamily="49" charset="-122"/>
                </a:rPr>
                <a:t>2</a:t>
              </a:r>
            </a:p>
            <a:p>
              <a:pPr algn="just"/>
              <a:r>
                <a:rPr lang="en-US" altLang="zh-CN" b="1" i="1" dirty="0">
                  <a:latin typeface="Times New Roman" panose="02020603050405020304" pitchFamily="18" charset="0"/>
                  <a:ea typeface="楷体_GB2312" pitchFamily="49" charset="-122"/>
                </a:rPr>
                <a:t>= </a:t>
              </a:r>
              <a:r>
                <a:rPr lang="el-GR" altLang="zh-CN" b="1" i="1" dirty="0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η</a:t>
              </a:r>
              <a:endParaRPr lang="el-GR" altLang="zh-CN" b="1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63523" name="Text Box 13">
              <a:extLst>
                <a:ext uri="{FF2B5EF4-FFF2-40B4-BE49-F238E27FC236}">
                  <a16:creationId xmlns:a16="http://schemas.microsoft.com/office/drawing/2014/main" id="{5B47927F-B116-3D70-AF1E-7985057EAE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30" y="1890"/>
              <a:ext cx="357" cy="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l-GR" altLang="zh-CN" b="1" i="1" dirty="0">
                  <a:latin typeface="Times New Roman" panose="02020603050405020304" pitchFamily="18" charset="0"/>
                  <a:ea typeface="楷体_GB2312" pitchFamily="49" charset="-122"/>
                </a:rPr>
                <a:t>η</a:t>
              </a:r>
              <a:r>
                <a:rPr lang="en-US" altLang="zh-CN" b="1" baseline="-25000" dirty="0">
                  <a:latin typeface="Times New Roman" panose="02020603050405020304" pitchFamily="18" charset="0"/>
                  <a:ea typeface="楷体_GB2312" pitchFamily="49" charset="-122"/>
                </a:rPr>
                <a:t>3</a:t>
              </a:r>
            </a:p>
            <a:p>
              <a:pPr algn="just"/>
              <a:r>
                <a:rPr lang="en-US" altLang="zh-CN" b="1" i="1" dirty="0">
                  <a:latin typeface="Times New Roman" panose="02020603050405020304" pitchFamily="18" charset="0"/>
                  <a:ea typeface="楷体_GB2312" pitchFamily="49" charset="-122"/>
                </a:rPr>
                <a:t>=</a:t>
              </a:r>
              <a:r>
                <a:rPr lang="el-GR" altLang="zh-CN" b="1" i="1" dirty="0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η</a:t>
              </a:r>
              <a:r>
                <a:rPr lang="en-US" altLang="zh-CN" b="1" baseline="-25000" dirty="0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2</a:t>
              </a:r>
            </a:p>
          </p:txBody>
        </p:sp>
        <p:sp>
          <p:nvSpPr>
            <p:cNvPr id="63524" name="Line 14">
              <a:extLst>
                <a:ext uri="{FF2B5EF4-FFF2-40B4-BE49-F238E27FC236}">
                  <a16:creationId xmlns:a16="http://schemas.microsoft.com/office/drawing/2014/main" id="{EF85D65A-D5BC-63C7-EBA7-EDC6F33823C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443" y="2372"/>
              <a:ext cx="16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525" name="Line 15">
              <a:extLst>
                <a:ext uri="{FF2B5EF4-FFF2-40B4-BE49-F238E27FC236}">
                  <a16:creationId xmlns:a16="http://schemas.microsoft.com/office/drawing/2014/main" id="{52546103-0B31-28D7-5268-A2DD48BEC52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83" y="2383"/>
              <a:ext cx="137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526" name="Text Box 16">
              <a:extLst>
                <a:ext uri="{FF2B5EF4-FFF2-40B4-BE49-F238E27FC236}">
                  <a16:creationId xmlns:a16="http://schemas.microsoft.com/office/drawing/2014/main" id="{E6C7CD3B-4E1C-976E-A199-761BC823E6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84" y="1452"/>
              <a:ext cx="322" cy="2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>
                  <a:solidFill>
                    <a:schemeClr val="bg1"/>
                  </a:solidFill>
                  <a:latin typeface="宋体" panose="02010600030101010101" pitchFamily="2" charset="-122"/>
                  <a:ea typeface="楷体_GB2312" pitchFamily="49" charset="-122"/>
                </a:rPr>
                <a:t>②</a:t>
              </a:r>
              <a:endParaRPr lang="en-US" altLang="zh-CN" baseline="-2500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63527" name="Text Box 17">
              <a:extLst>
                <a:ext uri="{FF2B5EF4-FFF2-40B4-BE49-F238E27FC236}">
                  <a16:creationId xmlns:a16="http://schemas.microsoft.com/office/drawing/2014/main" id="{4CD93AF5-E711-DC49-3AA1-1F383A33D6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2" y="1452"/>
              <a:ext cx="336" cy="2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dirty="0">
                  <a:solidFill>
                    <a:schemeClr val="bg1"/>
                  </a:solidFill>
                  <a:latin typeface="宋体" panose="02010600030101010101" pitchFamily="2" charset="-122"/>
                  <a:ea typeface="楷体_GB2312" pitchFamily="49" charset="-122"/>
                </a:rPr>
                <a:t>①</a:t>
              </a:r>
              <a:endParaRPr lang="en-US" altLang="zh-CN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graphicFrame>
          <p:nvGraphicFramePr>
            <p:cNvPr id="63528" name="Object 18">
              <a:extLst>
                <a:ext uri="{FF2B5EF4-FFF2-40B4-BE49-F238E27FC236}">
                  <a16:creationId xmlns:a16="http://schemas.microsoft.com/office/drawing/2014/main" id="{9D81681C-53D9-36E8-E68D-60EBB683F70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13185751"/>
                </p:ext>
              </p:extLst>
            </p:nvPr>
          </p:nvGraphicFramePr>
          <p:xfrm>
            <a:off x="1257" y="2199"/>
            <a:ext cx="147" cy="3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5" imgW="164957" imgH="393359" progId="Equation.3">
                    <p:embed/>
                  </p:oleObj>
                </mc:Choice>
                <mc:Fallback>
                  <p:oleObj r:id="rId5" imgW="164957" imgH="393359" progId="Equation.3">
                    <p:embed/>
                    <p:pic>
                      <p:nvPicPr>
                        <p:cNvPr id="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57" y="2199"/>
                          <a:ext cx="147" cy="35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8931" name="Group 19">
            <a:extLst>
              <a:ext uri="{FF2B5EF4-FFF2-40B4-BE49-F238E27FC236}">
                <a16:creationId xmlns:a16="http://schemas.microsoft.com/office/drawing/2014/main" id="{96B42A1C-1E0E-7876-AD96-383BB1EA3131}"/>
              </a:ext>
            </a:extLst>
          </p:cNvPr>
          <p:cNvGrpSpPr>
            <a:grpSpLocks/>
          </p:cNvGrpSpPr>
          <p:nvPr/>
        </p:nvGrpSpPr>
        <p:grpSpPr bwMode="auto">
          <a:xfrm>
            <a:off x="5147232" y="2750220"/>
            <a:ext cx="1790860" cy="792162"/>
            <a:chOff x="3810" y="1757"/>
            <a:chExt cx="992" cy="427"/>
          </a:xfrm>
        </p:grpSpPr>
        <p:graphicFrame>
          <p:nvGraphicFramePr>
            <p:cNvPr id="63514" name="Object 20">
              <a:extLst>
                <a:ext uri="{FF2B5EF4-FFF2-40B4-BE49-F238E27FC236}">
                  <a16:creationId xmlns:a16="http://schemas.microsoft.com/office/drawing/2014/main" id="{9136B0BC-80F1-6F86-2EF1-CFDB3F0365B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37878253"/>
                </p:ext>
              </p:extLst>
            </p:nvPr>
          </p:nvGraphicFramePr>
          <p:xfrm>
            <a:off x="4261" y="1757"/>
            <a:ext cx="541" cy="4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7" imgW="362520" imgH="263880" progId="Equation.DSMT4">
                    <p:embed/>
                  </p:oleObj>
                </mc:Choice>
                <mc:Fallback>
                  <p:oleObj r:id="rId7" imgW="362520" imgH="263880" progId="Equation.DSMT4">
                    <p:embed/>
                    <p:pic>
                      <p:nvPicPr>
                        <p:cNvPr id="0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61" y="1757"/>
                          <a:ext cx="541" cy="4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3515" name="AutoShape 21">
              <a:extLst>
                <a:ext uri="{FF2B5EF4-FFF2-40B4-BE49-F238E27FC236}">
                  <a16:creationId xmlns:a16="http://schemas.microsoft.com/office/drawing/2014/main" id="{82A2D164-2AB5-28C7-0A18-57EF596B94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0" y="1914"/>
              <a:ext cx="288" cy="96"/>
            </a:xfrm>
            <a:prstGeom prst="rightArrow">
              <a:avLst>
                <a:gd name="adj1" fmla="val 50000"/>
                <a:gd name="adj2" fmla="val 75000"/>
              </a:avLst>
            </a:prstGeom>
            <a:solidFill>
              <a:srgbClr val="FFCC99"/>
            </a:solidFill>
            <a:ln w="22225">
              <a:solidFill>
                <a:srgbClr val="9933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50000"/>
                </a:lnSpc>
                <a:spcBef>
                  <a:spcPct val="50000"/>
                </a:spcBef>
              </a:pPr>
              <a:endParaRPr lang="zh-CN" altLang="zh-CN" sz="20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sp>
        <p:nvSpPr>
          <p:cNvPr id="63495" name="Text Box 23">
            <a:extLst>
              <a:ext uri="{FF2B5EF4-FFF2-40B4-BE49-F238E27FC236}">
                <a16:creationId xmlns:a16="http://schemas.microsoft.com/office/drawing/2014/main" id="{9EBDE064-F1E3-7A13-247B-3C2483264D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90403" y="4054574"/>
            <a:ext cx="4679950" cy="639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  <a:spcBef>
                <a:spcPct val="50000"/>
              </a:spcBef>
            </a:pPr>
            <a:r>
              <a:rPr lang="zh-CN" altLang="en-US" b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为了消除反射，必须要求              </a:t>
            </a:r>
          </a:p>
        </p:txBody>
      </p:sp>
      <p:graphicFrame>
        <p:nvGraphicFramePr>
          <p:cNvPr id="63496" name="Object 24">
            <a:extLst>
              <a:ext uri="{FF2B5EF4-FFF2-40B4-BE49-F238E27FC236}">
                <a16:creationId xmlns:a16="http://schemas.microsoft.com/office/drawing/2014/main" id="{C609C274-B7FB-A341-80C9-057173AE8B3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51164041"/>
              </p:ext>
            </p:extLst>
          </p:nvPr>
        </p:nvGraphicFramePr>
        <p:xfrm>
          <a:off x="7061200" y="4136496"/>
          <a:ext cx="1039813" cy="4838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9" imgW="340560" imgH="120960" progId="Equation.DSMT4">
                  <p:embed/>
                </p:oleObj>
              </mc:Choice>
              <mc:Fallback>
                <p:oleObj r:id="rId9" imgW="340560" imgH="120960" progId="Equation.DSMT4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61200" y="4136496"/>
                        <a:ext cx="1039813" cy="48389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497" name="Object 26">
            <a:extLst>
              <a:ext uri="{FF2B5EF4-FFF2-40B4-BE49-F238E27FC236}">
                <a16:creationId xmlns:a16="http://schemas.microsoft.com/office/drawing/2014/main" id="{B9A524B2-C08B-D556-7AD7-97D7839EB65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51512574"/>
              </p:ext>
            </p:extLst>
          </p:nvPr>
        </p:nvGraphicFramePr>
        <p:xfrm>
          <a:off x="7812836" y="5821364"/>
          <a:ext cx="1308100" cy="576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1" imgW="494280" imgH="142920" progId="Equation.3">
                  <p:embed/>
                </p:oleObj>
              </mc:Choice>
              <mc:Fallback>
                <p:oleObj r:id="rId11" imgW="494280" imgH="142920" progId="Equation.3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12836" y="5821364"/>
                        <a:ext cx="1308100" cy="576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498" name="AutoShape 27">
            <a:extLst>
              <a:ext uri="{FF2B5EF4-FFF2-40B4-BE49-F238E27FC236}">
                <a16:creationId xmlns:a16="http://schemas.microsoft.com/office/drawing/2014/main" id="{E6F9C2E6-0CAC-0D36-D947-0D8D74BF19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00074" y="6037264"/>
            <a:ext cx="523875" cy="200025"/>
          </a:xfrm>
          <a:prstGeom prst="rightArrow">
            <a:avLst>
              <a:gd name="adj1" fmla="val 50000"/>
              <a:gd name="adj2" fmla="val 65428"/>
            </a:avLst>
          </a:prstGeom>
          <a:solidFill>
            <a:srgbClr val="FFCC99"/>
          </a:solidFill>
          <a:ln w="25400">
            <a:solidFill>
              <a:srgbClr val="9933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150000"/>
              </a:lnSpc>
              <a:spcBef>
                <a:spcPct val="50000"/>
              </a:spcBef>
            </a:pPr>
            <a:endParaRPr lang="zh-CN" altLang="zh-CN" b="1">
              <a:solidFill>
                <a:schemeClr val="bg1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8940" name="Text Box 28">
            <a:extLst>
              <a:ext uri="{FF2B5EF4-FFF2-40B4-BE49-F238E27FC236}">
                <a16:creationId xmlns:a16="http://schemas.microsoft.com/office/drawing/2014/main" id="{C108128B-9360-3642-E277-C929B5DA77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013" y="404813"/>
            <a:ext cx="80010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lvl1pPr algn="l" eaLnBrk="0" hangingPunct="0">
              <a:spcBef>
                <a:spcPct val="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algn="l" eaLnBrk="0" hangingPunct="0">
              <a:spcBef>
                <a:spcPct val="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algn="l" eaLnBrk="0" hangingPunct="0">
              <a:spcBef>
                <a:spcPct val="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algn="l" eaLnBrk="0" hangingPunct="0">
              <a:spcBef>
                <a:spcPct val="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algn="l" eaLnBrk="0" hangingPunct="0">
              <a:spcBef>
                <a:spcPct val="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>
              <a:defRPr/>
            </a:pPr>
            <a:r>
              <a:rPr kumimoji="1" lang="en-US" altLang="zh-CN" b="1" dirty="0">
                <a:solidFill>
                  <a:srgbClr val="FF7C80"/>
                </a:solidFill>
                <a:latin typeface="Times New Roman" panose="02020603050405020304" pitchFamily="18" charset="0"/>
                <a:ea typeface="幼圆" panose="02010509060101010101" pitchFamily="49" charset="-122"/>
                <a:cs typeface="Arial" panose="020B0604020202020204" pitchFamily="34" charset="0"/>
              </a:rPr>
              <a:t> 6.2.2   </a:t>
            </a:r>
            <a:r>
              <a:rPr kumimoji="1" lang="zh-CN" altLang="en-US" b="1" dirty="0">
                <a:solidFill>
                  <a:srgbClr val="FF7C80"/>
                </a:solidFill>
                <a:latin typeface="Times New Roman" panose="02020603050405020304" pitchFamily="18" charset="0"/>
                <a:ea typeface="幼圆" panose="02010509060101010101" pitchFamily="49" charset="-122"/>
                <a:cs typeface="Arial" panose="020B0604020202020204" pitchFamily="34" charset="0"/>
              </a:rPr>
              <a:t>四分之一波长匹配层 </a:t>
            </a:r>
            <a:r>
              <a:rPr kumimoji="1" lang="zh-CN" altLang="en-US" b="1" dirty="0">
                <a:solidFill>
                  <a:srgbClr val="FF6600"/>
                </a:solidFill>
                <a:latin typeface="Times New Roman" panose="02020603050405020304" pitchFamily="18" charset="0"/>
                <a:ea typeface="幼圆" panose="02010509060101010101" pitchFamily="49" charset="-122"/>
                <a:cs typeface="Arial" panose="020B0604020202020204" pitchFamily="34" charset="0"/>
              </a:rPr>
              <a:t>（</a:t>
            </a:r>
            <a:r>
              <a:rPr lang="zh-CN" altLang="en-US" b="1" dirty="0"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幼圆" panose="02010509060101010101" pitchFamily="49" charset="-122"/>
                <a:cs typeface="Arial" panose="020B0604020202020204" pitchFamily="34" charset="0"/>
                <a:sym typeface="Symbol" panose="05050102010706020507" pitchFamily="18" charset="2"/>
              </a:rPr>
              <a:t></a:t>
            </a:r>
            <a:r>
              <a:rPr lang="en-US" altLang="zh-CN" b="1" dirty="0"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幼圆" panose="02010509060101010101" pitchFamily="49" charset="-122"/>
                <a:cs typeface="Arial" panose="020B0604020202020204" pitchFamily="34" charset="0"/>
                <a:sym typeface="Symbol" panose="05050102010706020507" pitchFamily="18" charset="2"/>
              </a:rPr>
              <a:t>/4</a:t>
            </a:r>
            <a:r>
              <a:rPr lang="zh-CN" altLang="en-US" b="1" dirty="0"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幼圆" panose="02010509060101010101" pitchFamily="49" charset="-122"/>
                <a:cs typeface="Arial" panose="020B0604020202020204" pitchFamily="34" charset="0"/>
                <a:sym typeface="Symbol" panose="05050102010706020507" pitchFamily="18" charset="2"/>
              </a:rPr>
              <a:t>阻抗变换性）</a:t>
            </a:r>
          </a:p>
        </p:txBody>
      </p:sp>
      <p:graphicFrame>
        <p:nvGraphicFramePr>
          <p:cNvPr id="38941" name="Object 29">
            <a:extLst>
              <a:ext uri="{FF2B5EF4-FFF2-40B4-BE49-F238E27FC236}">
                <a16:creationId xmlns:a16="http://schemas.microsoft.com/office/drawing/2014/main" id="{F82E715A-13CD-86E6-840F-14441D53441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66407146"/>
              </p:ext>
            </p:extLst>
          </p:nvPr>
        </p:nvGraphicFramePr>
        <p:xfrm>
          <a:off x="6384086" y="5748339"/>
          <a:ext cx="936625" cy="849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3" imgW="362520" imgH="318960" progId="Equation.3">
                  <p:embed/>
                </p:oleObj>
              </mc:Choice>
              <mc:Fallback>
                <p:oleObj r:id="rId13" imgW="362520" imgH="318960" progId="Equation.3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84086" y="5748339"/>
                        <a:ext cx="936625" cy="849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42" name="Object 30">
            <a:extLst>
              <a:ext uri="{FF2B5EF4-FFF2-40B4-BE49-F238E27FC236}">
                <a16:creationId xmlns:a16="http://schemas.microsoft.com/office/drawing/2014/main" id="{FC3F934A-14C8-84C9-7863-B7B3FF62ABA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5247661"/>
              </p:ext>
            </p:extLst>
          </p:nvPr>
        </p:nvGraphicFramePr>
        <p:xfrm>
          <a:off x="4959236" y="3273375"/>
          <a:ext cx="3881438" cy="973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5" imgW="1461240" imgH="318960" progId="Equation.DSMT4">
                  <p:embed/>
                </p:oleObj>
              </mc:Choice>
              <mc:Fallback>
                <p:oleObj r:id="rId15" imgW="1461240" imgH="318960" progId="Equation.DSMT4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9236" y="3273375"/>
                        <a:ext cx="3881438" cy="973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943" name="AutoShape 31">
            <a:extLst>
              <a:ext uri="{FF2B5EF4-FFF2-40B4-BE49-F238E27FC236}">
                <a16:creationId xmlns:a16="http://schemas.microsoft.com/office/drawing/2014/main" id="{35F5EF64-9716-40E2-0180-874801FA65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06930" y="3697893"/>
            <a:ext cx="576263" cy="215900"/>
          </a:xfrm>
          <a:prstGeom prst="rightArrow">
            <a:avLst>
              <a:gd name="adj1" fmla="val 50000"/>
              <a:gd name="adj2" fmla="val 66679"/>
            </a:avLst>
          </a:prstGeom>
          <a:solidFill>
            <a:srgbClr val="FFCC99"/>
          </a:solidFill>
          <a:ln w="25400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>
              <a:ea typeface="楷体_GB2312" pitchFamily="49" charset="-122"/>
            </a:endParaRPr>
          </a:p>
        </p:txBody>
      </p:sp>
      <p:sp>
        <p:nvSpPr>
          <p:cNvPr id="63503" name="AutoShape 32">
            <a:hlinkClick r:id="rId17" action="ppaction://hlinksldjump" highlightClick="1"/>
            <a:extLst>
              <a:ext uri="{FF2B5EF4-FFF2-40B4-BE49-F238E27FC236}">
                <a16:creationId xmlns:a16="http://schemas.microsoft.com/office/drawing/2014/main" id="{B939DE7F-911B-1CBA-D5B4-D6351638FF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>
              <a:ea typeface="楷体_GB2312" pitchFamily="49" charset="-122"/>
            </a:endParaRPr>
          </a:p>
        </p:txBody>
      </p:sp>
      <p:sp>
        <p:nvSpPr>
          <p:cNvPr id="63504" name="AutoShape 33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11D59769-A03B-A7F2-F60C-EBBCD26745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>
              <a:ea typeface="楷体_GB2312" pitchFamily="49" charset="-122"/>
            </a:endParaRPr>
          </a:p>
        </p:txBody>
      </p:sp>
      <p:sp>
        <p:nvSpPr>
          <p:cNvPr id="63505" name="AutoShape 34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36F84B84-6028-DFD7-C89A-0A22F3AB55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>
              <a:ea typeface="楷体_GB2312" pitchFamily="49" charset="-122"/>
            </a:endParaRPr>
          </a:p>
        </p:txBody>
      </p:sp>
      <p:sp>
        <p:nvSpPr>
          <p:cNvPr id="63506" name="AutoShape 35">
            <a:hlinkClick r:id="" action="ppaction://hlinkshowjump?jump=lastslide" highlightClick="1"/>
            <a:extLst>
              <a:ext uri="{FF2B5EF4-FFF2-40B4-BE49-F238E27FC236}">
                <a16:creationId xmlns:a16="http://schemas.microsoft.com/office/drawing/2014/main" id="{B11CC3C9-E820-B623-18B9-D2233A7BA6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>
              <a:ea typeface="楷体_GB2312" pitchFamily="49" charset="-122"/>
            </a:endParaRPr>
          </a:p>
        </p:txBody>
      </p:sp>
      <p:graphicFrame>
        <p:nvGraphicFramePr>
          <p:cNvPr id="36" name="Object 6">
            <a:extLst>
              <a:ext uri="{FF2B5EF4-FFF2-40B4-BE49-F238E27FC236}">
                <a16:creationId xmlns:a16="http://schemas.microsoft.com/office/drawing/2014/main" id="{229C8973-AA94-2402-2043-8460BCAF22C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15456400"/>
              </p:ext>
            </p:extLst>
          </p:nvPr>
        </p:nvGraphicFramePr>
        <p:xfrm>
          <a:off x="4294936" y="5748339"/>
          <a:ext cx="208915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8" imgW="824040" imgH="297000" progId="Equation.DSMT4">
                  <p:embed/>
                </p:oleObj>
              </mc:Choice>
              <mc:Fallback>
                <p:oleObj r:id="rId18" imgW="824040" imgH="2970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94936" y="5748339"/>
                        <a:ext cx="2089150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AutoShape 31">
            <a:extLst>
              <a:ext uri="{FF2B5EF4-FFF2-40B4-BE49-F238E27FC236}">
                <a16:creationId xmlns:a16="http://schemas.microsoft.com/office/drawing/2014/main" id="{DB44FADA-AB6D-AFCF-2949-42FF2E1052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0322" y="6037264"/>
            <a:ext cx="576263" cy="215900"/>
          </a:xfrm>
          <a:prstGeom prst="rightArrow">
            <a:avLst>
              <a:gd name="adj1" fmla="val 50000"/>
              <a:gd name="adj2" fmla="val 66679"/>
            </a:avLst>
          </a:prstGeom>
          <a:solidFill>
            <a:srgbClr val="FFCC99"/>
          </a:solidFill>
          <a:ln w="25400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>
              <a:ea typeface="楷体_GB2312" pitchFamily="49" charset="-122"/>
            </a:endParaRPr>
          </a:p>
        </p:txBody>
      </p:sp>
      <p:graphicFrame>
        <p:nvGraphicFramePr>
          <p:cNvPr id="54313" name="Object 41">
            <a:extLst>
              <a:ext uri="{FF2B5EF4-FFF2-40B4-BE49-F238E27FC236}">
                <a16:creationId xmlns:a16="http://schemas.microsoft.com/office/drawing/2014/main" id="{59A26F96-D2DF-F6EA-3258-499B3E640FF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75446141"/>
              </p:ext>
            </p:extLst>
          </p:nvPr>
        </p:nvGraphicFramePr>
        <p:xfrm>
          <a:off x="352425" y="6178550"/>
          <a:ext cx="2389188" cy="679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0" imgW="1384300" imgH="393700" progId="Equation.3">
                  <p:embed/>
                </p:oleObj>
              </mc:Choice>
              <mc:Fallback>
                <p:oleObj r:id="rId20" imgW="1384300" imgH="393700" progId="Equation.3">
                  <p:embed/>
                  <p:pic>
                    <p:nvPicPr>
                      <p:cNvPr id="0" name="Object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2425" y="6178550"/>
                        <a:ext cx="2389188" cy="6794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1755" name="图片 3">
            <a:extLst>
              <a:ext uri="{FF2B5EF4-FFF2-40B4-BE49-F238E27FC236}">
                <a16:creationId xmlns:a16="http://schemas.microsoft.com/office/drawing/2014/main" id="{FABD9331-D94D-AFA9-0D31-29BB002ED0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30" y="4738980"/>
            <a:ext cx="2933700" cy="1474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3511" name="Text Box 11">
            <a:extLst>
              <a:ext uri="{FF2B5EF4-FFF2-40B4-BE49-F238E27FC236}">
                <a16:creationId xmlns:a16="http://schemas.microsoft.com/office/drawing/2014/main" id="{E97CBD5B-739B-D370-E361-C950910428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0510" y="2781300"/>
            <a:ext cx="614362" cy="566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en-US" altLang="zh-CN" sz="1600" b="1" i="1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zh-CN" altLang="en-US" sz="1600" b="1" i="1">
                <a:latin typeface="Times New Roman" panose="02020603050405020304" pitchFamily="18" charset="0"/>
                <a:ea typeface="楷体_GB2312" pitchFamily="49" charset="-122"/>
              </a:rPr>
              <a:t>区</a:t>
            </a:r>
            <a:endParaRPr lang="en-US" altLang="zh-CN" sz="1600" b="1" baseline="-2500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63512" name="Text Box 11">
            <a:extLst>
              <a:ext uri="{FF2B5EF4-FFF2-40B4-BE49-F238E27FC236}">
                <a16:creationId xmlns:a16="http://schemas.microsoft.com/office/drawing/2014/main" id="{31FAF1DB-1536-38D1-C32F-391DDD7FDD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27597" y="2809875"/>
            <a:ext cx="612775" cy="565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en-US" altLang="zh-CN" sz="1600" b="1" i="1"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zh-CN" altLang="en-US" sz="1600" b="1" i="1">
                <a:latin typeface="Times New Roman" panose="02020603050405020304" pitchFamily="18" charset="0"/>
                <a:ea typeface="楷体_GB2312" pitchFamily="49" charset="-122"/>
              </a:rPr>
              <a:t>区</a:t>
            </a:r>
            <a:endParaRPr lang="en-US" altLang="zh-CN" sz="1600" b="1" baseline="-2500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63513" name="Text Box 11">
            <a:extLst>
              <a:ext uri="{FF2B5EF4-FFF2-40B4-BE49-F238E27FC236}">
                <a16:creationId xmlns:a16="http://schemas.microsoft.com/office/drawing/2014/main" id="{EA7A5E68-E51F-8BB2-DA43-082C915653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40410" y="2792413"/>
            <a:ext cx="612775" cy="565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en-US" altLang="zh-CN" sz="1600" b="1" i="1">
                <a:latin typeface="Times New Roman" panose="02020603050405020304" pitchFamily="18" charset="0"/>
                <a:ea typeface="楷体_GB2312" pitchFamily="49" charset="-122"/>
              </a:rPr>
              <a:t>3</a:t>
            </a:r>
            <a:r>
              <a:rPr lang="zh-CN" altLang="en-US" sz="1600" b="1" i="1">
                <a:latin typeface="Times New Roman" panose="02020603050405020304" pitchFamily="18" charset="0"/>
                <a:ea typeface="楷体_GB2312" pitchFamily="49" charset="-122"/>
              </a:rPr>
              <a:t>区</a:t>
            </a:r>
            <a:endParaRPr lang="en-US" altLang="zh-CN" sz="1600" b="1" baseline="-2500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" name="Text Box 3">
            <a:extLst>
              <a:ext uri="{FF2B5EF4-FFF2-40B4-BE49-F238E27FC236}">
                <a16:creationId xmlns:a16="http://schemas.microsoft.com/office/drawing/2014/main" id="{10165A0C-C566-8DB1-0600-1ED0827DBB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11484" y="4326375"/>
            <a:ext cx="1199108" cy="4587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  <a:spcBef>
                <a:spcPct val="50000"/>
              </a:spcBef>
            </a:pPr>
            <a:r>
              <a:rPr lang="zh-CN" altLang="en-US" sz="18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导行波：</a:t>
            </a:r>
            <a:endParaRPr lang="zh-CN" altLang="en-US" sz="1800" b="1" dirty="0">
              <a:solidFill>
                <a:srgbClr val="FF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4" name="Text Box 3">
            <a:extLst>
              <a:ext uri="{FF2B5EF4-FFF2-40B4-BE49-F238E27FC236}">
                <a16:creationId xmlns:a16="http://schemas.microsoft.com/office/drawing/2014/main" id="{6825FEFD-7042-F382-0074-AAA4332818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30599" y="2258895"/>
            <a:ext cx="1591134" cy="4587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lnSpc>
                <a:spcPct val="150000"/>
              </a:lnSpc>
              <a:spcBef>
                <a:spcPct val="50000"/>
              </a:spcBef>
              <a:defRPr sz="1800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/>
            <a:lvl3pPr marL="1143000" indent="-228600"/>
            <a:lvl4pPr marL="1600200" indent="-228600"/>
            <a:lvl5pPr marL="2057400" indent="-228600"/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</a:lvl9pPr>
          </a:lstStyle>
          <a:p>
            <a:r>
              <a:rPr lang="zh-CN" altLang="en-US" dirty="0"/>
              <a:t>自由空间波：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23111596-B061-AA22-00AB-1B280623BA2B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5407195" y="4614390"/>
            <a:ext cx="1810417" cy="1221486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8AF7D64A-0110-7DAA-B54D-2E39CF528130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2336736" y="3089222"/>
            <a:ext cx="371329" cy="29706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389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3000"/>
                                        <p:tgtEl>
                                          <p:spTgt spid="389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389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3000"/>
                                        <p:tgtEl>
                                          <p:spTgt spid="38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2000"/>
                                        <p:tgtEl>
                                          <p:spTgt spid="38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2000"/>
                                        <p:tgtEl>
                                          <p:spTgt spid="389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1000"/>
                                        <p:tgtEl>
                                          <p:spTgt spid="389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2000"/>
                                        <p:tgtEl>
                                          <p:spTgt spid="389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4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2000"/>
                                        <p:tgtEl>
                                          <p:spTgt spid="389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4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2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54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317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317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4" dur="3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14" grpId="0"/>
      <p:bldP spid="38915" grpId="0"/>
      <p:bldP spid="38940" grpId="0"/>
      <p:bldP spid="38943" grpId="0" animBg="1"/>
      <p:bldP spid="2" grpId="0" animBg="1"/>
      <p:bldP spid="3" grpId="0"/>
      <p:bldP spid="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13">
            <a:extLst>
              <a:ext uri="{FF2B5EF4-FFF2-40B4-BE49-F238E27FC236}">
                <a16:creationId xmlns:a16="http://schemas.microsoft.com/office/drawing/2014/main" id="{44244D5E-17F1-ADDE-46A1-BFC92816AA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71" y="686324"/>
            <a:ext cx="9361488" cy="5254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30000"/>
              </a:lnSpc>
              <a:spcBef>
                <a:spcPct val="10000"/>
              </a:spcBef>
            </a:pPr>
            <a:r>
              <a:rPr lang="zh-CN" altLang="en-US" b="1" u="sng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如果介质</a:t>
            </a:r>
            <a:r>
              <a:rPr lang="en-US" altLang="zh-CN" b="1" u="sng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zh-CN" altLang="en-US" b="1" u="sng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和介质</a:t>
            </a:r>
            <a:r>
              <a:rPr lang="en-US" altLang="zh-CN" b="1" u="sng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3</a:t>
            </a:r>
            <a:r>
              <a:rPr lang="zh-CN" altLang="en-US" b="1" u="sng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是相同的介质           </a:t>
            </a:r>
            <a:r>
              <a:rPr lang="zh-CN" altLang="en-US" b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，当介质</a:t>
            </a:r>
            <a:r>
              <a:rPr lang="en-US" altLang="zh-CN" b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zh-CN" altLang="en-US" b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的厚度            时：</a:t>
            </a:r>
          </a:p>
        </p:txBody>
      </p:sp>
      <p:sp>
        <p:nvSpPr>
          <p:cNvPr id="39939" name="Text Box 3">
            <a:extLst>
              <a:ext uri="{FF2B5EF4-FFF2-40B4-BE49-F238E27FC236}">
                <a16:creationId xmlns:a16="http://schemas.microsoft.com/office/drawing/2014/main" id="{7E591C64-C907-F3B1-5B5B-05E3713B25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71" y="382290"/>
            <a:ext cx="8001000" cy="566737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lvl1pPr algn="l" eaLnBrk="0" hangingPunct="0">
              <a:spcBef>
                <a:spcPct val="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algn="l" eaLnBrk="0" hangingPunct="0">
              <a:spcBef>
                <a:spcPct val="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algn="l" eaLnBrk="0" hangingPunct="0">
              <a:spcBef>
                <a:spcPct val="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algn="l" eaLnBrk="0" hangingPunct="0">
              <a:spcBef>
                <a:spcPct val="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algn="l" eaLnBrk="0" hangingPunct="0">
              <a:spcBef>
                <a:spcPct val="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>
              <a:defRPr/>
            </a:pPr>
            <a:r>
              <a:rPr kumimoji="1" lang="en-US" altLang="zh-CN" b="1" dirty="0">
                <a:solidFill>
                  <a:srgbClr val="FF7C80"/>
                </a:solidFill>
                <a:latin typeface="Times New Roman" panose="02020603050405020304" pitchFamily="18" charset="0"/>
                <a:ea typeface="幼圆" panose="02010509060101010101" pitchFamily="49" charset="-122"/>
                <a:cs typeface="Arial" panose="020B0604020202020204" pitchFamily="34" charset="0"/>
              </a:rPr>
              <a:t>6.2.3  </a:t>
            </a:r>
            <a:r>
              <a:rPr kumimoji="1" lang="zh-CN" altLang="en-US" b="1" dirty="0">
                <a:solidFill>
                  <a:srgbClr val="FF7C80"/>
                </a:solidFill>
                <a:latin typeface="Times New Roman" panose="02020603050405020304" pitchFamily="18" charset="0"/>
                <a:ea typeface="幼圆" panose="02010509060101010101" pitchFamily="49" charset="-122"/>
                <a:cs typeface="Arial" panose="020B0604020202020204" pitchFamily="34" charset="0"/>
              </a:rPr>
              <a:t>半波长介质窗 </a:t>
            </a:r>
            <a:r>
              <a:rPr kumimoji="1" lang="zh-CN" altLang="en-US" b="1" dirty="0">
                <a:solidFill>
                  <a:srgbClr val="FF6600"/>
                </a:solidFill>
                <a:ea typeface="幼圆" panose="02010509060101010101" pitchFamily="49" charset="-122"/>
                <a:cs typeface="Arial" panose="020B0604020202020204" pitchFamily="34" charset="0"/>
              </a:rPr>
              <a:t>（</a:t>
            </a:r>
            <a:r>
              <a:rPr lang="zh-CN" altLang="en-US" b="1" dirty="0"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幼圆" panose="02010509060101010101" pitchFamily="49" charset="-122"/>
                <a:cs typeface="Arial" panose="020B0604020202020204" pitchFamily="34" charset="0"/>
                <a:sym typeface="Symbol" panose="05050102010706020507" pitchFamily="18" charset="2"/>
              </a:rPr>
              <a:t></a:t>
            </a:r>
            <a:r>
              <a:rPr lang="en-US" altLang="zh-CN" b="1" dirty="0"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幼圆" panose="02010509060101010101" pitchFamily="49" charset="-122"/>
                <a:cs typeface="Arial" panose="020B0604020202020204" pitchFamily="34" charset="0"/>
                <a:sym typeface="Symbol" panose="05050102010706020507" pitchFamily="18" charset="2"/>
              </a:rPr>
              <a:t>/2</a:t>
            </a:r>
            <a:r>
              <a:rPr lang="zh-CN" altLang="en-US" b="1" dirty="0"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幼圆" panose="02010509060101010101" pitchFamily="49" charset="-122"/>
                <a:cs typeface="Arial" panose="020B0604020202020204" pitchFamily="34" charset="0"/>
                <a:sym typeface="Symbol" panose="05050102010706020507" pitchFamily="18" charset="2"/>
              </a:rPr>
              <a:t>阻抗重复性）</a:t>
            </a:r>
          </a:p>
          <a:p>
            <a:pPr>
              <a:defRPr/>
            </a:pPr>
            <a:endParaRPr kumimoji="1" lang="zh-CN" altLang="en-US" b="1" dirty="0">
              <a:solidFill>
                <a:srgbClr val="FF7C80"/>
              </a:solidFill>
              <a:latin typeface="Times New Roman" panose="02020603050405020304" pitchFamily="18" charset="0"/>
              <a:ea typeface="幼圆" panose="02010509060101010101" pitchFamily="49" charset="-122"/>
              <a:cs typeface="Arial" panose="020B0604020202020204" pitchFamily="34" charset="0"/>
            </a:endParaRPr>
          </a:p>
        </p:txBody>
      </p:sp>
      <p:graphicFrame>
        <p:nvGraphicFramePr>
          <p:cNvPr id="39942" name="Object 6">
            <a:extLst>
              <a:ext uri="{FF2B5EF4-FFF2-40B4-BE49-F238E27FC236}">
                <a16:creationId xmlns:a16="http://schemas.microsoft.com/office/drawing/2014/main" id="{4B36A0C3-866D-1610-0343-2D93C15F3DA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11643607"/>
              </p:ext>
            </p:extLst>
          </p:nvPr>
        </p:nvGraphicFramePr>
        <p:xfrm>
          <a:off x="844551" y="4089138"/>
          <a:ext cx="208915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824040" imgH="297000" progId="Equation.DSMT4">
                  <p:embed/>
                </p:oleObj>
              </mc:Choice>
              <mc:Fallback>
                <p:oleObj r:id="rId3" imgW="824040" imgH="2970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4551" y="4089138"/>
                        <a:ext cx="2089150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43" name="Object 7">
            <a:extLst>
              <a:ext uri="{FF2B5EF4-FFF2-40B4-BE49-F238E27FC236}">
                <a16:creationId xmlns:a16="http://schemas.microsoft.com/office/drawing/2014/main" id="{38F0A40B-215E-F156-F1EE-D146C62E97F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24812004"/>
              </p:ext>
            </p:extLst>
          </p:nvPr>
        </p:nvGraphicFramePr>
        <p:xfrm>
          <a:off x="873932" y="5739220"/>
          <a:ext cx="3622675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1527120" imgH="297000" progId="Equation.DSMT4">
                  <p:embed/>
                </p:oleObj>
              </mc:Choice>
              <mc:Fallback>
                <p:oleObj r:id="rId5" imgW="1527120" imgH="2970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3932" y="5739220"/>
                        <a:ext cx="3622675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543" name="Object 11">
            <a:extLst>
              <a:ext uri="{FF2B5EF4-FFF2-40B4-BE49-F238E27FC236}">
                <a16:creationId xmlns:a16="http://schemas.microsoft.com/office/drawing/2014/main" id="{47C7028F-6C20-E27B-48A0-BBFB33B2AA3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3090449"/>
              </p:ext>
            </p:extLst>
          </p:nvPr>
        </p:nvGraphicFramePr>
        <p:xfrm>
          <a:off x="4448404" y="733058"/>
          <a:ext cx="863600" cy="44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307800" imgH="120960" progId="Equation.DSMT4">
                  <p:embed/>
                </p:oleObj>
              </mc:Choice>
              <mc:Fallback>
                <p:oleObj r:id="rId7" imgW="307800" imgH="12096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48404" y="733058"/>
                        <a:ext cx="863600" cy="441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50" name="Rectangle 14">
            <a:extLst>
              <a:ext uri="{FF2B5EF4-FFF2-40B4-BE49-F238E27FC236}">
                <a16:creationId xmlns:a16="http://schemas.microsoft.com/office/drawing/2014/main" id="{1696710A-46CB-A642-26BE-F3DE24E3B5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4950" y="3521128"/>
            <a:ext cx="8137525" cy="5254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30000"/>
              </a:lnSpc>
              <a:buFontTx/>
              <a:buBlip>
                <a:blip r:embed="rId9"/>
              </a:buBlip>
            </a:pPr>
            <a:r>
              <a:rPr lang="zh-CN" altLang="en-US" b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  </a:t>
            </a:r>
            <a:r>
              <a:rPr lang="zh-CN" altLang="en-US" b="1" dirty="0">
                <a:solidFill>
                  <a:srgbClr val="FFFF57"/>
                </a:solidFill>
                <a:latin typeface="Times New Roman" panose="02020603050405020304" pitchFamily="18" charset="0"/>
                <a:ea typeface="楷体_GB2312" pitchFamily="49" charset="-122"/>
              </a:rPr>
              <a:t>介质</a:t>
            </a:r>
            <a:r>
              <a:rPr lang="en-US" altLang="zh-CN" b="1" dirty="0">
                <a:solidFill>
                  <a:srgbClr val="FFFF57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zh-CN" altLang="en-US" b="1" dirty="0">
                <a:solidFill>
                  <a:srgbClr val="FFFF57"/>
                </a:solidFill>
                <a:latin typeface="Times New Roman" panose="02020603050405020304" pitchFamily="18" charset="0"/>
                <a:ea typeface="楷体_GB2312" pitchFamily="49" charset="-122"/>
              </a:rPr>
              <a:t>与介质</a:t>
            </a:r>
            <a:r>
              <a:rPr lang="en-US" altLang="zh-CN" b="1" dirty="0">
                <a:solidFill>
                  <a:srgbClr val="FFFF57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zh-CN" altLang="en-US" b="1" dirty="0">
                <a:solidFill>
                  <a:srgbClr val="FFFF57"/>
                </a:solidFill>
                <a:latin typeface="Times New Roman" panose="02020603050405020304" pitchFamily="18" charset="0"/>
                <a:ea typeface="楷体_GB2312" pitchFamily="49" charset="-122"/>
              </a:rPr>
              <a:t>的分界面</a:t>
            </a:r>
            <a:r>
              <a:rPr lang="zh-CN" altLang="en-US" b="1" dirty="0">
                <a:solidFill>
                  <a:srgbClr val="FFFF57"/>
                </a:solidFill>
                <a:latin typeface="宋体" panose="02010600030101010101" pitchFamily="2" charset="-122"/>
              </a:rPr>
              <a:t>①</a:t>
            </a:r>
            <a:r>
              <a:rPr lang="zh-CN" altLang="en-US" b="1" dirty="0">
                <a:solidFill>
                  <a:srgbClr val="FFFF57"/>
                </a:solidFill>
                <a:latin typeface="Times New Roman" panose="02020603050405020304" pitchFamily="18" charset="0"/>
                <a:ea typeface="楷体_GB2312" pitchFamily="49" charset="-122"/>
              </a:rPr>
              <a:t>上的反射系数</a:t>
            </a:r>
          </a:p>
        </p:txBody>
      </p:sp>
      <p:sp>
        <p:nvSpPr>
          <p:cNvPr id="39953" name="AutoShape 17">
            <a:extLst>
              <a:ext uri="{FF2B5EF4-FFF2-40B4-BE49-F238E27FC236}">
                <a16:creationId xmlns:a16="http://schemas.microsoft.com/office/drawing/2014/main" id="{DBA304F0-B988-B859-01E0-F56580345F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60272" y="1491721"/>
            <a:ext cx="576263" cy="215900"/>
          </a:xfrm>
          <a:prstGeom prst="rightArrow">
            <a:avLst>
              <a:gd name="adj1" fmla="val 50000"/>
              <a:gd name="adj2" fmla="val 66679"/>
            </a:avLst>
          </a:prstGeom>
          <a:solidFill>
            <a:srgbClr val="FFCC99"/>
          </a:solidFill>
          <a:ln w="25400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>
              <a:ea typeface="楷体_GB2312" pitchFamily="49" charset="-122"/>
            </a:endParaRPr>
          </a:p>
        </p:txBody>
      </p:sp>
      <p:sp>
        <p:nvSpPr>
          <p:cNvPr id="65546" name="AutoShape 26">
            <a:hlinkClick r:id="rId10" action="ppaction://hlinksldjump" highlightClick="1"/>
            <a:extLst>
              <a:ext uri="{FF2B5EF4-FFF2-40B4-BE49-F238E27FC236}">
                <a16:creationId xmlns:a16="http://schemas.microsoft.com/office/drawing/2014/main" id="{93A0BEB6-6BE5-82DF-316D-186B67660F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>
              <a:ea typeface="楷体_GB2312" pitchFamily="49" charset="-122"/>
            </a:endParaRPr>
          </a:p>
        </p:txBody>
      </p:sp>
      <p:sp>
        <p:nvSpPr>
          <p:cNvPr id="65547" name="AutoShape 27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5831330F-307D-1521-ACAF-F4185C2410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>
              <a:ea typeface="楷体_GB2312" pitchFamily="49" charset="-122"/>
            </a:endParaRPr>
          </a:p>
        </p:txBody>
      </p:sp>
      <p:sp>
        <p:nvSpPr>
          <p:cNvPr id="65548" name="AutoShape 28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B9ADDF7E-40C0-DF74-A628-F2B91F3C9B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>
              <a:ea typeface="楷体_GB2312" pitchFamily="49" charset="-122"/>
            </a:endParaRPr>
          </a:p>
        </p:txBody>
      </p:sp>
      <p:sp>
        <p:nvSpPr>
          <p:cNvPr id="65549" name="AutoShape 29">
            <a:hlinkClick r:id="" action="ppaction://hlinkshowjump?jump=lastslide" highlightClick="1"/>
            <a:extLst>
              <a:ext uri="{FF2B5EF4-FFF2-40B4-BE49-F238E27FC236}">
                <a16:creationId xmlns:a16="http://schemas.microsoft.com/office/drawing/2014/main" id="{1C99A143-0652-DC4D-AABE-5BFFD81897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>
              <a:ea typeface="楷体_GB2312" pitchFamily="49" charset="-122"/>
            </a:endParaRPr>
          </a:p>
        </p:txBody>
      </p:sp>
      <p:graphicFrame>
        <p:nvGraphicFramePr>
          <p:cNvPr id="210958" name="Object 14">
            <a:extLst>
              <a:ext uri="{FF2B5EF4-FFF2-40B4-BE49-F238E27FC236}">
                <a16:creationId xmlns:a16="http://schemas.microsoft.com/office/drawing/2014/main" id="{4A042711-0E24-8558-6F4E-52237D5AE23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06943388"/>
              </p:ext>
            </p:extLst>
          </p:nvPr>
        </p:nvGraphicFramePr>
        <p:xfrm>
          <a:off x="146050" y="1225224"/>
          <a:ext cx="3916979" cy="7476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1" imgW="2057400" imgH="393700" progId="Equation.3">
                  <p:embed/>
                </p:oleObj>
              </mc:Choice>
              <mc:Fallback>
                <p:oleObj r:id="rId11" imgW="2057400" imgH="39370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6050" y="1225224"/>
                        <a:ext cx="3916979" cy="747621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4">
            <a:extLst>
              <a:ext uri="{FF2B5EF4-FFF2-40B4-BE49-F238E27FC236}">
                <a16:creationId xmlns:a16="http://schemas.microsoft.com/office/drawing/2014/main" id="{856C363A-EDAA-231F-664A-F0AF55145C7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51596680"/>
              </p:ext>
            </p:extLst>
          </p:nvPr>
        </p:nvGraphicFramePr>
        <p:xfrm>
          <a:off x="7677110" y="547027"/>
          <a:ext cx="671861" cy="6492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3" imgW="406048" imgH="393359" progId="Equation.3">
                  <p:embed/>
                </p:oleObj>
              </mc:Choice>
              <mc:Fallback>
                <p:oleObj r:id="rId13" imgW="406048" imgH="393359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77110" y="547027"/>
                        <a:ext cx="671861" cy="649289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14">
            <a:extLst>
              <a:ext uri="{FF2B5EF4-FFF2-40B4-BE49-F238E27FC236}">
                <a16:creationId xmlns:a16="http://schemas.microsoft.com/office/drawing/2014/main" id="{441B2271-F90D-F339-F7B6-FE6AD38811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232" y="5074058"/>
            <a:ext cx="8137525" cy="5254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30000"/>
              </a:lnSpc>
              <a:buFontTx/>
              <a:buBlip>
                <a:blip r:embed="rId9"/>
              </a:buBlip>
            </a:pPr>
            <a:r>
              <a:rPr lang="zh-CN" altLang="en-US" b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   </a:t>
            </a:r>
            <a:r>
              <a:rPr lang="zh-CN" altLang="en-US" b="1" dirty="0">
                <a:solidFill>
                  <a:srgbClr val="FFFF57"/>
                </a:solidFill>
                <a:latin typeface="Times New Roman" panose="02020603050405020304" pitchFamily="18" charset="0"/>
                <a:ea typeface="楷体_GB2312" pitchFamily="49" charset="-122"/>
              </a:rPr>
              <a:t>介质</a:t>
            </a:r>
            <a:r>
              <a:rPr lang="en-US" altLang="zh-CN" b="1" dirty="0">
                <a:solidFill>
                  <a:srgbClr val="FFFF57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zh-CN" altLang="en-US" b="1" dirty="0">
                <a:solidFill>
                  <a:srgbClr val="FFFF57"/>
                </a:solidFill>
                <a:latin typeface="Times New Roman" panose="02020603050405020304" pitchFamily="18" charset="0"/>
                <a:ea typeface="楷体_GB2312" pitchFamily="49" charset="-122"/>
              </a:rPr>
              <a:t>与介质</a:t>
            </a:r>
            <a:r>
              <a:rPr lang="en-US" altLang="zh-CN" b="1" dirty="0">
                <a:solidFill>
                  <a:srgbClr val="FFFF57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zh-CN" altLang="en-US" b="1" dirty="0">
                <a:solidFill>
                  <a:srgbClr val="FFFF57"/>
                </a:solidFill>
                <a:latin typeface="Times New Roman" panose="02020603050405020304" pitchFamily="18" charset="0"/>
                <a:ea typeface="楷体_GB2312" pitchFamily="49" charset="-122"/>
              </a:rPr>
              <a:t>的分界面</a:t>
            </a:r>
            <a:r>
              <a:rPr lang="zh-CN" altLang="en-US" b="1" dirty="0">
                <a:solidFill>
                  <a:srgbClr val="FFFF57"/>
                </a:solidFill>
                <a:latin typeface="宋体" panose="02010600030101010101" pitchFamily="2" charset="-122"/>
              </a:rPr>
              <a:t>①</a:t>
            </a:r>
            <a:r>
              <a:rPr lang="zh-CN" altLang="en-US" b="1" dirty="0">
                <a:solidFill>
                  <a:srgbClr val="FFFF57"/>
                </a:solidFill>
                <a:latin typeface="Times New Roman" panose="02020603050405020304" pitchFamily="18" charset="0"/>
                <a:ea typeface="楷体_GB2312" pitchFamily="49" charset="-122"/>
              </a:rPr>
              <a:t>上的透射系数</a:t>
            </a:r>
          </a:p>
        </p:txBody>
      </p:sp>
      <p:graphicFrame>
        <p:nvGraphicFramePr>
          <p:cNvPr id="56358" name="Object 38">
            <a:extLst>
              <a:ext uri="{FF2B5EF4-FFF2-40B4-BE49-F238E27FC236}">
                <a16:creationId xmlns:a16="http://schemas.microsoft.com/office/drawing/2014/main" id="{67F16EBC-3D7F-A9B4-E961-2C42725D1C3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86197286"/>
              </p:ext>
            </p:extLst>
          </p:nvPr>
        </p:nvGraphicFramePr>
        <p:xfrm>
          <a:off x="6666693" y="6164473"/>
          <a:ext cx="2251075" cy="727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5" imgW="1218671" imgH="393529" progId="Equation.3">
                  <p:embed/>
                </p:oleObj>
              </mc:Choice>
              <mc:Fallback>
                <p:oleObj r:id="rId15" imgW="1218671" imgH="393529" progId="Equation.3">
                  <p:embed/>
                  <p:pic>
                    <p:nvPicPr>
                      <p:cNvPr id="0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66693" y="6164473"/>
                        <a:ext cx="2251075" cy="72707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1755" name="图片 3">
            <a:extLst>
              <a:ext uri="{FF2B5EF4-FFF2-40B4-BE49-F238E27FC236}">
                <a16:creationId xmlns:a16="http://schemas.microsoft.com/office/drawing/2014/main" id="{AF1154DB-4506-DA43-099B-0FBBC042A3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0300" y="4676775"/>
            <a:ext cx="2933700" cy="1474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5556" name="图片 4">
            <a:extLst>
              <a:ext uri="{FF2B5EF4-FFF2-40B4-BE49-F238E27FC236}">
                <a16:creationId xmlns:a16="http://schemas.microsoft.com/office/drawing/2014/main" id="{D22A1731-7B80-4357-FF0F-73C39BCEE5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4809" y="2380864"/>
            <a:ext cx="2933700" cy="1928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 Box 3">
            <a:extLst>
              <a:ext uri="{FF2B5EF4-FFF2-40B4-BE49-F238E27FC236}">
                <a16:creationId xmlns:a16="http://schemas.microsoft.com/office/drawing/2014/main" id="{2FDA1D77-23AD-BA7E-F48B-AA4E7170A3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52120" y="4218060"/>
            <a:ext cx="1199108" cy="4587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  <a:spcBef>
                <a:spcPct val="50000"/>
              </a:spcBef>
            </a:pPr>
            <a:r>
              <a:rPr lang="zh-CN" altLang="en-US" sz="18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导行波：</a:t>
            </a:r>
            <a:endParaRPr lang="zh-CN" altLang="en-US" sz="1800" b="1" dirty="0">
              <a:solidFill>
                <a:srgbClr val="FF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B1D47971-73D3-D0D9-168E-919F51D384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22722" y="1997157"/>
            <a:ext cx="1591134" cy="4587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lnSpc>
                <a:spcPct val="150000"/>
              </a:lnSpc>
              <a:spcBef>
                <a:spcPct val="50000"/>
              </a:spcBef>
              <a:defRPr sz="1800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/>
            <a:lvl3pPr marL="1143000" indent="-228600"/>
            <a:lvl4pPr marL="1600200" indent="-228600"/>
            <a:lvl5pPr marL="2057400" indent="-228600"/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</a:lvl9pPr>
          </a:lstStyle>
          <a:p>
            <a:r>
              <a:rPr lang="zh-CN" altLang="en-US" dirty="0"/>
              <a:t>自由空间波：</a:t>
            </a:r>
          </a:p>
        </p:txBody>
      </p:sp>
      <p:sp>
        <p:nvSpPr>
          <p:cNvPr id="6" name="Text Box 16">
            <a:extLst>
              <a:ext uri="{FF2B5EF4-FFF2-40B4-BE49-F238E27FC236}">
                <a16:creationId xmlns:a16="http://schemas.microsoft.com/office/drawing/2014/main" id="{32C58AC4-7908-71D4-EB24-6E914B2CE0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54963" y="1915252"/>
            <a:ext cx="611635" cy="5337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en-US" altLang="zh-CN">
                <a:solidFill>
                  <a:schemeClr val="bg1"/>
                </a:solidFill>
                <a:latin typeface="宋体" panose="02010600030101010101" pitchFamily="2" charset="-122"/>
                <a:ea typeface="楷体_GB2312" pitchFamily="49" charset="-122"/>
              </a:rPr>
              <a:t>②</a:t>
            </a:r>
            <a:endParaRPr lang="en-US" altLang="zh-CN" baseline="-25000">
              <a:solidFill>
                <a:schemeClr val="bg1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7" name="Text Box 17">
            <a:extLst>
              <a:ext uri="{FF2B5EF4-FFF2-40B4-BE49-F238E27FC236}">
                <a16:creationId xmlns:a16="http://schemas.microsoft.com/office/drawing/2014/main" id="{558C27DB-AF3F-88CF-5EF6-C069ACD9F3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63431" y="1915252"/>
            <a:ext cx="638228" cy="4872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en-US" altLang="zh-CN" dirty="0">
                <a:solidFill>
                  <a:schemeClr val="bg1"/>
                </a:solidFill>
                <a:latin typeface="宋体" panose="02010600030101010101" pitchFamily="2" charset="-122"/>
                <a:ea typeface="楷体_GB2312" pitchFamily="49" charset="-122"/>
              </a:rPr>
              <a:t>①</a:t>
            </a:r>
            <a:endParaRPr lang="en-US" altLang="zh-CN" baseline="-25000" dirty="0">
              <a:solidFill>
                <a:schemeClr val="bg1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7683A1B1-B5F2-70FD-50A8-2EF2DC1262BF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954963" y="3435061"/>
            <a:ext cx="489423" cy="391538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A5B35D18-F317-4C1C-AB85-A9E0DF8FF036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681483" y="2198270"/>
            <a:ext cx="1810417" cy="1221486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6E00F8B2-331E-4F46-5BAF-B65BDE06E64C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871195" y="1222191"/>
            <a:ext cx="3995306" cy="75430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399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399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2000"/>
                                        <p:tgtEl>
                                          <p:spTgt spid="399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2000"/>
                                        <p:tgtEl>
                                          <p:spTgt spid="399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2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2000"/>
                                        <p:tgtEl>
                                          <p:spTgt spid="399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109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109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56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17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17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3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3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39" grpId="0"/>
      <p:bldP spid="39950" grpId="0"/>
      <p:bldP spid="39953" grpId="0" animBg="1"/>
      <p:bldP spid="3" grpId="0"/>
      <p:bldP spid="4" grpId="0"/>
      <p:bldP spid="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3">
            <a:extLst>
              <a:ext uri="{FF2B5EF4-FFF2-40B4-BE49-F238E27FC236}">
                <a16:creationId xmlns:a16="http://schemas.microsoft.com/office/drawing/2014/main" id="{99767C8F-685D-DD87-9F0E-0051C13EC4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4937125"/>
            <a:ext cx="8964613" cy="1041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30000"/>
              </a:lnSpc>
            </a:pPr>
            <a:r>
              <a:rPr lang="zh-CN" altLang="en-US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电磁波可以</a:t>
            </a:r>
            <a:r>
              <a:rPr lang="zh-CN" altLang="en-US" b="1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无损耗地</a:t>
            </a:r>
            <a:r>
              <a:rPr lang="zh-CN" altLang="en-US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通过</a:t>
            </a:r>
            <a:r>
              <a:rPr lang="zh-CN" altLang="en-US" b="1" u="sng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厚度为       的介质层</a:t>
            </a:r>
            <a:r>
              <a:rPr lang="zh-CN" altLang="en-US" b="1" u="sng">
                <a:solidFill>
                  <a:srgbClr val="FF6600"/>
                </a:solidFill>
                <a:latin typeface="Times New Roman" panose="02020603050405020304" pitchFamily="18" charset="0"/>
                <a:ea typeface="楷体_GB2312" pitchFamily="49" charset="-122"/>
              </a:rPr>
              <a:t>（</a:t>
            </a:r>
            <a:r>
              <a:rPr lang="zh-CN" altLang="en-US" b="1" u="sng">
                <a:solidFill>
                  <a:srgbClr val="FF6600"/>
                </a:solidFill>
                <a:ea typeface="楷体_GB2312" pitchFamily="49" charset="-122"/>
              </a:rPr>
              <a:t>半波长介质窗</a:t>
            </a:r>
            <a:r>
              <a:rPr lang="zh-CN" altLang="en-US" b="1" u="sng">
                <a:solidFill>
                  <a:srgbClr val="FF6600"/>
                </a:solidFill>
                <a:latin typeface="Times New Roman" panose="02020603050405020304" pitchFamily="18" charset="0"/>
                <a:ea typeface="楷体_GB2312" pitchFamily="49" charset="-122"/>
              </a:rPr>
              <a:t>）</a:t>
            </a:r>
            <a:r>
              <a:rPr lang="zh-CN" altLang="en-US" b="1">
                <a:solidFill>
                  <a:srgbClr val="FF6600"/>
                </a:solidFill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r>
              <a:rPr lang="zh-CN" altLang="en-US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这种媒质对于电磁波似乎是完全“透明”的。</a:t>
            </a:r>
          </a:p>
        </p:txBody>
      </p:sp>
      <p:graphicFrame>
        <p:nvGraphicFramePr>
          <p:cNvPr id="67587" name="Object 24">
            <a:extLst>
              <a:ext uri="{FF2B5EF4-FFF2-40B4-BE49-F238E27FC236}">
                <a16:creationId xmlns:a16="http://schemas.microsoft.com/office/drawing/2014/main" id="{E7137990-E03C-6C12-A216-36BC41FE6FD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00563" y="5084763"/>
          <a:ext cx="547687" cy="395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64880" imgH="110160" progId="Equation.DSMT4">
                  <p:embed/>
                </p:oleObj>
              </mc:Choice>
              <mc:Fallback>
                <p:oleObj r:id="rId3" imgW="164880" imgH="110160" progId="Equation.DSMT4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0563" y="5084763"/>
                        <a:ext cx="547687" cy="395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7588" name="AutoShape 26">
            <a:hlinkClick r:id="rId5" action="ppaction://hlinksldjump" highlightClick="1"/>
            <a:extLst>
              <a:ext uri="{FF2B5EF4-FFF2-40B4-BE49-F238E27FC236}">
                <a16:creationId xmlns:a16="http://schemas.microsoft.com/office/drawing/2014/main" id="{5EA53626-F896-A2E7-D78A-17AAC71D3B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>
              <a:ea typeface="楷体_GB2312" pitchFamily="49" charset="-122"/>
            </a:endParaRPr>
          </a:p>
        </p:txBody>
      </p:sp>
      <p:sp>
        <p:nvSpPr>
          <p:cNvPr id="67589" name="AutoShape 27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F9DA6BD6-3E11-1420-8D89-22A3960C60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>
              <a:ea typeface="楷体_GB2312" pitchFamily="49" charset="-122"/>
            </a:endParaRPr>
          </a:p>
        </p:txBody>
      </p:sp>
      <p:sp>
        <p:nvSpPr>
          <p:cNvPr id="67590" name="AutoShape 28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D4FF7A81-6B65-4656-4AD8-68F8BDE599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>
              <a:ea typeface="楷体_GB2312" pitchFamily="49" charset="-122"/>
            </a:endParaRPr>
          </a:p>
        </p:txBody>
      </p:sp>
      <p:sp>
        <p:nvSpPr>
          <p:cNvPr id="67591" name="AutoShape 29">
            <a:hlinkClick r:id="" action="ppaction://hlinkshowjump?jump=lastslide" highlightClick="1"/>
            <a:extLst>
              <a:ext uri="{FF2B5EF4-FFF2-40B4-BE49-F238E27FC236}">
                <a16:creationId xmlns:a16="http://schemas.microsoft.com/office/drawing/2014/main" id="{CB3BEFE4-C855-4212-5FA7-7CC543D113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>
              <a:ea typeface="楷体_GB2312" pitchFamily="49" charset="-122"/>
            </a:endParaRPr>
          </a:p>
        </p:txBody>
      </p:sp>
      <p:sp>
        <p:nvSpPr>
          <p:cNvPr id="752666" name="Text Box 26">
            <a:extLst>
              <a:ext uri="{FF2B5EF4-FFF2-40B4-BE49-F238E27FC236}">
                <a16:creationId xmlns:a16="http://schemas.microsoft.com/office/drawing/2014/main" id="{54EB2924-060A-BCB3-B27B-E933D196D7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4302125"/>
            <a:ext cx="2773362" cy="566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buFontTx/>
              <a:buBlip>
                <a:blip r:embed="rId6"/>
              </a:buBlip>
            </a:pPr>
            <a:r>
              <a:rPr lang="en-US" altLang="zh-CN" b="1">
                <a:solidFill>
                  <a:schemeClr val="bg1"/>
                </a:solidFill>
              </a:rPr>
              <a:t>  </a:t>
            </a:r>
            <a:r>
              <a:rPr lang="zh-CN" altLang="en-US" b="1">
                <a:solidFill>
                  <a:srgbClr val="FFBDDE"/>
                </a:solidFill>
              </a:rPr>
              <a:t>结论</a:t>
            </a:r>
          </a:p>
        </p:txBody>
      </p:sp>
      <p:sp>
        <p:nvSpPr>
          <p:cNvPr id="39950" name="Rectangle 14">
            <a:extLst>
              <a:ext uri="{FF2B5EF4-FFF2-40B4-BE49-F238E27FC236}">
                <a16:creationId xmlns:a16="http://schemas.microsoft.com/office/drawing/2014/main" id="{374C3F3C-C170-CC20-26C0-42AC64AF20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620713"/>
            <a:ext cx="8137525" cy="5254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30000"/>
              </a:lnSpc>
              <a:buFontTx/>
              <a:buBlip>
                <a:blip r:embed="rId7"/>
              </a:buBlip>
            </a:pPr>
            <a:r>
              <a:rPr lang="zh-CN" altLang="en-US" b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  </a:t>
            </a:r>
            <a:r>
              <a:rPr lang="zh-CN" altLang="en-US" b="1" dirty="0">
                <a:solidFill>
                  <a:srgbClr val="FFFF57"/>
                </a:solidFill>
                <a:latin typeface="Times New Roman" panose="02020603050405020304" pitchFamily="18" charset="0"/>
                <a:ea typeface="楷体_GB2312" pitchFamily="49" charset="-122"/>
              </a:rPr>
              <a:t>介质</a:t>
            </a:r>
            <a:r>
              <a:rPr lang="en-US" altLang="zh-CN" b="1" dirty="0">
                <a:solidFill>
                  <a:srgbClr val="FFFF57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zh-CN" altLang="en-US" b="1" dirty="0">
                <a:solidFill>
                  <a:srgbClr val="FFFF57"/>
                </a:solidFill>
                <a:latin typeface="Times New Roman" panose="02020603050405020304" pitchFamily="18" charset="0"/>
                <a:ea typeface="楷体_GB2312" pitchFamily="49" charset="-122"/>
              </a:rPr>
              <a:t>与介质</a:t>
            </a:r>
            <a:r>
              <a:rPr lang="en-US" altLang="zh-CN" b="1" dirty="0">
                <a:solidFill>
                  <a:srgbClr val="FFFF57"/>
                </a:solidFill>
                <a:latin typeface="Times New Roman" panose="02020603050405020304" pitchFamily="18" charset="0"/>
                <a:ea typeface="楷体_GB2312" pitchFamily="49" charset="-122"/>
              </a:rPr>
              <a:t>3</a:t>
            </a:r>
            <a:r>
              <a:rPr lang="zh-CN" altLang="en-US" b="1" dirty="0">
                <a:solidFill>
                  <a:srgbClr val="FFFF57"/>
                </a:solidFill>
                <a:latin typeface="Times New Roman" panose="02020603050405020304" pitchFamily="18" charset="0"/>
                <a:ea typeface="楷体_GB2312" pitchFamily="49" charset="-122"/>
              </a:rPr>
              <a:t>的分界面</a:t>
            </a:r>
            <a:r>
              <a:rPr lang="zh-CN" altLang="en-US" b="1" dirty="0">
                <a:solidFill>
                  <a:srgbClr val="FFFF57"/>
                </a:solidFill>
                <a:latin typeface="宋体" panose="02010600030101010101" pitchFamily="2" charset="-122"/>
              </a:rPr>
              <a:t>②</a:t>
            </a:r>
            <a:r>
              <a:rPr lang="zh-CN" altLang="en-US" b="1" dirty="0">
                <a:solidFill>
                  <a:srgbClr val="FFFF57"/>
                </a:solidFill>
                <a:latin typeface="Times New Roman" panose="02020603050405020304" pitchFamily="18" charset="0"/>
                <a:ea typeface="楷体_GB2312" pitchFamily="49" charset="-122"/>
              </a:rPr>
              <a:t>上的反射系数</a:t>
            </a:r>
          </a:p>
        </p:txBody>
      </p:sp>
      <p:sp>
        <p:nvSpPr>
          <p:cNvPr id="2" name="Rectangle 14">
            <a:extLst>
              <a:ext uri="{FF2B5EF4-FFF2-40B4-BE49-F238E27FC236}">
                <a16:creationId xmlns:a16="http://schemas.microsoft.com/office/drawing/2014/main" id="{A439A9F7-0F4B-B55C-49AB-7BC0A922E8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2205038"/>
            <a:ext cx="8137525" cy="5216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30000"/>
              </a:lnSpc>
              <a:buFontTx/>
              <a:buBlip>
                <a:blip r:embed="rId7"/>
              </a:buBlip>
            </a:pPr>
            <a:r>
              <a:rPr lang="zh-CN" altLang="en-US" b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   </a:t>
            </a:r>
            <a:r>
              <a:rPr lang="zh-CN" altLang="en-US" b="1" dirty="0">
                <a:solidFill>
                  <a:srgbClr val="FFFF57"/>
                </a:solidFill>
                <a:latin typeface="Times New Roman" panose="02020603050405020304" pitchFamily="18" charset="0"/>
                <a:ea typeface="楷体_GB2312" pitchFamily="49" charset="-122"/>
              </a:rPr>
              <a:t>介质</a:t>
            </a:r>
            <a:r>
              <a:rPr lang="en-US" altLang="zh-CN" b="1" dirty="0">
                <a:solidFill>
                  <a:srgbClr val="FFFF57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zh-CN" altLang="en-US" b="1" dirty="0">
                <a:solidFill>
                  <a:srgbClr val="FFFF57"/>
                </a:solidFill>
                <a:latin typeface="Times New Roman" panose="02020603050405020304" pitchFamily="18" charset="0"/>
                <a:ea typeface="楷体_GB2312" pitchFamily="49" charset="-122"/>
              </a:rPr>
              <a:t>与介质</a:t>
            </a:r>
            <a:r>
              <a:rPr lang="en-US" altLang="zh-CN" b="1" dirty="0">
                <a:solidFill>
                  <a:srgbClr val="FFFF57"/>
                </a:solidFill>
                <a:latin typeface="Times New Roman" panose="02020603050405020304" pitchFamily="18" charset="0"/>
                <a:ea typeface="楷体_GB2312" pitchFamily="49" charset="-122"/>
              </a:rPr>
              <a:t>3</a:t>
            </a:r>
            <a:r>
              <a:rPr lang="zh-CN" altLang="en-US" b="1" dirty="0">
                <a:solidFill>
                  <a:srgbClr val="FFFF57"/>
                </a:solidFill>
                <a:latin typeface="Times New Roman" panose="02020603050405020304" pitchFamily="18" charset="0"/>
                <a:ea typeface="楷体_GB2312" pitchFamily="49" charset="-122"/>
              </a:rPr>
              <a:t>的分界面</a:t>
            </a:r>
            <a:r>
              <a:rPr lang="zh-CN" altLang="en-US" b="1" dirty="0">
                <a:solidFill>
                  <a:srgbClr val="FFFF57"/>
                </a:solidFill>
                <a:latin typeface="宋体" panose="02010600030101010101" pitchFamily="2" charset="-122"/>
              </a:rPr>
              <a:t>②</a:t>
            </a:r>
            <a:r>
              <a:rPr lang="zh-CN" altLang="en-US" b="1" dirty="0">
                <a:solidFill>
                  <a:srgbClr val="FFFF57"/>
                </a:solidFill>
                <a:latin typeface="Times New Roman" panose="02020603050405020304" pitchFamily="18" charset="0"/>
                <a:ea typeface="楷体_GB2312" pitchFamily="49" charset="-122"/>
              </a:rPr>
              <a:t>上的透射系数</a:t>
            </a:r>
          </a:p>
        </p:txBody>
      </p:sp>
      <p:graphicFrame>
        <p:nvGraphicFramePr>
          <p:cNvPr id="210958" name="Object 14">
            <a:extLst>
              <a:ext uri="{FF2B5EF4-FFF2-40B4-BE49-F238E27FC236}">
                <a16:creationId xmlns:a16="http://schemas.microsoft.com/office/drawing/2014/main" id="{0DE19B7A-9AA9-C1F6-F8AD-4E881358C21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25488" y="1257300"/>
          <a:ext cx="2660650" cy="874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345616" imgH="444307" progId="Equation.3">
                  <p:embed/>
                </p:oleObj>
              </mc:Choice>
              <mc:Fallback>
                <p:oleObj name="Equation" r:id="rId8" imgW="1345616" imgH="444307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5488" y="1257300"/>
                        <a:ext cx="2660650" cy="87471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14">
            <a:extLst>
              <a:ext uri="{FF2B5EF4-FFF2-40B4-BE49-F238E27FC236}">
                <a16:creationId xmlns:a16="http://schemas.microsoft.com/office/drawing/2014/main" id="{FC23A7EA-709B-748E-3825-67C979899D4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85813" y="2865438"/>
          <a:ext cx="2562225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1295400" imgH="431800" progId="Equation.3">
                  <p:embed/>
                </p:oleObj>
              </mc:Choice>
              <mc:Fallback>
                <p:oleObj r:id="rId10" imgW="1295400" imgH="43180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5813" y="2865438"/>
                        <a:ext cx="2562225" cy="8509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44" name="Object 8">
            <a:extLst>
              <a:ext uri="{FF2B5EF4-FFF2-40B4-BE49-F238E27FC236}">
                <a16:creationId xmlns:a16="http://schemas.microsoft.com/office/drawing/2014/main" id="{99B48203-17C3-19C8-A419-173FF627BFA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16013" y="3716338"/>
          <a:ext cx="1295400" cy="519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2" imgW="417600" imgH="120960" progId="Equation.DSMT4">
                  <p:embed/>
                </p:oleObj>
              </mc:Choice>
              <mc:Fallback>
                <p:oleObj r:id="rId12" imgW="417600" imgH="12096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6013" y="3716338"/>
                        <a:ext cx="1295400" cy="519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45" name="Object 9">
            <a:extLst>
              <a:ext uri="{FF2B5EF4-FFF2-40B4-BE49-F238E27FC236}">
                <a16:creationId xmlns:a16="http://schemas.microsoft.com/office/drawing/2014/main" id="{25C1A580-0856-2C0B-3542-1969F0A2EB0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52863" y="3770313"/>
          <a:ext cx="1582737" cy="465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4" imgW="593280" imgH="120960" progId="Equation.DSMT4">
                  <p:embed/>
                </p:oleObj>
              </mc:Choice>
              <mc:Fallback>
                <p:oleObj r:id="rId14" imgW="593280" imgH="12096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2863" y="3770313"/>
                        <a:ext cx="1582737" cy="465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56" name="AutoShape 20">
            <a:extLst>
              <a:ext uri="{FF2B5EF4-FFF2-40B4-BE49-F238E27FC236}">
                <a16:creationId xmlns:a16="http://schemas.microsoft.com/office/drawing/2014/main" id="{00A30444-6388-F985-B8F3-0843355B00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2413" y="3860800"/>
            <a:ext cx="576262" cy="215900"/>
          </a:xfrm>
          <a:prstGeom prst="rightArrow">
            <a:avLst>
              <a:gd name="adj1" fmla="val 50000"/>
              <a:gd name="adj2" fmla="val 66678"/>
            </a:avLst>
          </a:prstGeom>
          <a:solidFill>
            <a:srgbClr val="FFCC99"/>
          </a:solidFill>
          <a:ln w="25400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>
              <a:ea typeface="楷体_GB2312" pitchFamily="49" charset="-122"/>
            </a:endParaRPr>
          </a:p>
        </p:txBody>
      </p:sp>
      <p:sp>
        <p:nvSpPr>
          <p:cNvPr id="39957" name="AutoShape 21">
            <a:extLst>
              <a:ext uri="{FF2B5EF4-FFF2-40B4-BE49-F238E27FC236}">
                <a16:creationId xmlns:a16="http://schemas.microsoft.com/office/drawing/2014/main" id="{BFB28404-84EB-303B-F312-741A838D07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44800" y="3932238"/>
            <a:ext cx="576263" cy="215900"/>
          </a:xfrm>
          <a:prstGeom prst="rightArrow">
            <a:avLst>
              <a:gd name="adj1" fmla="val 50000"/>
              <a:gd name="adj2" fmla="val 66679"/>
            </a:avLst>
          </a:prstGeom>
          <a:solidFill>
            <a:srgbClr val="FFCC99"/>
          </a:solidFill>
          <a:ln w="25400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>
              <a:ea typeface="楷体_GB2312" pitchFamily="49" charset="-122"/>
            </a:endParaRPr>
          </a:p>
        </p:txBody>
      </p:sp>
      <p:pic>
        <p:nvPicPr>
          <p:cNvPr id="67601" name="图片 3">
            <a:extLst>
              <a:ext uri="{FF2B5EF4-FFF2-40B4-BE49-F238E27FC236}">
                <a16:creationId xmlns:a16="http://schemas.microsoft.com/office/drawing/2014/main" id="{3DD66C95-DC17-FFEA-B464-87686EA8C2C4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1063" y="1504950"/>
            <a:ext cx="495300" cy="44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7602" name="图片 4">
            <a:extLst>
              <a:ext uri="{FF2B5EF4-FFF2-40B4-BE49-F238E27FC236}">
                <a16:creationId xmlns:a16="http://schemas.microsoft.com/office/drawing/2014/main" id="{C513974E-9664-DB4B-893E-0359518FAC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05475" y="2666206"/>
            <a:ext cx="3403600" cy="2236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 Box 16">
            <a:extLst>
              <a:ext uri="{FF2B5EF4-FFF2-40B4-BE49-F238E27FC236}">
                <a16:creationId xmlns:a16="http://schemas.microsoft.com/office/drawing/2014/main" id="{D956D74F-7774-C103-4573-5D00E57DFF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12360" y="2059467"/>
            <a:ext cx="611635" cy="5337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en-US" altLang="zh-CN" dirty="0">
                <a:solidFill>
                  <a:schemeClr val="bg1"/>
                </a:solidFill>
                <a:latin typeface="宋体" panose="02010600030101010101" pitchFamily="2" charset="-122"/>
                <a:ea typeface="楷体_GB2312" pitchFamily="49" charset="-122"/>
              </a:rPr>
              <a:t>②</a:t>
            </a:r>
            <a:endParaRPr lang="en-US" altLang="zh-CN" baseline="-25000" dirty="0">
              <a:solidFill>
                <a:schemeClr val="bg1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5" name="Text Box 17">
            <a:extLst>
              <a:ext uri="{FF2B5EF4-FFF2-40B4-BE49-F238E27FC236}">
                <a16:creationId xmlns:a16="http://schemas.microsoft.com/office/drawing/2014/main" id="{F6B52CA1-D66D-A69F-36B6-62105256E5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00463" y="2059467"/>
            <a:ext cx="638228" cy="4872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en-US" altLang="zh-CN" dirty="0">
                <a:solidFill>
                  <a:schemeClr val="bg1"/>
                </a:solidFill>
                <a:latin typeface="宋体" panose="02010600030101010101" pitchFamily="2" charset="-122"/>
                <a:ea typeface="楷体_GB2312" pitchFamily="49" charset="-122"/>
              </a:rPr>
              <a:t>①</a:t>
            </a:r>
            <a:endParaRPr lang="en-US" altLang="zh-CN" baseline="-25000" dirty="0">
              <a:solidFill>
                <a:schemeClr val="bg1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2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7526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399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109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109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1000"/>
                                        <p:tgtEl>
                                          <p:spTgt spid="399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2000"/>
                                        <p:tgtEl>
                                          <p:spTgt spid="399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1000"/>
                                        <p:tgtEl>
                                          <p:spTgt spid="399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2000"/>
                                        <p:tgtEl>
                                          <p:spTgt spid="399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2666" grpId="0"/>
      <p:bldP spid="39950" grpId="0"/>
      <p:bldP spid="2" grpId="0"/>
      <p:bldP spid="39956" grpId="0" animBg="1"/>
      <p:bldP spid="3995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AutoShape 26">
            <a:hlinkClick r:id="rId26" action="ppaction://hlinksldjump"/>
            <a:extLst>
              <a:ext uri="{FF2B5EF4-FFF2-40B4-BE49-F238E27FC236}">
                <a16:creationId xmlns:a16="http://schemas.microsoft.com/office/drawing/2014/main" id="{C759E933-3421-23A6-D77A-161B9F4B89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>
              <a:ea typeface="楷体_GB2312" pitchFamily="49" charset="-122"/>
            </a:endParaRPr>
          </a:p>
        </p:txBody>
      </p:sp>
      <p:sp>
        <p:nvSpPr>
          <p:cNvPr id="69635" name="AutoShape 27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B061D89A-7761-1631-A8D5-D363598E98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>
              <a:ea typeface="楷体_GB2312" pitchFamily="49" charset="-122"/>
            </a:endParaRPr>
          </a:p>
        </p:txBody>
      </p:sp>
      <p:sp>
        <p:nvSpPr>
          <p:cNvPr id="69636" name="AutoShape 28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21DD908D-799C-24FE-4427-1EEBAF0C7A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>
              <a:ea typeface="楷体_GB2312" pitchFamily="49" charset="-122"/>
            </a:endParaRPr>
          </a:p>
        </p:txBody>
      </p:sp>
      <p:sp>
        <p:nvSpPr>
          <p:cNvPr id="69637" name="AutoShape 29">
            <a:hlinkClick r:id="" action="ppaction://hlinkshowjump?jump=lastslide"/>
            <a:extLst>
              <a:ext uri="{FF2B5EF4-FFF2-40B4-BE49-F238E27FC236}">
                <a16:creationId xmlns:a16="http://schemas.microsoft.com/office/drawing/2014/main" id="{88559291-E847-C538-1C53-DA5708FB7D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>
              <a:ea typeface="楷体_GB2312" pitchFamily="49" charset="-122"/>
            </a:endParaRPr>
          </a:p>
        </p:txBody>
      </p:sp>
      <p:sp>
        <p:nvSpPr>
          <p:cNvPr id="39950" name="Rectangle 14">
            <a:extLst>
              <a:ext uri="{FF2B5EF4-FFF2-40B4-BE49-F238E27FC236}">
                <a16:creationId xmlns:a16="http://schemas.microsoft.com/office/drawing/2014/main" id="{5898B407-5763-816E-26BD-2536EF4F5D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07950" y="331788"/>
            <a:ext cx="8137525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30000"/>
              </a:lnSpc>
            </a:pPr>
            <a:r>
              <a:rPr lang="zh-CN" altLang="en-US" sz="2000" b="1">
                <a:solidFill>
                  <a:srgbClr val="FFC000"/>
                </a:solidFill>
                <a:latin typeface="Times New Roman" panose="02020603050405020304" pitchFamily="18" charset="0"/>
                <a:ea typeface="楷体_GB2312" pitchFamily="49" charset="-122"/>
              </a:rPr>
              <a:t>【例</a:t>
            </a:r>
            <a:r>
              <a:rPr lang="en-US" altLang="zh-CN" sz="2000" b="1">
                <a:solidFill>
                  <a:srgbClr val="FFC000"/>
                </a:solidFill>
                <a:latin typeface="Times New Roman" panose="02020603050405020304" pitchFamily="18" charset="0"/>
                <a:ea typeface="楷体_GB2312" pitchFamily="49" charset="-122"/>
              </a:rPr>
              <a:t>6.2.1</a:t>
            </a:r>
            <a:r>
              <a:rPr lang="zh-CN" altLang="en-US" sz="2000" b="1">
                <a:solidFill>
                  <a:srgbClr val="FFC000"/>
                </a:solidFill>
                <a:latin typeface="Times New Roman" panose="02020603050405020304" pitchFamily="18" charset="0"/>
                <a:ea typeface="楷体_GB2312" pitchFamily="49" charset="-122"/>
              </a:rPr>
              <a:t>】</a:t>
            </a:r>
          </a:p>
        </p:txBody>
      </p:sp>
      <p:pic>
        <p:nvPicPr>
          <p:cNvPr id="69639" name="图片 8">
            <a:extLst>
              <a:ext uri="{FF2B5EF4-FFF2-40B4-BE49-F238E27FC236}">
                <a16:creationId xmlns:a16="http://schemas.microsoft.com/office/drawing/2014/main" id="{F95E3E79-F91F-B695-C7A4-8D7E40AEDABF}"/>
              </a:ext>
            </a:extLst>
          </p:cNvPr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3589338"/>
            <a:ext cx="5549900" cy="3165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9640" name="图片 10">
            <a:extLst>
              <a:ext uri="{FF2B5EF4-FFF2-40B4-BE49-F238E27FC236}">
                <a16:creationId xmlns:a16="http://schemas.microsoft.com/office/drawing/2014/main" id="{D1FFC0E7-C0C1-3042-D30E-11505EA05AD2}"/>
              </a:ext>
            </a:extLst>
          </p:cNvPr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8825" y="3425825"/>
            <a:ext cx="6350" cy="6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9641" name="图片 11">
            <a:extLst>
              <a:ext uri="{FF2B5EF4-FFF2-40B4-BE49-F238E27FC236}">
                <a16:creationId xmlns:a16="http://schemas.microsoft.com/office/drawing/2014/main" id="{FA3C0072-9589-178E-98D1-116A4A86B960}"/>
              </a:ext>
            </a:extLst>
          </p:cNvPr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8575" y="727075"/>
            <a:ext cx="7278688" cy="2859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9642" name="图片 13">
            <a:extLst>
              <a:ext uri="{FF2B5EF4-FFF2-40B4-BE49-F238E27FC236}">
                <a16:creationId xmlns:a16="http://schemas.microsoft.com/office/drawing/2014/main" id="{07C2C791-26AF-CC56-2EEE-8E207AD54401}"/>
              </a:ext>
            </a:extLst>
          </p:cNvPr>
          <p:cNvPicPr>
            <a:picLocks noChangeAspect="1" noChangeArrowheads="1"/>
          </p:cNvPicPr>
          <p:nvPr>
            <p:custDataLst>
              <p:tags r:id="rId4"/>
            </p:custDataLst>
          </p:nvPr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2638" y="2571750"/>
            <a:ext cx="2533650" cy="23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9643" name="图片 2">
            <a:extLst>
              <a:ext uri="{FF2B5EF4-FFF2-40B4-BE49-F238E27FC236}">
                <a16:creationId xmlns:a16="http://schemas.microsoft.com/office/drawing/2014/main" id="{147D8A1E-0779-588A-C285-6C5EB0172948}"/>
              </a:ext>
            </a:extLst>
          </p:cNvPr>
          <p:cNvPicPr>
            <a:picLocks noChangeAspect="1" noChangeArrowheads="1"/>
          </p:cNvPicPr>
          <p:nvPr>
            <p:custDataLst>
              <p:tags r:id="rId5"/>
            </p:custDataLst>
          </p:nvPr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25" y="2163763"/>
            <a:ext cx="3430588" cy="22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9644" name="图片 18">
            <a:extLst>
              <a:ext uri="{FF2B5EF4-FFF2-40B4-BE49-F238E27FC236}">
                <a16:creationId xmlns:a16="http://schemas.microsoft.com/office/drawing/2014/main" id="{722F86B4-192E-65F6-7EC8-2451CECA78B3}"/>
              </a:ext>
            </a:extLst>
          </p:cNvPr>
          <p:cNvPicPr>
            <a:picLocks noChangeAspect="1" noChangeArrowheads="1"/>
          </p:cNvPicPr>
          <p:nvPr>
            <p:custDataLst>
              <p:tags r:id="rId6"/>
            </p:custDataLst>
          </p:nvPr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2638" y="2159000"/>
            <a:ext cx="3471862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0" name="Group 5">
            <a:extLst>
              <a:ext uri="{FF2B5EF4-FFF2-40B4-BE49-F238E27FC236}">
                <a16:creationId xmlns:a16="http://schemas.microsoft.com/office/drawing/2014/main" id="{074FFFD6-6D3E-F12E-ADB3-15E2170A6C3E}"/>
              </a:ext>
            </a:extLst>
          </p:cNvPr>
          <p:cNvGrpSpPr>
            <a:grpSpLocks/>
          </p:cNvGrpSpPr>
          <p:nvPr/>
        </p:nvGrpSpPr>
        <p:grpSpPr bwMode="auto">
          <a:xfrm>
            <a:off x="6003925" y="3803650"/>
            <a:ext cx="2735263" cy="2232025"/>
            <a:chOff x="624" y="1452"/>
            <a:chExt cx="1440" cy="1104"/>
          </a:xfrm>
        </p:grpSpPr>
        <p:sp>
          <p:nvSpPr>
            <p:cNvPr id="69653" name="Rectangle 6">
              <a:extLst>
                <a:ext uri="{FF2B5EF4-FFF2-40B4-BE49-F238E27FC236}">
                  <a16:creationId xmlns:a16="http://schemas.microsoft.com/office/drawing/2014/main" id="{426810E2-2211-0B37-60B5-6DD4322623E2}"/>
                </a:ext>
              </a:extLst>
            </p:cNvPr>
            <p:cNvSpPr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1083" y="1660"/>
              <a:ext cx="522" cy="872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>
                <a:ea typeface="楷体_GB2312" pitchFamily="49" charset="-122"/>
              </a:endParaRPr>
            </a:p>
          </p:txBody>
        </p:sp>
        <p:sp>
          <p:nvSpPr>
            <p:cNvPr id="69654" name="Rectangle 7">
              <a:extLst>
                <a:ext uri="{FF2B5EF4-FFF2-40B4-BE49-F238E27FC236}">
                  <a16:creationId xmlns:a16="http://schemas.microsoft.com/office/drawing/2014/main" id="{622F1803-9831-D925-7CD5-EECC053538F8}"/>
                </a:ext>
              </a:extLst>
            </p:cNvPr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624" y="1660"/>
              <a:ext cx="459" cy="872"/>
            </a:xfrm>
            <a:prstGeom prst="rect">
              <a:avLst/>
            </a:prstGeom>
            <a:solidFill>
              <a:srgbClr val="FFCC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>
                <a:ea typeface="楷体_GB2312" pitchFamily="49" charset="-122"/>
              </a:endParaRPr>
            </a:p>
          </p:txBody>
        </p:sp>
        <p:sp>
          <p:nvSpPr>
            <p:cNvPr id="69655" name="Rectangle 8">
              <a:extLst>
                <a:ext uri="{FF2B5EF4-FFF2-40B4-BE49-F238E27FC236}">
                  <a16:creationId xmlns:a16="http://schemas.microsoft.com/office/drawing/2014/main" id="{F3C9CA37-ACD8-9619-E5B0-77A5521DF878}"/>
                </a:ext>
              </a:extLst>
            </p:cNvPr>
            <p:cNvSpPr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1605" y="1660"/>
              <a:ext cx="459" cy="872"/>
            </a:xfrm>
            <a:prstGeom prst="rect">
              <a:avLst/>
            </a:prstGeom>
            <a:solidFill>
              <a:srgbClr val="00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>
                <a:ea typeface="楷体_GB2312" pitchFamily="49" charset="-122"/>
              </a:endParaRPr>
            </a:p>
          </p:txBody>
        </p:sp>
        <p:sp>
          <p:nvSpPr>
            <p:cNvPr id="69656" name="Line 9">
              <a:extLst>
                <a:ext uri="{FF2B5EF4-FFF2-40B4-BE49-F238E27FC236}">
                  <a16:creationId xmlns:a16="http://schemas.microsoft.com/office/drawing/2014/main" id="{1059F316-A1DB-7A0B-E6AB-ED7421E1FC1F}"/>
                </a:ext>
              </a:extLst>
            </p:cNvPr>
            <p:cNvSpPr>
              <a:spLocks noChangeShapeType="1"/>
            </p:cNvSpPr>
            <p:nvPr>
              <p:custDataLst>
                <p:tags r:id="rId14"/>
              </p:custDataLst>
            </p:nvPr>
          </p:nvSpPr>
          <p:spPr bwMode="auto">
            <a:xfrm>
              <a:off x="1083" y="1649"/>
              <a:ext cx="0" cy="88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non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657" name="Line 10">
              <a:extLst>
                <a:ext uri="{FF2B5EF4-FFF2-40B4-BE49-F238E27FC236}">
                  <a16:creationId xmlns:a16="http://schemas.microsoft.com/office/drawing/2014/main" id="{BA3D4D4F-D968-C2B1-C2B3-4D22C9386840}"/>
                </a:ext>
              </a:extLst>
            </p:cNvPr>
            <p:cNvSpPr>
              <a:spLocks noChangeShapeType="1"/>
            </p:cNvSpPr>
            <p:nvPr>
              <p:custDataLst>
                <p:tags r:id="rId15"/>
              </p:custDataLst>
            </p:nvPr>
          </p:nvSpPr>
          <p:spPr bwMode="auto">
            <a:xfrm>
              <a:off x="1605" y="1649"/>
              <a:ext cx="0" cy="88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non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658" name="Text Box 11">
              <a:extLst>
                <a:ext uri="{FF2B5EF4-FFF2-40B4-BE49-F238E27FC236}">
                  <a16:creationId xmlns:a16="http://schemas.microsoft.com/office/drawing/2014/main" id="{D77242BB-4C01-A0E4-4B47-B7CD8FC7E3F8}"/>
                </a:ext>
              </a:extLst>
            </p:cNvPr>
            <p:cNvSpPr txBox="1"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748" y="1890"/>
              <a:ext cx="323" cy="3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l-GR" altLang="zh-CN" b="1" i="1">
                  <a:latin typeface="Times New Roman" panose="02020603050405020304" pitchFamily="18" charset="0"/>
                  <a:ea typeface="楷体_GB2312" pitchFamily="49" charset="-122"/>
                </a:rPr>
                <a:t>η</a:t>
              </a:r>
              <a:r>
                <a:rPr lang="en-US" altLang="zh-CN" b="1" baseline="-25000">
                  <a:latin typeface="Times New Roman" panose="02020603050405020304" pitchFamily="18" charset="0"/>
                  <a:ea typeface="楷体_GB2312" pitchFamily="49" charset="-122"/>
                </a:rPr>
                <a:t>1</a:t>
              </a:r>
            </a:p>
          </p:txBody>
        </p:sp>
        <p:sp>
          <p:nvSpPr>
            <p:cNvPr id="69659" name="Text Box 12">
              <a:extLst>
                <a:ext uri="{FF2B5EF4-FFF2-40B4-BE49-F238E27FC236}">
                  <a16:creationId xmlns:a16="http://schemas.microsoft.com/office/drawing/2014/main" id="{EC0A8CA5-EFD3-8DE0-BB55-E5F42145E589}"/>
                </a:ext>
              </a:extLst>
            </p:cNvPr>
            <p:cNvSpPr txBox="1"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1183" y="1890"/>
              <a:ext cx="322" cy="3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l-GR" altLang="zh-CN" b="1" i="1">
                  <a:latin typeface="Times New Roman" panose="02020603050405020304" pitchFamily="18" charset="0"/>
                  <a:ea typeface="楷体_GB2312" pitchFamily="49" charset="-122"/>
                </a:rPr>
                <a:t>η</a:t>
              </a:r>
              <a:endParaRPr lang="el-GR" altLang="zh-CN" b="1" baseline="-2500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69660" name="Text Box 13">
              <a:extLst>
                <a:ext uri="{FF2B5EF4-FFF2-40B4-BE49-F238E27FC236}">
                  <a16:creationId xmlns:a16="http://schemas.microsoft.com/office/drawing/2014/main" id="{CAAF3DA5-8CF8-FFA9-AF09-475BA42183CB}"/>
                </a:ext>
              </a:extLst>
            </p:cNvPr>
            <p:cNvSpPr txBox="1">
              <a:spLocks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1630" y="1890"/>
              <a:ext cx="322" cy="3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l-GR" altLang="zh-CN" b="1" i="1">
                  <a:latin typeface="Times New Roman" panose="02020603050405020304" pitchFamily="18" charset="0"/>
                  <a:ea typeface="楷体_GB2312" pitchFamily="49" charset="-122"/>
                </a:rPr>
                <a:t>η</a:t>
              </a:r>
              <a:r>
                <a:rPr lang="en-US" altLang="zh-CN" b="1" baseline="-25000">
                  <a:latin typeface="Times New Roman" panose="02020603050405020304" pitchFamily="18" charset="0"/>
                  <a:ea typeface="楷体_GB2312" pitchFamily="49" charset="-122"/>
                </a:rPr>
                <a:t>2</a:t>
              </a:r>
            </a:p>
          </p:txBody>
        </p:sp>
        <p:sp>
          <p:nvSpPr>
            <p:cNvPr id="69661" name="Line 14">
              <a:extLst>
                <a:ext uri="{FF2B5EF4-FFF2-40B4-BE49-F238E27FC236}">
                  <a16:creationId xmlns:a16="http://schemas.microsoft.com/office/drawing/2014/main" id="{0564316A-185C-0BD8-226C-0DC2CCFE3EFC}"/>
                </a:ext>
              </a:extLst>
            </p:cNvPr>
            <p:cNvSpPr>
              <a:spLocks noChangeShapeType="1"/>
            </p:cNvSpPr>
            <p:nvPr>
              <p:custDataLst>
                <p:tags r:id="rId19"/>
              </p:custDataLst>
            </p:nvPr>
          </p:nvSpPr>
          <p:spPr bwMode="auto">
            <a:xfrm flipV="1">
              <a:off x="1443" y="2372"/>
              <a:ext cx="16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662" name="Line 15">
              <a:extLst>
                <a:ext uri="{FF2B5EF4-FFF2-40B4-BE49-F238E27FC236}">
                  <a16:creationId xmlns:a16="http://schemas.microsoft.com/office/drawing/2014/main" id="{AE8FA966-BA86-AFEF-A89F-0E5ADB2415E0}"/>
                </a:ext>
              </a:extLst>
            </p:cNvPr>
            <p:cNvSpPr>
              <a:spLocks noChangeShapeType="1"/>
            </p:cNvSpPr>
            <p:nvPr>
              <p:custDataLst>
                <p:tags r:id="rId20"/>
              </p:custDataLst>
            </p:nvPr>
          </p:nvSpPr>
          <p:spPr bwMode="auto">
            <a:xfrm flipH="1">
              <a:off x="1083" y="2383"/>
              <a:ext cx="137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663" name="Text Box 16">
              <a:extLst>
                <a:ext uri="{FF2B5EF4-FFF2-40B4-BE49-F238E27FC236}">
                  <a16:creationId xmlns:a16="http://schemas.microsoft.com/office/drawing/2014/main" id="{5D2849EE-1CBD-73CC-03A0-9A0A9CDD9694}"/>
                </a:ext>
              </a:extLst>
            </p:cNvPr>
            <p:cNvSpPr txBox="1">
              <a:spLocks noChangeArrowheads="1"/>
            </p:cNvSpPr>
            <p:nvPr>
              <p:custDataLst>
                <p:tags r:id="rId21"/>
              </p:custDataLst>
            </p:nvPr>
          </p:nvSpPr>
          <p:spPr bwMode="auto">
            <a:xfrm>
              <a:off x="1484" y="1452"/>
              <a:ext cx="322" cy="2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>
                  <a:solidFill>
                    <a:schemeClr val="bg1"/>
                  </a:solidFill>
                  <a:latin typeface="宋体" panose="02010600030101010101" pitchFamily="2" charset="-122"/>
                  <a:ea typeface="楷体_GB2312" pitchFamily="49" charset="-122"/>
                </a:rPr>
                <a:t>②</a:t>
              </a:r>
              <a:endParaRPr lang="en-US" altLang="zh-CN" baseline="-2500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69664" name="Text Box 17">
              <a:extLst>
                <a:ext uri="{FF2B5EF4-FFF2-40B4-BE49-F238E27FC236}">
                  <a16:creationId xmlns:a16="http://schemas.microsoft.com/office/drawing/2014/main" id="{84BAF763-8487-179D-ED66-AEB26F758F36}"/>
                </a:ext>
              </a:extLst>
            </p:cNvPr>
            <p:cNvSpPr txBox="1">
              <a:spLocks noChangeArrowheads="1"/>
            </p:cNvSpPr>
            <p:nvPr>
              <p:custDataLst>
                <p:tags r:id="rId22"/>
              </p:custDataLst>
            </p:nvPr>
          </p:nvSpPr>
          <p:spPr bwMode="auto">
            <a:xfrm>
              <a:off x="962" y="1452"/>
              <a:ext cx="336" cy="2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>
                  <a:solidFill>
                    <a:schemeClr val="bg1"/>
                  </a:solidFill>
                  <a:latin typeface="宋体" panose="02010600030101010101" pitchFamily="2" charset="-122"/>
                  <a:ea typeface="楷体_GB2312" pitchFamily="49" charset="-122"/>
                </a:rPr>
                <a:t>①</a:t>
              </a:r>
              <a:endParaRPr lang="en-US" altLang="zh-CN" baseline="-2500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graphicFrame>
          <p:nvGraphicFramePr>
            <p:cNvPr id="69665" name="Object 18">
              <a:extLst>
                <a:ext uri="{FF2B5EF4-FFF2-40B4-BE49-F238E27FC236}">
                  <a16:creationId xmlns:a16="http://schemas.microsoft.com/office/drawing/2014/main" id="{1575FA30-7B0F-87AF-FBC1-9F8E5B073A67}"/>
                </a:ext>
              </a:extLst>
            </p:cNvPr>
            <p:cNvGraphicFramePr>
              <a:graphicFrameLocks noChangeAspect="1"/>
            </p:cNvGraphicFramePr>
            <p:nvPr>
              <p:custDataLst>
                <p:tags r:id="rId23"/>
              </p:custDataLst>
            </p:nvPr>
          </p:nvGraphicFramePr>
          <p:xfrm>
            <a:off x="1257" y="2199"/>
            <a:ext cx="147" cy="3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33" imgW="164957" imgH="393359" progId="Equation.3">
                    <p:embed/>
                  </p:oleObj>
                </mc:Choice>
                <mc:Fallback>
                  <p:oleObj r:id="rId33" imgW="164957" imgH="393359" progId="Equation.3">
                    <p:embed/>
                    <p:pic>
                      <p:nvPicPr>
                        <p:cNvPr id="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57" y="2199"/>
                          <a:ext cx="147" cy="35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pic>
        <p:nvPicPr>
          <p:cNvPr id="69646" name="图片 34">
            <a:extLst>
              <a:ext uri="{FF2B5EF4-FFF2-40B4-BE49-F238E27FC236}">
                <a16:creationId xmlns:a16="http://schemas.microsoft.com/office/drawing/2014/main" id="{55B6BB07-F70A-9875-1326-4511A9897260}"/>
              </a:ext>
            </a:extLst>
          </p:cNvPr>
          <p:cNvPicPr>
            <a:picLocks noChangeAspect="1" noChangeArrowheads="1"/>
          </p:cNvPicPr>
          <p:nvPr>
            <p:custDataLst>
              <p:tags r:id="rId7"/>
            </p:custDataLst>
          </p:nvPr>
        </p:nvPicPr>
        <p:blipFill>
          <a:blip r:embed="rId3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3488" y="5178425"/>
            <a:ext cx="328612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9647" name="图片 35">
            <a:extLst>
              <a:ext uri="{FF2B5EF4-FFF2-40B4-BE49-F238E27FC236}">
                <a16:creationId xmlns:a16="http://schemas.microsoft.com/office/drawing/2014/main" id="{2522DB14-9B0C-C3F3-383C-D756786A9504}"/>
              </a:ext>
            </a:extLst>
          </p:cNvPr>
          <p:cNvPicPr>
            <a:picLocks noChangeAspect="1" noChangeArrowheads="1"/>
          </p:cNvPicPr>
          <p:nvPr>
            <p:custDataLst>
              <p:tags r:id="rId8"/>
            </p:custDataLst>
          </p:nvPr>
        </p:nvPicPr>
        <p:blipFill>
          <a:blip r:embed="rId3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69250" y="5249863"/>
            <a:ext cx="519113" cy="471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9648" name="图片 38">
            <a:extLst>
              <a:ext uri="{FF2B5EF4-FFF2-40B4-BE49-F238E27FC236}">
                <a16:creationId xmlns:a16="http://schemas.microsoft.com/office/drawing/2014/main" id="{D45268F8-1659-6AE6-DAE2-287E8E3624E5}"/>
              </a:ext>
            </a:extLst>
          </p:cNvPr>
          <p:cNvPicPr>
            <a:picLocks noChangeAspect="1" noChangeArrowheads="1"/>
          </p:cNvPicPr>
          <p:nvPr>
            <p:custDataLst>
              <p:tags r:id="rId9"/>
            </p:custDataLst>
          </p:nvPr>
        </p:nvPicPr>
        <p:blipFill>
          <a:blip r:embed="rId3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6350" y="3260725"/>
            <a:ext cx="3319463" cy="252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9649" name="图片 39">
            <a:extLst>
              <a:ext uri="{FF2B5EF4-FFF2-40B4-BE49-F238E27FC236}">
                <a16:creationId xmlns:a16="http://schemas.microsoft.com/office/drawing/2014/main" id="{E5E9F47B-C67C-F088-86E9-10EF9C77C51A}"/>
              </a:ext>
            </a:extLst>
          </p:cNvPr>
          <p:cNvPicPr>
            <a:picLocks noChangeAspect="1" noChangeArrowheads="1"/>
          </p:cNvPicPr>
          <p:nvPr>
            <p:custDataLst>
              <p:tags r:id="rId10"/>
            </p:custDataLst>
          </p:nvPr>
        </p:nvPicPr>
        <p:blipFill>
          <a:blip r:embed="rId3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4225" y="3175"/>
            <a:ext cx="5511800" cy="728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9650" name="Text Box 11">
            <a:extLst>
              <a:ext uri="{FF2B5EF4-FFF2-40B4-BE49-F238E27FC236}">
                <a16:creationId xmlns:a16="http://schemas.microsoft.com/office/drawing/2014/main" id="{C0498011-067B-7347-D370-4E1B924B0F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61088" y="4387850"/>
            <a:ext cx="612775" cy="565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en-US" altLang="zh-CN" sz="1600" b="1" i="1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zh-CN" altLang="en-US" sz="1600" b="1" i="1">
                <a:latin typeface="Times New Roman" panose="02020603050405020304" pitchFamily="18" charset="0"/>
                <a:ea typeface="楷体_GB2312" pitchFamily="49" charset="-122"/>
              </a:rPr>
              <a:t>区</a:t>
            </a:r>
            <a:endParaRPr lang="en-US" altLang="zh-CN" sz="1600" b="1" baseline="-2500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69651" name="Text Box 11">
            <a:extLst>
              <a:ext uri="{FF2B5EF4-FFF2-40B4-BE49-F238E27FC236}">
                <a16:creationId xmlns:a16="http://schemas.microsoft.com/office/drawing/2014/main" id="{F540AAF7-F368-2897-4F96-F6E6996BE8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83413" y="4397375"/>
            <a:ext cx="614362" cy="565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en-US" altLang="zh-CN" sz="1600" b="1" i="1"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zh-CN" altLang="en-US" sz="1600" b="1" i="1">
                <a:latin typeface="Times New Roman" panose="02020603050405020304" pitchFamily="18" charset="0"/>
                <a:ea typeface="楷体_GB2312" pitchFamily="49" charset="-122"/>
              </a:rPr>
              <a:t>区</a:t>
            </a:r>
            <a:endParaRPr lang="en-US" altLang="zh-CN" sz="1600" b="1" baseline="-2500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69652" name="Text Box 11">
            <a:extLst>
              <a:ext uri="{FF2B5EF4-FFF2-40B4-BE49-F238E27FC236}">
                <a16:creationId xmlns:a16="http://schemas.microsoft.com/office/drawing/2014/main" id="{33DE679A-CE57-62DF-8196-2544FAC53C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40675" y="4360863"/>
            <a:ext cx="614363" cy="565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en-US" altLang="zh-CN" sz="1600" b="1" i="1">
                <a:latin typeface="Times New Roman" panose="02020603050405020304" pitchFamily="18" charset="0"/>
                <a:ea typeface="楷体_GB2312" pitchFamily="49" charset="-122"/>
              </a:rPr>
              <a:t>3</a:t>
            </a:r>
            <a:r>
              <a:rPr lang="zh-CN" altLang="en-US" sz="1600" b="1" i="1">
                <a:latin typeface="Times New Roman" panose="02020603050405020304" pitchFamily="18" charset="0"/>
                <a:ea typeface="楷体_GB2312" pitchFamily="49" charset="-122"/>
              </a:rPr>
              <a:t>区</a:t>
            </a:r>
            <a:endParaRPr lang="en-US" altLang="zh-CN" sz="1600" b="1" baseline="-25000"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399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5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AutoShape 26">
            <a:hlinkClick r:id="rId20" action="ppaction://hlinksldjump"/>
            <a:extLst>
              <a:ext uri="{FF2B5EF4-FFF2-40B4-BE49-F238E27FC236}">
                <a16:creationId xmlns:a16="http://schemas.microsoft.com/office/drawing/2014/main" id="{6482EBCD-F120-0FCE-9789-A46E6CC43E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>
              <a:ea typeface="楷体_GB2312" pitchFamily="49" charset="-122"/>
            </a:endParaRPr>
          </a:p>
        </p:txBody>
      </p:sp>
      <p:sp>
        <p:nvSpPr>
          <p:cNvPr id="71683" name="AutoShape 27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BEB7324E-55AA-0B25-CB06-A34370B1E9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>
              <a:ea typeface="楷体_GB2312" pitchFamily="49" charset="-122"/>
            </a:endParaRPr>
          </a:p>
        </p:txBody>
      </p:sp>
      <p:sp>
        <p:nvSpPr>
          <p:cNvPr id="71684" name="AutoShape 28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89870C15-B79A-D117-9D4D-B6B6FED76C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>
              <a:ea typeface="楷体_GB2312" pitchFamily="49" charset="-122"/>
            </a:endParaRPr>
          </a:p>
        </p:txBody>
      </p:sp>
      <p:sp>
        <p:nvSpPr>
          <p:cNvPr id="71685" name="AutoShape 29">
            <a:hlinkClick r:id="" action="ppaction://hlinkshowjump?jump=lastslide"/>
            <a:extLst>
              <a:ext uri="{FF2B5EF4-FFF2-40B4-BE49-F238E27FC236}">
                <a16:creationId xmlns:a16="http://schemas.microsoft.com/office/drawing/2014/main" id="{FC6AEA60-4D34-A2B6-0244-E2BFA0E94C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>
              <a:ea typeface="楷体_GB2312" pitchFamily="49" charset="-122"/>
            </a:endParaRPr>
          </a:p>
        </p:txBody>
      </p:sp>
      <p:pic>
        <p:nvPicPr>
          <p:cNvPr id="71686" name="图片 1">
            <a:extLst>
              <a:ext uri="{FF2B5EF4-FFF2-40B4-BE49-F238E27FC236}">
                <a16:creationId xmlns:a16="http://schemas.microsoft.com/office/drawing/2014/main" id="{798224A1-D2E8-6F8D-239F-7C0FF2F2B772}"/>
              </a:ext>
            </a:extLst>
          </p:cNvPr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775" y="4149725"/>
            <a:ext cx="5222875" cy="1279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" name="Group 5">
            <a:extLst>
              <a:ext uri="{FF2B5EF4-FFF2-40B4-BE49-F238E27FC236}">
                <a16:creationId xmlns:a16="http://schemas.microsoft.com/office/drawing/2014/main" id="{D3F86451-A55B-0D22-9134-9968DDE9B3E2}"/>
              </a:ext>
            </a:extLst>
          </p:cNvPr>
          <p:cNvGrpSpPr>
            <a:grpSpLocks/>
          </p:cNvGrpSpPr>
          <p:nvPr/>
        </p:nvGrpSpPr>
        <p:grpSpPr bwMode="auto">
          <a:xfrm>
            <a:off x="5991225" y="4070350"/>
            <a:ext cx="2735263" cy="2232025"/>
            <a:chOff x="624" y="1452"/>
            <a:chExt cx="1440" cy="1104"/>
          </a:xfrm>
        </p:grpSpPr>
        <p:sp>
          <p:nvSpPr>
            <p:cNvPr id="71691" name="Rectangle 6">
              <a:extLst>
                <a:ext uri="{FF2B5EF4-FFF2-40B4-BE49-F238E27FC236}">
                  <a16:creationId xmlns:a16="http://schemas.microsoft.com/office/drawing/2014/main" id="{7C526209-F142-25F1-9696-81FBF162F17B}"/>
                </a:ext>
              </a:extLst>
            </p:cNvPr>
            <p:cNvSpPr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1083" y="1660"/>
              <a:ext cx="522" cy="872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>
                <a:ea typeface="楷体_GB2312" pitchFamily="49" charset="-122"/>
              </a:endParaRPr>
            </a:p>
          </p:txBody>
        </p:sp>
        <p:sp>
          <p:nvSpPr>
            <p:cNvPr id="71692" name="Rectangle 7">
              <a:extLst>
                <a:ext uri="{FF2B5EF4-FFF2-40B4-BE49-F238E27FC236}">
                  <a16:creationId xmlns:a16="http://schemas.microsoft.com/office/drawing/2014/main" id="{A4011AAA-A99F-9EAC-2313-D110842924F2}"/>
                </a:ext>
              </a:extLst>
            </p:cNvPr>
            <p:cNvSpPr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624" y="1660"/>
              <a:ext cx="459" cy="872"/>
            </a:xfrm>
            <a:prstGeom prst="rect">
              <a:avLst/>
            </a:prstGeom>
            <a:solidFill>
              <a:srgbClr val="FFCC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>
                <a:ea typeface="楷体_GB2312" pitchFamily="49" charset="-122"/>
              </a:endParaRPr>
            </a:p>
          </p:txBody>
        </p:sp>
        <p:sp>
          <p:nvSpPr>
            <p:cNvPr id="71693" name="Rectangle 8">
              <a:extLst>
                <a:ext uri="{FF2B5EF4-FFF2-40B4-BE49-F238E27FC236}">
                  <a16:creationId xmlns:a16="http://schemas.microsoft.com/office/drawing/2014/main" id="{0F497EE8-4020-284B-992D-BE2337A4E16E}"/>
                </a:ext>
              </a:extLst>
            </p:cNvPr>
            <p:cNvSpPr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1605" y="1660"/>
              <a:ext cx="459" cy="872"/>
            </a:xfrm>
            <a:prstGeom prst="rect">
              <a:avLst/>
            </a:prstGeom>
            <a:solidFill>
              <a:srgbClr val="00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>
                <a:ea typeface="楷体_GB2312" pitchFamily="49" charset="-122"/>
              </a:endParaRPr>
            </a:p>
          </p:txBody>
        </p:sp>
        <p:sp>
          <p:nvSpPr>
            <p:cNvPr id="71694" name="Line 9">
              <a:extLst>
                <a:ext uri="{FF2B5EF4-FFF2-40B4-BE49-F238E27FC236}">
                  <a16:creationId xmlns:a16="http://schemas.microsoft.com/office/drawing/2014/main" id="{1A55808F-9C62-8AA7-F882-F02D113DDF58}"/>
                </a:ext>
              </a:extLst>
            </p:cNvPr>
            <p:cNvSpPr>
              <a:spLocks noChangeShapeType="1"/>
            </p:cNvSpPr>
            <p:nvPr>
              <p:custDataLst>
                <p:tags r:id="rId8"/>
              </p:custDataLst>
            </p:nvPr>
          </p:nvSpPr>
          <p:spPr bwMode="auto">
            <a:xfrm>
              <a:off x="1083" y="1649"/>
              <a:ext cx="0" cy="88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non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695" name="Line 10">
              <a:extLst>
                <a:ext uri="{FF2B5EF4-FFF2-40B4-BE49-F238E27FC236}">
                  <a16:creationId xmlns:a16="http://schemas.microsoft.com/office/drawing/2014/main" id="{3D236D12-8CA1-4705-2853-6BDF32DDEACB}"/>
                </a:ext>
              </a:extLst>
            </p:cNvPr>
            <p:cNvSpPr>
              <a:spLocks noChangeShapeType="1"/>
            </p:cNvSpPr>
            <p:nvPr>
              <p:custDataLst>
                <p:tags r:id="rId9"/>
              </p:custDataLst>
            </p:nvPr>
          </p:nvSpPr>
          <p:spPr bwMode="auto">
            <a:xfrm>
              <a:off x="1605" y="1649"/>
              <a:ext cx="0" cy="88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non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696" name="Text Box 11">
              <a:extLst>
                <a:ext uri="{FF2B5EF4-FFF2-40B4-BE49-F238E27FC236}">
                  <a16:creationId xmlns:a16="http://schemas.microsoft.com/office/drawing/2014/main" id="{6F9AC413-80A5-A846-2274-2C63BF020DCB}"/>
                </a:ext>
              </a:extLst>
            </p:cNvPr>
            <p:cNvSpPr txBox="1"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748" y="1890"/>
              <a:ext cx="323" cy="3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l-GR" altLang="zh-CN" b="1" i="1">
                  <a:latin typeface="Times New Roman" panose="02020603050405020304" pitchFamily="18" charset="0"/>
                  <a:ea typeface="楷体_GB2312" pitchFamily="49" charset="-122"/>
                </a:rPr>
                <a:t>η</a:t>
              </a:r>
              <a:r>
                <a:rPr lang="en-US" altLang="zh-CN" b="1" baseline="-25000">
                  <a:latin typeface="Times New Roman" panose="02020603050405020304" pitchFamily="18" charset="0"/>
                  <a:ea typeface="楷体_GB2312" pitchFamily="49" charset="-122"/>
                </a:rPr>
                <a:t>1</a:t>
              </a:r>
            </a:p>
          </p:txBody>
        </p:sp>
        <p:sp>
          <p:nvSpPr>
            <p:cNvPr id="71697" name="Text Box 12">
              <a:extLst>
                <a:ext uri="{FF2B5EF4-FFF2-40B4-BE49-F238E27FC236}">
                  <a16:creationId xmlns:a16="http://schemas.microsoft.com/office/drawing/2014/main" id="{4C8CD3DE-37D3-1C66-DC61-C588C46032A4}"/>
                </a:ext>
              </a:extLst>
            </p:cNvPr>
            <p:cNvSpPr txBox="1"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1183" y="1890"/>
              <a:ext cx="322" cy="3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l-GR" altLang="zh-CN" b="1" i="1">
                  <a:latin typeface="Times New Roman" panose="02020603050405020304" pitchFamily="18" charset="0"/>
                  <a:ea typeface="楷体_GB2312" pitchFamily="49" charset="-122"/>
                </a:rPr>
                <a:t>η</a:t>
              </a:r>
              <a:endParaRPr lang="el-GR" altLang="zh-CN" b="1" baseline="-2500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71698" name="Text Box 13">
              <a:extLst>
                <a:ext uri="{FF2B5EF4-FFF2-40B4-BE49-F238E27FC236}">
                  <a16:creationId xmlns:a16="http://schemas.microsoft.com/office/drawing/2014/main" id="{02539237-185D-779C-CF31-9ED953736477}"/>
                </a:ext>
              </a:extLst>
            </p:cNvPr>
            <p:cNvSpPr txBox="1"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1630" y="1890"/>
              <a:ext cx="322" cy="3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l-GR" altLang="zh-CN" b="1" i="1">
                  <a:latin typeface="Times New Roman" panose="02020603050405020304" pitchFamily="18" charset="0"/>
                  <a:ea typeface="楷体_GB2312" pitchFamily="49" charset="-122"/>
                </a:rPr>
                <a:t>η</a:t>
              </a:r>
              <a:r>
                <a:rPr lang="en-US" altLang="zh-CN" b="1" baseline="-25000">
                  <a:latin typeface="Times New Roman" panose="02020603050405020304" pitchFamily="18" charset="0"/>
                  <a:ea typeface="楷体_GB2312" pitchFamily="49" charset="-122"/>
                </a:rPr>
                <a:t>2</a:t>
              </a:r>
            </a:p>
          </p:txBody>
        </p:sp>
        <p:sp>
          <p:nvSpPr>
            <p:cNvPr id="71699" name="Line 14">
              <a:extLst>
                <a:ext uri="{FF2B5EF4-FFF2-40B4-BE49-F238E27FC236}">
                  <a16:creationId xmlns:a16="http://schemas.microsoft.com/office/drawing/2014/main" id="{03376A6C-7935-CA2C-E83D-4BB166775A91}"/>
                </a:ext>
              </a:extLst>
            </p:cNvPr>
            <p:cNvSpPr>
              <a:spLocks noChangeShapeType="1"/>
            </p:cNvSpPr>
            <p:nvPr>
              <p:custDataLst>
                <p:tags r:id="rId13"/>
              </p:custDataLst>
            </p:nvPr>
          </p:nvSpPr>
          <p:spPr bwMode="auto">
            <a:xfrm flipV="1">
              <a:off x="1443" y="2372"/>
              <a:ext cx="16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00" name="Line 15">
              <a:extLst>
                <a:ext uri="{FF2B5EF4-FFF2-40B4-BE49-F238E27FC236}">
                  <a16:creationId xmlns:a16="http://schemas.microsoft.com/office/drawing/2014/main" id="{C2143972-2452-A161-A2F7-E3264360967A}"/>
                </a:ext>
              </a:extLst>
            </p:cNvPr>
            <p:cNvSpPr>
              <a:spLocks noChangeShapeType="1"/>
            </p:cNvSpPr>
            <p:nvPr>
              <p:custDataLst>
                <p:tags r:id="rId14"/>
              </p:custDataLst>
            </p:nvPr>
          </p:nvSpPr>
          <p:spPr bwMode="auto">
            <a:xfrm flipH="1">
              <a:off x="1083" y="2383"/>
              <a:ext cx="137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01" name="Text Box 16">
              <a:extLst>
                <a:ext uri="{FF2B5EF4-FFF2-40B4-BE49-F238E27FC236}">
                  <a16:creationId xmlns:a16="http://schemas.microsoft.com/office/drawing/2014/main" id="{51C02DB7-16B1-61A9-C3F0-7287FDAE9E46}"/>
                </a:ext>
              </a:extLst>
            </p:cNvPr>
            <p:cNvSpPr txBox="1"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1484" y="1452"/>
              <a:ext cx="322" cy="2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>
                  <a:solidFill>
                    <a:schemeClr val="bg1"/>
                  </a:solidFill>
                  <a:latin typeface="宋体" panose="02010600030101010101" pitchFamily="2" charset="-122"/>
                  <a:ea typeface="楷体_GB2312" pitchFamily="49" charset="-122"/>
                </a:rPr>
                <a:t>②</a:t>
              </a:r>
              <a:endParaRPr lang="en-US" altLang="zh-CN" baseline="-2500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71702" name="Text Box 17">
              <a:extLst>
                <a:ext uri="{FF2B5EF4-FFF2-40B4-BE49-F238E27FC236}">
                  <a16:creationId xmlns:a16="http://schemas.microsoft.com/office/drawing/2014/main" id="{12827653-8E81-3A0A-5A88-D990FDE9B5FA}"/>
                </a:ext>
              </a:extLst>
            </p:cNvPr>
            <p:cNvSpPr txBox="1"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962" y="1452"/>
              <a:ext cx="336" cy="2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>
                  <a:solidFill>
                    <a:schemeClr val="bg1"/>
                  </a:solidFill>
                  <a:latin typeface="宋体" panose="02010600030101010101" pitchFamily="2" charset="-122"/>
                  <a:ea typeface="楷体_GB2312" pitchFamily="49" charset="-122"/>
                </a:rPr>
                <a:t>①</a:t>
              </a:r>
              <a:endParaRPr lang="en-US" altLang="zh-CN" baseline="-2500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graphicFrame>
          <p:nvGraphicFramePr>
            <p:cNvPr id="71703" name="Object 18">
              <a:extLst>
                <a:ext uri="{FF2B5EF4-FFF2-40B4-BE49-F238E27FC236}">
                  <a16:creationId xmlns:a16="http://schemas.microsoft.com/office/drawing/2014/main" id="{A06F03A3-D7AE-F65F-BD7C-B86A577F6F21}"/>
                </a:ext>
              </a:extLst>
            </p:cNvPr>
            <p:cNvGraphicFramePr>
              <a:graphicFrameLocks noChangeAspect="1"/>
            </p:cNvGraphicFramePr>
            <p:nvPr>
              <p:custDataLst>
                <p:tags r:id="rId17"/>
              </p:custDataLst>
            </p:nvPr>
          </p:nvGraphicFramePr>
          <p:xfrm>
            <a:off x="1257" y="2199"/>
            <a:ext cx="147" cy="3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2" imgW="164957" imgH="393359" progId="Equation.3">
                    <p:embed/>
                  </p:oleObj>
                </mc:Choice>
                <mc:Fallback>
                  <p:oleObj r:id="rId22" imgW="164957" imgH="393359" progId="Equation.3">
                    <p:embed/>
                    <p:pic>
                      <p:nvPicPr>
                        <p:cNvPr id="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57" y="2199"/>
                          <a:ext cx="147" cy="35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pic>
        <p:nvPicPr>
          <p:cNvPr id="71688" name="图片 23">
            <a:extLst>
              <a:ext uri="{FF2B5EF4-FFF2-40B4-BE49-F238E27FC236}">
                <a16:creationId xmlns:a16="http://schemas.microsoft.com/office/drawing/2014/main" id="{4ACF3C66-9C85-B6A5-7018-F110F746822B}"/>
              </a:ext>
            </a:extLst>
          </p:cNvPr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0788" y="5445125"/>
            <a:ext cx="328612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689" name="图片 24">
            <a:extLst>
              <a:ext uri="{FF2B5EF4-FFF2-40B4-BE49-F238E27FC236}">
                <a16:creationId xmlns:a16="http://schemas.microsoft.com/office/drawing/2014/main" id="{CAA84DA3-F2A3-F1B1-C1A3-91D2E2C4AEB4}"/>
              </a:ext>
            </a:extLst>
          </p:cNvPr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6550" y="5516563"/>
            <a:ext cx="519113" cy="471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690" name="图片 1">
            <a:extLst>
              <a:ext uri="{FF2B5EF4-FFF2-40B4-BE49-F238E27FC236}">
                <a16:creationId xmlns:a16="http://schemas.microsoft.com/office/drawing/2014/main" id="{3279DD2D-BD2B-2977-07CE-7F8DE1243717}"/>
              </a:ext>
            </a:extLst>
          </p:cNvPr>
          <p:cNvPicPr>
            <a:picLocks noChangeAspect="1" noChangeArrowheads="1"/>
          </p:cNvPicPr>
          <p:nvPr>
            <p:custDataLst>
              <p:tags r:id="rId4"/>
            </p:custDataLst>
          </p:nvPr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775" y="460375"/>
            <a:ext cx="5222875" cy="3632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be93b486-6324-4cae-aa9c-16e56e9ea167"/>
  <p:tag name="COMMONDATA" val="eyJoZGlkIjoiOTk5ZGI1MDEzODM3NTRlMzM1MDZjZWE4NTNjMWYxMDk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UNIT_PLACING_PICTURE_USER_VIEWPORT" val="{&quot;height&quot;:3533,&quot;width&quot;:6195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1_默认设计模板">
  <a:themeElements>
    <a:clrScheme name="1_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默认设计模板">
      <a:majorFont>
        <a:latin typeface="Arial"/>
        <a:ea typeface="宋体"/>
        <a:cs typeface="Arial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</a:spPr>
      <a:bodyPr vert="horz" wrap="square" lIns="91440" tIns="45720" rIns="91440" bIns="45720" numCol="1" anchor="t" anchorCtr="0" compatLnSpc="1"/>
      <a:lstStyle>
        <a:defPPr marL="342900" marR="0" indent="-34290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defRPr kumimoji="0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</a:spPr>
      <a:bodyPr vert="horz" wrap="square" lIns="91440" tIns="45720" rIns="91440" bIns="45720" numCol="1" anchor="t" anchorCtr="0" compatLnSpc="1"/>
      <a:lstStyle>
        <a:defPPr marL="342900" marR="0" indent="-34290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defRPr kumimoji="0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楷体_GB2312" pitchFamily="49" charset="-122"/>
          </a:defRPr>
        </a:defPPr>
      </a:lstStyle>
    </a:lnDef>
  </a:objectDefaults>
  <a:extraClrSchemeLst>
    <a:extraClrScheme>
      <a:clrScheme name="1_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默认设计模板">
  <a:themeElements>
    <a:clrScheme name="1_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默认设计模板">
      <a:majorFont>
        <a:latin typeface="Arial"/>
        <a:ea typeface="宋体"/>
        <a:cs typeface="Arial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342900" marR="0" indent="-34290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342900" marR="0" indent="-34290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楷体_GB2312" pitchFamily="49" charset="-122"/>
          </a:defRPr>
        </a:defPPr>
      </a:lstStyle>
    </a:lnDef>
  </a:objectDefaults>
  <a:extraClrSchemeLst>
    <a:extraClrScheme>
      <a:clrScheme name="1_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17608</TotalTime>
  <Words>931</Words>
  <Application>Microsoft Office PowerPoint</Application>
  <PresentationFormat>全屏显示(4:3)</PresentationFormat>
  <Paragraphs>199</Paragraphs>
  <Slides>13</Slides>
  <Notes>10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13</vt:i4>
      </vt:variant>
    </vt:vector>
  </HeadingPairs>
  <TitlesOfParts>
    <vt:vector size="27" baseType="lpstr">
      <vt:lpstr>Arial Unicode MS</vt:lpstr>
      <vt:lpstr>楷体</vt:lpstr>
      <vt:lpstr>楷体_GB2312</vt:lpstr>
      <vt:lpstr>隶书</vt:lpstr>
      <vt:lpstr>宋体</vt:lpstr>
      <vt:lpstr>幼圆</vt:lpstr>
      <vt:lpstr>Arial</vt:lpstr>
      <vt:lpstr>Times New Roman</vt:lpstr>
      <vt:lpstr>Verdana</vt:lpstr>
      <vt:lpstr>1_默认设计模板</vt:lpstr>
      <vt:lpstr>2_默认设计模板</vt:lpstr>
      <vt:lpstr>Equation.DSMT4</vt:lpstr>
      <vt:lpstr>Equation.3</vt:lpstr>
      <vt:lpstr>Equation</vt:lpstr>
      <vt:lpstr>6.2    均匀平面波对多层介质分界平面的垂直入射 </vt:lpstr>
      <vt:lpstr>6.2.1  多层介质中的场量关系与等效波阻抗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武汉大学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lsp</dc:creator>
  <cp:lastModifiedBy>Admin</cp:lastModifiedBy>
  <cp:revision>604</cp:revision>
  <dcterms:created xsi:type="dcterms:W3CDTF">2004-02-10T07:06:32Z</dcterms:created>
  <dcterms:modified xsi:type="dcterms:W3CDTF">2025-11-14T07:33:25Z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E4F2FEE6D5A746C98DA0C43DFF6D38AF</vt:lpwstr>
  </property>
  <property fmtid="{D5CDD505-2E9C-101B-9397-08002B2CF9AE}" pid="3" name="KSOProductBuildVer">
    <vt:lpwstr>2052-11.1.0.13703</vt:lpwstr>
  </property>
</Properties>
</file>