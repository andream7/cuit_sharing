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3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501" r:id="rId2"/>
    <p:sldId id="627" r:id="rId3"/>
    <p:sldId id="580" r:id="rId4"/>
    <p:sldId id="638" r:id="rId5"/>
    <p:sldId id="634" r:id="rId6"/>
    <p:sldId id="508" r:id="rId7"/>
    <p:sldId id="600" r:id="rId8"/>
    <p:sldId id="601" r:id="rId9"/>
    <p:sldId id="581" r:id="rId10"/>
    <p:sldId id="511" r:id="rId11"/>
    <p:sldId id="512" r:id="rId12"/>
    <p:sldId id="602" r:id="rId13"/>
    <p:sldId id="513" r:id="rId14"/>
    <p:sldId id="591" r:id="rId15"/>
    <p:sldId id="603" r:id="rId16"/>
    <p:sldId id="604" r:id="rId17"/>
    <p:sldId id="605" r:id="rId18"/>
    <p:sldId id="636" r:id="rId19"/>
    <p:sldId id="637" r:id="rId20"/>
  </p:sldIdLst>
  <p:sldSz cx="9144000" cy="6858000" type="screen4x3"/>
  <p:notesSz cx="6858000" cy="9144000"/>
  <p:custDataLst>
    <p:tags r:id="rId23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1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00FF"/>
    <a:srgbClr val="FF5757"/>
    <a:srgbClr val="66FF66"/>
    <a:srgbClr val="B1FFB1"/>
    <a:srgbClr val="4BD0FF"/>
    <a:srgbClr val="FF7C80"/>
    <a:srgbClr val="FF0000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843" autoAdjust="0"/>
  </p:normalViewPr>
  <p:slideViewPr>
    <p:cSldViewPr>
      <p:cViewPr varScale="1">
        <p:scale>
          <a:sx n="80" d="100"/>
          <a:sy n="80" d="100"/>
        </p:scale>
        <p:origin x="864" y="120"/>
      </p:cViewPr>
      <p:guideLst>
        <p:guide orient="horz" pos="2159"/>
        <p:guide pos="281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>
            <a:extLst>
              <a:ext uri="{FF2B5EF4-FFF2-40B4-BE49-F238E27FC236}">
                <a16:creationId xmlns:a16="http://schemas.microsoft.com/office/drawing/2014/main" id="{34E7D2F8-53A5-DBDB-BB65-DB6174CF9AB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spcBef>
                <a:spcPct val="0"/>
              </a:spcBef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r>
              <a:rPr lang="en-US" altLang="zh-CN"/>
              <a:t>第一课</a:t>
            </a:r>
          </a:p>
        </p:txBody>
      </p:sp>
      <p:sp>
        <p:nvSpPr>
          <p:cNvPr id="153603" name="Rectangle 3">
            <a:extLst>
              <a:ext uri="{FF2B5EF4-FFF2-40B4-BE49-F238E27FC236}">
                <a16:creationId xmlns:a16="http://schemas.microsoft.com/office/drawing/2014/main" id="{3315052E-701C-D693-457F-25F752157A9A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spcBef>
                <a:spcPct val="0"/>
              </a:spcBef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E2A6CB71-005D-4B18-A306-6E603DF673B0}" type="datetime1">
              <a:rPr lang="zh-CN" altLang="en-US"/>
              <a:pPr>
                <a:defRPr/>
              </a:pPr>
              <a:t>2025/11/13</a:t>
            </a:fld>
            <a:endParaRPr lang="en-US" altLang="zh-CN"/>
          </a:p>
        </p:txBody>
      </p:sp>
      <p:sp>
        <p:nvSpPr>
          <p:cNvPr id="153604" name="Rectangle 4">
            <a:extLst>
              <a:ext uri="{FF2B5EF4-FFF2-40B4-BE49-F238E27FC236}">
                <a16:creationId xmlns:a16="http://schemas.microsoft.com/office/drawing/2014/main" id="{10ED10EF-D7C5-F9B6-E0A7-8CF56DDC138C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spcBef>
                <a:spcPct val="0"/>
              </a:spcBef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r>
              <a:rPr lang="en-US" altLang="zh-CN"/>
              <a:t>第一课</a:t>
            </a:r>
          </a:p>
        </p:txBody>
      </p:sp>
      <p:sp>
        <p:nvSpPr>
          <p:cNvPr id="153605" name="Rectangle 5">
            <a:extLst>
              <a:ext uri="{FF2B5EF4-FFF2-40B4-BE49-F238E27FC236}">
                <a16:creationId xmlns:a16="http://schemas.microsoft.com/office/drawing/2014/main" id="{FD0E4026-A420-8D2B-A5F9-41DEE0D2DD65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fld id="{906BC7B1-9309-4674-A5F2-63C1C758AD5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>
            <a:extLst>
              <a:ext uri="{FF2B5EF4-FFF2-40B4-BE49-F238E27FC236}">
                <a16:creationId xmlns:a16="http://schemas.microsoft.com/office/drawing/2014/main" id="{4F7B6B99-A5F6-F5B1-A43C-C924507591D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spcBef>
                <a:spcPct val="0"/>
              </a:spcBef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r>
              <a:rPr lang="en-US" altLang="zh-CN"/>
              <a:t>第一课</a:t>
            </a:r>
          </a:p>
        </p:txBody>
      </p:sp>
      <p:sp>
        <p:nvSpPr>
          <p:cNvPr id="155651" name="Rectangle 3">
            <a:extLst>
              <a:ext uri="{FF2B5EF4-FFF2-40B4-BE49-F238E27FC236}">
                <a16:creationId xmlns:a16="http://schemas.microsoft.com/office/drawing/2014/main" id="{D3A00C93-181F-AC7D-1EDB-0A5B78205CEA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spcBef>
                <a:spcPct val="0"/>
              </a:spcBef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D96305FE-F32D-4E82-9988-A92EDDA623DA}" type="datetime1">
              <a:rPr lang="zh-CN" altLang="en-US"/>
              <a:pPr>
                <a:defRPr/>
              </a:pPr>
              <a:t>2025/11/13</a:t>
            </a:fld>
            <a:endParaRPr lang="en-US" altLang="zh-CN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EC850D5B-F9B9-661F-CAFC-80659F33FB40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5653" name="Rectangle 5">
            <a:extLst>
              <a:ext uri="{FF2B5EF4-FFF2-40B4-BE49-F238E27FC236}">
                <a16:creationId xmlns:a16="http://schemas.microsoft.com/office/drawing/2014/main" id="{5455B744-EF74-7390-70D3-8FBDF9A28CDE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55654" name="Rectangle 6">
            <a:extLst>
              <a:ext uri="{FF2B5EF4-FFF2-40B4-BE49-F238E27FC236}">
                <a16:creationId xmlns:a16="http://schemas.microsoft.com/office/drawing/2014/main" id="{55C15A9C-3714-FFA9-CFE3-56691FE06F8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spcBef>
                <a:spcPct val="0"/>
              </a:spcBef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r>
              <a:rPr lang="en-US" altLang="zh-CN"/>
              <a:t>第一课</a:t>
            </a:r>
          </a:p>
        </p:txBody>
      </p:sp>
      <p:sp>
        <p:nvSpPr>
          <p:cNvPr id="155655" name="Rectangle 7">
            <a:extLst>
              <a:ext uri="{FF2B5EF4-FFF2-40B4-BE49-F238E27FC236}">
                <a16:creationId xmlns:a16="http://schemas.microsoft.com/office/drawing/2014/main" id="{A1E6A4CE-265D-1358-7777-FCBB9A5DC37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fld id="{21CBC6CA-D69F-4DF3-88EB-E706356EB816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>
            <a:extLst>
              <a:ext uri="{FF2B5EF4-FFF2-40B4-BE49-F238E27FC236}">
                <a16:creationId xmlns:a16="http://schemas.microsoft.com/office/drawing/2014/main" id="{3217D708-6AD8-154E-CF10-88FC0417866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r>
              <a:rPr lang="en-US" altLang="zh-CN"/>
              <a:t>第一课</a:t>
            </a:r>
          </a:p>
        </p:txBody>
      </p:sp>
      <p:sp>
        <p:nvSpPr>
          <p:cNvPr id="38914" name="Rectangle 3">
            <a:extLst>
              <a:ext uri="{FF2B5EF4-FFF2-40B4-BE49-F238E27FC236}">
                <a16:creationId xmlns:a16="http://schemas.microsoft.com/office/drawing/2014/main" id="{841E314D-3AA2-7B51-AAC8-8A1A7763849A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fld id="{4985D564-EC30-4D20-9411-BC49708C6152}" type="datetime1">
              <a:rPr lang="zh-CN" altLang="en-US" smtClean="0"/>
              <a:pPr/>
              <a:t>2025/11/13</a:t>
            </a:fld>
            <a:endParaRPr lang="zh-CN" altLang="en-US"/>
          </a:p>
        </p:txBody>
      </p:sp>
      <p:sp>
        <p:nvSpPr>
          <p:cNvPr id="38915" name="Rectangle 6">
            <a:extLst>
              <a:ext uri="{FF2B5EF4-FFF2-40B4-BE49-F238E27FC236}">
                <a16:creationId xmlns:a16="http://schemas.microsoft.com/office/drawing/2014/main" id="{8734D75E-5170-5BCF-F799-BD545F89DBA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r>
              <a:rPr lang="en-US" altLang="zh-CN"/>
              <a:t>第一课</a:t>
            </a:r>
          </a:p>
        </p:txBody>
      </p:sp>
      <p:sp>
        <p:nvSpPr>
          <p:cNvPr id="38916" name="Rectangle 7">
            <a:extLst>
              <a:ext uri="{FF2B5EF4-FFF2-40B4-BE49-F238E27FC236}">
                <a16:creationId xmlns:a16="http://schemas.microsoft.com/office/drawing/2014/main" id="{4E6199E2-F37B-5903-E1E7-3F3AB427551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825A8AFB-6EA2-4F9F-B718-8D4E3015D7AF}" type="slidenum">
              <a:rPr lang="en-US" altLang="zh-CN"/>
              <a:pPr/>
              <a:t>1</a:t>
            </a:fld>
            <a:endParaRPr lang="en-US" altLang="zh-CN"/>
          </a:p>
        </p:txBody>
      </p:sp>
      <p:sp>
        <p:nvSpPr>
          <p:cNvPr id="38917" name="Rectangle 2">
            <a:extLst>
              <a:ext uri="{FF2B5EF4-FFF2-40B4-BE49-F238E27FC236}">
                <a16:creationId xmlns:a16="http://schemas.microsoft.com/office/drawing/2014/main" id="{8EABA551-5BAD-E6B7-D1E9-ED6233D9B5E3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38918" name="Rectangle 3">
            <a:extLst>
              <a:ext uri="{FF2B5EF4-FFF2-40B4-BE49-F238E27FC236}">
                <a16:creationId xmlns:a16="http://schemas.microsoft.com/office/drawing/2014/main" id="{3A22AE82-72BF-F5FC-3064-4BC493A820C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2">
            <a:extLst>
              <a:ext uri="{FF2B5EF4-FFF2-40B4-BE49-F238E27FC236}">
                <a16:creationId xmlns:a16="http://schemas.microsoft.com/office/drawing/2014/main" id="{42BCE33A-E422-EB60-F46C-28A74DBCF1C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r>
              <a:rPr lang="en-US" altLang="zh-CN"/>
              <a:t>第一课</a:t>
            </a:r>
          </a:p>
        </p:txBody>
      </p:sp>
      <p:sp>
        <p:nvSpPr>
          <p:cNvPr id="40962" name="Rectangle 3">
            <a:extLst>
              <a:ext uri="{FF2B5EF4-FFF2-40B4-BE49-F238E27FC236}">
                <a16:creationId xmlns:a16="http://schemas.microsoft.com/office/drawing/2014/main" id="{5AF6C0F0-BCA1-7FA5-84AE-4BF94D74F552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fld id="{A40F3E64-EEC1-463E-B72A-B07232331581}" type="datetime1">
              <a:rPr lang="zh-CN" altLang="en-US" smtClean="0"/>
              <a:pPr/>
              <a:t>2025/11/13</a:t>
            </a:fld>
            <a:endParaRPr lang="zh-CN" altLang="en-US"/>
          </a:p>
        </p:txBody>
      </p:sp>
      <p:sp>
        <p:nvSpPr>
          <p:cNvPr id="40963" name="Rectangle 6">
            <a:extLst>
              <a:ext uri="{FF2B5EF4-FFF2-40B4-BE49-F238E27FC236}">
                <a16:creationId xmlns:a16="http://schemas.microsoft.com/office/drawing/2014/main" id="{3A6DEF6F-3E0D-AC31-DA36-C30C2FECE71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r>
              <a:rPr lang="en-US" altLang="zh-CN"/>
              <a:t>第一课</a:t>
            </a:r>
          </a:p>
        </p:txBody>
      </p:sp>
      <p:sp>
        <p:nvSpPr>
          <p:cNvPr id="40964" name="Rectangle 7">
            <a:extLst>
              <a:ext uri="{FF2B5EF4-FFF2-40B4-BE49-F238E27FC236}">
                <a16:creationId xmlns:a16="http://schemas.microsoft.com/office/drawing/2014/main" id="{C93979FB-4DED-E6A1-56B6-8BF27213645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0B9AB715-1C07-448C-8EE2-5B4C82104F5A}" type="slidenum">
              <a:rPr lang="en-US" altLang="zh-CN"/>
              <a:pPr/>
              <a:t>2</a:t>
            </a:fld>
            <a:endParaRPr lang="en-US" altLang="zh-CN"/>
          </a:p>
        </p:txBody>
      </p:sp>
      <p:sp>
        <p:nvSpPr>
          <p:cNvPr id="40965" name="Rectangle 2">
            <a:extLst>
              <a:ext uri="{FF2B5EF4-FFF2-40B4-BE49-F238E27FC236}">
                <a16:creationId xmlns:a16="http://schemas.microsoft.com/office/drawing/2014/main" id="{49C60E87-4A2A-E95C-A90B-E4679CC3F1F7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40966" name="Rectangle 3">
            <a:extLst>
              <a:ext uri="{FF2B5EF4-FFF2-40B4-BE49-F238E27FC236}">
                <a16:creationId xmlns:a16="http://schemas.microsoft.com/office/drawing/2014/main" id="{32E9EA97-1C11-01C5-4C2E-787448AC55D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el-GR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2">
            <a:extLst>
              <a:ext uri="{FF2B5EF4-FFF2-40B4-BE49-F238E27FC236}">
                <a16:creationId xmlns:a16="http://schemas.microsoft.com/office/drawing/2014/main" id="{35E39AD7-4F78-E701-388F-EC03020F41E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r>
              <a:rPr lang="en-US" altLang="zh-CN"/>
              <a:t>第一课</a:t>
            </a:r>
          </a:p>
        </p:txBody>
      </p:sp>
      <p:sp>
        <p:nvSpPr>
          <p:cNvPr id="43010" name="Rectangle 3">
            <a:extLst>
              <a:ext uri="{FF2B5EF4-FFF2-40B4-BE49-F238E27FC236}">
                <a16:creationId xmlns:a16="http://schemas.microsoft.com/office/drawing/2014/main" id="{10A5EA31-CF84-B213-2C17-DC644793A22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fld id="{062EF940-D5A2-4B6C-A3C9-087DAEA00CE8}" type="datetime1">
              <a:rPr lang="zh-CN" altLang="en-US" smtClean="0"/>
              <a:pPr/>
              <a:t>2025/11/13</a:t>
            </a:fld>
            <a:endParaRPr lang="zh-CN" altLang="en-US"/>
          </a:p>
        </p:txBody>
      </p:sp>
      <p:sp>
        <p:nvSpPr>
          <p:cNvPr id="43011" name="Rectangle 6">
            <a:extLst>
              <a:ext uri="{FF2B5EF4-FFF2-40B4-BE49-F238E27FC236}">
                <a16:creationId xmlns:a16="http://schemas.microsoft.com/office/drawing/2014/main" id="{07E1A486-99E8-AC4E-E6E8-51A316CF885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r>
              <a:rPr lang="en-US" altLang="zh-CN"/>
              <a:t>第一课</a:t>
            </a:r>
          </a:p>
        </p:txBody>
      </p:sp>
      <p:sp>
        <p:nvSpPr>
          <p:cNvPr id="43012" name="Rectangle 7">
            <a:extLst>
              <a:ext uri="{FF2B5EF4-FFF2-40B4-BE49-F238E27FC236}">
                <a16:creationId xmlns:a16="http://schemas.microsoft.com/office/drawing/2014/main" id="{932DDA7D-F50B-9790-61E6-7CE006AF90E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D268FE94-B1EA-4D01-BF28-60DE43FFB029}" type="slidenum">
              <a:rPr lang="en-US" altLang="zh-CN"/>
              <a:pPr/>
              <a:t>3</a:t>
            </a:fld>
            <a:endParaRPr lang="en-US" altLang="zh-CN"/>
          </a:p>
        </p:txBody>
      </p:sp>
      <p:sp>
        <p:nvSpPr>
          <p:cNvPr id="43013" name="Rectangle 2">
            <a:extLst>
              <a:ext uri="{FF2B5EF4-FFF2-40B4-BE49-F238E27FC236}">
                <a16:creationId xmlns:a16="http://schemas.microsoft.com/office/drawing/2014/main" id="{16895301-2BDC-78DB-241F-C8A35733BA47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43014" name="Rectangle 3">
            <a:extLst>
              <a:ext uri="{FF2B5EF4-FFF2-40B4-BE49-F238E27FC236}">
                <a16:creationId xmlns:a16="http://schemas.microsoft.com/office/drawing/2014/main" id="{625B93AB-4EC1-B179-3CD5-5916D64E924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el-GR" altLang="zh-CN" b="1" baseline="3000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>
            <a:extLst>
              <a:ext uri="{FF2B5EF4-FFF2-40B4-BE49-F238E27FC236}">
                <a16:creationId xmlns:a16="http://schemas.microsoft.com/office/drawing/2014/main" id="{D799C50B-7FE0-1CD5-3C71-58B6D5026BB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r>
              <a:rPr lang="en-US" altLang="zh-CN"/>
              <a:t>第一课</a:t>
            </a:r>
          </a:p>
        </p:txBody>
      </p:sp>
      <p:sp>
        <p:nvSpPr>
          <p:cNvPr id="45058" name="Rectangle 3">
            <a:extLst>
              <a:ext uri="{FF2B5EF4-FFF2-40B4-BE49-F238E27FC236}">
                <a16:creationId xmlns:a16="http://schemas.microsoft.com/office/drawing/2014/main" id="{1DE7C796-C55A-6090-D8F4-51D829E8EE0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fld id="{45CA5710-694B-41D2-995C-433DE380C0C7}" type="datetime1">
              <a:rPr lang="zh-CN" altLang="en-US" smtClean="0"/>
              <a:pPr/>
              <a:t>2025/11/13</a:t>
            </a:fld>
            <a:endParaRPr lang="zh-CN" altLang="en-US"/>
          </a:p>
        </p:txBody>
      </p:sp>
      <p:sp>
        <p:nvSpPr>
          <p:cNvPr id="45059" name="Rectangle 6">
            <a:extLst>
              <a:ext uri="{FF2B5EF4-FFF2-40B4-BE49-F238E27FC236}">
                <a16:creationId xmlns:a16="http://schemas.microsoft.com/office/drawing/2014/main" id="{376F95C1-5D0B-4B27-623D-EC65841E09E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r>
              <a:rPr lang="en-US" altLang="zh-CN"/>
              <a:t>第一课</a:t>
            </a:r>
          </a:p>
        </p:txBody>
      </p:sp>
      <p:sp>
        <p:nvSpPr>
          <p:cNvPr id="45060" name="Rectangle 7">
            <a:extLst>
              <a:ext uri="{FF2B5EF4-FFF2-40B4-BE49-F238E27FC236}">
                <a16:creationId xmlns:a16="http://schemas.microsoft.com/office/drawing/2014/main" id="{73F8934B-CC0A-154C-CB38-AAC3FFFCBB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83BEBEE0-099E-4167-BB32-9BC05090F733}" type="slidenum">
              <a:rPr lang="en-US" altLang="zh-CN"/>
              <a:pPr/>
              <a:t>5</a:t>
            </a:fld>
            <a:endParaRPr lang="en-US" altLang="zh-CN"/>
          </a:p>
        </p:txBody>
      </p:sp>
      <p:sp>
        <p:nvSpPr>
          <p:cNvPr id="45061" name="Rectangle 2">
            <a:extLst>
              <a:ext uri="{FF2B5EF4-FFF2-40B4-BE49-F238E27FC236}">
                <a16:creationId xmlns:a16="http://schemas.microsoft.com/office/drawing/2014/main" id="{30EFA63E-0D14-236E-D5B4-9510E914DE69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45062" name="Rectangle 3">
            <a:extLst>
              <a:ext uri="{FF2B5EF4-FFF2-40B4-BE49-F238E27FC236}">
                <a16:creationId xmlns:a16="http://schemas.microsoft.com/office/drawing/2014/main" id="{28C4FF48-D773-8BD8-C151-CD9F6EF3055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el-GR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2">
            <a:extLst>
              <a:ext uri="{FF2B5EF4-FFF2-40B4-BE49-F238E27FC236}">
                <a16:creationId xmlns:a16="http://schemas.microsoft.com/office/drawing/2014/main" id="{C8FE4FC2-CAE2-4EE8-A0F2-015D982C477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r>
              <a:rPr lang="en-US" altLang="zh-CN"/>
              <a:t>第一课</a:t>
            </a:r>
          </a:p>
        </p:txBody>
      </p:sp>
      <p:sp>
        <p:nvSpPr>
          <p:cNvPr id="47106" name="Rectangle 3">
            <a:extLst>
              <a:ext uri="{FF2B5EF4-FFF2-40B4-BE49-F238E27FC236}">
                <a16:creationId xmlns:a16="http://schemas.microsoft.com/office/drawing/2014/main" id="{BB5A8DCD-6072-6C20-47F6-B872ABE985B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fld id="{9173748A-E863-4AE6-8E39-E52495CF543B}" type="datetime1">
              <a:rPr lang="zh-CN" altLang="en-US" smtClean="0"/>
              <a:pPr/>
              <a:t>2025/11/13</a:t>
            </a:fld>
            <a:endParaRPr lang="zh-CN" altLang="en-US"/>
          </a:p>
        </p:txBody>
      </p:sp>
      <p:sp>
        <p:nvSpPr>
          <p:cNvPr id="47107" name="Rectangle 6">
            <a:extLst>
              <a:ext uri="{FF2B5EF4-FFF2-40B4-BE49-F238E27FC236}">
                <a16:creationId xmlns:a16="http://schemas.microsoft.com/office/drawing/2014/main" id="{B5A924D3-A166-AA6E-52B1-B732723CF49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r>
              <a:rPr lang="en-US" altLang="zh-CN"/>
              <a:t>第一课</a:t>
            </a:r>
          </a:p>
        </p:txBody>
      </p:sp>
      <p:sp>
        <p:nvSpPr>
          <p:cNvPr id="47108" name="Rectangle 7">
            <a:extLst>
              <a:ext uri="{FF2B5EF4-FFF2-40B4-BE49-F238E27FC236}">
                <a16:creationId xmlns:a16="http://schemas.microsoft.com/office/drawing/2014/main" id="{0D8A2D96-46F9-7612-5ACC-92825EB8C99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5E50EF75-570D-415E-BA5E-C65F6D8A0812}" type="slidenum">
              <a:rPr lang="en-US" altLang="zh-CN"/>
              <a:pPr/>
              <a:t>6</a:t>
            </a:fld>
            <a:endParaRPr lang="en-US" altLang="zh-CN"/>
          </a:p>
        </p:txBody>
      </p:sp>
      <p:sp>
        <p:nvSpPr>
          <p:cNvPr id="47109" name="Rectangle 2">
            <a:extLst>
              <a:ext uri="{FF2B5EF4-FFF2-40B4-BE49-F238E27FC236}">
                <a16:creationId xmlns:a16="http://schemas.microsoft.com/office/drawing/2014/main" id="{4DB68112-B98E-1D73-06DA-50C6308D3A52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47110" name="Rectangle 3">
            <a:extLst>
              <a:ext uri="{FF2B5EF4-FFF2-40B4-BE49-F238E27FC236}">
                <a16:creationId xmlns:a16="http://schemas.microsoft.com/office/drawing/2014/main" id="{1E81DDCC-5370-D4BB-C015-5D9DFF0AC30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2">
            <a:extLst>
              <a:ext uri="{FF2B5EF4-FFF2-40B4-BE49-F238E27FC236}">
                <a16:creationId xmlns:a16="http://schemas.microsoft.com/office/drawing/2014/main" id="{466F451B-AA45-6325-8ED0-9059F8A1B23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r>
              <a:rPr lang="en-US" altLang="zh-CN"/>
              <a:t>第一课</a:t>
            </a:r>
          </a:p>
        </p:txBody>
      </p:sp>
      <p:sp>
        <p:nvSpPr>
          <p:cNvPr id="49154" name="Rectangle 3">
            <a:extLst>
              <a:ext uri="{FF2B5EF4-FFF2-40B4-BE49-F238E27FC236}">
                <a16:creationId xmlns:a16="http://schemas.microsoft.com/office/drawing/2014/main" id="{453941B2-7639-8032-34B6-AE08D4F3CF3D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fld id="{610B19B5-4E8F-4735-9F38-545ED45381A5}" type="datetime1">
              <a:rPr lang="zh-CN" altLang="en-US" smtClean="0"/>
              <a:pPr/>
              <a:t>2025/11/13</a:t>
            </a:fld>
            <a:endParaRPr lang="zh-CN" altLang="en-US"/>
          </a:p>
        </p:txBody>
      </p:sp>
      <p:sp>
        <p:nvSpPr>
          <p:cNvPr id="49155" name="Rectangle 6">
            <a:extLst>
              <a:ext uri="{FF2B5EF4-FFF2-40B4-BE49-F238E27FC236}">
                <a16:creationId xmlns:a16="http://schemas.microsoft.com/office/drawing/2014/main" id="{E8FD463F-2CA1-4012-A5F4-63A1AB4B099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r>
              <a:rPr lang="en-US" altLang="zh-CN"/>
              <a:t>第一课</a:t>
            </a:r>
          </a:p>
        </p:txBody>
      </p:sp>
      <p:sp>
        <p:nvSpPr>
          <p:cNvPr id="49156" name="Rectangle 7">
            <a:extLst>
              <a:ext uri="{FF2B5EF4-FFF2-40B4-BE49-F238E27FC236}">
                <a16:creationId xmlns:a16="http://schemas.microsoft.com/office/drawing/2014/main" id="{0B695A78-5F5D-4BA5-EC09-2C814726C2C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8430AE3B-14C5-4312-BA43-A15FC255E804}" type="slidenum">
              <a:rPr lang="en-US" altLang="zh-CN"/>
              <a:pPr/>
              <a:t>7</a:t>
            </a:fld>
            <a:endParaRPr lang="en-US" altLang="zh-CN"/>
          </a:p>
        </p:txBody>
      </p:sp>
      <p:sp>
        <p:nvSpPr>
          <p:cNvPr id="49157" name="Rectangle 2">
            <a:extLst>
              <a:ext uri="{FF2B5EF4-FFF2-40B4-BE49-F238E27FC236}">
                <a16:creationId xmlns:a16="http://schemas.microsoft.com/office/drawing/2014/main" id="{E4B2EFAF-2AC5-1DDC-8FE2-F3156831481F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49158" name="Rectangle 3">
            <a:extLst>
              <a:ext uri="{FF2B5EF4-FFF2-40B4-BE49-F238E27FC236}">
                <a16:creationId xmlns:a16="http://schemas.microsoft.com/office/drawing/2014/main" id="{1AA9D524-259B-8CA8-B466-68C4CFA2327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>
            <a:extLst>
              <a:ext uri="{FF2B5EF4-FFF2-40B4-BE49-F238E27FC236}">
                <a16:creationId xmlns:a16="http://schemas.microsoft.com/office/drawing/2014/main" id="{A6718CE5-BBFF-A401-BC52-5C35608CC7C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r>
              <a:rPr lang="en-US" altLang="zh-CN"/>
              <a:t>第一课</a:t>
            </a:r>
          </a:p>
        </p:txBody>
      </p:sp>
      <p:sp>
        <p:nvSpPr>
          <p:cNvPr id="52226" name="Rectangle 3">
            <a:extLst>
              <a:ext uri="{FF2B5EF4-FFF2-40B4-BE49-F238E27FC236}">
                <a16:creationId xmlns:a16="http://schemas.microsoft.com/office/drawing/2014/main" id="{8AFC0BB6-0B9C-D76A-90C5-BC884D7DF8F2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fld id="{C65F962C-5AFF-4E57-BD74-D264F10800C6}" type="datetime1">
              <a:rPr lang="zh-CN" altLang="en-US" smtClean="0"/>
              <a:pPr/>
              <a:t>2025/11/13</a:t>
            </a:fld>
            <a:endParaRPr lang="zh-CN" altLang="en-US"/>
          </a:p>
        </p:txBody>
      </p:sp>
      <p:sp>
        <p:nvSpPr>
          <p:cNvPr id="52227" name="Rectangle 6">
            <a:extLst>
              <a:ext uri="{FF2B5EF4-FFF2-40B4-BE49-F238E27FC236}">
                <a16:creationId xmlns:a16="http://schemas.microsoft.com/office/drawing/2014/main" id="{10F34707-5E9B-B757-7946-0DB36357AD2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r>
              <a:rPr lang="en-US" altLang="zh-CN"/>
              <a:t>第一课</a:t>
            </a:r>
          </a:p>
        </p:txBody>
      </p:sp>
      <p:sp>
        <p:nvSpPr>
          <p:cNvPr id="52228" name="Rectangle 7">
            <a:extLst>
              <a:ext uri="{FF2B5EF4-FFF2-40B4-BE49-F238E27FC236}">
                <a16:creationId xmlns:a16="http://schemas.microsoft.com/office/drawing/2014/main" id="{F74C67D5-4AD7-858E-5112-9189EC8827A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CE5BD5BE-134F-4539-A014-45854D16423E}" type="slidenum">
              <a:rPr lang="en-US" altLang="zh-CN"/>
              <a:pPr/>
              <a:t>9</a:t>
            </a:fld>
            <a:endParaRPr lang="en-US" altLang="zh-CN"/>
          </a:p>
        </p:txBody>
      </p:sp>
      <p:sp>
        <p:nvSpPr>
          <p:cNvPr id="52229" name="Rectangle 2">
            <a:extLst>
              <a:ext uri="{FF2B5EF4-FFF2-40B4-BE49-F238E27FC236}">
                <a16:creationId xmlns:a16="http://schemas.microsoft.com/office/drawing/2014/main" id="{70636CB0-93DE-A773-651E-BB290E6DAE57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52230" name="Rectangle 3">
            <a:extLst>
              <a:ext uri="{FF2B5EF4-FFF2-40B4-BE49-F238E27FC236}">
                <a16:creationId xmlns:a16="http://schemas.microsoft.com/office/drawing/2014/main" id="{81E9A4AC-2263-A3C4-B6C3-59F9E7FB011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2">
            <a:extLst>
              <a:ext uri="{FF2B5EF4-FFF2-40B4-BE49-F238E27FC236}">
                <a16:creationId xmlns:a16="http://schemas.microsoft.com/office/drawing/2014/main" id="{0C6E7ACE-CE1E-46EC-57AD-4D368EB94BB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r>
              <a:rPr lang="en-US" altLang="zh-CN"/>
              <a:t>第一课</a:t>
            </a:r>
          </a:p>
        </p:txBody>
      </p:sp>
      <p:sp>
        <p:nvSpPr>
          <p:cNvPr id="54274" name="Rectangle 3">
            <a:extLst>
              <a:ext uri="{FF2B5EF4-FFF2-40B4-BE49-F238E27FC236}">
                <a16:creationId xmlns:a16="http://schemas.microsoft.com/office/drawing/2014/main" id="{C0245539-CB25-5BD4-419E-D4CD7A51FD56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fld id="{00938589-C528-4C1E-B5CB-52BACCD1E808}" type="datetime1">
              <a:rPr lang="zh-CN" altLang="en-US" smtClean="0"/>
              <a:pPr/>
              <a:t>2025/11/13</a:t>
            </a:fld>
            <a:endParaRPr lang="zh-CN" altLang="en-US"/>
          </a:p>
        </p:txBody>
      </p:sp>
      <p:sp>
        <p:nvSpPr>
          <p:cNvPr id="54275" name="Rectangle 6">
            <a:extLst>
              <a:ext uri="{FF2B5EF4-FFF2-40B4-BE49-F238E27FC236}">
                <a16:creationId xmlns:a16="http://schemas.microsoft.com/office/drawing/2014/main" id="{6F5F33D4-DF29-C081-FD57-AAACAABFE14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r>
              <a:rPr lang="en-US" altLang="zh-CN"/>
              <a:t>第一课</a:t>
            </a:r>
          </a:p>
        </p:txBody>
      </p:sp>
      <p:sp>
        <p:nvSpPr>
          <p:cNvPr id="54276" name="Rectangle 7">
            <a:extLst>
              <a:ext uri="{FF2B5EF4-FFF2-40B4-BE49-F238E27FC236}">
                <a16:creationId xmlns:a16="http://schemas.microsoft.com/office/drawing/2014/main" id="{6C34111F-66BA-909F-6675-64D0A3210D6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65B814C8-A674-4D96-8FD7-1D8FC94B3D46}" type="slidenum">
              <a:rPr lang="en-US" altLang="zh-CN"/>
              <a:pPr/>
              <a:t>10</a:t>
            </a:fld>
            <a:endParaRPr lang="en-US" altLang="zh-CN"/>
          </a:p>
        </p:txBody>
      </p:sp>
      <p:sp>
        <p:nvSpPr>
          <p:cNvPr id="54277" name="Rectangle 2">
            <a:extLst>
              <a:ext uri="{FF2B5EF4-FFF2-40B4-BE49-F238E27FC236}">
                <a16:creationId xmlns:a16="http://schemas.microsoft.com/office/drawing/2014/main" id="{E8AADA3E-61AB-3689-C5FF-7B892D85ABE2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54278" name="Rectangle 3">
            <a:extLst>
              <a:ext uri="{FF2B5EF4-FFF2-40B4-BE49-F238E27FC236}">
                <a16:creationId xmlns:a16="http://schemas.microsoft.com/office/drawing/2014/main" id="{38069D24-A0A8-9946-818F-987603BECDE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>
            <a:extLst>
              <a:ext uri="{FF2B5EF4-FFF2-40B4-BE49-F238E27FC236}">
                <a16:creationId xmlns:a16="http://schemas.microsoft.com/office/drawing/2014/main" id="{9DF30A3E-F356-6577-09BF-22FE529E33E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r>
              <a:rPr lang="en-US" altLang="zh-CN"/>
              <a:t>第一课</a:t>
            </a:r>
          </a:p>
        </p:txBody>
      </p:sp>
      <p:sp>
        <p:nvSpPr>
          <p:cNvPr id="56322" name="Rectangle 3">
            <a:extLst>
              <a:ext uri="{FF2B5EF4-FFF2-40B4-BE49-F238E27FC236}">
                <a16:creationId xmlns:a16="http://schemas.microsoft.com/office/drawing/2014/main" id="{044C2CDE-F9BE-AA6D-5F20-467FEADAB1A4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fld id="{BEB45B29-62CF-4567-B643-31BD7C7856B6}" type="datetime1">
              <a:rPr lang="zh-CN" altLang="en-US" smtClean="0"/>
              <a:pPr/>
              <a:t>2025/11/13</a:t>
            </a:fld>
            <a:endParaRPr lang="zh-CN" altLang="en-US"/>
          </a:p>
        </p:txBody>
      </p:sp>
      <p:sp>
        <p:nvSpPr>
          <p:cNvPr id="56323" name="Rectangle 6">
            <a:extLst>
              <a:ext uri="{FF2B5EF4-FFF2-40B4-BE49-F238E27FC236}">
                <a16:creationId xmlns:a16="http://schemas.microsoft.com/office/drawing/2014/main" id="{D55B2EC5-93B7-0A64-3F13-EF5B41BD355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r>
              <a:rPr lang="en-US" altLang="zh-CN"/>
              <a:t>第一课</a:t>
            </a:r>
          </a:p>
        </p:txBody>
      </p:sp>
      <p:sp>
        <p:nvSpPr>
          <p:cNvPr id="56324" name="Rectangle 7">
            <a:extLst>
              <a:ext uri="{FF2B5EF4-FFF2-40B4-BE49-F238E27FC236}">
                <a16:creationId xmlns:a16="http://schemas.microsoft.com/office/drawing/2014/main" id="{32A75E14-F492-82F1-ACD6-1DA278A35C3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AA8836DB-6AF1-4814-B5D4-CB0B7C9390EA}" type="slidenum">
              <a:rPr lang="en-US" altLang="zh-CN"/>
              <a:pPr/>
              <a:t>11</a:t>
            </a:fld>
            <a:endParaRPr lang="en-US" altLang="zh-CN"/>
          </a:p>
        </p:txBody>
      </p:sp>
      <p:sp>
        <p:nvSpPr>
          <p:cNvPr id="56325" name="Rectangle 2">
            <a:extLst>
              <a:ext uri="{FF2B5EF4-FFF2-40B4-BE49-F238E27FC236}">
                <a16:creationId xmlns:a16="http://schemas.microsoft.com/office/drawing/2014/main" id="{AA7CF282-FB3E-FBC3-C069-AF5DF6BA4656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56326" name="Rectangle 3">
            <a:extLst>
              <a:ext uri="{FF2B5EF4-FFF2-40B4-BE49-F238E27FC236}">
                <a16:creationId xmlns:a16="http://schemas.microsoft.com/office/drawing/2014/main" id="{CB5CE425-B1B3-BA86-9AE9-F9D36E13034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>
            <a:extLst>
              <a:ext uri="{FF2B5EF4-FFF2-40B4-BE49-F238E27FC236}">
                <a16:creationId xmlns:a16="http://schemas.microsoft.com/office/drawing/2014/main" id="{1459AF48-B8FB-8336-B7B2-1D26EA4755B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r>
              <a:rPr lang="en-US" altLang="zh-CN"/>
              <a:t>第一课</a:t>
            </a:r>
          </a:p>
        </p:txBody>
      </p:sp>
      <p:sp>
        <p:nvSpPr>
          <p:cNvPr id="58370" name="Rectangle 3">
            <a:extLst>
              <a:ext uri="{FF2B5EF4-FFF2-40B4-BE49-F238E27FC236}">
                <a16:creationId xmlns:a16="http://schemas.microsoft.com/office/drawing/2014/main" id="{FD49C41B-1058-2039-DC4C-6791849781CF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fld id="{3432BFD2-BF8B-4747-A705-784530B982E2}" type="datetime1">
              <a:rPr lang="zh-CN" altLang="en-US" smtClean="0"/>
              <a:pPr/>
              <a:t>2025/11/13</a:t>
            </a:fld>
            <a:endParaRPr lang="zh-CN" altLang="en-US"/>
          </a:p>
        </p:txBody>
      </p:sp>
      <p:sp>
        <p:nvSpPr>
          <p:cNvPr id="58371" name="Rectangle 6">
            <a:extLst>
              <a:ext uri="{FF2B5EF4-FFF2-40B4-BE49-F238E27FC236}">
                <a16:creationId xmlns:a16="http://schemas.microsoft.com/office/drawing/2014/main" id="{94387A44-B93B-AA76-1860-31A0A7BA8D0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r>
              <a:rPr lang="en-US" altLang="zh-CN"/>
              <a:t>第一课</a:t>
            </a:r>
          </a:p>
        </p:txBody>
      </p:sp>
      <p:sp>
        <p:nvSpPr>
          <p:cNvPr id="58372" name="Rectangle 7">
            <a:extLst>
              <a:ext uri="{FF2B5EF4-FFF2-40B4-BE49-F238E27FC236}">
                <a16:creationId xmlns:a16="http://schemas.microsoft.com/office/drawing/2014/main" id="{7666ADC9-43B1-8A7A-8E99-486327E479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450317DC-413E-4CE4-8574-43A71409686B}" type="slidenum">
              <a:rPr lang="en-US" altLang="zh-CN"/>
              <a:pPr/>
              <a:t>12</a:t>
            </a:fld>
            <a:endParaRPr lang="en-US" altLang="zh-CN"/>
          </a:p>
        </p:txBody>
      </p:sp>
      <p:sp>
        <p:nvSpPr>
          <p:cNvPr id="58373" name="Rectangle 2">
            <a:extLst>
              <a:ext uri="{FF2B5EF4-FFF2-40B4-BE49-F238E27FC236}">
                <a16:creationId xmlns:a16="http://schemas.microsoft.com/office/drawing/2014/main" id="{488A2699-E61E-431F-C29B-24496A772E4A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58374" name="Rectangle 3">
            <a:extLst>
              <a:ext uri="{FF2B5EF4-FFF2-40B4-BE49-F238E27FC236}">
                <a16:creationId xmlns:a16="http://schemas.microsoft.com/office/drawing/2014/main" id="{3888E36E-90BB-F706-9973-6C5DDA88AF2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2">
            <a:extLst>
              <a:ext uri="{FF2B5EF4-FFF2-40B4-BE49-F238E27FC236}">
                <a16:creationId xmlns:a16="http://schemas.microsoft.com/office/drawing/2014/main" id="{6EF0DF46-BF66-9AEE-E187-62272B457F1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r>
              <a:rPr lang="en-US" altLang="zh-CN"/>
              <a:t>第一课</a:t>
            </a:r>
          </a:p>
        </p:txBody>
      </p:sp>
      <p:sp>
        <p:nvSpPr>
          <p:cNvPr id="64514" name="Rectangle 3">
            <a:extLst>
              <a:ext uri="{FF2B5EF4-FFF2-40B4-BE49-F238E27FC236}">
                <a16:creationId xmlns:a16="http://schemas.microsoft.com/office/drawing/2014/main" id="{35310FF6-FE92-3A1F-B476-8937FE57C77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fld id="{6374E9B3-433F-426B-B4D0-C3DD0194831F}" type="datetime1">
              <a:rPr lang="zh-CN" altLang="en-US" smtClean="0"/>
              <a:pPr/>
              <a:t>2025/11/13</a:t>
            </a:fld>
            <a:endParaRPr lang="zh-CN" altLang="en-US"/>
          </a:p>
        </p:txBody>
      </p:sp>
      <p:sp>
        <p:nvSpPr>
          <p:cNvPr id="64515" name="Rectangle 6">
            <a:extLst>
              <a:ext uri="{FF2B5EF4-FFF2-40B4-BE49-F238E27FC236}">
                <a16:creationId xmlns:a16="http://schemas.microsoft.com/office/drawing/2014/main" id="{FFF04DA3-51A4-9475-0278-85EDCC00802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r>
              <a:rPr lang="en-US" altLang="zh-CN"/>
              <a:t>第一课</a:t>
            </a:r>
          </a:p>
        </p:txBody>
      </p:sp>
      <p:sp>
        <p:nvSpPr>
          <p:cNvPr id="64516" name="Rectangle 7">
            <a:extLst>
              <a:ext uri="{FF2B5EF4-FFF2-40B4-BE49-F238E27FC236}">
                <a16:creationId xmlns:a16="http://schemas.microsoft.com/office/drawing/2014/main" id="{48304005-9B72-3CB1-FDCB-8631A4F4B3B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CD4E9F33-BECF-46E7-9997-C0DAAF445D9B}" type="slidenum">
              <a:rPr lang="en-US" altLang="zh-CN"/>
              <a:pPr/>
              <a:t>17</a:t>
            </a:fld>
            <a:endParaRPr lang="en-US" altLang="zh-CN"/>
          </a:p>
        </p:txBody>
      </p:sp>
      <p:sp>
        <p:nvSpPr>
          <p:cNvPr id="64517" name="Rectangle 2">
            <a:extLst>
              <a:ext uri="{FF2B5EF4-FFF2-40B4-BE49-F238E27FC236}">
                <a16:creationId xmlns:a16="http://schemas.microsoft.com/office/drawing/2014/main" id="{25BE4F2A-F911-6E95-79EE-3BDF5F2E732F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64518" name="Rectangle 3">
            <a:extLst>
              <a:ext uri="{FF2B5EF4-FFF2-40B4-BE49-F238E27FC236}">
                <a16:creationId xmlns:a16="http://schemas.microsoft.com/office/drawing/2014/main" id="{77EDCFB4-CA16-610F-FCB2-98721C9F3D0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en-US" altLang="zh-CN" baseline="300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AB223367-393D-DA4C-C929-8E059085523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9AAC941-1B44-4BB8-8AD8-34456B5692C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824152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621D571B-800E-C6DC-ACFB-C34A65D619B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A406283-4038-4A99-AB66-D5065B453B7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810979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E718DC2D-3A01-F4D3-CDC6-E86688BE7FE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D3B161B-79FA-46CD-AA87-276FE9B6A65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25068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D23716DD-EEB6-AE2B-372D-4785B640686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749B85-EC45-4074-BF84-58EC7719985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12332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FCEE2F04-6E16-F89F-C5EF-7402C81D3B4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B4F7CF0-26BD-40FC-87DB-5FF0753B540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20396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00F1891E-F48A-E99F-FDFC-747D8D932B1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F865CBD-ED97-41E2-8A52-61D9BFC92E9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378890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60ED38B3-094B-6612-747F-2C6BD65AFEF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16437E3-F5C5-4BBD-A1E6-1C8AC3F8F1C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600277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4D1BD53C-EF7A-E347-885B-F0CCF4E0C32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E6238DB-C79A-4C75-B8B4-881757FF674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25791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9295D60D-AEAC-394E-EE14-51B510F0EF1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A2DC006-06A1-43D0-9A08-022D255AD45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034480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B0807715-7DD9-9AEE-5545-72B946871CC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BE98B06-5827-499B-8288-A0E7CAD5703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730265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809E93D8-0B4D-147C-8931-602623C82AD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66A1462-0EAD-48BB-80E2-E21D0A35ECE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979374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28650" y="365125"/>
            <a:ext cx="78867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DF1826DF-F88D-5FD9-57AA-E9CE9492D72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3CCE0DA-8D38-4426-A59D-4B00AC2D75E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48452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0">
          <a:blip r:embed="rId14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005" name="Rectangle 5">
            <a:extLst>
              <a:ext uri="{FF2B5EF4-FFF2-40B4-BE49-F238E27FC236}">
                <a16:creationId xmlns:a16="http://schemas.microsoft.com/office/drawing/2014/main" id="{7BE41CE0-01A0-E2C4-D4DF-FD22BB7185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8538" y="44450"/>
            <a:ext cx="5399087" cy="350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>
              <a:lnSpc>
                <a:spcPct val="60000"/>
              </a:lnSpc>
              <a:defRPr/>
            </a:pPr>
            <a:r>
              <a:rPr lang="zh-CN" altLang="en-US" b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第</a:t>
            </a:r>
            <a:r>
              <a:rPr lang="en-US" altLang="zh-CN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5</a:t>
            </a:r>
            <a:r>
              <a:rPr lang="zh-CN" altLang="en-US" b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章 均匀平面波在无界媒质中的传播</a:t>
            </a:r>
            <a:endParaRPr lang="zh-CN" altLang="en-US" b="0">
              <a:solidFill>
                <a:srgbClr val="FFCC99"/>
              </a:solidFill>
              <a:effectDag name="">
                <a:cont type="tree" name="">
                  <a:effect ref="fillLine"/>
                  <a:outerShdw dist="38100" dir="13500000" algn="br">
                    <a:srgbClr val="FFDDBB"/>
                  </a:outerShdw>
                </a:cont>
                <a:cont type="tree" name="">
                  <a:effect ref="fillLine"/>
                  <a:outerShdw dist="38100" dir="2700000" algn="tl">
                    <a:srgbClr val="997A5B"/>
                  </a:outerShdw>
                </a:cont>
                <a:effect ref="fillLine"/>
              </a:effectDag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027" name="Rectangle 6">
            <a:extLst>
              <a:ext uri="{FF2B5EF4-FFF2-40B4-BE49-F238E27FC236}">
                <a16:creationId xmlns:a16="http://schemas.microsoft.com/office/drawing/2014/main" id="{D5D8097E-1100-E475-0779-2D2B674ADC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44450"/>
            <a:ext cx="2089150" cy="360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10800"/>
          <a:lstStyle>
            <a:lvl1pPr>
              <a:spcBef>
                <a:spcPct val="2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defRPr/>
            </a:pPr>
            <a:r>
              <a:rPr lang="zh-CN" altLang="en-US" sz="2000">
                <a:solidFill>
                  <a:srgbClr val="573CFC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电磁场与电磁波</a:t>
            </a:r>
          </a:p>
        </p:txBody>
      </p:sp>
      <p:sp>
        <p:nvSpPr>
          <p:cNvPr id="1028" name="Rectangle 10" descr="深色横线">
            <a:extLst>
              <a:ext uri="{FF2B5EF4-FFF2-40B4-BE49-F238E27FC236}">
                <a16:creationId xmlns:a16="http://schemas.microsoft.com/office/drawing/2014/main" id="{12438C84-A5E3-1DE3-06BA-E752D99E97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3375"/>
            <a:ext cx="9144000" cy="71438"/>
          </a:xfrm>
          <a:prstGeom prst="rect">
            <a:avLst/>
          </a:prstGeom>
          <a:pattFill prst="dkHorz">
            <a:fgClr>
              <a:srgbClr val="CC3300"/>
            </a:fgClr>
            <a:bgClr>
              <a:srgbClr val="9A9A9A"/>
            </a:bgClr>
          </a:patt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defRPr/>
            </a:pPr>
            <a:endParaRPr lang="zh-CN" altLang="en-US"/>
          </a:p>
        </p:txBody>
      </p:sp>
      <p:sp>
        <p:nvSpPr>
          <p:cNvPr id="640011" name="Rectangle 11">
            <a:extLst>
              <a:ext uri="{FF2B5EF4-FFF2-40B4-BE49-F238E27FC236}">
                <a16:creationId xmlns:a16="http://schemas.microsoft.com/office/drawing/2014/main" id="{2393A864-1924-A659-045F-65D26B13AF7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956550" y="0"/>
            <a:ext cx="10541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fld id="{9DF6D973-1814-4336-B946-79208BB6E9A9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1030" name="Rectangle 12">
            <a:extLst>
              <a:ext uri="{FF2B5EF4-FFF2-40B4-BE49-F238E27FC236}">
                <a16:creationId xmlns:a16="http://schemas.microsoft.com/office/drawing/2014/main" id="{5EE93EBC-F265-6973-2FB9-48E10ACA0F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04813"/>
            <a:ext cx="9144000" cy="6119812"/>
          </a:xfrm>
          <a:prstGeom prst="rect">
            <a:avLst/>
          </a:prstGeom>
          <a:gradFill rotWithShape="0">
            <a:gsLst>
              <a:gs pos="0">
                <a:srgbClr val="0000FF"/>
              </a:gs>
              <a:gs pos="100000">
                <a:srgbClr val="000076"/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defRPr/>
            </a:pPr>
            <a:endParaRPr lang="zh-CN" altLang="en-US"/>
          </a:p>
        </p:txBody>
      </p:sp>
      <p:sp>
        <p:nvSpPr>
          <p:cNvPr id="1031" name="Rectangle 17" descr="栎木">
            <a:extLst>
              <a:ext uri="{FF2B5EF4-FFF2-40B4-BE49-F238E27FC236}">
                <a16:creationId xmlns:a16="http://schemas.microsoft.com/office/drawing/2014/main" id="{CE5AB6D9-6C3C-6F1A-2A83-22376C6650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62725"/>
            <a:ext cx="9144000" cy="333375"/>
          </a:xfrm>
          <a:prstGeom prst="rect">
            <a:avLst/>
          </a:prstGeom>
          <a:blipFill dpi="0" rotWithShape="0">
            <a:blip r:embed="rId14"/>
            <a:srcRect/>
            <a:tile tx="0" ty="0" sx="100000" sy="100000" flip="none" algn="tl"/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defRPr/>
            </a:pPr>
            <a:endParaRPr lang="zh-CN" altLang="en-US"/>
          </a:p>
        </p:txBody>
      </p:sp>
      <p:sp>
        <p:nvSpPr>
          <p:cNvPr id="1032" name="Rectangle 19" descr="深色横线">
            <a:extLst>
              <a:ext uri="{FF2B5EF4-FFF2-40B4-BE49-F238E27FC236}">
                <a16:creationId xmlns:a16="http://schemas.microsoft.com/office/drawing/2014/main" id="{E5D13D1F-4883-D4FD-C841-0ABD18AEBD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26213"/>
            <a:ext cx="9144000" cy="71437"/>
          </a:xfrm>
          <a:prstGeom prst="rect">
            <a:avLst/>
          </a:prstGeom>
          <a:pattFill prst="dkHorz">
            <a:fgClr>
              <a:srgbClr val="CC3300"/>
            </a:fgClr>
            <a:bgClr>
              <a:srgbClr val="9A9A9A"/>
            </a:bgClr>
          </a:patt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defRPr/>
            </a:pPr>
            <a:endParaRPr lang="zh-CN" altLang="en-US"/>
          </a:p>
        </p:txBody>
      </p:sp>
      <p:sp>
        <p:nvSpPr>
          <p:cNvPr id="1033" name="AutoShape 20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505E263E-16F8-6F04-760D-FB7701CD93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defRPr/>
            </a:pPr>
            <a:endParaRPr lang="zh-CN" altLang="en-US"/>
          </a:p>
        </p:txBody>
      </p:sp>
      <p:sp>
        <p:nvSpPr>
          <p:cNvPr id="1034" name="AutoShape 21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C28F55BD-73EC-74FC-2A04-8704398FE4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defRPr/>
            </a:pPr>
            <a:endParaRPr lang="zh-CN" altLang="en-US"/>
          </a:p>
        </p:txBody>
      </p:sp>
      <p:sp>
        <p:nvSpPr>
          <p:cNvPr id="1035" name="AutoShape 22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CE4A3414-7A0D-804A-1FEA-7E3E54ED8B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defRPr/>
            </a:pPr>
            <a:endParaRPr lang="zh-CN" altLang="en-US"/>
          </a:p>
        </p:txBody>
      </p:sp>
      <p:sp>
        <p:nvSpPr>
          <p:cNvPr id="1036" name="AutoShape 23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42F93482-C51C-5418-CCC3-7F79172D92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defRPr/>
            </a:pP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9" r:id="rId2"/>
    <p:sldLayoutId id="2147483658" r:id="rId3"/>
    <p:sldLayoutId id="2147483657" r:id="rId4"/>
    <p:sldLayoutId id="2147483656" r:id="rId5"/>
    <p:sldLayoutId id="2147483655" r:id="rId6"/>
    <p:sldLayoutId id="2147483654" r:id="rId7"/>
    <p:sldLayoutId id="2147483653" r:id="rId8"/>
    <p:sldLayoutId id="2147483652" r:id="rId9"/>
    <p:sldLayoutId id="2147483651" r:id="rId10"/>
    <p:sldLayoutId id="2147483650" r:id="rId11"/>
    <p:sldLayoutId id="2147483649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000" kern="1200">
          <a:solidFill>
            <a:schemeClr val="accent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2800" kern="1200">
          <a:solidFill>
            <a:schemeClr val="tx1"/>
          </a:solidFill>
          <a:effectLst>
            <a:outerShdw blurRad="38100" dist="38100" dir="2700000" algn="tl">
              <a:srgbClr val="FFFFFF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emf"/><Relationship Id="rId3" Type="http://schemas.openxmlformats.org/officeDocument/2006/relationships/notesSlide" Target="../notesSlides/notesSlide1.xml"/><Relationship Id="rId7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6" Type="http://schemas.openxmlformats.org/officeDocument/2006/relationships/slide" Target="slide10.xml"/><Relationship Id="rId5" Type="http://schemas.openxmlformats.org/officeDocument/2006/relationships/slide" Target="slide9.xml"/><Relationship Id="rId10" Type="http://schemas.openxmlformats.org/officeDocument/2006/relationships/image" Target="../media/image3.emf"/><Relationship Id="rId4" Type="http://schemas.openxmlformats.org/officeDocument/2006/relationships/slide" Target="slide3.xml"/><Relationship Id="rId9" Type="http://schemas.openxmlformats.org/officeDocument/2006/relationships/oleObject" Target="../embeddings/oleObject2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5.emf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emf"/><Relationship Id="rId13" Type="http://schemas.openxmlformats.org/officeDocument/2006/relationships/oleObject" Target="../embeddings/oleObject6.bin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9.bin"/><Relationship Id="rId12" Type="http://schemas.openxmlformats.org/officeDocument/2006/relationships/image" Target="../media/image15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emf"/><Relationship Id="rId11" Type="http://schemas.openxmlformats.org/officeDocument/2006/relationships/oleObject" Target="../embeddings/oleObject11.bin"/><Relationship Id="rId5" Type="http://schemas.openxmlformats.org/officeDocument/2006/relationships/oleObject" Target="../embeddings/oleObject8.bin"/><Relationship Id="rId10" Type="http://schemas.openxmlformats.org/officeDocument/2006/relationships/image" Target="../media/image14.emf"/><Relationship Id="rId4" Type="http://schemas.openxmlformats.org/officeDocument/2006/relationships/image" Target="../media/image11.emf"/><Relationship Id="rId9" Type="http://schemas.openxmlformats.org/officeDocument/2006/relationships/oleObject" Target="../embeddings/oleObject10.bin"/><Relationship Id="rId14" Type="http://schemas.openxmlformats.org/officeDocument/2006/relationships/image" Target="../media/image10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emf"/><Relationship Id="rId13" Type="http://schemas.openxmlformats.org/officeDocument/2006/relationships/image" Target="../media/image21.wmf"/><Relationship Id="rId18" Type="http://schemas.openxmlformats.org/officeDocument/2006/relationships/image" Target="../media/image24.gif"/><Relationship Id="rId3" Type="http://schemas.openxmlformats.org/officeDocument/2006/relationships/oleObject" Target="../embeddings/oleObject12.bin"/><Relationship Id="rId21" Type="http://schemas.openxmlformats.org/officeDocument/2006/relationships/oleObject" Target="../embeddings/oleObject20.bin"/><Relationship Id="rId7" Type="http://schemas.openxmlformats.org/officeDocument/2006/relationships/oleObject" Target="../embeddings/oleObject14.bin"/><Relationship Id="rId12" Type="http://schemas.openxmlformats.org/officeDocument/2006/relationships/oleObject" Target="../embeddings/oleObject16.bin"/><Relationship Id="rId17" Type="http://schemas.openxmlformats.org/officeDocument/2006/relationships/image" Target="../media/image23.wmf"/><Relationship Id="rId25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6" Type="http://schemas.openxmlformats.org/officeDocument/2006/relationships/oleObject" Target="../embeddings/oleObject18.bin"/><Relationship Id="rId20" Type="http://schemas.openxmlformats.org/officeDocument/2006/relationships/image" Target="../media/image25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emf"/><Relationship Id="rId11" Type="http://schemas.openxmlformats.org/officeDocument/2006/relationships/image" Target="../media/image20.gif"/><Relationship Id="rId24" Type="http://schemas.openxmlformats.org/officeDocument/2006/relationships/image" Target="../media/image27.wmf"/><Relationship Id="rId5" Type="http://schemas.openxmlformats.org/officeDocument/2006/relationships/oleObject" Target="../embeddings/oleObject13.bin"/><Relationship Id="rId15" Type="http://schemas.openxmlformats.org/officeDocument/2006/relationships/image" Target="../media/image22.wmf"/><Relationship Id="rId23" Type="http://schemas.openxmlformats.org/officeDocument/2006/relationships/oleObject" Target="../embeddings/oleObject21.bin"/><Relationship Id="rId10" Type="http://schemas.openxmlformats.org/officeDocument/2006/relationships/image" Target="../media/image19.emf"/><Relationship Id="rId19" Type="http://schemas.openxmlformats.org/officeDocument/2006/relationships/oleObject" Target="../embeddings/oleObject19.bin"/><Relationship Id="rId4" Type="http://schemas.openxmlformats.org/officeDocument/2006/relationships/image" Target="../media/image16.emf"/><Relationship Id="rId9" Type="http://schemas.openxmlformats.org/officeDocument/2006/relationships/oleObject" Target="../embeddings/oleObject15.bin"/><Relationship Id="rId14" Type="http://schemas.openxmlformats.org/officeDocument/2006/relationships/oleObject" Target="../embeddings/oleObject17.bin"/><Relationship Id="rId22" Type="http://schemas.openxmlformats.org/officeDocument/2006/relationships/image" Target="../media/image26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emf"/><Relationship Id="rId13" Type="http://schemas.openxmlformats.org/officeDocument/2006/relationships/oleObject" Target="../embeddings/oleObject27.bin"/><Relationship Id="rId18" Type="http://schemas.openxmlformats.org/officeDocument/2006/relationships/oleObject" Target="../embeddings/oleObject29.bin"/><Relationship Id="rId3" Type="http://schemas.openxmlformats.org/officeDocument/2006/relationships/oleObject" Target="../embeddings/oleObject22.bin"/><Relationship Id="rId21" Type="http://schemas.openxmlformats.org/officeDocument/2006/relationships/image" Target="../media/image36.emf"/><Relationship Id="rId7" Type="http://schemas.openxmlformats.org/officeDocument/2006/relationships/oleObject" Target="../embeddings/oleObject24.bin"/><Relationship Id="rId12" Type="http://schemas.openxmlformats.org/officeDocument/2006/relationships/image" Target="../media/image32.emf"/><Relationship Id="rId17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34.emf"/><Relationship Id="rId20" Type="http://schemas.openxmlformats.org/officeDocument/2006/relationships/oleObject" Target="../embeddings/oleObject30.bin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9.emf"/><Relationship Id="rId11" Type="http://schemas.openxmlformats.org/officeDocument/2006/relationships/oleObject" Target="../embeddings/oleObject26.bin"/><Relationship Id="rId5" Type="http://schemas.openxmlformats.org/officeDocument/2006/relationships/oleObject" Target="../embeddings/oleObject23.bin"/><Relationship Id="rId15" Type="http://schemas.openxmlformats.org/officeDocument/2006/relationships/oleObject" Target="../embeddings/oleObject28.bin"/><Relationship Id="rId10" Type="http://schemas.openxmlformats.org/officeDocument/2006/relationships/image" Target="../media/image31.emf"/><Relationship Id="rId19" Type="http://schemas.openxmlformats.org/officeDocument/2006/relationships/image" Target="../media/image35.emf"/><Relationship Id="rId4" Type="http://schemas.openxmlformats.org/officeDocument/2006/relationships/image" Target="../media/image28.emf"/><Relationship Id="rId9" Type="http://schemas.openxmlformats.org/officeDocument/2006/relationships/oleObject" Target="../embeddings/oleObject25.bin"/><Relationship Id="rId14" Type="http://schemas.openxmlformats.org/officeDocument/2006/relationships/image" Target="../media/image33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emf"/><Relationship Id="rId13" Type="http://schemas.openxmlformats.org/officeDocument/2006/relationships/oleObject" Target="../embeddings/oleObject36.bin"/><Relationship Id="rId18" Type="http://schemas.openxmlformats.org/officeDocument/2006/relationships/image" Target="../media/image44.emf"/><Relationship Id="rId3" Type="http://schemas.openxmlformats.org/officeDocument/2006/relationships/oleObject" Target="../embeddings/oleObject31.bin"/><Relationship Id="rId7" Type="http://schemas.openxmlformats.org/officeDocument/2006/relationships/oleObject" Target="../embeddings/oleObject33.bin"/><Relationship Id="rId12" Type="http://schemas.openxmlformats.org/officeDocument/2006/relationships/image" Target="../media/image41.emf"/><Relationship Id="rId17" Type="http://schemas.openxmlformats.org/officeDocument/2006/relationships/oleObject" Target="../embeddings/oleObject38.bin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43.emf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emf"/><Relationship Id="rId11" Type="http://schemas.openxmlformats.org/officeDocument/2006/relationships/oleObject" Target="../embeddings/oleObject35.bin"/><Relationship Id="rId5" Type="http://schemas.openxmlformats.org/officeDocument/2006/relationships/oleObject" Target="../embeddings/oleObject32.bin"/><Relationship Id="rId15" Type="http://schemas.openxmlformats.org/officeDocument/2006/relationships/oleObject" Target="../embeddings/oleObject37.bin"/><Relationship Id="rId10" Type="http://schemas.openxmlformats.org/officeDocument/2006/relationships/image" Target="../media/image40.emf"/><Relationship Id="rId19" Type="http://schemas.openxmlformats.org/officeDocument/2006/relationships/image" Target="../media/image8.png"/><Relationship Id="rId4" Type="http://schemas.openxmlformats.org/officeDocument/2006/relationships/image" Target="../media/image37.emf"/><Relationship Id="rId9" Type="http://schemas.openxmlformats.org/officeDocument/2006/relationships/oleObject" Target="../embeddings/oleObject34.bin"/><Relationship Id="rId14" Type="http://schemas.openxmlformats.org/officeDocument/2006/relationships/image" Target="../media/image42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1.bin"/><Relationship Id="rId13" Type="http://schemas.openxmlformats.org/officeDocument/2006/relationships/image" Target="../media/image49.emf"/><Relationship Id="rId18" Type="http://schemas.openxmlformats.org/officeDocument/2006/relationships/oleObject" Target="../embeddings/oleObject46.bin"/><Relationship Id="rId3" Type="http://schemas.openxmlformats.org/officeDocument/2006/relationships/oleObject" Target="../embeddings/oleObject39.bin"/><Relationship Id="rId7" Type="http://schemas.openxmlformats.org/officeDocument/2006/relationships/image" Target="../media/image8.png"/><Relationship Id="rId12" Type="http://schemas.openxmlformats.org/officeDocument/2006/relationships/oleObject" Target="../embeddings/oleObject43.bin"/><Relationship Id="rId17" Type="http://schemas.openxmlformats.org/officeDocument/2006/relationships/image" Target="../media/image51.emf"/><Relationship Id="rId2" Type="http://schemas.openxmlformats.org/officeDocument/2006/relationships/notesSlide" Target="../notesSlides/notesSlide8.xml"/><Relationship Id="rId16" Type="http://schemas.openxmlformats.org/officeDocument/2006/relationships/oleObject" Target="../embeddings/oleObject45.bin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6.emf"/><Relationship Id="rId11" Type="http://schemas.openxmlformats.org/officeDocument/2006/relationships/image" Target="../media/image48.emf"/><Relationship Id="rId5" Type="http://schemas.openxmlformats.org/officeDocument/2006/relationships/oleObject" Target="../embeddings/oleObject40.bin"/><Relationship Id="rId15" Type="http://schemas.openxmlformats.org/officeDocument/2006/relationships/image" Target="../media/image50.emf"/><Relationship Id="rId10" Type="http://schemas.openxmlformats.org/officeDocument/2006/relationships/oleObject" Target="../embeddings/oleObject42.bin"/><Relationship Id="rId19" Type="http://schemas.openxmlformats.org/officeDocument/2006/relationships/image" Target="../media/image52.emf"/><Relationship Id="rId4" Type="http://schemas.openxmlformats.org/officeDocument/2006/relationships/image" Target="../media/image45.emf"/><Relationship Id="rId9" Type="http://schemas.openxmlformats.org/officeDocument/2006/relationships/image" Target="../media/image47.emf"/><Relationship Id="rId14" Type="http://schemas.openxmlformats.org/officeDocument/2006/relationships/oleObject" Target="../embeddings/oleObject44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9.bin"/><Relationship Id="rId13" Type="http://schemas.openxmlformats.org/officeDocument/2006/relationships/image" Target="../media/image57.emf"/><Relationship Id="rId3" Type="http://schemas.openxmlformats.org/officeDocument/2006/relationships/notesSlide" Target="../notesSlides/notesSlide9.xml"/><Relationship Id="rId7" Type="http://schemas.openxmlformats.org/officeDocument/2006/relationships/image" Target="../media/image54.wmf"/><Relationship Id="rId12" Type="http://schemas.openxmlformats.org/officeDocument/2006/relationships/oleObject" Target="../embeddings/oleObject51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59.png"/><Relationship Id="rId1" Type="http://schemas.openxmlformats.org/officeDocument/2006/relationships/tags" Target="../tags/tag3.xml"/><Relationship Id="rId6" Type="http://schemas.openxmlformats.org/officeDocument/2006/relationships/oleObject" Target="../embeddings/oleObject48.bin"/><Relationship Id="rId11" Type="http://schemas.openxmlformats.org/officeDocument/2006/relationships/image" Target="../media/image56.wmf"/><Relationship Id="rId5" Type="http://schemas.openxmlformats.org/officeDocument/2006/relationships/image" Target="../media/image53.emf"/><Relationship Id="rId15" Type="http://schemas.openxmlformats.org/officeDocument/2006/relationships/image" Target="../media/image58.emf"/><Relationship Id="rId10" Type="http://schemas.openxmlformats.org/officeDocument/2006/relationships/oleObject" Target="../embeddings/oleObject50.bin"/><Relationship Id="rId4" Type="http://schemas.openxmlformats.org/officeDocument/2006/relationships/oleObject" Target="../embeddings/oleObject47.bin"/><Relationship Id="rId9" Type="http://schemas.openxmlformats.org/officeDocument/2006/relationships/image" Target="../media/image55.wmf"/><Relationship Id="rId14" Type="http://schemas.openxmlformats.org/officeDocument/2006/relationships/oleObject" Target="../embeddings/oleObject52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emf"/><Relationship Id="rId3" Type="http://schemas.openxmlformats.org/officeDocument/2006/relationships/oleObject" Target="../embeddings/oleObject53.bin"/><Relationship Id="rId7" Type="http://schemas.openxmlformats.org/officeDocument/2006/relationships/oleObject" Target="../embeddings/oleObject55.bin"/><Relationship Id="rId12" Type="http://schemas.openxmlformats.org/officeDocument/2006/relationships/image" Target="../media/image64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emf"/><Relationship Id="rId11" Type="http://schemas.openxmlformats.org/officeDocument/2006/relationships/oleObject" Target="../embeddings/oleObject57.bin"/><Relationship Id="rId5" Type="http://schemas.openxmlformats.org/officeDocument/2006/relationships/oleObject" Target="../embeddings/oleObject54.bin"/><Relationship Id="rId10" Type="http://schemas.openxmlformats.org/officeDocument/2006/relationships/image" Target="../media/image63.emf"/><Relationship Id="rId4" Type="http://schemas.openxmlformats.org/officeDocument/2006/relationships/image" Target="../media/image60.emf"/><Relationship Id="rId9" Type="http://schemas.openxmlformats.org/officeDocument/2006/relationships/oleObject" Target="../embeddings/oleObject56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1.bin"/><Relationship Id="rId13" Type="http://schemas.openxmlformats.org/officeDocument/2006/relationships/image" Target="../media/image70.emf"/><Relationship Id="rId18" Type="http://schemas.openxmlformats.org/officeDocument/2006/relationships/oleObject" Target="../embeddings/oleObject66.bin"/><Relationship Id="rId3" Type="http://schemas.openxmlformats.org/officeDocument/2006/relationships/image" Target="../media/image65.emf"/><Relationship Id="rId21" Type="http://schemas.openxmlformats.org/officeDocument/2006/relationships/image" Target="../media/image74.emf"/><Relationship Id="rId7" Type="http://schemas.openxmlformats.org/officeDocument/2006/relationships/image" Target="../media/image67.emf"/><Relationship Id="rId12" Type="http://schemas.openxmlformats.org/officeDocument/2006/relationships/oleObject" Target="../embeddings/oleObject63.bin"/><Relationship Id="rId17" Type="http://schemas.openxmlformats.org/officeDocument/2006/relationships/image" Target="../media/image72.emf"/><Relationship Id="rId2" Type="http://schemas.openxmlformats.org/officeDocument/2006/relationships/oleObject" Target="../embeddings/oleObject58.bin"/><Relationship Id="rId16" Type="http://schemas.openxmlformats.org/officeDocument/2006/relationships/oleObject" Target="../embeddings/oleObject65.bin"/><Relationship Id="rId20" Type="http://schemas.openxmlformats.org/officeDocument/2006/relationships/oleObject" Target="../embeddings/oleObject6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0.bin"/><Relationship Id="rId11" Type="http://schemas.openxmlformats.org/officeDocument/2006/relationships/image" Target="../media/image69.emf"/><Relationship Id="rId5" Type="http://schemas.openxmlformats.org/officeDocument/2006/relationships/image" Target="../media/image66.emf"/><Relationship Id="rId15" Type="http://schemas.openxmlformats.org/officeDocument/2006/relationships/image" Target="../media/image71.emf"/><Relationship Id="rId23" Type="http://schemas.openxmlformats.org/officeDocument/2006/relationships/image" Target="../media/image75.emf"/><Relationship Id="rId10" Type="http://schemas.openxmlformats.org/officeDocument/2006/relationships/oleObject" Target="../embeddings/oleObject62.bin"/><Relationship Id="rId19" Type="http://schemas.openxmlformats.org/officeDocument/2006/relationships/image" Target="../media/image73.emf"/><Relationship Id="rId4" Type="http://schemas.openxmlformats.org/officeDocument/2006/relationships/oleObject" Target="../embeddings/oleObject59.bin"/><Relationship Id="rId9" Type="http://schemas.openxmlformats.org/officeDocument/2006/relationships/image" Target="../media/image68.emf"/><Relationship Id="rId14" Type="http://schemas.openxmlformats.org/officeDocument/2006/relationships/oleObject" Target="../embeddings/oleObject64.bin"/><Relationship Id="rId22" Type="http://schemas.openxmlformats.org/officeDocument/2006/relationships/oleObject" Target="../embeddings/oleObject68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3" Type="http://schemas.openxmlformats.org/officeDocument/2006/relationships/image" Target="../media/image76.emf"/><Relationship Id="rId7" Type="http://schemas.openxmlformats.org/officeDocument/2006/relationships/image" Target="../media/image78.emf"/><Relationship Id="rId2" Type="http://schemas.openxmlformats.org/officeDocument/2006/relationships/oleObject" Target="../embeddings/oleObject6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1.bin"/><Relationship Id="rId5" Type="http://schemas.openxmlformats.org/officeDocument/2006/relationships/image" Target="../media/image77.emf"/><Relationship Id="rId4" Type="http://schemas.openxmlformats.org/officeDocument/2006/relationships/oleObject" Target="../embeddings/oleObject70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5.bin"/><Relationship Id="rId13" Type="http://schemas.openxmlformats.org/officeDocument/2006/relationships/image" Target="../media/image85.emf"/><Relationship Id="rId3" Type="http://schemas.openxmlformats.org/officeDocument/2006/relationships/image" Target="../media/image80.emf"/><Relationship Id="rId7" Type="http://schemas.openxmlformats.org/officeDocument/2006/relationships/image" Target="../media/image82.emf"/><Relationship Id="rId12" Type="http://schemas.openxmlformats.org/officeDocument/2006/relationships/oleObject" Target="../embeddings/oleObject77.bin"/><Relationship Id="rId2" Type="http://schemas.openxmlformats.org/officeDocument/2006/relationships/oleObject" Target="../embeddings/oleObject72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74.bin"/><Relationship Id="rId11" Type="http://schemas.openxmlformats.org/officeDocument/2006/relationships/image" Target="../media/image84.emf"/><Relationship Id="rId5" Type="http://schemas.openxmlformats.org/officeDocument/2006/relationships/image" Target="../media/image81.emf"/><Relationship Id="rId10" Type="http://schemas.openxmlformats.org/officeDocument/2006/relationships/oleObject" Target="../embeddings/oleObject76.bin"/><Relationship Id="rId4" Type="http://schemas.openxmlformats.org/officeDocument/2006/relationships/oleObject" Target="../embeddings/oleObject73.bin"/><Relationship Id="rId9" Type="http://schemas.openxmlformats.org/officeDocument/2006/relationships/image" Target="../media/image83.e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1.bin"/><Relationship Id="rId3" Type="http://schemas.openxmlformats.org/officeDocument/2006/relationships/image" Target="../media/image86.emf"/><Relationship Id="rId7" Type="http://schemas.openxmlformats.org/officeDocument/2006/relationships/image" Target="../media/image88.emf"/><Relationship Id="rId2" Type="http://schemas.openxmlformats.org/officeDocument/2006/relationships/oleObject" Target="../embeddings/oleObject7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80.bin"/><Relationship Id="rId11" Type="http://schemas.openxmlformats.org/officeDocument/2006/relationships/image" Target="../media/image90.png"/><Relationship Id="rId5" Type="http://schemas.openxmlformats.org/officeDocument/2006/relationships/image" Target="../media/image87.emf"/><Relationship Id="rId10" Type="http://schemas.openxmlformats.org/officeDocument/2006/relationships/image" Target="../media/image79.png"/><Relationship Id="rId4" Type="http://schemas.openxmlformats.org/officeDocument/2006/relationships/oleObject" Target="../embeddings/oleObject79.bin"/><Relationship Id="rId9" Type="http://schemas.openxmlformats.org/officeDocument/2006/relationships/image" Target="../media/image89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2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2.wmf"/><Relationship Id="rId5" Type="http://schemas.openxmlformats.org/officeDocument/2006/relationships/oleObject" Target="../embeddings/oleObject83.bin"/><Relationship Id="rId4" Type="http://schemas.openxmlformats.org/officeDocument/2006/relationships/image" Target="../media/image91.em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3">
            <a:extLst>
              <a:ext uri="{FF2B5EF4-FFF2-40B4-BE49-F238E27FC236}">
                <a16:creationId xmlns:a16="http://schemas.microsoft.com/office/drawing/2014/main" id="{3111BABA-8F25-343F-A219-45767C6105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FD4C37-3159-49D5-B57D-47EE03927D3C}" type="slidenum">
              <a:rPr lang="en-US" altLang="zh-CN"/>
              <a:pPr/>
              <a:t>1</a:t>
            </a:fld>
            <a:endParaRPr lang="en-US" altLang="zh-CN"/>
          </a:p>
        </p:txBody>
      </p:sp>
      <p:sp>
        <p:nvSpPr>
          <p:cNvPr id="526357" name="Rectangle 21">
            <a:extLst>
              <a:ext uri="{FF2B5EF4-FFF2-40B4-BE49-F238E27FC236}">
                <a16:creationId xmlns:a16="http://schemas.microsoft.com/office/drawing/2014/main" id="{4924A8B1-E068-6AE6-5F50-8B056213FE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17513" y="884238"/>
            <a:ext cx="8207375" cy="431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zh-CN" sz="2800" b="1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5.2</a:t>
            </a:r>
            <a:r>
              <a:rPr lang="en-US" altLang="zh-CN" sz="2800" b="1">
                <a:solidFill>
                  <a:schemeClr val="bg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 </a:t>
            </a:r>
            <a:r>
              <a:rPr lang="zh-CN" altLang="en-US" sz="2800" b="1">
                <a:solidFill>
                  <a:schemeClr val="bg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导电媒质中的均匀平面波</a:t>
            </a:r>
          </a:p>
        </p:txBody>
      </p:sp>
      <p:sp>
        <p:nvSpPr>
          <p:cNvPr id="37891" name="Rectangle 32">
            <a:extLst>
              <a:ext uri="{FF2B5EF4-FFF2-40B4-BE49-F238E27FC236}">
                <a16:creationId xmlns:a16="http://schemas.microsoft.com/office/drawing/2014/main" id="{61DD0CF0-004D-233A-75C9-EA82082E25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450" y="2409825"/>
            <a:ext cx="5040313" cy="2808288"/>
          </a:xfrm>
          <a:prstGeom prst="rect">
            <a:avLst/>
          </a:prstGeom>
          <a:solidFill>
            <a:srgbClr val="CCFFFF"/>
          </a:solidFill>
          <a:ln w="222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spcBef>
                <a:spcPct val="20000"/>
              </a:spcBef>
            </a:pPr>
            <a:endParaRPr lang="zh-CN" altLang="en-US"/>
          </a:p>
        </p:txBody>
      </p:sp>
      <p:sp>
        <p:nvSpPr>
          <p:cNvPr id="37892" name="Text Box 33">
            <a:extLst>
              <a:ext uri="{FF2B5EF4-FFF2-40B4-BE49-F238E27FC236}">
                <a16:creationId xmlns:a16="http://schemas.microsoft.com/office/drawing/2014/main" id="{AE977613-61C3-9320-CCF3-D752EFB1C9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4775" y="3273425"/>
            <a:ext cx="46370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</a:rPr>
              <a:t>5.2.1  </a:t>
            </a:r>
            <a:r>
              <a:rPr lang="zh-CN" altLang="en-US">
                <a:hlinkClick r:id="rId4" action="ppaction://hlinksldjump"/>
              </a:rPr>
              <a:t>导电媒质中的均匀平面波</a:t>
            </a:r>
            <a:r>
              <a:rPr lang="zh-CN" altLang="en-US">
                <a:latin typeface="幼圆" panose="02010509060101010101" pitchFamily="49" charset="-122"/>
                <a:ea typeface="幼圆" panose="02010509060101010101" pitchFamily="49" charset="-122"/>
                <a:hlinkClick r:id="rId4" action="ppaction://hlinksldjump"/>
              </a:rPr>
              <a:t>  </a:t>
            </a:r>
            <a:endParaRPr lang="zh-CN" altLang="en-US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37893" name="Text Box 34">
            <a:extLst>
              <a:ext uri="{FF2B5EF4-FFF2-40B4-BE49-F238E27FC236}">
                <a16:creationId xmlns:a16="http://schemas.microsoft.com/office/drawing/2014/main" id="{89E1FA3E-BAA4-508F-4124-A5569AB773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3895725"/>
            <a:ext cx="56165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</a:rPr>
              <a:t>5.2.2  </a:t>
            </a:r>
            <a:r>
              <a:rPr lang="zh-CN" altLang="en-US">
                <a:hlinkClick r:id="rId5" action="ppaction://hlinksldjump"/>
              </a:rPr>
              <a:t>弱导电媒质中的均匀平面波</a:t>
            </a:r>
            <a:r>
              <a:rPr lang="zh-CN" altLang="en-US">
                <a:latin typeface="幼圆" panose="02010509060101010101" pitchFamily="49" charset="-122"/>
                <a:ea typeface="幼圆" panose="02010509060101010101" pitchFamily="49" charset="-122"/>
                <a:hlinkClick r:id="rId5" action="ppaction://hlinksldjump"/>
              </a:rPr>
              <a:t>  </a:t>
            </a:r>
            <a:endParaRPr lang="zh-CN" altLang="en-US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37894" name="Text Box 35">
            <a:extLst>
              <a:ext uri="{FF2B5EF4-FFF2-40B4-BE49-F238E27FC236}">
                <a16:creationId xmlns:a16="http://schemas.microsoft.com/office/drawing/2014/main" id="{51CB78E1-5960-EC6C-F464-F3C3A57960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4545013"/>
            <a:ext cx="56165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</a:rPr>
              <a:t>5.2.3  </a:t>
            </a:r>
            <a:r>
              <a:rPr lang="zh-CN" altLang="en-US">
                <a:hlinkClick r:id="rId6" action="ppaction://hlinksldjump"/>
              </a:rPr>
              <a:t>良导体中的均匀平面波</a:t>
            </a:r>
            <a:r>
              <a:rPr lang="zh-CN" altLang="en-US">
                <a:latin typeface="幼圆" panose="02010509060101010101" pitchFamily="49" charset="-122"/>
                <a:ea typeface="幼圆" panose="02010509060101010101" pitchFamily="49" charset="-122"/>
                <a:hlinkClick r:id="rId6" action="ppaction://hlinksldjump"/>
              </a:rPr>
              <a:t>  </a:t>
            </a:r>
            <a:endParaRPr lang="zh-CN" altLang="en-US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37895" name="Text Box 36">
            <a:extLst>
              <a:ext uri="{FF2B5EF4-FFF2-40B4-BE49-F238E27FC236}">
                <a16:creationId xmlns:a16="http://schemas.microsoft.com/office/drawing/2014/main" id="{9DA08C49-4E17-9485-0E98-455794BB36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9250" y="2552700"/>
            <a:ext cx="38893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800">
                <a:solidFill>
                  <a:srgbClr val="990000"/>
                </a:solidFill>
              </a:rPr>
              <a:t>讨论内容</a:t>
            </a:r>
            <a:r>
              <a:rPr lang="zh-CN" altLang="en-US">
                <a:latin typeface="幼圆" panose="02010509060101010101" pitchFamily="49" charset="-122"/>
                <a:ea typeface="幼圆" panose="02010509060101010101" pitchFamily="49" charset="-122"/>
              </a:rPr>
              <a:t>  </a:t>
            </a:r>
          </a:p>
        </p:txBody>
      </p:sp>
      <p:grpSp>
        <p:nvGrpSpPr>
          <p:cNvPr id="9" name="Group 20">
            <a:extLst>
              <a:ext uri="{FF2B5EF4-FFF2-40B4-BE49-F238E27FC236}">
                <a16:creationId xmlns:a16="http://schemas.microsoft.com/office/drawing/2014/main" id="{91AC3231-B376-06DC-78E2-F06E2681BEBC}"/>
              </a:ext>
            </a:extLst>
          </p:cNvPr>
          <p:cNvGrpSpPr>
            <a:grpSpLocks/>
          </p:cNvGrpSpPr>
          <p:nvPr/>
        </p:nvGrpSpPr>
        <p:grpSpPr bwMode="auto">
          <a:xfrm>
            <a:off x="6132513" y="3762375"/>
            <a:ext cx="3011487" cy="787400"/>
            <a:chOff x="249" y="618"/>
            <a:chExt cx="1897" cy="496"/>
          </a:xfrm>
        </p:grpSpPr>
        <p:sp>
          <p:nvSpPr>
            <p:cNvPr id="37897" name="Rectangle 2">
              <a:extLst>
                <a:ext uri="{FF2B5EF4-FFF2-40B4-BE49-F238E27FC236}">
                  <a16:creationId xmlns:a16="http://schemas.microsoft.com/office/drawing/2014/main" id="{5DFCCD66-CF74-F4AA-CF21-952C9BB28B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" y="709"/>
              <a:ext cx="131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>
                  <a:solidFill>
                    <a:srgbClr val="FF99FF"/>
                  </a:solidFill>
                  <a:ea typeface="宋体" panose="02010600030101010101" pitchFamily="2" charset="-122"/>
                </a:rPr>
                <a:t>弱导电媒质：</a:t>
              </a:r>
            </a:p>
          </p:txBody>
        </p:sp>
        <p:graphicFrame>
          <p:nvGraphicFramePr>
            <p:cNvPr id="37898" name="Object 3">
              <a:extLst>
                <a:ext uri="{FF2B5EF4-FFF2-40B4-BE49-F238E27FC236}">
                  <a16:creationId xmlns:a16="http://schemas.microsoft.com/office/drawing/2014/main" id="{9C8B4765-2E3E-1299-796B-F0570A2F5C1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74" y="618"/>
            <a:ext cx="672" cy="4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" imgW="401040" imgH="280440" progId="Equation.3">
                    <p:embed/>
                  </p:oleObj>
                </mc:Choice>
                <mc:Fallback>
                  <p:oleObj r:id="rId7" imgW="401040" imgH="280440" progId="Equation.3">
                    <p:embed/>
                    <p:pic>
                      <p:nvPicPr>
                        <p:cNvPr id="37898" name="Object 3">
                          <a:extLst>
                            <a:ext uri="{FF2B5EF4-FFF2-40B4-BE49-F238E27FC236}">
                              <a16:creationId xmlns:a16="http://schemas.microsoft.com/office/drawing/2014/main" id="{9C8B4765-2E3E-1299-796B-F0570A2F5C1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74" y="618"/>
                          <a:ext cx="672" cy="4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" name="Group 46">
            <a:extLst>
              <a:ext uri="{FF2B5EF4-FFF2-40B4-BE49-F238E27FC236}">
                <a16:creationId xmlns:a16="http://schemas.microsoft.com/office/drawing/2014/main" id="{F1DEA479-E29B-8D9C-5641-FDD1CD700ACB}"/>
              </a:ext>
            </a:extLst>
          </p:cNvPr>
          <p:cNvGrpSpPr>
            <a:grpSpLocks/>
          </p:cNvGrpSpPr>
          <p:nvPr/>
        </p:nvGrpSpPr>
        <p:grpSpPr bwMode="auto">
          <a:xfrm>
            <a:off x="6132513" y="4448175"/>
            <a:ext cx="3527425" cy="852488"/>
            <a:chOff x="275" y="625"/>
            <a:chExt cx="2222" cy="537"/>
          </a:xfrm>
        </p:grpSpPr>
        <p:graphicFrame>
          <p:nvGraphicFramePr>
            <p:cNvPr id="37900" name="Object 4">
              <a:extLst>
                <a:ext uri="{FF2B5EF4-FFF2-40B4-BE49-F238E27FC236}">
                  <a16:creationId xmlns:a16="http://schemas.microsoft.com/office/drawing/2014/main" id="{23F7467F-6AC9-274F-11FD-D9717FC2A5C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66" y="625"/>
            <a:ext cx="726" cy="5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9" imgW="401040" imgH="280440" progId="Equation.3">
                    <p:embed/>
                  </p:oleObj>
                </mc:Choice>
                <mc:Fallback>
                  <p:oleObj r:id="rId9" imgW="401040" imgH="280440" progId="Equation.3">
                    <p:embed/>
                    <p:pic>
                      <p:nvPicPr>
                        <p:cNvPr id="37900" name="Object 4">
                          <a:extLst>
                            <a:ext uri="{FF2B5EF4-FFF2-40B4-BE49-F238E27FC236}">
                              <a16:creationId xmlns:a16="http://schemas.microsoft.com/office/drawing/2014/main" id="{23F7467F-6AC9-274F-11FD-D9717FC2A5C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66" y="625"/>
                          <a:ext cx="726" cy="5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901" name="Text Box 14">
              <a:extLst>
                <a:ext uri="{FF2B5EF4-FFF2-40B4-BE49-F238E27FC236}">
                  <a16:creationId xmlns:a16="http://schemas.microsoft.com/office/drawing/2014/main" id="{A35A970C-0459-4C8F-7389-5FFFC36591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5" y="654"/>
              <a:ext cx="2222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>
                  <a:solidFill>
                    <a:srgbClr val="FF99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良导体：</a:t>
              </a:r>
            </a:p>
          </p:txBody>
        </p:sp>
      </p:grpSp>
      <p:sp>
        <p:nvSpPr>
          <p:cNvPr id="3" name="Text Box 3">
            <a:extLst>
              <a:ext uri="{FF2B5EF4-FFF2-40B4-BE49-F238E27FC236}">
                <a16:creationId xmlns:a16="http://schemas.microsoft.com/office/drawing/2014/main" id="{280BBE46-762E-FC6C-ABF9-D53374ABADB5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2628900" y="1370013"/>
            <a:ext cx="4097338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10000"/>
              </a:lnSpc>
              <a:spcBef>
                <a:spcPct val="20000"/>
              </a:spcBef>
            </a:pPr>
            <a:r>
              <a:rPr lang="en-US" altLang="zh-CN" b="0" i="1">
                <a:solidFill>
                  <a:schemeClr val="bg1"/>
                </a:solidFill>
                <a:sym typeface="Symbol" panose="05050102010706020507" pitchFamily="18" charset="2"/>
              </a:rPr>
              <a:t>(</a:t>
            </a:r>
            <a:r>
              <a:rPr lang="zh-CN" altLang="en-US" b="0" i="1">
                <a:solidFill>
                  <a:schemeClr val="bg1"/>
                </a:solidFill>
                <a:sym typeface="Symbol" panose="05050102010706020507" pitchFamily="18" charset="2"/>
              </a:rPr>
              <a:t> </a:t>
            </a:r>
            <a:r>
              <a:rPr lang="en-US" altLang="zh-CN" b="0">
                <a:solidFill>
                  <a:schemeClr val="bg1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≠</a:t>
            </a:r>
            <a:r>
              <a:rPr lang="zh-CN" altLang="en-US" b="0">
                <a:solidFill>
                  <a:schemeClr val="bg1"/>
                </a:solidFill>
                <a:sym typeface="Symbol" panose="05050102010706020507" pitchFamily="18" charset="2"/>
              </a:rPr>
              <a:t> </a:t>
            </a:r>
            <a:r>
              <a:rPr lang="en-US" altLang="zh-CN" b="0">
                <a:solidFill>
                  <a:schemeClr val="bg1"/>
                </a:solidFill>
                <a:sym typeface="Symbol" panose="05050102010706020507" pitchFamily="18" charset="2"/>
              </a:rPr>
              <a:t>0</a:t>
            </a:r>
            <a:r>
              <a:rPr lang="en-US" altLang="zh-CN" b="0">
                <a:solidFill>
                  <a:schemeClr val="bg1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→γ</a:t>
            </a:r>
            <a:r>
              <a:rPr lang="zh-CN" altLang="en-US" b="0" i="1">
                <a:solidFill>
                  <a:schemeClr val="bg1"/>
                </a:solidFill>
                <a:sym typeface="Symbol" panose="05050102010706020507" pitchFamily="18" charset="2"/>
              </a:rPr>
              <a:t> </a:t>
            </a:r>
            <a:r>
              <a:rPr lang="en-US" altLang="zh-CN" b="0">
                <a:solidFill>
                  <a:schemeClr val="bg1"/>
                </a:solidFill>
                <a:sym typeface="Symbol" panose="05050102010706020507" pitchFamily="18" charset="2"/>
              </a:rPr>
              <a:t>=</a:t>
            </a:r>
            <a:r>
              <a:rPr lang="en-US" altLang="zh-CN" b="0">
                <a:solidFill>
                  <a:schemeClr val="bg1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α+jβ</a:t>
            </a:r>
            <a:r>
              <a:rPr lang="en-US" altLang="zh-CN" b="0">
                <a:solidFill>
                  <a:schemeClr val="bg1"/>
                </a:solidFill>
                <a:sym typeface="Symbol" panose="05050102010706020507" pitchFamily="18" charset="2"/>
              </a:rPr>
              <a:t>)</a:t>
            </a:r>
            <a:endParaRPr lang="zh-CN" altLang="en-US" b="0">
              <a:solidFill>
                <a:schemeClr val="bg1"/>
              </a:solidFill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526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6357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3">
            <a:extLst>
              <a:ext uri="{FF2B5EF4-FFF2-40B4-BE49-F238E27FC236}">
                <a16:creationId xmlns:a16="http://schemas.microsoft.com/office/drawing/2014/main" id="{8B506B21-5438-E701-8DB0-0B621479C1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86DE11-2061-467B-9468-0D1516C394B1}" type="slidenum">
              <a:rPr lang="en-US" altLang="zh-CN"/>
              <a:pPr/>
              <a:t>2</a:t>
            </a:fld>
            <a:endParaRPr lang="en-US" altLang="zh-CN"/>
          </a:p>
        </p:txBody>
      </p:sp>
      <p:sp>
        <p:nvSpPr>
          <p:cNvPr id="766979" name="Text Box 3">
            <a:extLst>
              <a:ext uri="{FF2B5EF4-FFF2-40B4-BE49-F238E27FC236}">
                <a16:creationId xmlns:a16="http://schemas.microsoft.com/office/drawing/2014/main" id="{3F355F82-AAC7-6D89-CA8C-307CCCFC02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1196975"/>
            <a:ext cx="8496300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10000"/>
              </a:lnSpc>
              <a:spcBef>
                <a:spcPct val="20000"/>
              </a:spcBef>
              <a:buFontTx/>
              <a:buBlip>
                <a:blip r:embed="rId3"/>
              </a:buBlip>
            </a:pPr>
            <a:r>
              <a:rPr lang="en-US" altLang="zh-CN">
                <a:solidFill>
                  <a:schemeClr val="bg1"/>
                </a:solidFill>
              </a:rPr>
              <a:t>    </a:t>
            </a:r>
            <a:r>
              <a:rPr lang="zh-CN" altLang="en-US">
                <a:solidFill>
                  <a:schemeClr val="bg1"/>
                </a:solidFill>
              </a:rPr>
              <a:t>导电媒质的典型特征是电导率</a:t>
            </a:r>
            <a:r>
              <a:rPr lang="zh-CN" altLang="en-US" b="0" i="1">
                <a:solidFill>
                  <a:schemeClr val="bg1"/>
                </a:solidFill>
                <a:sym typeface="Symbol" panose="05050102010706020507" pitchFamily="18" charset="2"/>
              </a:rPr>
              <a:t> </a:t>
            </a:r>
            <a:r>
              <a:rPr lang="zh-CN" altLang="en-US" b="0">
                <a:solidFill>
                  <a:schemeClr val="bg1"/>
                </a:solidFill>
                <a:sym typeface="Symbol" panose="05050102010706020507" pitchFamily="18" charset="2"/>
              </a:rPr>
              <a:t>≠ </a:t>
            </a:r>
            <a:r>
              <a:rPr lang="en-US" altLang="zh-CN" b="0">
                <a:solidFill>
                  <a:schemeClr val="bg1"/>
                </a:solidFill>
                <a:sym typeface="Symbol" panose="05050102010706020507" pitchFamily="18" charset="2"/>
              </a:rPr>
              <a:t>0</a:t>
            </a:r>
            <a:r>
              <a:rPr lang="zh-CN" altLang="en-US" b="0">
                <a:solidFill>
                  <a:schemeClr val="bg1"/>
                </a:solidFill>
                <a:sym typeface="Symbol" panose="05050102010706020507" pitchFamily="18" charset="2"/>
              </a:rPr>
              <a:t>。</a:t>
            </a:r>
          </a:p>
        </p:txBody>
      </p:sp>
      <p:sp>
        <p:nvSpPr>
          <p:cNvPr id="766980" name="Text Box 4">
            <a:extLst>
              <a:ext uri="{FF2B5EF4-FFF2-40B4-BE49-F238E27FC236}">
                <a16:creationId xmlns:a16="http://schemas.microsoft.com/office/drawing/2014/main" id="{C8BD93A9-78F4-5239-1884-831EA17763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1811338"/>
            <a:ext cx="8893175" cy="144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10000"/>
              </a:lnSpc>
              <a:spcBef>
                <a:spcPct val="20000"/>
              </a:spcBef>
              <a:buFontTx/>
              <a:buBlip>
                <a:blip r:embed="rId3"/>
              </a:buBlip>
            </a:pPr>
            <a:r>
              <a:rPr lang="en-US" altLang="zh-CN">
                <a:solidFill>
                  <a:schemeClr val="bg1"/>
                </a:solidFill>
              </a:rPr>
              <a:t>    </a:t>
            </a:r>
            <a:r>
              <a:rPr lang="zh-CN" altLang="en-US">
                <a:solidFill>
                  <a:schemeClr val="bg1"/>
                </a:solidFill>
              </a:rPr>
              <a:t>电磁波在导电媒质中传播时，有传导电流 </a:t>
            </a:r>
            <a:r>
              <a:rPr lang="en-US" altLang="zh-CN" i="1">
                <a:solidFill>
                  <a:schemeClr val="bg1"/>
                </a:solidFill>
              </a:rPr>
              <a:t>J </a:t>
            </a:r>
            <a:r>
              <a:rPr lang="en-US" altLang="zh-CN">
                <a:solidFill>
                  <a:schemeClr val="bg1"/>
                </a:solidFill>
              </a:rPr>
              <a:t>=</a:t>
            </a:r>
            <a:r>
              <a:rPr lang="en-US" altLang="zh-CN" b="0" i="1">
                <a:solidFill>
                  <a:schemeClr val="bg1"/>
                </a:solidFill>
                <a:sym typeface="Symbol" panose="05050102010706020507" pitchFamily="18" charset="2"/>
              </a:rPr>
              <a:t> </a:t>
            </a:r>
            <a:r>
              <a:rPr lang="en-US" altLang="zh-CN" i="1">
                <a:solidFill>
                  <a:schemeClr val="bg1"/>
                </a:solidFill>
                <a:sym typeface="Symbol" panose="05050102010706020507" pitchFamily="18" charset="2"/>
              </a:rPr>
              <a:t>E </a:t>
            </a:r>
            <a:r>
              <a:rPr lang="zh-CN" altLang="en-US">
                <a:solidFill>
                  <a:schemeClr val="bg1"/>
                </a:solidFill>
                <a:sym typeface="Symbol" panose="05050102010706020507" pitchFamily="18" charset="2"/>
              </a:rPr>
              <a:t>存在，同时   </a:t>
            </a:r>
          </a:p>
          <a:p>
            <a:pPr algn="just">
              <a:lnSpc>
                <a:spcPct val="110000"/>
              </a:lnSpc>
              <a:spcBef>
                <a:spcPct val="20000"/>
              </a:spcBef>
            </a:pPr>
            <a:r>
              <a:rPr lang="zh-CN" altLang="en-US">
                <a:solidFill>
                  <a:schemeClr val="bg1"/>
                </a:solidFill>
                <a:sym typeface="Symbol" panose="05050102010706020507" pitchFamily="18" charset="2"/>
              </a:rPr>
              <a:t>      伴随着电磁能量的损耗（焦耳热损耗），所以导电媒质是有</a:t>
            </a:r>
          </a:p>
          <a:p>
            <a:pPr algn="just">
              <a:lnSpc>
                <a:spcPct val="110000"/>
              </a:lnSpc>
              <a:spcBef>
                <a:spcPct val="20000"/>
              </a:spcBef>
            </a:pPr>
            <a:r>
              <a:rPr lang="zh-CN" altLang="en-US">
                <a:solidFill>
                  <a:schemeClr val="bg1"/>
                </a:solidFill>
                <a:sym typeface="Symbol" panose="05050102010706020507" pitchFamily="18" charset="2"/>
              </a:rPr>
              <a:t>      耗媒质。</a:t>
            </a:r>
            <a:endParaRPr lang="zh-CN" altLang="en-US" i="1" baseline="-25000">
              <a:solidFill>
                <a:schemeClr val="bg1"/>
              </a:solidFill>
            </a:endParaRPr>
          </a:p>
        </p:txBody>
      </p:sp>
      <p:sp>
        <p:nvSpPr>
          <p:cNvPr id="766981" name="Text Box 5">
            <a:extLst>
              <a:ext uri="{FF2B5EF4-FFF2-40B4-BE49-F238E27FC236}">
                <a16:creationId xmlns:a16="http://schemas.microsoft.com/office/drawing/2014/main" id="{EBC4FA6E-172F-2FAD-B55D-C2243EC1AB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3325813"/>
            <a:ext cx="8785225" cy="96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10000"/>
              </a:lnSpc>
              <a:spcBef>
                <a:spcPct val="20000"/>
              </a:spcBef>
              <a:buFontTx/>
              <a:buBlip>
                <a:blip r:embed="rId3"/>
              </a:buBlip>
            </a:pPr>
            <a:r>
              <a:rPr lang="en-US" altLang="zh-CN">
                <a:solidFill>
                  <a:schemeClr val="bg1"/>
                </a:solidFill>
                <a:sym typeface="Symbol" panose="05050102010706020507" pitchFamily="18" charset="2"/>
              </a:rPr>
              <a:t>    </a:t>
            </a:r>
            <a:r>
              <a:rPr lang="zh-CN" altLang="en-US">
                <a:solidFill>
                  <a:schemeClr val="bg1"/>
                </a:solidFill>
                <a:sym typeface="Symbol" panose="05050102010706020507" pitchFamily="18" charset="2"/>
              </a:rPr>
              <a:t>导电媒质中的电磁波的传播特性与非导电媒质（无损耗介质）</a:t>
            </a:r>
          </a:p>
          <a:p>
            <a:pPr algn="just">
              <a:lnSpc>
                <a:spcPct val="110000"/>
              </a:lnSpc>
              <a:spcBef>
                <a:spcPct val="20000"/>
              </a:spcBef>
            </a:pPr>
            <a:r>
              <a:rPr lang="zh-CN" altLang="en-US">
                <a:solidFill>
                  <a:schemeClr val="bg1"/>
                </a:solidFill>
                <a:sym typeface="Symbol" panose="05050102010706020507" pitchFamily="18" charset="2"/>
              </a:rPr>
              <a:t>       的传播特性有所不同。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9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7669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9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7669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9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0"/>
                                        <p:tgtEl>
                                          <p:spTgt spid="7669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9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2000"/>
                                        <p:tgtEl>
                                          <p:spTgt spid="7669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9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2000"/>
                                        <p:tgtEl>
                                          <p:spTgt spid="7669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9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2000"/>
                                        <p:tgtEl>
                                          <p:spTgt spid="7669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6979" grpId="0" build="p"/>
      <p:bldP spid="766980" grpId="0" build="p"/>
      <p:bldP spid="766981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灯片编号占位符 3">
            <a:extLst>
              <a:ext uri="{FF2B5EF4-FFF2-40B4-BE49-F238E27FC236}">
                <a16:creationId xmlns:a16="http://schemas.microsoft.com/office/drawing/2014/main" id="{3AB1F1C5-73AB-653E-24ED-CE668A9D07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A34663-BCC2-4B5E-949D-64198549E692}" type="slidenum">
              <a:rPr lang="en-US" altLang="zh-CN"/>
              <a:pPr/>
              <a:t>3</a:t>
            </a:fld>
            <a:endParaRPr lang="en-US" altLang="zh-CN"/>
          </a:p>
        </p:txBody>
      </p:sp>
      <p:sp>
        <p:nvSpPr>
          <p:cNvPr id="683020" name="Text Box 12">
            <a:extLst>
              <a:ext uri="{FF2B5EF4-FFF2-40B4-BE49-F238E27FC236}">
                <a16:creationId xmlns:a16="http://schemas.microsoft.com/office/drawing/2014/main" id="{92298904-2D6B-4744-73D8-2D76B7171D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525" y="476250"/>
            <a:ext cx="6019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solidFill>
                  <a:schemeClr val="bg1"/>
                </a:solidFill>
                <a:ea typeface="宋体" panose="02010600030101010101" pitchFamily="2" charset="-122"/>
              </a:rPr>
              <a:t>5.2.1  </a:t>
            </a:r>
            <a:r>
              <a:rPr lang="zh-CN" altLang="en-US">
                <a:solidFill>
                  <a:schemeClr val="bg1"/>
                </a:solidFill>
                <a:ea typeface="幼圆" panose="02010509060101010101" pitchFamily="49" charset="-122"/>
              </a:rPr>
              <a:t>导电媒质中的均匀平面波</a:t>
            </a:r>
            <a:r>
              <a:rPr lang="zh-CN" altLang="en-US">
                <a:solidFill>
                  <a:schemeClr val="bg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  </a:t>
            </a:r>
          </a:p>
        </p:txBody>
      </p:sp>
      <p:graphicFrame>
        <p:nvGraphicFramePr>
          <p:cNvPr id="683054" name="Object 46">
            <a:extLst>
              <a:ext uri="{FF2B5EF4-FFF2-40B4-BE49-F238E27FC236}">
                <a16:creationId xmlns:a16="http://schemas.microsoft.com/office/drawing/2014/main" id="{5FA55C14-5325-910B-320C-940116B30DB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8877037"/>
              </p:ext>
            </p:extLst>
          </p:nvPr>
        </p:nvGraphicFramePr>
        <p:xfrm>
          <a:off x="828675" y="2093243"/>
          <a:ext cx="3778250" cy="178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565640" imgH="709560" progId="Equation.DSMT4">
                  <p:embed/>
                </p:oleObj>
              </mc:Choice>
              <mc:Fallback>
                <p:oleObj r:id="rId3" imgW="1565640" imgH="709560" progId="Equation.DSMT4">
                  <p:embed/>
                  <p:pic>
                    <p:nvPicPr>
                      <p:cNvPr id="683054" name="Object 46">
                        <a:extLst>
                          <a:ext uri="{FF2B5EF4-FFF2-40B4-BE49-F238E27FC236}">
                            <a16:creationId xmlns:a16="http://schemas.microsoft.com/office/drawing/2014/main" id="{5FA55C14-5325-910B-320C-940116B30DB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8675" y="2093243"/>
                        <a:ext cx="3778250" cy="1789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83055" name="Group 47">
            <a:extLst>
              <a:ext uri="{FF2B5EF4-FFF2-40B4-BE49-F238E27FC236}">
                <a16:creationId xmlns:a16="http://schemas.microsoft.com/office/drawing/2014/main" id="{7EC410C5-6104-0509-AB58-0BFA19AAB07F}"/>
              </a:ext>
            </a:extLst>
          </p:cNvPr>
          <p:cNvGrpSpPr>
            <a:grpSpLocks/>
          </p:cNvGrpSpPr>
          <p:nvPr/>
        </p:nvGrpSpPr>
        <p:grpSpPr bwMode="auto">
          <a:xfrm>
            <a:off x="4572000" y="2153568"/>
            <a:ext cx="3062287" cy="1646237"/>
            <a:chOff x="3310" y="2931"/>
            <a:chExt cx="2046" cy="1124"/>
          </a:xfrm>
        </p:grpSpPr>
        <p:graphicFrame>
          <p:nvGraphicFramePr>
            <p:cNvPr id="41999" name="Object 48">
              <a:extLst>
                <a:ext uri="{FF2B5EF4-FFF2-40B4-BE49-F238E27FC236}">
                  <a16:creationId xmlns:a16="http://schemas.microsoft.com/office/drawing/2014/main" id="{CCE9EA32-65AD-1F22-ED46-4749EF4987C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1099688"/>
                </p:ext>
              </p:extLst>
            </p:nvPr>
          </p:nvGraphicFramePr>
          <p:xfrm>
            <a:off x="3919" y="3657"/>
            <a:ext cx="1331" cy="3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708840" imgH="170640" progId="Equation.DSMT4">
                    <p:embed/>
                  </p:oleObj>
                </mc:Choice>
                <mc:Fallback>
                  <p:oleObj r:id="rId5" imgW="708840" imgH="170640" progId="Equation.DSMT4">
                    <p:embed/>
                    <p:pic>
                      <p:nvPicPr>
                        <p:cNvPr id="41999" name="Object 48">
                          <a:extLst>
                            <a:ext uri="{FF2B5EF4-FFF2-40B4-BE49-F238E27FC236}">
                              <a16:creationId xmlns:a16="http://schemas.microsoft.com/office/drawing/2014/main" id="{CCE9EA32-65AD-1F22-ED46-4749EF4987C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19" y="3657"/>
                          <a:ext cx="1331" cy="3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000" name="Object 49">
              <a:extLst>
                <a:ext uri="{FF2B5EF4-FFF2-40B4-BE49-F238E27FC236}">
                  <a16:creationId xmlns:a16="http://schemas.microsoft.com/office/drawing/2014/main" id="{562C2736-DB63-3066-4F97-A41E25D902F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899" y="2931"/>
            <a:ext cx="1457" cy="7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" imgW="873360" imgH="401400" progId="Equation.DSMT4">
                    <p:embed/>
                  </p:oleObj>
                </mc:Choice>
                <mc:Fallback>
                  <p:oleObj r:id="rId7" imgW="873360" imgH="401400" progId="Equation.DSMT4">
                    <p:embed/>
                    <p:pic>
                      <p:nvPicPr>
                        <p:cNvPr id="42000" name="Object 49">
                          <a:extLst>
                            <a:ext uri="{FF2B5EF4-FFF2-40B4-BE49-F238E27FC236}">
                              <a16:creationId xmlns:a16="http://schemas.microsoft.com/office/drawing/2014/main" id="{562C2736-DB63-3066-4F97-A41E25D902F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99" y="2931"/>
                          <a:ext cx="1457" cy="72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2001" name="AutoShape 50">
              <a:extLst>
                <a:ext uri="{FF2B5EF4-FFF2-40B4-BE49-F238E27FC236}">
                  <a16:creationId xmlns:a16="http://schemas.microsoft.com/office/drawing/2014/main" id="{69F69EBE-1300-D9DE-E3A3-3E261068920A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3310" y="3339"/>
              <a:ext cx="499" cy="136"/>
            </a:xfrm>
            <a:prstGeom prst="leftArrow">
              <a:avLst>
                <a:gd name="adj1" fmla="val 50000"/>
                <a:gd name="adj2" fmla="val 91694"/>
              </a:avLst>
            </a:prstGeom>
            <a:solidFill>
              <a:srgbClr val="FFCCFF"/>
            </a:solidFill>
            <a:ln w="9525">
              <a:solidFill>
                <a:srgbClr val="FF33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</p:grpSp>
      <p:sp>
        <p:nvSpPr>
          <p:cNvPr id="683059" name="Text Box 51">
            <a:extLst>
              <a:ext uri="{FF2B5EF4-FFF2-40B4-BE49-F238E27FC236}">
                <a16:creationId xmlns:a16="http://schemas.microsoft.com/office/drawing/2014/main" id="{412DFB2D-206D-529C-283A-1D67694E69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182823"/>
            <a:ext cx="8534400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10000"/>
              </a:lnSpc>
              <a:spcBef>
                <a:spcPct val="30000"/>
              </a:spcBef>
            </a:pPr>
            <a:r>
              <a:rPr lang="zh-CN" altLang="en-US" dirty="0">
                <a:solidFill>
                  <a:schemeClr val="bg1"/>
                </a:solidFill>
              </a:rPr>
              <a:t>其中</a:t>
            </a:r>
            <a:r>
              <a:rPr lang="zh-CN" altLang="en-US" i="1" dirty="0">
                <a:solidFill>
                  <a:srgbClr val="FF6600"/>
                </a:solidFill>
                <a:sym typeface="Symbol" panose="05050102010706020507" pitchFamily="18" charset="2"/>
              </a:rPr>
              <a:t></a:t>
            </a:r>
            <a:r>
              <a:rPr lang="en-US" altLang="zh-CN" baseline="-25000" dirty="0">
                <a:solidFill>
                  <a:srgbClr val="FF6600"/>
                </a:solidFill>
                <a:sym typeface="Symbol" panose="05050102010706020507" pitchFamily="18" charset="2"/>
              </a:rPr>
              <a:t>c</a:t>
            </a:r>
            <a:r>
              <a:rPr lang="en-US" altLang="zh-CN" dirty="0">
                <a:solidFill>
                  <a:schemeClr val="bg1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=</a:t>
            </a:r>
            <a:r>
              <a:rPr lang="en-US" altLang="zh-CN" dirty="0">
                <a:solidFill>
                  <a:schemeClr val="bg1"/>
                </a:solidFill>
                <a:sym typeface="Symbol" panose="05050102010706020507" pitchFamily="18" charset="2"/>
              </a:rPr>
              <a:t> </a:t>
            </a:r>
            <a:r>
              <a:rPr lang="en-US" altLang="zh-CN" i="1" dirty="0">
                <a:solidFill>
                  <a:schemeClr val="bg1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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－</a:t>
            </a:r>
            <a:r>
              <a:rPr lang="en-US" altLang="zh-CN" dirty="0">
                <a:solidFill>
                  <a:schemeClr val="bg1"/>
                </a:solidFill>
                <a:sym typeface="Symbol" panose="05050102010706020507" pitchFamily="18" charset="2"/>
              </a:rPr>
              <a:t>j</a:t>
            </a:r>
            <a:r>
              <a:rPr lang="el-GR" altLang="zh-CN" i="1" dirty="0">
                <a:solidFill>
                  <a:schemeClr val="bg1"/>
                </a:solidFill>
                <a:sym typeface="Symbol" panose="05050102010706020507" pitchFamily="18" charset="2"/>
              </a:rPr>
              <a:t>σ</a:t>
            </a:r>
            <a:r>
              <a:rPr lang="en-US" altLang="zh-CN" dirty="0">
                <a:solidFill>
                  <a:schemeClr val="bg1"/>
                </a:solidFill>
                <a:sym typeface="Symbol" panose="05050102010706020507" pitchFamily="18" charset="2"/>
              </a:rPr>
              <a:t>/</a:t>
            </a:r>
            <a:r>
              <a:rPr lang="el-GR" altLang="zh-CN" i="1" dirty="0">
                <a:solidFill>
                  <a:schemeClr val="bg1"/>
                </a:solidFill>
                <a:sym typeface="Symbol" panose="05050102010706020507" pitchFamily="18" charset="2"/>
              </a:rPr>
              <a:t>ω</a:t>
            </a:r>
            <a:r>
              <a:rPr lang="zh-CN" altLang="en-US" dirty="0">
                <a:solidFill>
                  <a:schemeClr val="bg1"/>
                </a:solidFill>
              </a:rPr>
              <a:t>称为</a:t>
            </a:r>
            <a:r>
              <a:rPr lang="zh-CN" altLang="en-US" u="sng" dirty="0">
                <a:solidFill>
                  <a:schemeClr val="bg1"/>
                </a:solidFill>
              </a:rPr>
              <a:t>导电媒质的</a:t>
            </a:r>
            <a:r>
              <a:rPr lang="zh-CN" altLang="en-US" u="sng" dirty="0">
                <a:solidFill>
                  <a:srgbClr val="FF6600"/>
                </a:solidFill>
              </a:rPr>
              <a:t>等效介电常数</a:t>
            </a:r>
            <a:r>
              <a:rPr lang="zh-CN" altLang="en-US" u="sng" dirty="0">
                <a:solidFill>
                  <a:schemeClr val="bg1"/>
                </a:solidFill>
              </a:rPr>
              <a:t>或</a:t>
            </a:r>
            <a:r>
              <a:rPr lang="zh-CN" altLang="en-US" u="sng" dirty="0">
                <a:solidFill>
                  <a:srgbClr val="FF6600"/>
                </a:solidFill>
              </a:rPr>
              <a:t>复电容率</a:t>
            </a:r>
            <a:r>
              <a:rPr lang="zh-CN" altLang="en-US" dirty="0">
                <a:solidFill>
                  <a:schemeClr val="bg1"/>
                </a:solidFill>
              </a:rPr>
              <a:t>。</a:t>
            </a:r>
          </a:p>
        </p:txBody>
      </p:sp>
      <p:sp>
        <p:nvSpPr>
          <p:cNvPr id="683060" name="Text Box 52">
            <a:extLst>
              <a:ext uri="{FF2B5EF4-FFF2-40B4-BE49-F238E27FC236}">
                <a16:creationId xmlns:a16="http://schemas.microsoft.com/office/drawing/2014/main" id="{BA1D4F27-2759-942F-4007-9AD2599A27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908050"/>
            <a:ext cx="3889375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5000"/>
              </a:lnSpc>
              <a:buFontTx/>
              <a:buBlip>
                <a:blip r:embed="rId9"/>
              </a:buBlip>
            </a:pPr>
            <a:r>
              <a:rPr lang="en-US" altLang="zh-CN">
                <a:solidFill>
                  <a:schemeClr val="bg1"/>
                </a:solidFill>
                <a:ea typeface="宋体" panose="02010600030101010101" pitchFamily="2" charset="-122"/>
              </a:rPr>
              <a:t>   </a:t>
            </a:r>
            <a:r>
              <a:rPr lang="zh-CN" altLang="en-US">
                <a:solidFill>
                  <a:schemeClr val="bg1"/>
                </a:solidFill>
                <a:ea typeface="宋体" panose="02010600030101010101" pitchFamily="2" charset="-122"/>
              </a:rPr>
              <a:t>导电媒质中的波动方程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683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3000"/>
                                        <p:tgtEl>
                                          <p:spTgt spid="683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3000"/>
                                        <p:tgtEl>
                                          <p:spTgt spid="683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2000"/>
                                        <p:tgtEl>
                                          <p:spTgt spid="683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2000"/>
                                        <p:tgtEl>
                                          <p:spTgt spid="683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3020" grpId="0"/>
      <p:bldP spid="683059" grpId="0"/>
      <p:bldP spid="68306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17788D70-0407-F6E2-E473-ADA8E92CE4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3" y="388833"/>
            <a:ext cx="9096633" cy="6080334"/>
          </a:xfrm>
          <a:prstGeom prst="rect">
            <a:avLst/>
          </a:prstGeom>
        </p:spPr>
      </p:pic>
      <p:sp>
        <p:nvSpPr>
          <p:cNvPr id="45" name="AutoShape 40">
            <a:extLst>
              <a:ext uri="{FF2B5EF4-FFF2-40B4-BE49-F238E27FC236}">
                <a16:creationId xmlns:a16="http://schemas.microsoft.com/office/drawing/2014/main" id="{BCE14693-8B4B-D952-BCB6-A9BAE8D498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9545" y="4005064"/>
            <a:ext cx="574675" cy="420688"/>
          </a:xfrm>
          <a:prstGeom prst="wedgeRoundRectCallout">
            <a:avLst>
              <a:gd name="adj1" fmla="val 159226"/>
              <a:gd name="adj2" fmla="val 121244"/>
              <a:gd name="adj3" fmla="val 16667"/>
            </a:avLst>
          </a:prstGeom>
          <a:noFill/>
          <a:ln w="28575">
            <a:solidFill>
              <a:srgbClr val="FF66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ctr"/>
            <a:endParaRPr lang="zh-CN" altLang="zh-CN" sz="1800" b="0">
              <a:solidFill>
                <a:schemeClr val="bg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6" name="Text Box 41">
            <a:extLst>
              <a:ext uri="{FF2B5EF4-FFF2-40B4-BE49-F238E27FC236}">
                <a16:creationId xmlns:a16="http://schemas.microsoft.com/office/drawing/2014/main" id="{97075233-73CF-CDB2-0B57-0860337D3F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7666" y="4544157"/>
            <a:ext cx="274396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 fontAlgn="ctr">
              <a:spcBef>
                <a:spcPct val="50000"/>
              </a:spcBef>
            </a:pPr>
            <a:r>
              <a:rPr lang="zh-CN" altLang="en-US" sz="2000" i="1" u="sng" dirty="0">
                <a:solidFill>
                  <a:srgbClr val="FF9900"/>
                </a:solidFill>
                <a:ea typeface="宋体" panose="02010600030101010101" pitchFamily="2" charset="-122"/>
              </a:rPr>
              <a:t>相位因子</a:t>
            </a:r>
            <a:r>
              <a:rPr lang="en-US" altLang="zh-CN" sz="2000" dirty="0">
                <a:solidFill>
                  <a:srgbClr val="FF9900"/>
                </a:solidFill>
                <a:ea typeface="宋体" panose="02010600030101010101" pitchFamily="2" charset="-122"/>
              </a:rPr>
              <a:t>/</a:t>
            </a:r>
            <a:r>
              <a:rPr lang="zh-CN" altLang="en-US" sz="2000" dirty="0">
                <a:solidFill>
                  <a:srgbClr val="FF9900"/>
                </a:solidFill>
                <a:ea typeface="宋体" panose="02010600030101010101" pitchFamily="2" charset="-122"/>
              </a:rPr>
              <a:t>波因子</a:t>
            </a:r>
          </a:p>
        </p:txBody>
      </p:sp>
      <p:sp>
        <p:nvSpPr>
          <p:cNvPr id="47" name="AutoShape 42">
            <a:extLst>
              <a:ext uri="{FF2B5EF4-FFF2-40B4-BE49-F238E27FC236}">
                <a16:creationId xmlns:a16="http://schemas.microsoft.com/office/drawing/2014/main" id="{C1E3E1D7-263B-8182-70E1-E2D16A3EFA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7952" y="4032909"/>
            <a:ext cx="432048" cy="420688"/>
          </a:xfrm>
          <a:prstGeom prst="wedgeRoundRectCallout">
            <a:avLst>
              <a:gd name="adj1" fmla="val 75690"/>
              <a:gd name="adj2" fmla="val -107736"/>
              <a:gd name="adj3" fmla="val 16667"/>
            </a:avLst>
          </a:prstGeom>
          <a:noFill/>
          <a:ln w="28575">
            <a:solidFill>
              <a:srgbClr val="FF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ctr"/>
            <a:endParaRPr lang="zh-CN" altLang="zh-CN" sz="1800" b="0">
              <a:solidFill>
                <a:schemeClr val="bg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8" name="Text Box 43">
            <a:extLst>
              <a:ext uri="{FF2B5EF4-FFF2-40B4-BE49-F238E27FC236}">
                <a16:creationId xmlns:a16="http://schemas.microsoft.com/office/drawing/2014/main" id="{53E25B72-4619-69A1-B12F-037B1D4A65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9381" y="3738680"/>
            <a:ext cx="15192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fontAlgn="ctr">
              <a:spcBef>
                <a:spcPct val="50000"/>
              </a:spcBef>
            </a:pPr>
            <a:r>
              <a:rPr lang="zh-CN" altLang="en-US" sz="2000" dirty="0">
                <a:solidFill>
                  <a:srgbClr val="FF00FF"/>
                </a:solidFill>
                <a:ea typeface="宋体" panose="02010600030101010101" pitchFamily="2" charset="-122"/>
              </a:rPr>
              <a:t>时间因子</a:t>
            </a:r>
          </a:p>
        </p:txBody>
      </p:sp>
      <p:sp>
        <p:nvSpPr>
          <p:cNvPr id="49" name="AutoShape 44">
            <a:extLst>
              <a:ext uri="{FF2B5EF4-FFF2-40B4-BE49-F238E27FC236}">
                <a16:creationId xmlns:a16="http://schemas.microsoft.com/office/drawing/2014/main" id="{FC8F621E-5084-A889-205D-021F3812B0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6487" y="4072977"/>
            <a:ext cx="480576" cy="380619"/>
          </a:xfrm>
          <a:prstGeom prst="wedgeRoundRectCallout">
            <a:avLst>
              <a:gd name="adj1" fmla="val -72486"/>
              <a:gd name="adj2" fmla="val 87665"/>
              <a:gd name="adj3" fmla="val 16667"/>
            </a:avLst>
          </a:prstGeom>
          <a:noFill/>
          <a:ln w="28575">
            <a:solidFill>
              <a:srgbClr val="33CC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ctr"/>
            <a:endParaRPr lang="zh-CN" altLang="zh-CN" sz="1800" b="0">
              <a:solidFill>
                <a:schemeClr val="bg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0" name="Text Box 45">
            <a:extLst>
              <a:ext uri="{FF2B5EF4-FFF2-40B4-BE49-F238E27FC236}">
                <a16:creationId xmlns:a16="http://schemas.microsoft.com/office/drawing/2014/main" id="{1EE1BD4B-C108-2DA8-BDC5-44D3CF5837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3514" y="4312750"/>
            <a:ext cx="15192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fontAlgn="ctr">
              <a:spcBef>
                <a:spcPct val="50000"/>
              </a:spcBef>
            </a:pPr>
            <a:r>
              <a:rPr lang="zh-CN" altLang="en-US" sz="2000" dirty="0">
                <a:solidFill>
                  <a:srgbClr val="4BD0FF"/>
                </a:solidFill>
                <a:ea typeface="宋体" panose="02010600030101010101" pitchFamily="2" charset="-122"/>
              </a:rPr>
              <a:t>振幅</a:t>
            </a:r>
          </a:p>
        </p:txBody>
      </p:sp>
      <p:sp>
        <p:nvSpPr>
          <p:cNvPr id="51" name="AutoShape 46">
            <a:extLst>
              <a:ext uri="{FF2B5EF4-FFF2-40B4-BE49-F238E27FC236}">
                <a16:creationId xmlns:a16="http://schemas.microsoft.com/office/drawing/2014/main" id="{BC8E9545-8B20-FD23-5000-8CDFD6E43F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7959" y="3981512"/>
            <a:ext cx="503238" cy="431800"/>
          </a:xfrm>
          <a:prstGeom prst="wedgeRoundRectCallout">
            <a:avLst>
              <a:gd name="adj1" fmla="val 107124"/>
              <a:gd name="adj2" fmla="val -173594"/>
              <a:gd name="adj3" fmla="val 16667"/>
            </a:avLst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ctr"/>
            <a:endParaRPr lang="zh-CN" altLang="zh-CN" sz="1800" b="0">
              <a:solidFill>
                <a:schemeClr val="bg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2" name="Text Box 47">
            <a:extLst>
              <a:ext uri="{FF2B5EF4-FFF2-40B4-BE49-F238E27FC236}">
                <a16:creationId xmlns:a16="http://schemas.microsoft.com/office/drawing/2014/main" id="{A2ED5818-1D5E-80F2-5665-D4327130F2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1853" y="2951032"/>
            <a:ext cx="15192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fontAlgn="ctr">
              <a:spcBef>
                <a:spcPct val="50000"/>
              </a:spcBef>
            </a:pPr>
            <a:r>
              <a:rPr lang="zh-CN" altLang="en-US" sz="2000" dirty="0">
                <a:solidFill>
                  <a:srgbClr val="FF0000"/>
                </a:solidFill>
                <a:ea typeface="宋体" panose="02010600030101010101" pitchFamily="2" charset="-122"/>
              </a:rPr>
              <a:t>初相因子</a:t>
            </a:r>
          </a:p>
        </p:txBody>
      </p:sp>
      <p:sp>
        <p:nvSpPr>
          <p:cNvPr id="53" name="AutoShape 44">
            <a:extLst>
              <a:ext uri="{FF2B5EF4-FFF2-40B4-BE49-F238E27FC236}">
                <a16:creationId xmlns:a16="http://schemas.microsoft.com/office/drawing/2014/main" id="{588554A9-BC2F-D14E-F8D8-7FC4C53A34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3255" y="4033640"/>
            <a:ext cx="574675" cy="420687"/>
          </a:xfrm>
          <a:prstGeom prst="wedgeRoundRectCallout">
            <a:avLst>
              <a:gd name="adj1" fmla="val -102486"/>
              <a:gd name="adj2" fmla="val -60944"/>
              <a:gd name="adj3" fmla="val 16667"/>
            </a:avLst>
          </a:prstGeom>
          <a:noFill/>
          <a:ln w="28575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ctr"/>
            <a:endParaRPr lang="zh-CN" altLang="zh-CN" sz="1800" b="0">
              <a:solidFill>
                <a:schemeClr val="bg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4" name="Text Box 45">
            <a:extLst>
              <a:ext uri="{FF2B5EF4-FFF2-40B4-BE49-F238E27FC236}">
                <a16:creationId xmlns:a16="http://schemas.microsoft.com/office/drawing/2014/main" id="{42DC6891-1725-D8FB-0DDC-E910DD4DEB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7824" y="3738681"/>
            <a:ext cx="15192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fontAlgn="ctr">
              <a:spcBef>
                <a:spcPct val="50000"/>
              </a:spcBef>
            </a:pPr>
            <a:r>
              <a:rPr lang="zh-CN" altLang="en-US" sz="2000" dirty="0">
                <a:solidFill>
                  <a:srgbClr val="00B050"/>
                </a:solidFill>
                <a:ea typeface="宋体" panose="02010600030101010101" pitchFamily="2" charset="-122"/>
              </a:rPr>
              <a:t>衰减因子</a:t>
            </a:r>
          </a:p>
        </p:txBody>
      </p:sp>
      <p:sp>
        <p:nvSpPr>
          <p:cNvPr id="41995" name="AutoShape 35">
            <a:extLst>
              <a:ext uri="{FF2B5EF4-FFF2-40B4-BE49-F238E27FC236}">
                <a16:creationId xmlns:a16="http://schemas.microsoft.com/office/drawing/2014/main" id="{0A895EE6-BA22-8EA7-6914-9412884F02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9342" y="4033638"/>
            <a:ext cx="574675" cy="423547"/>
          </a:xfrm>
          <a:prstGeom prst="wedgeRoundRectCallout">
            <a:avLst>
              <a:gd name="adj1" fmla="val 103396"/>
              <a:gd name="adj2" fmla="val -60818"/>
              <a:gd name="adj3" fmla="val 16667"/>
            </a:avLst>
          </a:prstGeom>
          <a:noFill/>
          <a:ln w="28575">
            <a:solidFill>
              <a:srgbClr val="FFCC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>
              <a:spcBef>
                <a:spcPct val="20000"/>
              </a:spcBef>
            </a:pPr>
            <a:endParaRPr lang="zh-CN" altLang="zh-CN" b="0"/>
          </a:p>
        </p:txBody>
      </p:sp>
      <p:sp>
        <p:nvSpPr>
          <p:cNvPr id="41996" name="Text Box 36">
            <a:extLst>
              <a:ext uri="{FF2B5EF4-FFF2-40B4-BE49-F238E27FC236}">
                <a16:creationId xmlns:a16="http://schemas.microsoft.com/office/drawing/2014/main" id="{A44DEF61-820D-47D6-C99D-0621FD8235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6256" y="3529011"/>
            <a:ext cx="2087563" cy="422275"/>
          </a:xfrm>
          <a:prstGeom prst="rect">
            <a:avLst/>
          </a:prstGeom>
          <a:solidFill>
            <a:srgbClr val="CCFFFF"/>
          </a:solidFill>
          <a:ln w="25400">
            <a:solidFill>
              <a:srgbClr val="FF00FF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>
                <a:solidFill>
                  <a:srgbClr val="990000"/>
                </a:solidFill>
                <a:ea typeface="宋体" panose="02010600030101010101" pitchFamily="2" charset="-122"/>
              </a:rPr>
              <a:t>振幅有衰减</a:t>
            </a:r>
          </a:p>
        </p:txBody>
      </p:sp>
      <p:sp>
        <p:nvSpPr>
          <p:cNvPr id="41990" name="Text Box 8">
            <a:extLst>
              <a:ext uri="{FF2B5EF4-FFF2-40B4-BE49-F238E27FC236}">
                <a16:creationId xmlns:a16="http://schemas.microsoft.com/office/drawing/2014/main" id="{E8A5E32E-4F7E-38A1-57B7-16BBE2791F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06731" y="2216091"/>
            <a:ext cx="2408721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dirty="0">
                <a:solidFill>
                  <a:srgbClr val="FF0000"/>
                </a:solidFill>
                <a:latin typeface="楷体_GB2312" pitchFamily="49" charset="-122"/>
              </a:rPr>
              <a:t>(                       )</a:t>
            </a:r>
            <a:r>
              <a:rPr lang="en-US" altLang="zh-CN" dirty="0">
                <a:solidFill>
                  <a:schemeClr val="bg1"/>
                </a:solidFill>
                <a:latin typeface="楷体_GB2312" pitchFamily="49" charset="-122"/>
              </a:rPr>
              <a:t>    </a:t>
            </a:r>
            <a:endParaRPr lang="zh-CN" altLang="en-US" dirty="0">
              <a:solidFill>
                <a:schemeClr val="bg1"/>
              </a:solidFill>
              <a:latin typeface="楷体_GB2312" pitchFamily="49" charset="-122"/>
            </a:endParaRPr>
          </a:p>
        </p:txBody>
      </p:sp>
      <p:graphicFrame>
        <p:nvGraphicFramePr>
          <p:cNvPr id="41991" name="Object 9">
            <a:extLst>
              <a:ext uri="{FF2B5EF4-FFF2-40B4-BE49-F238E27FC236}">
                <a16:creationId xmlns:a16="http://schemas.microsoft.com/office/drawing/2014/main" id="{1F1413C4-A881-82BB-F795-2C391567B49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5589710"/>
              </p:ext>
            </p:extLst>
          </p:nvPr>
        </p:nvGraphicFramePr>
        <p:xfrm>
          <a:off x="4917148" y="2216091"/>
          <a:ext cx="2084388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818640" imgH="137520" progId="Equation.DSMT4">
                  <p:embed/>
                </p:oleObj>
              </mc:Choice>
              <mc:Fallback>
                <p:oleObj r:id="rId3" imgW="818640" imgH="137520" progId="Equation.DSMT4">
                  <p:embed/>
                  <p:pic>
                    <p:nvPicPr>
                      <p:cNvPr id="41991" name="Object 9">
                        <a:extLst>
                          <a:ext uri="{FF2B5EF4-FFF2-40B4-BE49-F238E27FC236}">
                            <a16:creationId xmlns:a16="http://schemas.microsoft.com/office/drawing/2014/main" id="{1F1413C4-A881-82BB-F795-2C391567B49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17148" y="2216091"/>
                        <a:ext cx="2084388" cy="468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AutoShape 40">
            <a:extLst>
              <a:ext uri="{FF2B5EF4-FFF2-40B4-BE49-F238E27FC236}">
                <a16:creationId xmlns:a16="http://schemas.microsoft.com/office/drawing/2014/main" id="{3322C599-F6E2-3CA6-AB58-0D2C15D972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4023" y="4072977"/>
            <a:ext cx="190346" cy="420688"/>
          </a:xfrm>
          <a:prstGeom prst="wedgeRoundRectCallout">
            <a:avLst>
              <a:gd name="adj1" fmla="val 159226"/>
              <a:gd name="adj2" fmla="val 121244"/>
              <a:gd name="adj3" fmla="val 16667"/>
            </a:avLst>
          </a:prstGeom>
          <a:noFill/>
          <a:ln w="28575">
            <a:solidFill>
              <a:srgbClr val="FF66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ctr"/>
            <a:endParaRPr lang="zh-CN" altLang="zh-CN" sz="1800" b="0">
              <a:solidFill>
                <a:schemeClr val="bg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Text Box 41">
            <a:extLst>
              <a:ext uri="{FF2B5EF4-FFF2-40B4-BE49-F238E27FC236}">
                <a16:creationId xmlns:a16="http://schemas.microsoft.com/office/drawing/2014/main" id="{14A979D7-3E9F-BB94-9206-D2692A8411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2384" y="4795893"/>
            <a:ext cx="274396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 fontAlgn="ctr">
              <a:spcBef>
                <a:spcPct val="50000"/>
              </a:spcBef>
            </a:pPr>
            <a:r>
              <a:rPr lang="zh-CN" altLang="en-US" sz="2000" i="1" u="sng" dirty="0">
                <a:solidFill>
                  <a:srgbClr val="FF9900"/>
                </a:solidFill>
                <a:ea typeface="宋体" panose="02010600030101010101" pitchFamily="2" charset="-122"/>
              </a:rPr>
              <a:t>相位常数</a:t>
            </a:r>
            <a:endParaRPr lang="zh-CN" altLang="en-US" sz="2000" dirty="0">
              <a:solidFill>
                <a:srgbClr val="FF99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35757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00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46" grpId="0"/>
      <p:bldP spid="47" grpId="0" animBg="1"/>
      <p:bldP spid="48" grpId="0"/>
      <p:bldP spid="49" grpId="0" animBg="1"/>
      <p:bldP spid="50" grpId="0"/>
      <p:bldP spid="51" grpId="0" animBg="1"/>
      <p:bldP spid="52" grpId="0"/>
      <p:bldP spid="53" grpId="0" animBg="1"/>
      <p:bldP spid="54" grpId="0"/>
      <p:bldP spid="5" grpId="0" animBg="1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3">
            <a:extLst>
              <a:ext uri="{FF2B5EF4-FFF2-40B4-BE49-F238E27FC236}">
                <a16:creationId xmlns:a16="http://schemas.microsoft.com/office/drawing/2014/main" id="{B30D66CB-6825-4C72-2026-E1C9719D81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7DA67E-63E1-44CF-B7ED-7718B6028344}" type="slidenum">
              <a:rPr lang="en-US" altLang="zh-CN"/>
              <a:pPr/>
              <a:t>5</a:t>
            </a:fld>
            <a:endParaRPr lang="en-US" altLang="zh-CN"/>
          </a:p>
        </p:txBody>
      </p:sp>
      <p:graphicFrame>
        <p:nvGraphicFramePr>
          <p:cNvPr id="802820" name="Object 4">
            <a:extLst>
              <a:ext uri="{FF2B5EF4-FFF2-40B4-BE49-F238E27FC236}">
                <a16:creationId xmlns:a16="http://schemas.microsoft.com/office/drawing/2014/main" id="{B41A10B1-DA42-B06B-DA80-C2BE75C94C9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17713" y="1628775"/>
          <a:ext cx="5468937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697400" imgH="159480" progId="Equation.DSMT4">
                  <p:embed/>
                </p:oleObj>
              </mc:Choice>
              <mc:Fallback>
                <p:oleObj r:id="rId3" imgW="1697400" imgH="159480" progId="Equation.DSMT4">
                  <p:embed/>
                  <p:pic>
                    <p:nvPicPr>
                      <p:cNvPr id="802820" name="Object 4">
                        <a:extLst>
                          <a:ext uri="{FF2B5EF4-FFF2-40B4-BE49-F238E27FC236}">
                            <a16:creationId xmlns:a16="http://schemas.microsoft.com/office/drawing/2014/main" id="{B41A10B1-DA42-B06B-DA80-C2BE75C94C9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7713" y="1628775"/>
                        <a:ext cx="5468937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02829" name="Group 13">
            <a:extLst>
              <a:ext uri="{FF2B5EF4-FFF2-40B4-BE49-F238E27FC236}">
                <a16:creationId xmlns:a16="http://schemas.microsoft.com/office/drawing/2014/main" id="{2B7127BD-FAAE-4DAD-240D-E5CB66C5F4E7}"/>
              </a:ext>
            </a:extLst>
          </p:cNvPr>
          <p:cNvGrpSpPr>
            <a:grpSpLocks/>
          </p:cNvGrpSpPr>
          <p:nvPr/>
        </p:nvGrpSpPr>
        <p:grpSpPr bwMode="auto">
          <a:xfrm>
            <a:off x="468313" y="3873723"/>
            <a:ext cx="6551612" cy="457200"/>
            <a:chOff x="476" y="2618"/>
            <a:chExt cx="4127" cy="288"/>
          </a:xfrm>
        </p:grpSpPr>
        <p:graphicFrame>
          <p:nvGraphicFramePr>
            <p:cNvPr id="44036" name="Object 14">
              <a:extLst>
                <a:ext uri="{FF2B5EF4-FFF2-40B4-BE49-F238E27FC236}">
                  <a16:creationId xmlns:a16="http://schemas.microsoft.com/office/drawing/2014/main" id="{1EC7769E-3B24-5AE1-437B-0D7B6A93DC2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6" y="2659"/>
            <a:ext cx="215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49320" imgH="82440" progId="Equation.3">
                    <p:embed/>
                  </p:oleObj>
                </mc:Choice>
                <mc:Fallback>
                  <p:oleObj r:id="rId5" imgW="49320" imgH="82440" progId="Equation.3">
                    <p:embed/>
                    <p:pic>
                      <p:nvPicPr>
                        <p:cNvPr id="44036" name="Object 14">
                          <a:extLst>
                            <a:ext uri="{FF2B5EF4-FFF2-40B4-BE49-F238E27FC236}">
                              <a16:creationId xmlns:a16="http://schemas.microsoft.com/office/drawing/2014/main" id="{1EC7769E-3B24-5AE1-437B-0D7B6A93DC2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6" y="2659"/>
                          <a:ext cx="215" cy="2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4037" name="Text Box 15">
              <a:extLst>
                <a:ext uri="{FF2B5EF4-FFF2-40B4-BE49-F238E27FC236}">
                  <a16:creationId xmlns:a16="http://schemas.microsoft.com/office/drawing/2014/main" id="{9C37C0E1-AA4A-F3DD-220E-71E6A3A029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9" y="2618"/>
              <a:ext cx="39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>
                  <a:solidFill>
                    <a:schemeClr val="bg1"/>
                  </a:solidFill>
                </a:rPr>
                <a:t>称为电磁波的</a:t>
              </a:r>
              <a:r>
                <a:rPr lang="zh-CN" altLang="en-US">
                  <a:solidFill>
                    <a:srgbClr val="FF8383"/>
                  </a:solidFill>
                  <a:ea typeface="宋体" panose="02010600030101010101" pitchFamily="2" charset="-122"/>
                </a:rPr>
                <a:t>传播</a:t>
              </a:r>
              <a:r>
                <a:rPr lang="zh-CN" altLang="en-US" u="sng">
                  <a:solidFill>
                    <a:srgbClr val="FF8383"/>
                  </a:solidFill>
                  <a:ea typeface="宋体" panose="02010600030101010101" pitchFamily="2" charset="-122"/>
                </a:rPr>
                <a:t>常数</a:t>
              </a:r>
              <a:r>
                <a:rPr lang="zh-CN" altLang="en-US">
                  <a:solidFill>
                    <a:schemeClr val="bg1"/>
                  </a:solidFill>
                </a:rPr>
                <a:t>，单位</a:t>
              </a:r>
              <a:r>
                <a:rPr lang="zh-CN" altLang="en-US">
                  <a:solidFill>
                    <a:schemeClr val="bg1"/>
                  </a:solidFill>
                  <a:ea typeface="幼圆" panose="02010509060101010101" pitchFamily="49" charset="-122"/>
                </a:rPr>
                <a:t>：</a:t>
              </a:r>
              <a:r>
                <a:rPr lang="en-US" altLang="zh-CN" b="0">
                  <a:solidFill>
                    <a:schemeClr val="bg1"/>
                  </a:solidFill>
                  <a:ea typeface="幼圆" panose="02010509060101010101" pitchFamily="49" charset="-122"/>
                </a:rPr>
                <a:t>1</a:t>
              </a:r>
              <a:r>
                <a:rPr lang="en-US" altLang="zh-CN" b="0">
                  <a:solidFill>
                    <a:schemeClr val="bg1"/>
                  </a:solidFill>
                  <a:latin typeface="Arial" panose="020B0604020202020204" pitchFamily="34" charset="0"/>
                  <a:ea typeface="幼圆" panose="02010509060101010101" pitchFamily="49" charset="-122"/>
                </a:rPr>
                <a:t>/</a:t>
              </a:r>
              <a:r>
                <a:rPr lang="en-US" altLang="zh-CN" b="0">
                  <a:solidFill>
                    <a:schemeClr val="bg1"/>
                  </a:solidFill>
                  <a:ea typeface="幼圆" panose="02010509060101010101" pitchFamily="49" charset="-122"/>
                </a:rPr>
                <a:t>m</a:t>
              </a:r>
            </a:p>
          </p:txBody>
        </p:sp>
      </p:grpSp>
      <p:grpSp>
        <p:nvGrpSpPr>
          <p:cNvPr id="802832" name="Group 16">
            <a:extLst>
              <a:ext uri="{FF2B5EF4-FFF2-40B4-BE49-F238E27FC236}">
                <a16:creationId xmlns:a16="http://schemas.microsoft.com/office/drawing/2014/main" id="{96E284C0-70AE-CB31-9A6D-084110747C7D}"/>
              </a:ext>
            </a:extLst>
          </p:cNvPr>
          <p:cNvGrpSpPr>
            <a:grpSpLocks/>
          </p:cNvGrpSpPr>
          <p:nvPr/>
        </p:nvGrpSpPr>
        <p:grpSpPr bwMode="auto">
          <a:xfrm>
            <a:off x="468313" y="4519836"/>
            <a:ext cx="8677275" cy="530225"/>
            <a:chOff x="249" y="3001"/>
            <a:chExt cx="5466" cy="334"/>
          </a:xfrm>
        </p:grpSpPr>
        <p:sp>
          <p:nvSpPr>
            <p:cNvPr id="44039" name="Text Box 17">
              <a:extLst>
                <a:ext uri="{FF2B5EF4-FFF2-40B4-BE49-F238E27FC236}">
                  <a16:creationId xmlns:a16="http://schemas.microsoft.com/office/drawing/2014/main" id="{D9B8F3CC-C915-FB93-9673-FCDF68C5A4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2" y="3022"/>
              <a:ext cx="510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>
                  <a:solidFill>
                    <a:schemeClr val="bg1"/>
                  </a:solidFill>
                </a:rPr>
                <a:t>是</a:t>
              </a:r>
              <a:r>
                <a:rPr lang="zh-CN" altLang="en-US">
                  <a:solidFill>
                    <a:srgbClr val="FF8383"/>
                  </a:solidFill>
                  <a:ea typeface="宋体" panose="02010600030101010101" pitchFamily="2" charset="-122"/>
                </a:rPr>
                <a:t>衰减</a:t>
              </a:r>
              <a:r>
                <a:rPr lang="zh-CN" altLang="en-US" u="sng">
                  <a:solidFill>
                    <a:srgbClr val="FF8383"/>
                  </a:solidFill>
                  <a:ea typeface="宋体" panose="02010600030101010101" pitchFamily="2" charset="-122"/>
                </a:rPr>
                <a:t>因子</a:t>
              </a:r>
              <a:r>
                <a:rPr lang="zh-CN" altLang="en-US">
                  <a:solidFill>
                    <a:schemeClr val="bg1"/>
                  </a:solidFill>
                </a:rPr>
                <a:t>，</a:t>
              </a:r>
              <a:r>
                <a:rPr lang="zh-CN" altLang="en-US" b="0" i="1">
                  <a:solidFill>
                    <a:schemeClr val="bg1"/>
                  </a:solidFill>
                  <a:sym typeface="Symbol" panose="05050102010706020507" pitchFamily="18" charset="2"/>
                </a:rPr>
                <a:t> </a:t>
              </a:r>
              <a:r>
                <a:rPr lang="zh-CN" altLang="en-US">
                  <a:solidFill>
                    <a:schemeClr val="bg1"/>
                  </a:solidFill>
                  <a:sym typeface="Symbol" panose="05050102010706020507" pitchFamily="18" charset="2"/>
                </a:rPr>
                <a:t>称为</a:t>
              </a:r>
              <a:r>
                <a:rPr lang="zh-CN" altLang="en-US">
                  <a:solidFill>
                    <a:srgbClr val="FF8383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衰减</a:t>
              </a:r>
              <a:r>
                <a:rPr lang="zh-CN" altLang="en-US" u="sng">
                  <a:solidFill>
                    <a:srgbClr val="FF8383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常数</a:t>
              </a:r>
              <a:r>
                <a:rPr lang="zh-CN" altLang="en-US">
                  <a:solidFill>
                    <a:schemeClr val="bg1"/>
                  </a:solidFill>
                  <a:sym typeface="Symbol" panose="05050102010706020507" pitchFamily="18" charset="2"/>
                </a:rPr>
                <a:t>，</a:t>
              </a:r>
              <a:r>
                <a:rPr lang="zh-CN" altLang="en-US">
                  <a:solidFill>
                    <a:schemeClr val="bg1"/>
                  </a:solidFill>
                </a:rPr>
                <a:t>单位：</a:t>
              </a:r>
              <a:r>
                <a:rPr lang="en-US" altLang="zh-CN" b="0">
                  <a:solidFill>
                    <a:schemeClr val="bg1"/>
                  </a:solidFill>
                </a:rPr>
                <a:t>Np</a:t>
              </a:r>
              <a:r>
                <a:rPr lang="en-US" altLang="zh-CN" b="0">
                  <a:solidFill>
                    <a:schemeClr val="bg1"/>
                  </a:solidFill>
                  <a:latin typeface="Arial" panose="020B0604020202020204" pitchFamily="34" charset="0"/>
                </a:rPr>
                <a:t>/</a:t>
              </a:r>
              <a:r>
                <a:rPr lang="en-US" altLang="zh-CN" b="0">
                  <a:solidFill>
                    <a:schemeClr val="bg1"/>
                  </a:solidFill>
                </a:rPr>
                <a:t>m</a:t>
              </a:r>
              <a:r>
                <a:rPr lang="zh-CN" altLang="en-US">
                  <a:solidFill>
                    <a:schemeClr val="bg1"/>
                  </a:solidFill>
                </a:rPr>
                <a:t>（奈培</a:t>
              </a:r>
              <a:r>
                <a:rPr lang="en-US" altLang="zh-CN">
                  <a:solidFill>
                    <a:schemeClr val="bg1"/>
                  </a:solidFill>
                  <a:latin typeface="Arial" panose="020B0604020202020204" pitchFamily="34" charset="0"/>
                </a:rPr>
                <a:t>/</a:t>
              </a:r>
              <a:r>
                <a:rPr lang="zh-CN" altLang="en-US">
                  <a:solidFill>
                    <a:schemeClr val="bg1"/>
                  </a:solidFill>
                </a:rPr>
                <a:t>米）</a:t>
              </a:r>
            </a:p>
          </p:txBody>
        </p:sp>
        <p:graphicFrame>
          <p:nvGraphicFramePr>
            <p:cNvPr id="44040" name="Object 18">
              <a:extLst>
                <a:ext uri="{FF2B5EF4-FFF2-40B4-BE49-F238E27FC236}">
                  <a16:creationId xmlns:a16="http://schemas.microsoft.com/office/drawing/2014/main" id="{0751B819-0F62-09E1-E41F-8388752BF10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9" y="3001"/>
            <a:ext cx="438" cy="3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" imgW="170280" imgH="115560" progId="Equation.3">
                    <p:embed/>
                  </p:oleObj>
                </mc:Choice>
                <mc:Fallback>
                  <p:oleObj r:id="rId7" imgW="170280" imgH="115560" progId="Equation.3">
                    <p:embed/>
                    <p:pic>
                      <p:nvPicPr>
                        <p:cNvPr id="44040" name="Object 18">
                          <a:extLst>
                            <a:ext uri="{FF2B5EF4-FFF2-40B4-BE49-F238E27FC236}">
                              <a16:creationId xmlns:a16="http://schemas.microsoft.com/office/drawing/2014/main" id="{0751B819-0F62-09E1-E41F-8388752BF10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9" y="3001"/>
                          <a:ext cx="438" cy="33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02835" name="Group 19">
            <a:extLst>
              <a:ext uri="{FF2B5EF4-FFF2-40B4-BE49-F238E27FC236}">
                <a16:creationId xmlns:a16="http://schemas.microsoft.com/office/drawing/2014/main" id="{EE3F7718-61C1-2DC2-EB81-1CC2ACCDB8E4}"/>
              </a:ext>
            </a:extLst>
          </p:cNvPr>
          <p:cNvGrpSpPr>
            <a:grpSpLocks/>
          </p:cNvGrpSpPr>
          <p:nvPr/>
        </p:nvGrpSpPr>
        <p:grpSpPr bwMode="auto">
          <a:xfrm>
            <a:off x="468313" y="5123086"/>
            <a:ext cx="8640762" cy="538162"/>
            <a:chOff x="249" y="3409"/>
            <a:chExt cx="5443" cy="339"/>
          </a:xfrm>
        </p:grpSpPr>
        <p:graphicFrame>
          <p:nvGraphicFramePr>
            <p:cNvPr id="44042" name="Object 20">
              <a:extLst>
                <a:ext uri="{FF2B5EF4-FFF2-40B4-BE49-F238E27FC236}">
                  <a16:creationId xmlns:a16="http://schemas.microsoft.com/office/drawing/2014/main" id="{9541286E-D008-525E-F145-EC8BF6D5EB0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9" y="3409"/>
            <a:ext cx="543" cy="3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9" imgW="203400" imgH="115560" progId="Equation.DSMT4">
                    <p:embed/>
                  </p:oleObj>
                </mc:Choice>
                <mc:Fallback>
                  <p:oleObj r:id="rId9" imgW="203400" imgH="115560" progId="Equation.DSMT4">
                    <p:embed/>
                    <p:pic>
                      <p:nvPicPr>
                        <p:cNvPr id="44042" name="Object 20">
                          <a:extLst>
                            <a:ext uri="{FF2B5EF4-FFF2-40B4-BE49-F238E27FC236}">
                              <a16:creationId xmlns:a16="http://schemas.microsoft.com/office/drawing/2014/main" id="{9541286E-D008-525E-F145-EC8BF6D5EB0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9" y="3409"/>
                          <a:ext cx="543" cy="3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4043" name="Text Box 21">
              <a:extLst>
                <a:ext uri="{FF2B5EF4-FFF2-40B4-BE49-F238E27FC236}">
                  <a16:creationId xmlns:a16="http://schemas.microsoft.com/office/drawing/2014/main" id="{AC2504E5-0165-2C76-5AA3-8B00C0CC46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9" y="3430"/>
              <a:ext cx="501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>
                  <a:solidFill>
                    <a:schemeClr val="bg1"/>
                  </a:solidFill>
                </a:rPr>
                <a:t>是</a:t>
              </a:r>
              <a:r>
                <a:rPr lang="zh-CN" altLang="en-US">
                  <a:solidFill>
                    <a:srgbClr val="FF8383"/>
                  </a:solidFill>
                  <a:ea typeface="宋体" panose="02010600030101010101" pitchFamily="2" charset="-122"/>
                </a:rPr>
                <a:t>相位</a:t>
              </a:r>
              <a:r>
                <a:rPr lang="zh-CN" altLang="en-US" u="sng">
                  <a:solidFill>
                    <a:srgbClr val="FF8383"/>
                  </a:solidFill>
                  <a:ea typeface="宋体" panose="02010600030101010101" pitchFamily="2" charset="-122"/>
                </a:rPr>
                <a:t>因子</a:t>
              </a:r>
              <a:r>
                <a:rPr lang="zh-CN" altLang="en-US">
                  <a:solidFill>
                    <a:schemeClr val="bg1"/>
                  </a:solidFill>
                </a:rPr>
                <a:t>，</a:t>
              </a:r>
              <a:r>
                <a:rPr lang="zh-CN" altLang="en-US" b="0" i="1">
                  <a:solidFill>
                    <a:schemeClr val="bg1"/>
                  </a:solidFill>
                  <a:sym typeface="Symbol" panose="05050102010706020507" pitchFamily="18" charset="2"/>
                </a:rPr>
                <a:t> </a:t>
              </a:r>
              <a:r>
                <a:rPr lang="zh-CN" altLang="en-US">
                  <a:solidFill>
                    <a:schemeClr val="bg1"/>
                  </a:solidFill>
                  <a:sym typeface="Symbol" panose="05050102010706020507" pitchFamily="18" charset="2"/>
                </a:rPr>
                <a:t>称为</a:t>
              </a:r>
              <a:r>
                <a:rPr lang="zh-CN" altLang="en-US">
                  <a:solidFill>
                    <a:srgbClr val="FF8383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相位</a:t>
              </a:r>
              <a:r>
                <a:rPr lang="zh-CN" altLang="en-US" u="sng">
                  <a:solidFill>
                    <a:srgbClr val="FF8383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常数</a:t>
              </a:r>
              <a:r>
                <a:rPr lang="zh-CN" altLang="en-US">
                  <a:solidFill>
                    <a:schemeClr val="bg1"/>
                  </a:solidFill>
                  <a:sym typeface="Symbol" panose="05050102010706020507" pitchFamily="18" charset="2"/>
                </a:rPr>
                <a:t>，</a:t>
              </a:r>
              <a:r>
                <a:rPr lang="zh-CN" altLang="en-US">
                  <a:solidFill>
                    <a:schemeClr val="bg1"/>
                  </a:solidFill>
                </a:rPr>
                <a:t>单位：</a:t>
              </a:r>
              <a:r>
                <a:rPr lang="en-US" altLang="zh-CN" b="0">
                  <a:solidFill>
                    <a:schemeClr val="bg1"/>
                  </a:solidFill>
                </a:rPr>
                <a:t>rad</a:t>
              </a:r>
              <a:r>
                <a:rPr lang="en-US" altLang="zh-CN" b="0">
                  <a:solidFill>
                    <a:schemeClr val="bg1"/>
                  </a:solidFill>
                  <a:latin typeface="Arial" panose="020B0604020202020204" pitchFamily="34" charset="0"/>
                </a:rPr>
                <a:t>/</a:t>
              </a:r>
              <a:r>
                <a:rPr lang="en-US" altLang="zh-CN" b="0">
                  <a:solidFill>
                    <a:schemeClr val="bg1"/>
                  </a:solidFill>
                </a:rPr>
                <a:t>m</a:t>
              </a:r>
              <a:r>
                <a:rPr lang="zh-CN" altLang="en-US">
                  <a:solidFill>
                    <a:schemeClr val="bg1"/>
                  </a:solidFill>
                </a:rPr>
                <a:t>（弧度</a:t>
              </a:r>
              <a:r>
                <a:rPr lang="en-US" altLang="zh-CN">
                  <a:solidFill>
                    <a:schemeClr val="bg1"/>
                  </a:solidFill>
                  <a:latin typeface="Arial" panose="020B0604020202020204" pitchFamily="34" charset="0"/>
                </a:rPr>
                <a:t>/</a:t>
              </a:r>
              <a:r>
                <a:rPr lang="zh-CN" altLang="en-US">
                  <a:solidFill>
                    <a:schemeClr val="bg1"/>
                  </a:solidFill>
                </a:rPr>
                <a:t>米）</a:t>
              </a:r>
              <a:endParaRPr lang="zh-CN" altLang="en-US">
                <a:solidFill>
                  <a:srgbClr val="FF3300"/>
                </a:solidFill>
              </a:endParaRPr>
            </a:p>
          </p:txBody>
        </p:sp>
      </p:grpSp>
      <p:grpSp>
        <p:nvGrpSpPr>
          <p:cNvPr id="802838" name="Group 22">
            <a:extLst>
              <a:ext uri="{FF2B5EF4-FFF2-40B4-BE49-F238E27FC236}">
                <a16:creationId xmlns:a16="http://schemas.microsoft.com/office/drawing/2014/main" id="{F29F0B35-B8FF-0400-CA34-D4BBF954E562}"/>
              </a:ext>
            </a:extLst>
          </p:cNvPr>
          <p:cNvGrpSpPr>
            <a:grpSpLocks/>
          </p:cNvGrpSpPr>
          <p:nvPr/>
        </p:nvGrpSpPr>
        <p:grpSpPr bwMode="auto">
          <a:xfrm>
            <a:off x="165100" y="3191098"/>
            <a:ext cx="6437313" cy="563563"/>
            <a:chOff x="104" y="2485"/>
            <a:chExt cx="4055" cy="355"/>
          </a:xfrm>
        </p:grpSpPr>
        <p:graphicFrame>
          <p:nvGraphicFramePr>
            <p:cNvPr id="44045" name="Object 23">
              <a:extLst>
                <a:ext uri="{FF2B5EF4-FFF2-40B4-BE49-F238E27FC236}">
                  <a16:creationId xmlns:a16="http://schemas.microsoft.com/office/drawing/2014/main" id="{0864D872-03BC-6F92-64E2-8A8983B7638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64" y="2485"/>
            <a:ext cx="2895" cy="3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1" imgW="1631520" imgH="159480" progId="Equation.DSMT4">
                    <p:embed/>
                  </p:oleObj>
                </mc:Choice>
                <mc:Fallback>
                  <p:oleObj r:id="rId11" imgW="1631520" imgH="159480" progId="Equation.DSMT4">
                    <p:embed/>
                    <p:pic>
                      <p:nvPicPr>
                        <p:cNvPr id="44045" name="Object 23">
                          <a:extLst>
                            <a:ext uri="{FF2B5EF4-FFF2-40B4-BE49-F238E27FC236}">
                              <a16:creationId xmlns:a16="http://schemas.microsoft.com/office/drawing/2014/main" id="{0864D872-03BC-6F92-64E2-8A8983B7638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64" y="2485"/>
                          <a:ext cx="2895" cy="3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4046" name="Text Box 24">
              <a:extLst>
                <a:ext uri="{FF2B5EF4-FFF2-40B4-BE49-F238E27FC236}">
                  <a16:creationId xmlns:a16="http://schemas.microsoft.com/office/drawing/2014/main" id="{E3648F8E-7749-2B20-9C37-FA17E69633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4" y="2507"/>
              <a:ext cx="345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>
                  <a:solidFill>
                    <a:schemeClr val="bg1"/>
                  </a:solidFill>
                </a:rPr>
                <a:t>瞬时值形式</a:t>
              </a:r>
            </a:p>
          </p:txBody>
        </p:sp>
      </p:grpSp>
      <p:grpSp>
        <p:nvGrpSpPr>
          <p:cNvPr id="802841" name="Group 25">
            <a:extLst>
              <a:ext uri="{FF2B5EF4-FFF2-40B4-BE49-F238E27FC236}">
                <a16:creationId xmlns:a16="http://schemas.microsoft.com/office/drawing/2014/main" id="{422359A9-4848-153D-BDA2-7DB35303B091}"/>
              </a:ext>
            </a:extLst>
          </p:cNvPr>
          <p:cNvGrpSpPr>
            <a:grpSpLocks/>
          </p:cNvGrpSpPr>
          <p:nvPr/>
        </p:nvGrpSpPr>
        <p:grpSpPr bwMode="auto">
          <a:xfrm>
            <a:off x="5508625" y="620713"/>
            <a:ext cx="2806700" cy="1655762"/>
            <a:chOff x="3470" y="1389"/>
            <a:chExt cx="1768" cy="1043"/>
          </a:xfrm>
        </p:grpSpPr>
        <p:sp>
          <p:nvSpPr>
            <p:cNvPr id="44048" name="AutoShape 26">
              <a:extLst>
                <a:ext uri="{FF2B5EF4-FFF2-40B4-BE49-F238E27FC236}">
                  <a16:creationId xmlns:a16="http://schemas.microsoft.com/office/drawing/2014/main" id="{9ECDA9D9-2C29-AD22-E7CD-7EFA59CEE8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0" y="2069"/>
              <a:ext cx="725" cy="363"/>
            </a:xfrm>
            <a:prstGeom prst="wedgeRoundRectCallout">
              <a:avLst>
                <a:gd name="adj1" fmla="val 65449"/>
                <a:gd name="adj2" fmla="val -157991"/>
                <a:gd name="adj3" fmla="val 16667"/>
              </a:avLst>
            </a:prstGeom>
            <a:noFill/>
            <a:ln w="28575">
              <a:solidFill>
                <a:srgbClr val="FFCC99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marL="342900" indent="-3429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ctr">
                <a:spcBef>
                  <a:spcPct val="20000"/>
                </a:spcBef>
              </a:pPr>
              <a:endParaRPr lang="zh-CN" altLang="zh-CN" b="0"/>
            </a:p>
          </p:txBody>
        </p:sp>
        <p:sp>
          <p:nvSpPr>
            <p:cNvPr id="44049" name="Text Box 27">
              <a:extLst>
                <a:ext uri="{FF2B5EF4-FFF2-40B4-BE49-F238E27FC236}">
                  <a16:creationId xmlns:a16="http://schemas.microsoft.com/office/drawing/2014/main" id="{3524D39A-BFB4-5C21-423D-3BBA7E6243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3" y="1389"/>
              <a:ext cx="1315" cy="266"/>
            </a:xfrm>
            <a:prstGeom prst="rect">
              <a:avLst/>
            </a:prstGeom>
            <a:solidFill>
              <a:srgbClr val="CCFFFF"/>
            </a:solidFill>
            <a:ln w="25400">
              <a:solidFill>
                <a:srgbClr val="FF00FF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000">
                  <a:solidFill>
                    <a:srgbClr val="990000"/>
                  </a:solidFill>
                  <a:ea typeface="宋体" panose="02010600030101010101" pitchFamily="2" charset="-122"/>
                </a:rPr>
                <a:t>振幅有衰减</a:t>
              </a:r>
            </a:p>
          </p:txBody>
        </p:sp>
      </p:grpSp>
      <p:sp>
        <p:nvSpPr>
          <p:cNvPr id="802845" name="Text Box 29">
            <a:extLst>
              <a:ext uri="{FF2B5EF4-FFF2-40B4-BE49-F238E27FC236}">
                <a16:creationId xmlns:a16="http://schemas.microsoft.com/office/drawing/2014/main" id="{8373A2E9-B6F7-734D-613E-AC2931DDB1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765175"/>
            <a:ext cx="5486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  <a:buFont typeface="Wingdings" panose="05000000000000000000" pitchFamily="2" charset="2"/>
              <a:buChar char="u"/>
            </a:pPr>
            <a:r>
              <a:rPr lang="zh-CN" altLang="en-US" dirty="0">
                <a:solidFill>
                  <a:schemeClr val="bg1"/>
                </a:solidFill>
              </a:rPr>
              <a:t>沿</a:t>
            </a: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</a:rPr>
              <a:t>+</a:t>
            </a:r>
            <a:r>
              <a:rPr lang="en-US" altLang="zh-CN" b="0" i="1" dirty="0">
                <a:solidFill>
                  <a:schemeClr val="bg1"/>
                </a:solidFill>
                <a:latin typeface="Arial" panose="020B0604020202020204" pitchFamily="34" charset="0"/>
              </a:rPr>
              <a:t>z</a:t>
            </a:r>
            <a:r>
              <a:rPr lang="en-US" altLang="zh-CN" dirty="0">
                <a:solidFill>
                  <a:schemeClr val="bg1"/>
                </a:solidFill>
              </a:rPr>
              <a:t> </a:t>
            </a:r>
            <a:r>
              <a:rPr lang="zh-CN" altLang="en-US" dirty="0">
                <a:solidFill>
                  <a:schemeClr val="bg1"/>
                </a:solidFill>
              </a:rPr>
              <a:t>轴传播的均匀平面波解为</a:t>
            </a:r>
          </a:p>
        </p:txBody>
      </p:sp>
      <p:sp>
        <p:nvSpPr>
          <p:cNvPr id="3" name="Text Box 8">
            <a:extLst>
              <a:ext uri="{FF2B5EF4-FFF2-40B4-BE49-F238E27FC236}">
                <a16:creationId xmlns:a16="http://schemas.microsoft.com/office/drawing/2014/main" id="{EE8248A6-F287-47D4-D30E-42237B6C48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7407" y="2319549"/>
            <a:ext cx="2408721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dirty="0">
                <a:solidFill>
                  <a:srgbClr val="FF0000"/>
                </a:solidFill>
                <a:latin typeface="楷体_GB2312" pitchFamily="49" charset="-122"/>
              </a:rPr>
              <a:t>(                       )</a:t>
            </a:r>
            <a:r>
              <a:rPr lang="en-US" altLang="zh-CN" dirty="0">
                <a:solidFill>
                  <a:schemeClr val="bg1"/>
                </a:solidFill>
                <a:latin typeface="楷体_GB2312" pitchFamily="49" charset="-122"/>
              </a:rPr>
              <a:t>    </a:t>
            </a:r>
            <a:endParaRPr lang="zh-CN" altLang="en-US" dirty="0">
              <a:solidFill>
                <a:schemeClr val="bg1"/>
              </a:solidFill>
              <a:latin typeface="楷体_GB2312" pitchFamily="49" charset="-122"/>
            </a:endParaRPr>
          </a:p>
        </p:txBody>
      </p:sp>
      <p:graphicFrame>
        <p:nvGraphicFramePr>
          <p:cNvPr id="4" name="Object 9">
            <a:extLst>
              <a:ext uri="{FF2B5EF4-FFF2-40B4-BE49-F238E27FC236}">
                <a16:creationId xmlns:a16="http://schemas.microsoft.com/office/drawing/2014/main" id="{8ED2C70E-CA94-A901-4169-FE313E50EE9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2740201"/>
              </p:ext>
            </p:extLst>
          </p:nvPr>
        </p:nvGraphicFramePr>
        <p:xfrm>
          <a:off x="2987824" y="2319549"/>
          <a:ext cx="2084388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3" imgW="818640" imgH="137520" progId="Equation.DSMT4">
                  <p:embed/>
                </p:oleObj>
              </mc:Choice>
              <mc:Fallback>
                <p:oleObj r:id="rId13" imgW="818640" imgH="137520" progId="Equation.DSMT4">
                  <p:embed/>
                  <p:pic>
                    <p:nvPicPr>
                      <p:cNvPr id="41991" name="Object 9">
                        <a:extLst>
                          <a:ext uri="{FF2B5EF4-FFF2-40B4-BE49-F238E27FC236}">
                            <a16:creationId xmlns:a16="http://schemas.microsoft.com/office/drawing/2014/main" id="{1F1413C4-A881-82BB-F795-2C391567B49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824" y="2319549"/>
                        <a:ext cx="2084388" cy="468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802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802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802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802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2000"/>
                                        <p:tgtEl>
                                          <p:spTgt spid="802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2000"/>
                                        <p:tgtEl>
                                          <p:spTgt spid="802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2000"/>
                                        <p:tgtEl>
                                          <p:spTgt spid="802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284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6081" name="Object 15">
            <a:extLst>
              <a:ext uri="{FF2B5EF4-FFF2-40B4-BE49-F238E27FC236}">
                <a16:creationId xmlns:a16="http://schemas.microsoft.com/office/drawing/2014/main" id="{3B5FF148-3D20-32E0-5F1E-D8B999643CD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1552134"/>
              </p:ext>
            </p:extLst>
          </p:nvPr>
        </p:nvGraphicFramePr>
        <p:xfrm>
          <a:off x="4684713" y="2955925"/>
          <a:ext cx="4297362" cy="1131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488680" imgH="467640" progId="Equation.DSMT4">
                  <p:embed/>
                </p:oleObj>
              </mc:Choice>
              <mc:Fallback>
                <p:oleObj name="Equation" r:id="rId3" imgW="2488680" imgH="467640" progId="Equation.DSMT4">
                  <p:embed/>
                  <p:pic>
                    <p:nvPicPr>
                      <p:cNvPr id="46081" name="Object 15">
                        <a:extLst>
                          <a:ext uri="{FF2B5EF4-FFF2-40B4-BE49-F238E27FC236}">
                            <a16:creationId xmlns:a16="http://schemas.microsoft.com/office/drawing/2014/main" id="{3B5FF148-3D20-32E0-5F1E-D8B999643CD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4713" y="2955925"/>
                        <a:ext cx="4297362" cy="1131888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90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灯片编号占位符 3">
            <a:extLst>
              <a:ext uri="{FF2B5EF4-FFF2-40B4-BE49-F238E27FC236}">
                <a16:creationId xmlns:a16="http://schemas.microsoft.com/office/drawing/2014/main" id="{799EE57A-0947-A6E4-9142-0A0B8F8C90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5A6F3E-160D-4EA8-B114-E2494FFFD5B4}" type="slidenum">
              <a:rPr lang="en-US" altLang="zh-CN"/>
              <a:pPr/>
              <a:t>6</a:t>
            </a:fld>
            <a:endParaRPr lang="en-US" altLang="zh-CN"/>
          </a:p>
        </p:txBody>
      </p:sp>
      <p:graphicFrame>
        <p:nvGraphicFramePr>
          <p:cNvPr id="525315" name="Object 3">
            <a:extLst>
              <a:ext uri="{FF2B5EF4-FFF2-40B4-BE49-F238E27FC236}">
                <a16:creationId xmlns:a16="http://schemas.microsoft.com/office/drawing/2014/main" id="{F7C068E6-DA3A-F255-44CB-CC25D771FAE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87450" y="836613"/>
          <a:ext cx="5832475" cy="973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2224800" imgH="324360" progId="Equation.DSMT4">
                  <p:embed/>
                </p:oleObj>
              </mc:Choice>
              <mc:Fallback>
                <p:oleObj r:id="rId5" imgW="2224800" imgH="324360" progId="Equation.DSMT4">
                  <p:embed/>
                  <p:pic>
                    <p:nvPicPr>
                      <p:cNvPr id="525315" name="Object 3">
                        <a:extLst>
                          <a:ext uri="{FF2B5EF4-FFF2-40B4-BE49-F238E27FC236}">
                            <a16:creationId xmlns:a16="http://schemas.microsoft.com/office/drawing/2014/main" id="{F7C068E6-DA3A-F255-44CB-CC25D771FAE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836613"/>
                        <a:ext cx="5832475" cy="973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25336" name="Group 24">
            <a:extLst>
              <a:ext uri="{FF2B5EF4-FFF2-40B4-BE49-F238E27FC236}">
                <a16:creationId xmlns:a16="http://schemas.microsoft.com/office/drawing/2014/main" id="{77A67F1B-433A-CF16-346E-DB4A7EE28F3E}"/>
              </a:ext>
            </a:extLst>
          </p:cNvPr>
          <p:cNvGrpSpPr>
            <a:grpSpLocks/>
          </p:cNvGrpSpPr>
          <p:nvPr/>
        </p:nvGrpSpPr>
        <p:grpSpPr bwMode="auto">
          <a:xfrm>
            <a:off x="146050" y="2924175"/>
            <a:ext cx="4065588" cy="1077913"/>
            <a:chOff x="92" y="1842"/>
            <a:chExt cx="2561" cy="679"/>
          </a:xfrm>
        </p:grpSpPr>
        <p:graphicFrame>
          <p:nvGraphicFramePr>
            <p:cNvPr id="46085" name="Object 4">
              <a:extLst>
                <a:ext uri="{FF2B5EF4-FFF2-40B4-BE49-F238E27FC236}">
                  <a16:creationId xmlns:a16="http://schemas.microsoft.com/office/drawing/2014/main" id="{F2D5BE94-2B80-79F6-79C8-CD3D8A6C7AD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107" y="1842"/>
            <a:ext cx="1546" cy="6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" imgW="906480" imgH="357480" progId="Equation.DSMT4">
                    <p:embed/>
                  </p:oleObj>
                </mc:Choice>
                <mc:Fallback>
                  <p:oleObj r:id="rId7" imgW="906480" imgH="357480" progId="Equation.DSMT4">
                    <p:embed/>
                    <p:pic>
                      <p:nvPicPr>
                        <p:cNvPr id="46085" name="Object 4">
                          <a:extLst>
                            <a:ext uri="{FF2B5EF4-FFF2-40B4-BE49-F238E27FC236}">
                              <a16:creationId xmlns:a16="http://schemas.microsoft.com/office/drawing/2014/main" id="{F2D5BE94-2B80-79F6-79C8-CD3D8A6C7AD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07" y="1842"/>
                          <a:ext cx="1546" cy="6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6086" name="Text Box 6">
              <a:extLst>
                <a:ext uri="{FF2B5EF4-FFF2-40B4-BE49-F238E27FC236}">
                  <a16:creationId xmlns:a16="http://schemas.microsoft.com/office/drawing/2014/main" id="{2FC11F85-6543-DAAD-2B14-9C5446E0F2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" y="2024"/>
              <a:ext cx="120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>
                  <a:solidFill>
                    <a:srgbClr val="FF99FF"/>
                  </a:solidFill>
                  <a:ea typeface="宋体" panose="02010600030101010101" pitchFamily="2" charset="-122"/>
                </a:rPr>
                <a:t>本征阻抗</a:t>
              </a:r>
            </a:p>
          </p:txBody>
        </p:sp>
      </p:grpSp>
      <p:graphicFrame>
        <p:nvGraphicFramePr>
          <p:cNvPr id="525322" name="Object 10">
            <a:extLst>
              <a:ext uri="{FF2B5EF4-FFF2-40B4-BE49-F238E27FC236}">
                <a16:creationId xmlns:a16="http://schemas.microsoft.com/office/drawing/2014/main" id="{EE78AA4C-C043-6FF9-E463-5C7B10DE65B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50938" y="1773238"/>
          <a:ext cx="4611687" cy="97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1917360" imgH="324360" progId="Equation.DSMT4">
                  <p:embed/>
                </p:oleObj>
              </mc:Choice>
              <mc:Fallback>
                <p:oleObj r:id="rId9" imgW="1917360" imgH="324360" progId="Equation.DSMT4">
                  <p:embed/>
                  <p:pic>
                    <p:nvPicPr>
                      <p:cNvPr id="525322" name="Object 10">
                        <a:extLst>
                          <a:ext uri="{FF2B5EF4-FFF2-40B4-BE49-F238E27FC236}">
                            <a16:creationId xmlns:a16="http://schemas.microsoft.com/office/drawing/2014/main" id="{EE78AA4C-C043-6FF9-E463-5C7B10DE65B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0938" y="1773238"/>
                        <a:ext cx="4611687" cy="971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25342" name="Group 30">
            <a:extLst>
              <a:ext uri="{FF2B5EF4-FFF2-40B4-BE49-F238E27FC236}">
                <a16:creationId xmlns:a16="http://schemas.microsoft.com/office/drawing/2014/main" id="{4BA83CBF-7520-BCC1-87FA-89D6100FFF94}"/>
              </a:ext>
            </a:extLst>
          </p:cNvPr>
          <p:cNvGrpSpPr>
            <a:grpSpLocks/>
          </p:cNvGrpSpPr>
          <p:nvPr/>
        </p:nvGrpSpPr>
        <p:grpSpPr bwMode="auto">
          <a:xfrm>
            <a:off x="4632325" y="4149725"/>
            <a:ext cx="4330700" cy="2232025"/>
            <a:chOff x="2918" y="2659"/>
            <a:chExt cx="2728" cy="1406"/>
          </a:xfrm>
        </p:grpSpPr>
        <p:pic>
          <p:nvPicPr>
            <p:cNvPr id="46089" name="Picture 13" descr="3">
              <a:extLst>
                <a:ext uri="{FF2B5EF4-FFF2-40B4-BE49-F238E27FC236}">
                  <a16:creationId xmlns:a16="http://schemas.microsoft.com/office/drawing/2014/main" id="{36536AC5-470C-6568-BB34-DEB18252499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5" y="2659"/>
              <a:ext cx="2721" cy="14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aphicFrame>
          <p:nvGraphicFramePr>
            <p:cNvPr id="46090" name="Object 15">
              <a:extLst>
                <a:ext uri="{FF2B5EF4-FFF2-40B4-BE49-F238E27FC236}">
                  <a16:creationId xmlns:a16="http://schemas.microsoft.com/office/drawing/2014/main" id="{4D101237-5EE5-FAC9-6354-C70025EE6BF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443" y="3266"/>
            <a:ext cx="159" cy="2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2" imgW="139579" imgH="215713" progId="Equation.DSMT4">
                    <p:embed/>
                  </p:oleObj>
                </mc:Choice>
                <mc:Fallback>
                  <p:oleObj r:id="rId12" imgW="139579" imgH="215713" progId="Equation.DSMT4">
                    <p:embed/>
                    <p:pic>
                      <p:nvPicPr>
                        <p:cNvPr id="46090" name="Object 15">
                          <a:extLst>
                            <a:ext uri="{FF2B5EF4-FFF2-40B4-BE49-F238E27FC236}">
                              <a16:creationId xmlns:a16="http://schemas.microsoft.com/office/drawing/2014/main" id="{4D101237-5EE5-FAC9-6354-C70025EE6BF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43" y="3266"/>
                          <a:ext cx="159" cy="2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6091" name="Object 18">
              <a:extLst>
                <a:ext uri="{FF2B5EF4-FFF2-40B4-BE49-F238E27FC236}">
                  <a16:creationId xmlns:a16="http://schemas.microsoft.com/office/drawing/2014/main" id="{A6A35BDE-0338-DFEF-6A2A-B5C151EFF7C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18" y="3005"/>
            <a:ext cx="201" cy="2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4" imgW="177569" imgH="202936" progId="Equation.DSMT4">
                    <p:embed/>
                  </p:oleObj>
                </mc:Choice>
                <mc:Fallback>
                  <p:oleObj r:id="rId14" imgW="177569" imgH="202936" progId="Equation.DSMT4">
                    <p:embed/>
                    <p:pic>
                      <p:nvPicPr>
                        <p:cNvPr id="46091" name="Object 18">
                          <a:extLst>
                            <a:ext uri="{FF2B5EF4-FFF2-40B4-BE49-F238E27FC236}">
                              <a16:creationId xmlns:a16="http://schemas.microsoft.com/office/drawing/2014/main" id="{A6A35BDE-0338-DFEF-6A2A-B5C151EFF7C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18" y="3005"/>
                          <a:ext cx="201" cy="2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6092" name="Object 19">
              <a:extLst>
                <a:ext uri="{FF2B5EF4-FFF2-40B4-BE49-F238E27FC236}">
                  <a16:creationId xmlns:a16="http://schemas.microsoft.com/office/drawing/2014/main" id="{3250AC28-965C-3138-43DB-8216B464380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151" y="2820"/>
            <a:ext cx="173" cy="2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6" imgW="152268" imgH="203024" progId="Equation.DSMT4">
                    <p:embed/>
                  </p:oleObj>
                </mc:Choice>
                <mc:Fallback>
                  <p:oleObj r:id="rId16" imgW="152268" imgH="203024" progId="Equation.DSMT4">
                    <p:embed/>
                    <p:pic>
                      <p:nvPicPr>
                        <p:cNvPr id="46092" name="Object 19">
                          <a:extLst>
                            <a:ext uri="{FF2B5EF4-FFF2-40B4-BE49-F238E27FC236}">
                              <a16:creationId xmlns:a16="http://schemas.microsoft.com/office/drawing/2014/main" id="{3250AC28-965C-3138-43DB-8216B464380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51" y="2820"/>
                          <a:ext cx="173" cy="2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6093" name="Text Box 20">
              <a:extLst>
                <a:ext uri="{FF2B5EF4-FFF2-40B4-BE49-F238E27FC236}">
                  <a16:creationId xmlns:a16="http://schemas.microsoft.com/office/drawing/2014/main" id="{AF8654E0-EA60-3EDD-43EB-29CBC3262A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6" y="3703"/>
              <a:ext cx="167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600">
                  <a:latin typeface="宋体" panose="02010600030101010101" pitchFamily="2" charset="-122"/>
                  <a:ea typeface="宋体" panose="02010600030101010101" pitchFamily="2" charset="-122"/>
                </a:rPr>
                <a:t>导电媒质中的电场与磁场</a:t>
              </a:r>
            </a:p>
          </p:txBody>
        </p:sp>
      </p:grpSp>
      <p:grpSp>
        <p:nvGrpSpPr>
          <p:cNvPr id="525341" name="Group 29">
            <a:extLst>
              <a:ext uri="{FF2B5EF4-FFF2-40B4-BE49-F238E27FC236}">
                <a16:creationId xmlns:a16="http://schemas.microsoft.com/office/drawing/2014/main" id="{F49148FD-DD3D-0E97-8ACE-55D194FCF62A}"/>
              </a:ext>
            </a:extLst>
          </p:cNvPr>
          <p:cNvGrpSpPr>
            <a:grpSpLocks/>
          </p:cNvGrpSpPr>
          <p:nvPr/>
        </p:nvGrpSpPr>
        <p:grpSpPr bwMode="auto">
          <a:xfrm>
            <a:off x="312738" y="4149725"/>
            <a:ext cx="4187825" cy="2232025"/>
            <a:chOff x="197" y="2659"/>
            <a:chExt cx="2638" cy="1406"/>
          </a:xfrm>
        </p:grpSpPr>
        <p:pic>
          <p:nvPicPr>
            <p:cNvPr id="46095" name="Picture 12" descr="3">
              <a:extLst>
                <a:ext uri="{FF2B5EF4-FFF2-40B4-BE49-F238E27FC236}">
                  <a16:creationId xmlns:a16="http://schemas.microsoft.com/office/drawing/2014/main" id="{6AEAD293-AB70-B9EC-7AA5-091DC5CED5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4" y="2659"/>
              <a:ext cx="2631" cy="14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aphicFrame>
          <p:nvGraphicFramePr>
            <p:cNvPr id="46096" name="Object 14">
              <a:extLst>
                <a:ext uri="{FF2B5EF4-FFF2-40B4-BE49-F238E27FC236}">
                  <a16:creationId xmlns:a16="http://schemas.microsoft.com/office/drawing/2014/main" id="{461035C8-2A7E-A186-82F9-872E14A39E3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97" y="3092"/>
            <a:ext cx="212" cy="2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9" imgW="177569" imgH="202936" progId="Equation.DSMT4">
                    <p:embed/>
                  </p:oleObj>
                </mc:Choice>
                <mc:Fallback>
                  <p:oleObj r:id="rId19" imgW="177569" imgH="202936" progId="Equation.DSMT4">
                    <p:embed/>
                    <p:pic>
                      <p:nvPicPr>
                        <p:cNvPr id="46096" name="Object 14">
                          <a:extLst>
                            <a:ext uri="{FF2B5EF4-FFF2-40B4-BE49-F238E27FC236}">
                              <a16:creationId xmlns:a16="http://schemas.microsoft.com/office/drawing/2014/main" id="{461035C8-2A7E-A186-82F9-872E14A39E3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7" y="3092"/>
                          <a:ext cx="212" cy="2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6097" name="Object 16">
              <a:extLst>
                <a:ext uri="{FF2B5EF4-FFF2-40B4-BE49-F238E27FC236}">
                  <a16:creationId xmlns:a16="http://schemas.microsoft.com/office/drawing/2014/main" id="{0FBED285-B063-CA34-C1E1-CF346087A7F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03" y="2819"/>
            <a:ext cx="182" cy="2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1" imgW="152268" imgH="203024" progId="Equation.DSMT4">
                    <p:embed/>
                  </p:oleObj>
                </mc:Choice>
                <mc:Fallback>
                  <p:oleObj r:id="rId21" imgW="152268" imgH="203024" progId="Equation.DSMT4">
                    <p:embed/>
                    <p:pic>
                      <p:nvPicPr>
                        <p:cNvPr id="46097" name="Object 16">
                          <a:extLst>
                            <a:ext uri="{FF2B5EF4-FFF2-40B4-BE49-F238E27FC236}">
                              <a16:creationId xmlns:a16="http://schemas.microsoft.com/office/drawing/2014/main" id="{0FBED285-B063-CA34-C1E1-CF346087A7F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3" y="2819"/>
                          <a:ext cx="182" cy="2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6098" name="Object 17">
              <a:extLst>
                <a:ext uri="{FF2B5EF4-FFF2-40B4-BE49-F238E27FC236}">
                  <a16:creationId xmlns:a16="http://schemas.microsoft.com/office/drawing/2014/main" id="{F7F4EF6B-EF76-1A8E-6DEA-D308056E7CB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608" y="3312"/>
            <a:ext cx="168" cy="2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3" imgW="139579" imgH="215713" progId="Equation.DSMT4">
                    <p:embed/>
                  </p:oleObj>
                </mc:Choice>
                <mc:Fallback>
                  <p:oleObj r:id="rId23" imgW="139579" imgH="215713" progId="Equation.DSMT4">
                    <p:embed/>
                    <p:pic>
                      <p:nvPicPr>
                        <p:cNvPr id="46098" name="Object 17">
                          <a:extLst>
                            <a:ext uri="{FF2B5EF4-FFF2-40B4-BE49-F238E27FC236}">
                              <a16:creationId xmlns:a16="http://schemas.microsoft.com/office/drawing/2014/main" id="{F7F4EF6B-EF76-1A8E-6DEA-D308056E7CB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08" y="3312"/>
                          <a:ext cx="168" cy="2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6099" name="Text Box 21">
              <a:extLst>
                <a:ext uri="{FF2B5EF4-FFF2-40B4-BE49-F238E27FC236}">
                  <a16:creationId xmlns:a16="http://schemas.microsoft.com/office/drawing/2014/main" id="{ECC21001-7BD7-5E07-5572-2E826C94E3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7" y="3748"/>
              <a:ext cx="167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600">
                  <a:latin typeface="宋体" panose="02010600030101010101" pitchFamily="2" charset="-122"/>
                  <a:ea typeface="宋体" panose="02010600030101010101" pitchFamily="2" charset="-122"/>
                </a:rPr>
                <a:t>理想介质中的电场与磁场</a:t>
              </a:r>
            </a:p>
          </p:txBody>
        </p:sp>
      </p:grpSp>
      <p:sp>
        <p:nvSpPr>
          <p:cNvPr id="525335" name="Text Box 23">
            <a:extLst>
              <a:ext uri="{FF2B5EF4-FFF2-40B4-BE49-F238E27FC236}">
                <a16:creationId xmlns:a16="http://schemas.microsoft.com/office/drawing/2014/main" id="{964549FE-8DCF-24E3-74D0-13D48CDB14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404813"/>
            <a:ext cx="3889375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5000"/>
              </a:lnSpc>
              <a:buFontTx/>
              <a:buBlip>
                <a:blip r:embed="rId25"/>
              </a:buBlip>
            </a:pPr>
            <a:r>
              <a:rPr lang="en-US" altLang="zh-CN">
                <a:solidFill>
                  <a:schemeClr val="bg1"/>
                </a:solidFill>
              </a:rPr>
              <a:t>   </a:t>
            </a:r>
            <a:r>
              <a:rPr lang="zh-CN" altLang="en-US">
                <a:solidFill>
                  <a:schemeClr val="bg1"/>
                </a:solidFill>
                <a:ea typeface="宋体" panose="02010600030101010101" pitchFamily="2" charset="-122"/>
              </a:rPr>
              <a:t>相伴的磁场</a:t>
            </a:r>
          </a:p>
        </p:txBody>
      </p:sp>
      <p:grpSp>
        <p:nvGrpSpPr>
          <p:cNvPr id="525340" name="Group 28">
            <a:extLst>
              <a:ext uri="{FF2B5EF4-FFF2-40B4-BE49-F238E27FC236}">
                <a16:creationId xmlns:a16="http://schemas.microsoft.com/office/drawing/2014/main" id="{4CBD5F0D-4976-8D96-24D1-D3EC4F2F7804}"/>
              </a:ext>
            </a:extLst>
          </p:cNvPr>
          <p:cNvGrpSpPr>
            <a:grpSpLocks/>
          </p:cNvGrpSpPr>
          <p:nvPr/>
        </p:nvGrpSpPr>
        <p:grpSpPr bwMode="auto">
          <a:xfrm>
            <a:off x="3275013" y="1924050"/>
            <a:ext cx="5618162" cy="1798638"/>
            <a:chOff x="1926" y="1616"/>
            <a:chExt cx="3539" cy="1133"/>
          </a:xfrm>
        </p:grpSpPr>
        <p:sp>
          <p:nvSpPr>
            <p:cNvPr id="46102" name="Text Box 27">
              <a:extLst>
                <a:ext uri="{FF2B5EF4-FFF2-40B4-BE49-F238E27FC236}">
                  <a16:creationId xmlns:a16="http://schemas.microsoft.com/office/drawing/2014/main" id="{4969F981-19E0-F97B-1FE9-2074E1064E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60" y="1616"/>
              <a:ext cx="1905" cy="554"/>
            </a:xfrm>
            <a:prstGeom prst="rect">
              <a:avLst/>
            </a:prstGeom>
            <a:solidFill>
              <a:srgbClr val="CCFFFF"/>
            </a:solidFill>
            <a:ln w="25400">
              <a:solidFill>
                <a:srgbClr val="FF00FF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000">
                  <a:solidFill>
                    <a:srgbClr val="990000"/>
                  </a:solidFill>
                  <a:ea typeface="宋体" panose="02010600030101010101" pitchFamily="2" charset="-122"/>
                </a:rPr>
                <a:t>本征阻抗为复数</a:t>
              </a:r>
            </a:p>
            <a:p>
              <a:pPr algn="ctr">
                <a:spcBef>
                  <a:spcPct val="50000"/>
                </a:spcBef>
              </a:pPr>
              <a:r>
                <a:rPr lang="zh-CN" altLang="en-US" sz="2000">
                  <a:solidFill>
                    <a:srgbClr val="990000"/>
                  </a:solidFill>
                  <a:ea typeface="宋体" panose="02010600030101010101" pitchFamily="2" charset="-122"/>
                </a:rPr>
                <a:t>磁场滞后于电场</a:t>
              </a:r>
            </a:p>
          </p:txBody>
        </p:sp>
        <p:sp>
          <p:nvSpPr>
            <p:cNvPr id="46103" name="AutoShape 26">
              <a:extLst>
                <a:ext uri="{FF2B5EF4-FFF2-40B4-BE49-F238E27FC236}">
                  <a16:creationId xmlns:a16="http://schemas.microsoft.com/office/drawing/2014/main" id="{89BF3AB8-DECA-85C9-1483-4C8D4FC14E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6" y="2386"/>
              <a:ext cx="725" cy="363"/>
            </a:xfrm>
            <a:prstGeom prst="wedgeRoundRectCallout">
              <a:avLst>
                <a:gd name="adj1" fmla="val 168986"/>
                <a:gd name="adj2" fmla="val -133745"/>
                <a:gd name="adj3" fmla="val 16667"/>
              </a:avLst>
            </a:prstGeom>
            <a:noFill/>
            <a:ln w="28575">
              <a:solidFill>
                <a:srgbClr val="FFCC99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marL="342900" indent="-3429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ctr">
                <a:spcBef>
                  <a:spcPct val="20000"/>
                </a:spcBef>
              </a:pPr>
              <a:endParaRPr lang="zh-CN" altLang="zh-CN" b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525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525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525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525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525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525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0"/>
                                        <p:tgtEl>
                                          <p:spTgt spid="525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533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灯片编号占位符 2">
            <a:extLst>
              <a:ext uri="{FF2B5EF4-FFF2-40B4-BE49-F238E27FC236}">
                <a16:creationId xmlns:a16="http://schemas.microsoft.com/office/drawing/2014/main" id="{9766BDC7-51B2-3287-F77A-82007615E2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2A2583-A5AB-4C19-9FB4-61A68AFA5752}" type="slidenum">
              <a:rPr lang="en-US" altLang="zh-CN"/>
              <a:pPr/>
              <a:t>7</a:t>
            </a:fld>
            <a:endParaRPr lang="en-US" altLang="zh-CN"/>
          </a:p>
        </p:txBody>
      </p:sp>
      <p:graphicFrame>
        <p:nvGraphicFramePr>
          <p:cNvPr id="710658" name="Object 2">
            <a:extLst>
              <a:ext uri="{FF2B5EF4-FFF2-40B4-BE49-F238E27FC236}">
                <a16:creationId xmlns:a16="http://schemas.microsoft.com/office/drawing/2014/main" id="{3699CA3A-6103-8448-F207-42F00DCAC10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00788" y="981075"/>
          <a:ext cx="2520950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961560" imgH="357480" progId="Equation.DSMT4">
                  <p:embed/>
                </p:oleObj>
              </mc:Choice>
              <mc:Fallback>
                <p:oleObj r:id="rId3" imgW="961560" imgH="357480" progId="Equation.DSMT4">
                  <p:embed/>
                  <p:pic>
                    <p:nvPicPr>
                      <p:cNvPr id="710658" name="Object 2">
                        <a:extLst>
                          <a:ext uri="{FF2B5EF4-FFF2-40B4-BE49-F238E27FC236}">
                            <a16:creationId xmlns:a16="http://schemas.microsoft.com/office/drawing/2014/main" id="{3699CA3A-6103-8448-F207-42F00DCAC10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0788" y="981075"/>
                        <a:ext cx="2520950" cy="1028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10659" name="Group 3">
            <a:extLst>
              <a:ext uri="{FF2B5EF4-FFF2-40B4-BE49-F238E27FC236}">
                <a16:creationId xmlns:a16="http://schemas.microsoft.com/office/drawing/2014/main" id="{53A605E8-984F-5C6A-79AC-0141AA66F5B6}"/>
              </a:ext>
            </a:extLst>
          </p:cNvPr>
          <p:cNvGrpSpPr>
            <a:grpSpLocks/>
          </p:cNvGrpSpPr>
          <p:nvPr/>
        </p:nvGrpSpPr>
        <p:grpSpPr bwMode="auto">
          <a:xfrm>
            <a:off x="755650" y="765175"/>
            <a:ext cx="4614863" cy="1368425"/>
            <a:chOff x="116" y="1480"/>
            <a:chExt cx="2994" cy="930"/>
          </a:xfrm>
        </p:grpSpPr>
        <p:graphicFrame>
          <p:nvGraphicFramePr>
            <p:cNvPr id="48132" name="Object 4">
              <a:extLst>
                <a:ext uri="{FF2B5EF4-FFF2-40B4-BE49-F238E27FC236}">
                  <a16:creationId xmlns:a16="http://schemas.microsoft.com/office/drawing/2014/main" id="{60F55722-8B11-0943-94CE-5E42F08AE8E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0" y="2115"/>
            <a:ext cx="2639" cy="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1664640" imgH="137520" progId="Equation.DSMT4">
                    <p:embed/>
                  </p:oleObj>
                </mc:Choice>
                <mc:Fallback>
                  <p:oleObj r:id="rId5" imgW="1664640" imgH="137520" progId="Equation.DSMT4">
                    <p:embed/>
                    <p:pic>
                      <p:nvPicPr>
                        <p:cNvPr id="48132" name="Object 4">
                          <a:extLst>
                            <a:ext uri="{FF2B5EF4-FFF2-40B4-BE49-F238E27FC236}">
                              <a16:creationId xmlns:a16="http://schemas.microsoft.com/office/drawing/2014/main" id="{60F55722-8B11-0943-94CE-5E42F08AE8E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0" y="2115"/>
                          <a:ext cx="2639" cy="2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133" name="Object 5">
              <a:extLst>
                <a:ext uri="{FF2B5EF4-FFF2-40B4-BE49-F238E27FC236}">
                  <a16:creationId xmlns:a16="http://schemas.microsoft.com/office/drawing/2014/main" id="{D3FFA688-3BA8-BF1C-D3CD-23B3C03FA01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1" y="1480"/>
            <a:ext cx="2819" cy="5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" imgW="1763640" imgH="280440" progId="Equation.DSMT4">
                    <p:embed/>
                  </p:oleObj>
                </mc:Choice>
                <mc:Fallback>
                  <p:oleObj r:id="rId7" imgW="1763640" imgH="280440" progId="Equation.DSMT4">
                    <p:embed/>
                    <p:pic>
                      <p:nvPicPr>
                        <p:cNvPr id="48133" name="Object 5">
                          <a:extLst>
                            <a:ext uri="{FF2B5EF4-FFF2-40B4-BE49-F238E27FC236}">
                              <a16:creationId xmlns:a16="http://schemas.microsoft.com/office/drawing/2014/main" id="{D3FFA688-3BA8-BF1C-D3CD-23B3C03FA01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1" y="1480"/>
                          <a:ext cx="2819" cy="5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134" name="Object 6">
              <a:extLst>
                <a:ext uri="{FF2B5EF4-FFF2-40B4-BE49-F238E27FC236}">
                  <a16:creationId xmlns:a16="http://schemas.microsoft.com/office/drawing/2014/main" id="{A8099007-8A95-506D-4885-58D1BB563B6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16" y="1696"/>
            <a:ext cx="269" cy="6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9" imgW="104400" imgH="335520" progId="Equation.DSMT4">
                    <p:embed/>
                  </p:oleObj>
                </mc:Choice>
                <mc:Fallback>
                  <p:oleObj r:id="rId9" imgW="104400" imgH="335520" progId="Equation.DSMT4">
                    <p:embed/>
                    <p:pic>
                      <p:nvPicPr>
                        <p:cNvPr id="48134" name="Object 6">
                          <a:extLst>
                            <a:ext uri="{FF2B5EF4-FFF2-40B4-BE49-F238E27FC236}">
                              <a16:creationId xmlns:a16="http://schemas.microsoft.com/office/drawing/2014/main" id="{A8099007-8A95-506D-4885-58D1BB563B6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6" y="1696"/>
                          <a:ext cx="269" cy="6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10664" name="Object 8">
            <a:extLst>
              <a:ext uri="{FF2B5EF4-FFF2-40B4-BE49-F238E27FC236}">
                <a16:creationId xmlns:a16="http://schemas.microsoft.com/office/drawing/2014/main" id="{B8FDCC5F-84F5-F9EB-F906-B2CECB98DAC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9938" y="3357563"/>
          <a:ext cx="5635625" cy="1184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2027160" imgH="445680" progId="Equation.DSMT4">
                  <p:embed/>
                </p:oleObj>
              </mc:Choice>
              <mc:Fallback>
                <p:oleObj r:id="rId11" imgW="2027160" imgH="445680" progId="Equation.DSMT4">
                  <p:embed/>
                  <p:pic>
                    <p:nvPicPr>
                      <p:cNvPr id="710664" name="Object 8">
                        <a:extLst>
                          <a:ext uri="{FF2B5EF4-FFF2-40B4-BE49-F238E27FC236}">
                            <a16:creationId xmlns:a16="http://schemas.microsoft.com/office/drawing/2014/main" id="{B8FDCC5F-84F5-F9EB-F906-B2CECB98DAC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9938" y="3357563"/>
                        <a:ext cx="5635625" cy="1184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0673" name="Object 17">
            <a:extLst>
              <a:ext uri="{FF2B5EF4-FFF2-40B4-BE49-F238E27FC236}">
                <a16:creationId xmlns:a16="http://schemas.microsoft.com/office/drawing/2014/main" id="{85825BFF-1D2F-9541-0B43-1499E3017D4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80000" y="2276475"/>
          <a:ext cx="4064000" cy="1108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3" imgW="1444680" imgH="412560" progId="Equation.DSMT4">
                  <p:embed/>
                </p:oleObj>
              </mc:Choice>
              <mc:Fallback>
                <p:oleObj r:id="rId13" imgW="1444680" imgH="412560" progId="Equation.DSMT4">
                  <p:embed/>
                  <p:pic>
                    <p:nvPicPr>
                      <p:cNvPr id="710673" name="Object 17">
                        <a:extLst>
                          <a:ext uri="{FF2B5EF4-FFF2-40B4-BE49-F238E27FC236}">
                            <a16:creationId xmlns:a16="http://schemas.microsoft.com/office/drawing/2014/main" id="{85825BFF-1D2F-9541-0B43-1499E3017D4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0000" y="2276475"/>
                        <a:ext cx="4064000" cy="1108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0674" name="Object 18">
            <a:extLst>
              <a:ext uri="{FF2B5EF4-FFF2-40B4-BE49-F238E27FC236}">
                <a16:creationId xmlns:a16="http://schemas.microsoft.com/office/drawing/2014/main" id="{BD7380F1-471F-6AAF-2BC3-817D801AF79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2325" y="2276475"/>
          <a:ext cx="4254500" cy="1108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5" imgW="1499760" imgH="412560" progId="Equation.DSMT4">
                  <p:embed/>
                </p:oleObj>
              </mc:Choice>
              <mc:Fallback>
                <p:oleObj r:id="rId15" imgW="1499760" imgH="412560" progId="Equation.DSMT4">
                  <p:embed/>
                  <p:pic>
                    <p:nvPicPr>
                      <p:cNvPr id="710674" name="Object 18">
                        <a:extLst>
                          <a:ext uri="{FF2B5EF4-FFF2-40B4-BE49-F238E27FC236}">
                            <a16:creationId xmlns:a16="http://schemas.microsoft.com/office/drawing/2014/main" id="{BD7380F1-471F-6AAF-2BC3-817D801AF79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2325" y="2276475"/>
                        <a:ext cx="4254500" cy="1108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0676" name="AutoShape 20">
            <a:extLst>
              <a:ext uri="{FF2B5EF4-FFF2-40B4-BE49-F238E27FC236}">
                <a16:creationId xmlns:a16="http://schemas.microsoft.com/office/drawing/2014/main" id="{62FF2A1F-779B-63BA-C1C1-F4F69C51D008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5508625" y="1412875"/>
            <a:ext cx="792163" cy="215900"/>
          </a:xfrm>
          <a:prstGeom prst="leftArrow">
            <a:avLst>
              <a:gd name="adj1" fmla="val 50000"/>
              <a:gd name="adj2" fmla="val 91694"/>
            </a:avLst>
          </a:prstGeom>
          <a:solidFill>
            <a:srgbClr val="FFCCFF"/>
          </a:solidFill>
          <a:ln w="9525">
            <a:solidFill>
              <a:srgbClr val="FF3300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spcBef>
                <a:spcPct val="20000"/>
              </a:spcBef>
            </a:pPr>
            <a:endParaRPr lang="zh-CN" altLang="en-US"/>
          </a:p>
        </p:txBody>
      </p:sp>
      <p:sp>
        <p:nvSpPr>
          <p:cNvPr id="710677" name="AutoShape 21">
            <a:extLst>
              <a:ext uri="{FF2B5EF4-FFF2-40B4-BE49-F238E27FC236}">
                <a16:creationId xmlns:a16="http://schemas.microsoft.com/office/drawing/2014/main" id="{2B8601A0-B428-D64A-30E2-2062216C2D31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44463" y="2708275"/>
            <a:ext cx="611187" cy="287338"/>
          </a:xfrm>
          <a:prstGeom prst="leftArrow">
            <a:avLst>
              <a:gd name="adj1" fmla="val 50000"/>
              <a:gd name="adj2" fmla="val 53157"/>
            </a:avLst>
          </a:prstGeom>
          <a:solidFill>
            <a:srgbClr val="FFCCFF"/>
          </a:solidFill>
          <a:ln w="9525">
            <a:solidFill>
              <a:srgbClr val="FF3300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spcBef>
                <a:spcPct val="20000"/>
              </a:spcBef>
            </a:pPr>
            <a:endParaRPr lang="zh-CN" altLang="en-US"/>
          </a:p>
        </p:txBody>
      </p:sp>
      <p:grpSp>
        <p:nvGrpSpPr>
          <p:cNvPr id="710682" name="Group 26">
            <a:extLst>
              <a:ext uri="{FF2B5EF4-FFF2-40B4-BE49-F238E27FC236}">
                <a16:creationId xmlns:a16="http://schemas.microsoft.com/office/drawing/2014/main" id="{14132481-A3CE-9098-AED8-E7C178291A00}"/>
              </a:ext>
            </a:extLst>
          </p:cNvPr>
          <p:cNvGrpSpPr>
            <a:grpSpLocks/>
          </p:cNvGrpSpPr>
          <p:nvPr/>
        </p:nvGrpSpPr>
        <p:grpSpPr bwMode="auto">
          <a:xfrm>
            <a:off x="5614988" y="4365625"/>
            <a:ext cx="3421062" cy="1339850"/>
            <a:chOff x="3515" y="3368"/>
            <a:chExt cx="2155" cy="844"/>
          </a:xfrm>
        </p:grpSpPr>
        <p:sp>
          <p:nvSpPr>
            <p:cNvPr id="48141" name="Line 24">
              <a:extLst>
                <a:ext uri="{FF2B5EF4-FFF2-40B4-BE49-F238E27FC236}">
                  <a16:creationId xmlns:a16="http://schemas.microsoft.com/office/drawing/2014/main" id="{E6184B2D-B0F3-26FC-F458-8B89943F729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15" y="3702"/>
              <a:ext cx="1089" cy="0"/>
            </a:xfrm>
            <a:prstGeom prst="line">
              <a:avLst/>
            </a:prstGeom>
            <a:noFill/>
            <a:ln w="28575">
              <a:solidFill>
                <a:srgbClr val="FF99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42" name="Text Box 25">
              <a:extLst>
                <a:ext uri="{FF2B5EF4-FFF2-40B4-BE49-F238E27FC236}">
                  <a16:creationId xmlns:a16="http://schemas.microsoft.com/office/drawing/2014/main" id="{96B3410B-87D1-C45C-BF6C-40B3E5277E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05" y="3368"/>
              <a:ext cx="1565" cy="844"/>
            </a:xfrm>
            <a:prstGeom prst="rect">
              <a:avLst/>
            </a:prstGeom>
            <a:solidFill>
              <a:srgbClr val="CCFFFF"/>
            </a:solidFill>
            <a:ln w="28575">
              <a:solidFill>
                <a:srgbClr val="FF99CC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Font typeface="Wingdings" panose="05000000000000000000" pitchFamily="2" charset="2"/>
                <a:buNone/>
              </a:pPr>
              <a:r>
                <a:rPr lang="zh-CN" altLang="en-US" sz="2000">
                  <a:solidFill>
                    <a:srgbClr val="9A1D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相速等传播参数不仅与媒质参数有关，而且与电磁波的频率有关。</a:t>
              </a:r>
            </a:p>
          </p:txBody>
        </p:sp>
      </p:grpSp>
      <p:sp>
        <p:nvSpPr>
          <p:cNvPr id="710683" name="Text Box 27">
            <a:extLst>
              <a:ext uri="{FF2B5EF4-FFF2-40B4-BE49-F238E27FC236}">
                <a16:creationId xmlns:a16="http://schemas.microsoft.com/office/drawing/2014/main" id="{1EBD4BFA-238B-8FD5-3FF1-C72588FAEA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333375"/>
            <a:ext cx="3889375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5000"/>
              </a:lnSpc>
              <a:buFontTx/>
              <a:buBlip>
                <a:blip r:embed="rId17"/>
              </a:buBlip>
            </a:pPr>
            <a:r>
              <a:rPr lang="en-US" altLang="zh-CN">
                <a:solidFill>
                  <a:schemeClr val="bg1"/>
                </a:solidFill>
              </a:rPr>
              <a:t>   </a:t>
            </a:r>
            <a:r>
              <a:rPr lang="en-US" altLang="zh-CN">
                <a:solidFill>
                  <a:schemeClr val="bg1"/>
                </a:solidFill>
                <a:ea typeface="宋体" panose="02010600030101010101" pitchFamily="2" charset="-122"/>
              </a:rPr>
              <a:t> </a:t>
            </a:r>
            <a:r>
              <a:rPr lang="zh-CN" altLang="en-US">
                <a:solidFill>
                  <a:schemeClr val="bg1"/>
                </a:solidFill>
                <a:ea typeface="宋体" panose="02010600030101010101" pitchFamily="2" charset="-122"/>
              </a:rPr>
              <a:t>传播参数</a:t>
            </a:r>
          </a:p>
        </p:txBody>
      </p:sp>
      <p:graphicFrame>
        <p:nvGraphicFramePr>
          <p:cNvPr id="710684" name="Object 28">
            <a:extLst>
              <a:ext uri="{FF2B5EF4-FFF2-40B4-BE49-F238E27FC236}">
                <a16:creationId xmlns:a16="http://schemas.microsoft.com/office/drawing/2014/main" id="{FA683192-C9CD-FDC5-BD24-BEFE4EB67BA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0575" y="5589588"/>
          <a:ext cx="6499225" cy="966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8" imgW="2521800" imgH="324360" progId="Equation.DSMT4">
                  <p:embed/>
                </p:oleObj>
              </mc:Choice>
              <mc:Fallback>
                <p:oleObj r:id="rId18" imgW="2521800" imgH="324360" progId="Equation.DSMT4">
                  <p:embed/>
                  <p:pic>
                    <p:nvPicPr>
                      <p:cNvPr id="710684" name="Object 28">
                        <a:extLst>
                          <a:ext uri="{FF2B5EF4-FFF2-40B4-BE49-F238E27FC236}">
                            <a16:creationId xmlns:a16="http://schemas.microsoft.com/office/drawing/2014/main" id="{FA683192-C9CD-FDC5-BD24-BEFE4EB67BA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0575" y="5589588"/>
                        <a:ext cx="6499225" cy="966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0690" name="Object 34">
            <a:extLst>
              <a:ext uri="{FF2B5EF4-FFF2-40B4-BE49-F238E27FC236}">
                <a16:creationId xmlns:a16="http://schemas.microsoft.com/office/drawing/2014/main" id="{B844CC2D-B04B-A216-5653-BCC3952B901B}"/>
              </a:ext>
            </a:extLst>
          </p:cNvPr>
          <p:cNvGraphicFramePr>
            <a:graphicFrameLocks noGrp="1" noChangeAspect="1"/>
          </p:cNvGraphicFramePr>
          <p:nvPr>
            <p:ph/>
          </p:nvPr>
        </p:nvGraphicFramePr>
        <p:xfrm>
          <a:off x="773113" y="4508500"/>
          <a:ext cx="4878387" cy="105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0" imgW="1873440" imgH="357480" progId="Equation.3">
                  <p:embed/>
                </p:oleObj>
              </mc:Choice>
              <mc:Fallback>
                <p:oleObj r:id="rId20" imgW="1873440" imgH="357480" progId="Equation.3">
                  <p:embed/>
                  <p:pic>
                    <p:nvPicPr>
                      <p:cNvPr id="710690" name="Object 34">
                        <a:extLst>
                          <a:ext uri="{FF2B5EF4-FFF2-40B4-BE49-F238E27FC236}">
                            <a16:creationId xmlns:a16="http://schemas.microsoft.com/office/drawing/2014/main" id="{B844CC2D-B04B-A216-5653-BCC3952B901B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3113" y="4508500"/>
                        <a:ext cx="4878387" cy="1054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710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710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710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2000"/>
                                        <p:tgtEl>
                                          <p:spTgt spid="710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710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2000"/>
                                        <p:tgtEl>
                                          <p:spTgt spid="710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2000"/>
                                        <p:tgtEl>
                                          <p:spTgt spid="710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2000"/>
                                        <p:tgtEl>
                                          <p:spTgt spid="710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000"/>
                                        <p:tgtEl>
                                          <p:spTgt spid="710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2000"/>
                                        <p:tgtEl>
                                          <p:spTgt spid="710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2000"/>
                                        <p:tgtEl>
                                          <p:spTgt spid="710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0676" grpId="0" animBg="1"/>
      <p:bldP spid="710677" grpId="0" animBg="1"/>
      <p:bldP spid="71068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灯片编号占位符 3">
            <a:extLst>
              <a:ext uri="{FF2B5EF4-FFF2-40B4-BE49-F238E27FC236}">
                <a16:creationId xmlns:a16="http://schemas.microsoft.com/office/drawing/2014/main" id="{BFB60F13-0A0A-9F9F-CB59-E140145B73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3E68B-0F8F-44E6-A14A-09F00B06F873}" type="slidenum">
              <a:rPr lang="en-US" altLang="zh-CN"/>
              <a:pPr/>
              <a:t>8</a:t>
            </a:fld>
            <a:endParaRPr lang="en-US" altLang="zh-CN"/>
          </a:p>
        </p:txBody>
      </p:sp>
      <p:sp>
        <p:nvSpPr>
          <p:cNvPr id="711691" name="Text Box 11">
            <a:extLst>
              <a:ext uri="{FF2B5EF4-FFF2-40B4-BE49-F238E27FC236}">
                <a16:creationId xmlns:a16="http://schemas.microsoft.com/office/drawing/2014/main" id="{B33CD8C9-9F02-EBD9-220A-7A5FB595FB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8" y="404813"/>
            <a:ext cx="6445250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5000"/>
              </a:lnSpc>
              <a:buFontTx/>
              <a:buBlip>
                <a:blip r:embed="rId2"/>
              </a:buBlip>
            </a:pPr>
            <a:r>
              <a:rPr lang="en-US" altLang="zh-CN">
                <a:solidFill>
                  <a:schemeClr val="bg1"/>
                </a:solidFill>
              </a:rPr>
              <a:t>   </a:t>
            </a:r>
            <a:r>
              <a:rPr lang="zh-CN" altLang="en-US">
                <a:solidFill>
                  <a:schemeClr val="bg1"/>
                </a:solidFill>
                <a:ea typeface="宋体" panose="02010600030101010101" pitchFamily="2" charset="-122"/>
              </a:rPr>
              <a:t>导电媒质中均匀平面波的传播特点：</a:t>
            </a:r>
          </a:p>
        </p:txBody>
      </p:sp>
      <p:sp>
        <p:nvSpPr>
          <p:cNvPr id="711692" name="Text Box 12">
            <a:extLst>
              <a:ext uri="{FF2B5EF4-FFF2-40B4-BE49-F238E27FC236}">
                <a16:creationId xmlns:a16="http://schemas.microsoft.com/office/drawing/2014/main" id="{7E1C19EF-77D1-99B2-9AB1-0C86F252DF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213" y="981075"/>
            <a:ext cx="8716962" cy="96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10000"/>
              </a:lnSpc>
              <a:spcBef>
                <a:spcPct val="20000"/>
              </a:spcBef>
              <a:buFontTx/>
              <a:buBlip>
                <a:blip r:embed="rId3"/>
              </a:buBlip>
            </a:pPr>
            <a:r>
              <a:rPr lang="en-US" altLang="zh-CN" dirty="0">
                <a:solidFill>
                  <a:srgbClr val="FFFFFF"/>
                </a:solidFill>
              </a:rPr>
              <a:t>    </a:t>
            </a:r>
            <a:r>
              <a:rPr lang="zh-CN" altLang="en-US" dirty="0">
                <a:solidFill>
                  <a:srgbClr val="FFFFFF"/>
                </a:solidFill>
              </a:rPr>
              <a:t>电场强度 </a:t>
            </a:r>
            <a:r>
              <a:rPr lang="en-US" altLang="zh-CN" i="1" dirty="0">
                <a:solidFill>
                  <a:srgbClr val="FFFFFF"/>
                </a:solidFill>
              </a:rPr>
              <a:t>E </a:t>
            </a:r>
            <a:r>
              <a:rPr lang="zh-CN" altLang="en-US" dirty="0">
                <a:solidFill>
                  <a:srgbClr val="FFFFFF"/>
                </a:solidFill>
              </a:rPr>
              <a:t>、磁场强度 </a:t>
            </a:r>
            <a:r>
              <a:rPr lang="en-US" altLang="zh-CN" i="1" dirty="0">
                <a:solidFill>
                  <a:srgbClr val="FFFFFF"/>
                </a:solidFill>
              </a:rPr>
              <a:t>H </a:t>
            </a:r>
            <a:r>
              <a:rPr lang="zh-CN" altLang="en-US" dirty="0">
                <a:solidFill>
                  <a:srgbClr val="FFFFFF"/>
                </a:solidFill>
              </a:rPr>
              <a:t>与波的传播方向相互垂直，是横</a:t>
            </a:r>
          </a:p>
          <a:p>
            <a:pPr algn="just">
              <a:lnSpc>
                <a:spcPct val="110000"/>
              </a:lnSpc>
              <a:spcBef>
                <a:spcPct val="20000"/>
              </a:spcBef>
            </a:pPr>
            <a:r>
              <a:rPr lang="zh-CN" altLang="en-US" dirty="0">
                <a:solidFill>
                  <a:srgbClr val="FFFFFF"/>
                </a:solidFill>
              </a:rPr>
              <a:t>       电磁波（</a:t>
            </a:r>
            <a:r>
              <a:rPr lang="en-US" altLang="zh-CN" dirty="0">
                <a:solidFill>
                  <a:srgbClr val="FFFFFF"/>
                </a:solidFill>
              </a:rPr>
              <a:t>TEM</a:t>
            </a:r>
            <a:r>
              <a:rPr lang="zh-CN" altLang="en-US" dirty="0">
                <a:solidFill>
                  <a:srgbClr val="FFFFFF"/>
                </a:solidFill>
              </a:rPr>
              <a:t>模自由空间波）；</a:t>
            </a:r>
          </a:p>
        </p:txBody>
      </p:sp>
      <p:sp>
        <p:nvSpPr>
          <p:cNvPr id="711693" name="Text Box 13">
            <a:extLst>
              <a:ext uri="{FF2B5EF4-FFF2-40B4-BE49-F238E27FC236}">
                <a16:creationId xmlns:a16="http://schemas.microsoft.com/office/drawing/2014/main" id="{0991F61A-51E9-F2BB-DD1B-0372BE0F2E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1916113"/>
            <a:ext cx="8712200" cy="96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10000"/>
              </a:lnSpc>
              <a:spcBef>
                <a:spcPct val="20000"/>
              </a:spcBef>
              <a:buFontTx/>
              <a:buBlip>
                <a:blip r:embed="rId3"/>
              </a:buBlip>
            </a:pPr>
            <a:r>
              <a:rPr lang="en-US" altLang="zh-CN">
                <a:solidFill>
                  <a:srgbClr val="FFFFFF"/>
                </a:solidFill>
              </a:rPr>
              <a:t>    </a:t>
            </a:r>
            <a:r>
              <a:rPr lang="zh-CN" altLang="en-US">
                <a:solidFill>
                  <a:srgbClr val="FFFFFF"/>
                </a:solidFill>
              </a:rPr>
              <a:t>媒质的本征阻抗为复数，</a:t>
            </a:r>
            <a:r>
              <a:rPr lang="zh-CN" altLang="en-US">
                <a:solidFill>
                  <a:srgbClr val="FF0000"/>
                </a:solidFill>
              </a:rPr>
              <a:t>电场与磁场不同相位</a:t>
            </a:r>
            <a:r>
              <a:rPr lang="zh-CN" altLang="en-US">
                <a:solidFill>
                  <a:srgbClr val="FFFFFF"/>
                </a:solidFill>
              </a:rPr>
              <a:t>，</a:t>
            </a:r>
            <a:r>
              <a:rPr lang="zh-CN" altLang="en-US">
                <a:solidFill>
                  <a:schemeClr val="bg1"/>
                </a:solidFill>
              </a:rPr>
              <a:t>磁场滞后于</a:t>
            </a:r>
          </a:p>
          <a:p>
            <a:pPr algn="just">
              <a:lnSpc>
                <a:spcPct val="110000"/>
              </a:lnSpc>
              <a:spcBef>
                <a:spcPct val="20000"/>
              </a:spcBef>
            </a:pPr>
            <a:r>
              <a:rPr lang="zh-CN" altLang="en-US">
                <a:solidFill>
                  <a:schemeClr val="bg1"/>
                </a:solidFill>
              </a:rPr>
              <a:t>      电场</a:t>
            </a:r>
            <a:r>
              <a:rPr lang="zh-CN" altLang="en-US" b="0" i="1">
                <a:solidFill>
                  <a:schemeClr val="bg1"/>
                </a:solidFill>
                <a:sym typeface="Symbol" panose="05050102010706020507" pitchFamily="18" charset="2"/>
              </a:rPr>
              <a:t> </a:t>
            </a:r>
            <a:r>
              <a:rPr lang="zh-CN" altLang="en-US">
                <a:solidFill>
                  <a:schemeClr val="bg1"/>
                </a:solidFill>
                <a:sym typeface="Symbol" panose="05050102010706020507" pitchFamily="18" charset="2"/>
              </a:rPr>
              <a:t>角</a:t>
            </a:r>
            <a:r>
              <a:rPr lang="zh-CN" altLang="en-US">
                <a:solidFill>
                  <a:srgbClr val="FFFFFF"/>
                </a:solidFill>
              </a:rPr>
              <a:t>；</a:t>
            </a:r>
          </a:p>
        </p:txBody>
      </p:sp>
      <p:grpSp>
        <p:nvGrpSpPr>
          <p:cNvPr id="711696" name="Group 16">
            <a:extLst>
              <a:ext uri="{FF2B5EF4-FFF2-40B4-BE49-F238E27FC236}">
                <a16:creationId xmlns:a16="http://schemas.microsoft.com/office/drawing/2014/main" id="{A4B867A0-3FDB-D74A-FD31-E4F2FFD96AAC}"/>
              </a:ext>
            </a:extLst>
          </p:cNvPr>
          <p:cNvGrpSpPr>
            <a:grpSpLocks/>
          </p:cNvGrpSpPr>
          <p:nvPr/>
        </p:nvGrpSpPr>
        <p:grpSpPr bwMode="auto">
          <a:xfrm>
            <a:off x="2268538" y="2349500"/>
            <a:ext cx="5170487" cy="2146300"/>
            <a:chOff x="960" y="1872"/>
            <a:chExt cx="3257" cy="1352"/>
          </a:xfrm>
        </p:grpSpPr>
        <p:grpSp>
          <p:nvGrpSpPr>
            <p:cNvPr id="50182" name="Group 17">
              <a:extLst>
                <a:ext uri="{FF2B5EF4-FFF2-40B4-BE49-F238E27FC236}">
                  <a16:creationId xmlns:a16="http://schemas.microsoft.com/office/drawing/2014/main" id="{B08EF5A1-CC27-79F7-B136-657E46A4F73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73" y="2227"/>
              <a:ext cx="1920" cy="693"/>
              <a:chOff x="1584" y="1152"/>
              <a:chExt cx="1152" cy="563"/>
            </a:xfrm>
          </p:grpSpPr>
          <p:sp>
            <p:nvSpPr>
              <p:cNvPr id="50183" name="Freeform 18">
                <a:extLst>
                  <a:ext uri="{FF2B5EF4-FFF2-40B4-BE49-F238E27FC236}">
                    <a16:creationId xmlns:a16="http://schemas.microsoft.com/office/drawing/2014/main" id="{1DF38243-3E80-3398-509F-E6AFADB8F5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1968" y="1536"/>
                <a:ext cx="384" cy="179"/>
              </a:xfrm>
              <a:custGeom>
                <a:avLst/>
                <a:gdLst>
                  <a:gd name="T0" fmla="*/ 0 w 384"/>
                  <a:gd name="T1" fmla="*/ 384 h 384"/>
                  <a:gd name="T2" fmla="*/ 192 w 384"/>
                  <a:gd name="T3" fmla="*/ 0 h 384"/>
                  <a:gd name="T4" fmla="*/ 384 w 384"/>
                  <a:gd name="T5" fmla="*/ 384 h 3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84" h="384">
                    <a:moveTo>
                      <a:pt x="0" y="384"/>
                    </a:moveTo>
                    <a:cubicBezTo>
                      <a:pt x="64" y="192"/>
                      <a:pt x="128" y="0"/>
                      <a:pt x="192" y="0"/>
                    </a:cubicBezTo>
                    <a:cubicBezTo>
                      <a:pt x="256" y="0"/>
                      <a:pt x="352" y="320"/>
                      <a:pt x="384" y="384"/>
                    </a:cubicBezTo>
                  </a:path>
                </a:pathLst>
              </a:custGeom>
              <a:noFill/>
              <a:ln w="28575">
                <a:solidFill>
                  <a:srgbClr val="CC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184" name="Freeform 19">
                <a:extLst>
                  <a:ext uri="{FF2B5EF4-FFF2-40B4-BE49-F238E27FC236}">
                    <a16:creationId xmlns:a16="http://schemas.microsoft.com/office/drawing/2014/main" id="{A15153F1-FB66-3932-81DA-B22D88792B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84" y="1152"/>
                <a:ext cx="384" cy="384"/>
              </a:xfrm>
              <a:custGeom>
                <a:avLst/>
                <a:gdLst>
                  <a:gd name="T0" fmla="*/ 0 w 384"/>
                  <a:gd name="T1" fmla="*/ 384 h 384"/>
                  <a:gd name="T2" fmla="*/ 192 w 384"/>
                  <a:gd name="T3" fmla="*/ 0 h 384"/>
                  <a:gd name="T4" fmla="*/ 384 w 384"/>
                  <a:gd name="T5" fmla="*/ 384 h 3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84" h="384">
                    <a:moveTo>
                      <a:pt x="0" y="384"/>
                    </a:moveTo>
                    <a:cubicBezTo>
                      <a:pt x="64" y="192"/>
                      <a:pt x="128" y="0"/>
                      <a:pt x="192" y="0"/>
                    </a:cubicBezTo>
                    <a:cubicBezTo>
                      <a:pt x="256" y="0"/>
                      <a:pt x="352" y="320"/>
                      <a:pt x="384" y="384"/>
                    </a:cubicBezTo>
                  </a:path>
                </a:pathLst>
              </a:custGeom>
              <a:noFill/>
              <a:ln w="28575">
                <a:solidFill>
                  <a:srgbClr val="CC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185" name="Freeform 20">
                <a:extLst>
                  <a:ext uri="{FF2B5EF4-FFF2-40B4-BE49-F238E27FC236}">
                    <a16:creationId xmlns:a16="http://schemas.microsoft.com/office/drawing/2014/main" id="{59B8D8EE-4875-3905-5606-1FAA48F854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2" y="1410"/>
                <a:ext cx="384" cy="134"/>
              </a:xfrm>
              <a:custGeom>
                <a:avLst/>
                <a:gdLst>
                  <a:gd name="T0" fmla="*/ 0 w 384"/>
                  <a:gd name="T1" fmla="*/ 384 h 384"/>
                  <a:gd name="T2" fmla="*/ 192 w 384"/>
                  <a:gd name="T3" fmla="*/ 0 h 384"/>
                  <a:gd name="T4" fmla="*/ 384 w 384"/>
                  <a:gd name="T5" fmla="*/ 384 h 3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84" h="384">
                    <a:moveTo>
                      <a:pt x="0" y="384"/>
                    </a:moveTo>
                    <a:cubicBezTo>
                      <a:pt x="64" y="192"/>
                      <a:pt x="128" y="0"/>
                      <a:pt x="192" y="0"/>
                    </a:cubicBezTo>
                    <a:cubicBezTo>
                      <a:pt x="256" y="0"/>
                      <a:pt x="352" y="320"/>
                      <a:pt x="384" y="384"/>
                    </a:cubicBezTo>
                  </a:path>
                </a:pathLst>
              </a:custGeom>
              <a:noFill/>
              <a:ln w="28575">
                <a:solidFill>
                  <a:srgbClr val="CC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50186" name="Group 21">
              <a:extLst>
                <a:ext uri="{FF2B5EF4-FFF2-40B4-BE49-F238E27FC236}">
                  <a16:creationId xmlns:a16="http://schemas.microsoft.com/office/drawing/2014/main" id="{9A1EF17E-F80E-638D-8C7E-4A244AFE431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79" y="1990"/>
              <a:ext cx="2853" cy="1005"/>
              <a:chOff x="1152" y="960"/>
              <a:chExt cx="2496" cy="816"/>
            </a:xfrm>
          </p:grpSpPr>
          <p:sp>
            <p:nvSpPr>
              <p:cNvPr id="50187" name="Line 22">
                <a:extLst>
                  <a:ext uri="{FF2B5EF4-FFF2-40B4-BE49-F238E27FC236}">
                    <a16:creationId xmlns:a16="http://schemas.microsoft.com/office/drawing/2014/main" id="{0E316454-B138-30B7-096F-AD483B3F15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84" y="1536"/>
                <a:ext cx="2064" cy="0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188" name="Line 23">
                <a:extLst>
                  <a:ext uri="{FF2B5EF4-FFF2-40B4-BE49-F238E27FC236}">
                    <a16:creationId xmlns:a16="http://schemas.microsoft.com/office/drawing/2014/main" id="{AC83AE0F-97AA-B097-3026-D52DC7EAF8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84" y="960"/>
                <a:ext cx="0" cy="576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189" name="Line 24">
                <a:extLst>
                  <a:ext uri="{FF2B5EF4-FFF2-40B4-BE49-F238E27FC236}">
                    <a16:creationId xmlns:a16="http://schemas.microsoft.com/office/drawing/2014/main" id="{887C209C-96FE-B12B-6A5A-C914E50446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152" y="1536"/>
                <a:ext cx="432" cy="240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0190" name="Text Box 25">
              <a:extLst>
                <a:ext uri="{FF2B5EF4-FFF2-40B4-BE49-F238E27FC236}">
                  <a16:creationId xmlns:a16="http://schemas.microsoft.com/office/drawing/2014/main" id="{EEF5DB34-5C18-91E6-8930-305F196D99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8" y="2400"/>
              <a:ext cx="32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i="1">
                  <a:solidFill>
                    <a:schemeClr val="bg1"/>
                  </a:solidFill>
                  <a:ea typeface="幼圆" panose="02010509060101010101" pitchFamily="49" charset="-122"/>
                </a:rPr>
                <a:t>z</a:t>
              </a:r>
            </a:p>
          </p:txBody>
        </p:sp>
        <p:sp>
          <p:nvSpPr>
            <p:cNvPr id="50191" name="Text Box 26">
              <a:extLst>
                <a:ext uri="{FF2B5EF4-FFF2-40B4-BE49-F238E27FC236}">
                  <a16:creationId xmlns:a16="http://schemas.microsoft.com/office/drawing/2014/main" id="{F56EBAF3-E362-68A9-8932-AEDB821C7C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2936"/>
              <a:ext cx="104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i="1">
                  <a:solidFill>
                    <a:schemeClr val="bg1"/>
                  </a:solidFill>
                  <a:ea typeface="幼圆" panose="02010509060101010101" pitchFamily="49" charset="-122"/>
                </a:rPr>
                <a:t>H</a:t>
              </a:r>
              <a:r>
                <a:rPr lang="en-US" altLang="zh-CN" i="1" baseline="-25000">
                  <a:solidFill>
                    <a:schemeClr val="bg1"/>
                  </a:solidFill>
                  <a:ea typeface="幼圆" panose="02010509060101010101" pitchFamily="49" charset="-122"/>
                </a:rPr>
                <a:t>y</a:t>
              </a:r>
            </a:p>
          </p:txBody>
        </p:sp>
        <p:sp>
          <p:nvSpPr>
            <p:cNvPr id="50192" name="Text Box 27">
              <a:extLst>
                <a:ext uri="{FF2B5EF4-FFF2-40B4-BE49-F238E27FC236}">
                  <a16:creationId xmlns:a16="http://schemas.microsoft.com/office/drawing/2014/main" id="{C9D34FEB-815A-1EAB-6099-009F02BA83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1872"/>
              <a:ext cx="76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i="1">
                  <a:solidFill>
                    <a:schemeClr val="bg1"/>
                  </a:solidFill>
                  <a:ea typeface="幼圆" panose="02010509060101010101" pitchFamily="49" charset="-122"/>
                </a:rPr>
                <a:t>E</a:t>
              </a:r>
              <a:r>
                <a:rPr lang="en-US" altLang="zh-CN" i="1" baseline="-25000">
                  <a:solidFill>
                    <a:schemeClr val="bg1"/>
                  </a:solidFill>
                  <a:ea typeface="幼圆" panose="02010509060101010101" pitchFamily="49" charset="-122"/>
                </a:rPr>
                <a:t>x</a:t>
              </a:r>
            </a:p>
          </p:txBody>
        </p:sp>
        <p:sp>
          <p:nvSpPr>
            <p:cNvPr id="50193" name="Freeform 28">
              <a:extLst>
                <a:ext uri="{FF2B5EF4-FFF2-40B4-BE49-F238E27FC236}">
                  <a16:creationId xmlns:a16="http://schemas.microsoft.com/office/drawing/2014/main" id="{6990868C-B058-592C-125D-F22C063C3B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9" y="2511"/>
              <a:ext cx="2030" cy="473"/>
            </a:xfrm>
            <a:custGeom>
              <a:avLst/>
              <a:gdLst>
                <a:gd name="T0" fmla="*/ 160 w 1408"/>
                <a:gd name="T1" fmla="*/ 208 h 336"/>
                <a:gd name="T2" fmla="*/ 112 w 1408"/>
                <a:gd name="T3" fmla="*/ 304 h 336"/>
                <a:gd name="T4" fmla="*/ 832 w 1408"/>
                <a:gd name="T5" fmla="*/ 16 h 336"/>
                <a:gd name="T6" fmla="*/ 1072 w 1408"/>
                <a:gd name="T7" fmla="*/ 208 h 336"/>
                <a:gd name="T8" fmla="*/ 1408 w 1408"/>
                <a:gd name="T9" fmla="*/ 112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08" h="336">
                  <a:moveTo>
                    <a:pt x="160" y="208"/>
                  </a:moveTo>
                  <a:cubicBezTo>
                    <a:pt x="80" y="272"/>
                    <a:pt x="0" y="336"/>
                    <a:pt x="112" y="304"/>
                  </a:cubicBezTo>
                  <a:cubicBezTo>
                    <a:pt x="224" y="272"/>
                    <a:pt x="672" y="32"/>
                    <a:pt x="832" y="16"/>
                  </a:cubicBezTo>
                  <a:cubicBezTo>
                    <a:pt x="992" y="0"/>
                    <a:pt x="976" y="192"/>
                    <a:pt x="1072" y="208"/>
                  </a:cubicBezTo>
                  <a:cubicBezTo>
                    <a:pt x="1168" y="224"/>
                    <a:pt x="1352" y="128"/>
                    <a:pt x="1408" y="112"/>
                  </a:cubicBezTo>
                </a:path>
              </a:pathLst>
            </a:custGeom>
            <a:noFill/>
            <a:ln w="28575">
              <a:solidFill>
                <a:srgbClr val="33CC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11709" name="Line 29">
            <a:extLst>
              <a:ext uri="{FF2B5EF4-FFF2-40B4-BE49-F238E27FC236}">
                <a16:creationId xmlns:a16="http://schemas.microsoft.com/office/drawing/2014/main" id="{5A426368-8778-4F72-F97E-E2776E320650}"/>
              </a:ext>
            </a:extLst>
          </p:cNvPr>
          <p:cNvSpPr>
            <a:spLocks noChangeShapeType="1"/>
          </p:cNvSpPr>
          <p:nvPr/>
        </p:nvSpPr>
        <p:spPr bwMode="auto">
          <a:xfrm>
            <a:off x="3922713" y="2897188"/>
            <a:ext cx="3427412" cy="0"/>
          </a:xfrm>
          <a:prstGeom prst="line">
            <a:avLst/>
          </a:prstGeom>
          <a:noFill/>
          <a:ln w="28575">
            <a:solidFill>
              <a:srgbClr val="FF9900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1710" name="Line 30">
            <a:extLst>
              <a:ext uri="{FF2B5EF4-FFF2-40B4-BE49-F238E27FC236}">
                <a16:creationId xmlns:a16="http://schemas.microsoft.com/office/drawing/2014/main" id="{3919038B-8DDB-142A-B684-51764DFEAD3C}"/>
              </a:ext>
            </a:extLst>
          </p:cNvPr>
          <p:cNvSpPr>
            <a:spLocks noChangeShapeType="1"/>
          </p:cNvSpPr>
          <p:nvPr/>
        </p:nvSpPr>
        <p:spPr bwMode="auto">
          <a:xfrm>
            <a:off x="5843588" y="3387725"/>
            <a:ext cx="1541462" cy="0"/>
          </a:xfrm>
          <a:prstGeom prst="line">
            <a:avLst/>
          </a:prstGeom>
          <a:noFill/>
          <a:ln w="28575">
            <a:solidFill>
              <a:srgbClr val="FF9900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1711" name="Text Box 31">
            <a:extLst>
              <a:ext uri="{FF2B5EF4-FFF2-40B4-BE49-F238E27FC236}">
                <a16:creationId xmlns:a16="http://schemas.microsoft.com/office/drawing/2014/main" id="{91C91D71-377C-D76C-BF0B-3399CF6150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64413" y="2854325"/>
            <a:ext cx="1600200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10000"/>
              </a:lnSpc>
              <a:spcBef>
                <a:spcPct val="50000"/>
              </a:spcBef>
            </a:pPr>
            <a:r>
              <a:rPr lang="zh-CN" altLang="en-US">
                <a:solidFill>
                  <a:srgbClr val="CC0000"/>
                </a:solidFill>
                <a:sym typeface="Symbol" panose="05050102010706020507" pitchFamily="18" charset="2"/>
              </a:rPr>
              <a:t>振幅衰减</a:t>
            </a:r>
          </a:p>
        </p:txBody>
      </p:sp>
      <p:sp>
        <p:nvSpPr>
          <p:cNvPr id="711712" name="Line 32">
            <a:extLst>
              <a:ext uri="{FF2B5EF4-FFF2-40B4-BE49-F238E27FC236}">
                <a16:creationId xmlns:a16="http://schemas.microsoft.com/office/drawing/2014/main" id="{1CBC8624-6DDE-6959-C308-77FFFA3DBFE0}"/>
              </a:ext>
            </a:extLst>
          </p:cNvPr>
          <p:cNvSpPr>
            <a:spLocks noChangeShapeType="1"/>
          </p:cNvSpPr>
          <p:nvPr/>
        </p:nvSpPr>
        <p:spPr bwMode="auto">
          <a:xfrm>
            <a:off x="3575050" y="3648075"/>
            <a:ext cx="0" cy="1047750"/>
          </a:xfrm>
          <a:prstGeom prst="line">
            <a:avLst/>
          </a:prstGeom>
          <a:noFill/>
          <a:ln w="28575">
            <a:solidFill>
              <a:srgbClr val="33CC33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1713" name="Line 33">
            <a:extLst>
              <a:ext uri="{FF2B5EF4-FFF2-40B4-BE49-F238E27FC236}">
                <a16:creationId xmlns:a16="http://schemas.microsoft.com/office/drawing/2014/main" id="{75B79277-1794-55F8-BE75-4857CE6A790F}"/>
              </a:ext>
            </a:extLst>
          </p:cNvPr>
          <p:cNvSpPr>
            <a:spLocks noChangeShapeType="1"/>
          </p:cNvSpPr>
          <p:nvPr/>
        </p:nvSpPr>
        <p:spPr bwMode="auto">
          <a:xfrm>
            <a:off x="3927475" y="3657600"/>
            <a:ext cx="0" cy="1047750"/>
          </a:xfrm>
          <a:prstGeom prst="line">
            <a:avLst/>
          </a:prstGeom>
          <a:noFill/>
          <a:ln w="28575">
            <a:solidFill>
              <a:srgbClr val="CC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1714" name="Line 34">
            <a:extLst>
              <a:ext uri="{FF2B5EF4-FFF2-40B4-BE49-F238E27FC236}">
                <a16:creationId xmlns:a16="http://schemas.microsoft.com/office/drawing/2014/main" id="{709EBD98-BAB9-8544-3408-F48C787269FF}"/>
              </a:ext>
            </a:extLst>
          </p:cNvPr>
          <p:cNvSpPr>
            <a:spLocks noChangeShapeType="1"/>
          </p:cNvSpPr>
          <p:nvPr/>
        </p:nvSpPr>
        <p:spPr bwMode="auto">
          <a:xfrm>
            <a:off x="3162300" y="4592638"/>
            <a:ext cx="427038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1715" name="Line 35">
            <a:extLst>
              <a:ext uri="{FF2B5EF4-FFF2-40B4-BE49-F238E27FC236}">
                <a16:creationId xmlns:a16="http://schemas.microsoft.com/office/drawing/2014/main" id="{E13CB7F3-848B-79A4-874B-177D19559D4B}"/>
              </a:ext>
            </a:extLst>
          </p:cNvPr>
          <p:cNvSpPr>
            <a:spLocks noChangeShapeType="1"/>
          </p:cNvSpPr>
          <p:nvPr/>
        </p:nvSpPr>
        <p:spPr bwMode="auto">
          <a:xfrm>
            <a:off x="3914775" y="4602163"/>
            <a:ext cx="427038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1716" name="Text Box 36">
            <a:extLst>
              <a:ext uri="{FF2B5EF4-FFF2-40B4-BE49-F238E27FC236}">
                <a16:creationId xmlns:a16="http://schemas.microsoft.com/office/drawing/2014/main" id="{29EA55A8-9F38-2F19-AA9D-A1AE2C4A54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2025" y="4529138"/>
            <a:ext cx="811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i="1">
                <a:solidFill>
                  <a:schemeClr val="bg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z</a:t>
            </a:r>
            <a:endParaRPr lang="en-US" altLang="zh-CN" i="1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711717" name="Text Box 37">
            <a:extLst>
              <a:ext uri="{FF2B5EF4-FFF2-40B4-BE49-F238E27FC236}">
                <a16:creationId xmlns:a16="http://schemas.microsoft.com/office/drawing/2014/main" id="{2E046CD4-2FE1-FE43-1FF1-D108B38EB6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4941888"/>
            <a:ext cx="8496300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10000"/>
              </a:lnSpc>
              <a:spcBef>
                <a:spcPct val="20000"/>
              </a:spcBef>
              <a:buFontTx/>
              <a:buBlip>
                <a:blip r:embed="rId3"/>
              </a:buBlip>
            </a:pPr>
            <a:r>
              <a:rPr lang="en-US" altLang="zh-CN">
                <a:solidFill>
                  <a:srgbClr val="FFFFFF"/>
                </a:solidFill>
              </a:rPr>
              <a:t>   </a:t>
            </a:r>
            <a:r>
              <a:rPr lang="zh-CN" altLang="en-US">
                <a:solidFill>
                  <a:srgbClr val="FFFFFF"/>
                </a:solidFill>
              </a:rPr>
              <a:t>在波的传播过程中，电场与磁场的</a:t>
            </a:r>
            <a:r>
              <a:rPr lang="zh-CN" altLang="en-US">
                <a:solidFill>
                  <a:srgbClr val="FF0000"/>
                </a:solidFill>
              </a:rPr>
              <a:t>振幅呈指数衰减</a:t>
            </a:r>
            <a:r>
              <a:rPr lang="zh-CN" altLang="en-US">
                <a:solidFill>
                  <a:srgbClr val="FFFFFF"/>
                </a:solidFill>
              </a:rPr>
              <a:t>；</a:t>
            </a:r>
          </a:p>
        </p:txBody>
      </p:sp>
      <p:sp>
        <p:nvSpPr>
          <p:cNvPr id="711718" name="Text Box 38">
            <a:extLst>
              <a:ext uri="{FF2B5EF4-FFF2-40B4-BE49-F238E27FC236}">
                <a16:creationId xmlns:a16="http://schemas.microsoft.com/office/drawing/2014/main" id="{12290279-A2A6-997E-9D6E-6314AEFE64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5618163"/>
            <a:ext cx="8785225" cy="96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10000"/>
              </a:lnSpc>
              <a:spcBef>
                <a:spcPct val="20000"/>
              </a:spcBef>
              <a:buFontTx/>
              <a:buBlip>
                <a:blip r:embed="rId3"/>
              </a:buBlip>
            </a:pPr>
            <a:r>
              <a:rPr lang="en-US" altLang="zh-CN">
                <a:solidFill>
                  <a:srgbClr val="FFFFFF"/>
                </a:solidFill>
              </a:rPr>
              <a:t>   </a:t>
            </a:r>
            <a:r>
              <a:rPr lang="zh-CN" altLang="en-US">
                <a:solidFill>
                  <a:srgbClr val="FFFFFF"/>
                </a:solidFill>
              </a:rPr>
              <a:t>波的传播速度（相速）不仅与媒质参数有关，而且与频率有</a:t>
            </a:r>
          </a:p>
          <a:p>
            <a:pPr algn="just">
              <a:lnSpc>
                <a:spcPct val="110000"/>
              </a:lnSpc>
              <a:spcBef>
                <a:spcPct val="20000"/>
              </a:spcBef>
            </a:pPr>
            <a:r>
              <a:rPr lang="zh-CN" altLang="en-US">
                <a:solidFill>
                  <a:srgbClr val="FFFFFF"/>
                </a:solidFill>
              </a:rPr>
              <a:t>      关（</a:t>
            </a:r>
            <a:r>
              <a:rPr lang="zh-CN" altLang="en-US">
                <a:solidFill>
                  <a:srgbClr val="FF0000"/>
                </a:solidFill>
              </a:rPr>
              <a:t>有色散</a:t>
            </a:r>
            <a:r>
              <a:rPr lang="zh-CN" altLang="en-US">
                <a:solidFill>
                  <a:srgbClr val="FFFFFF"/>
                </a:solidFill>
              </a:rPr>
              <a:t>）</a:t>
            </a:r>
            <a:r>
              <a:rPr lang="zh-CN" altLang="en-US" b="0">
                <a:solidFill>
                  <a:srgbClr val="FFFFFF"/>
                </a:solidFill>
              </a:rPr>
              <a:t>。</a:t>
            </a:r>
            <a:endParaRPr lang="zh-CN" altLang="en-US">
              <a:solidFill>
                <a:srgbClr val="FFFF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711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711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711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11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500"/>
                                        <p:tgtEl>
                                          <p:spTgt spid="711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2" dur="500"/>
                                        <p:tgtEl>
                                          <p:spTgt spid="711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7117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7117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2" dur="500"/>
                                        <p:tgtEl>
                                          <p:spTgt spid="711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6" dur="500"/>
                                        <p:tgtEl>
                                          <p:spTgt spid="711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8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0" dur="500"/>
                                        <p:tgtEl>
                                          <p:spTgt spid="711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2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54" dur="500"/>
                                        <p:tgtEl>
                                          <p:spTgt spid="711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6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7117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7117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7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2000"/>
                                        <p:tgtEl>
                                          <p:spTgt spid="7117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2000"/>
                                        <p:tgtEl>
                                          <p:spTgt spid="711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1691" grpId="0"/>
      <p:bldP spid="711692" grpId="0"/>
      <p:bldP spid="711693" grpId="0"/>
      <p:bldP spid="711711" grpId="0"/>
      <p:bldP spid="711716" grpId="0"/>
      <p:bldP spid="711717" grpId="0" build="p"/>
      <p:bldP spid="71171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灯片编号占位符 3">
            <a:extLst>
              <a:ext uri="{FF2B5EF4-FFF2-40B4-BE49-F238E27FC236}">
                <a16:creationId xmlns:a16="http://schemas.microsoft.com/office/drawing/2014/main" id="{6FDE25B7-122B-A140-0C44-E38B83CECC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A5D4E8-6778-4CB9-AA21-7DA23C4D0C05}" type="slidenum">
              <a:rPr lang="en-US" altLang="zh-CN"/>
              <a:pPr/>
              <a:t>9</a:t>
            </a:fld>
            <a:endParaRPr lang="en-US" altLang="zh-CN"/>
          </a:p>
        </p:txBody>
      </p:sp>
      <p:grpSp>
        <p:nvGrpSpPr>
          <p:cNvPr id="684052" name="Group 20">
            <a:extLst>
              <a:ext uri="{FF2B5EF4-FFF2-40B4-BE49-F238E27FC236}">
                <a16:creationId xmlns:a16="http://schemas.microsoft.com/office/drawing/2014/main" id="{3A0B4728-2F14-977B-33A9-67AB98D10454}"/>
              </a:ext>
            </a:extLst>
          </p:cNvPr>
          <p:cNvGrpSpPr>
            <a:grpSpLocks/>
          </p:cNvGrpSpPr>
          <p:nvPr/>
        </p:nvGrpSpPr>
        <p:grpSpPr bwMode="auto">
          <a:xfrm>
            <a:off x="395288" y="1057275"/>
            <a:ext cx="3011487" cy="787400"/>
            <a:chOff x="249" y="618"/>
            <a:chExt cx="1897" cy="496"/>
          </a:xfrm>
        </p:grpSpPr>
        <p:sp>
          <p:nvSpPr>
            <p:cNvPr id="51203" name="Rectangle 2">
              <a:extLst>
                <a:ext uri="{FF2B5EF4-FFF2-40B4-BE49-F238E27FC236}">
                  <a16:creationId xmlns:a16="http://schemas.microsoft.com/office/drawing/2014/main" id="{301321CA-A9CD-8C49-89EA-BA7094DB97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" y="709"/>
              <a:ext cx="131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>
                  <a:solidFill>
                    <a:srgbClr val="FF99FF"/>
                  </a:solidFill>
                  <a:ea typeface="宋体" panose="02010600030101010101" pitchFamily="2" charset="-122"/>
                </a:rPr>
                <a:t>弱导电媒质：</a:t>
              </a:r>
            </a:p>
          </p:txBody>
        </p:sp>
        <p:graphicFrame>
          <p:nvGraphicFramePr>
            <p:cNvPr id="51204" name="Object 3">
              <a:extLst>
                <a:ext uri="{FF2B5EF4-FFF2-40B4-BE49-F238E27FC236}">
                  <a16:creationId xmlns:a16="http://schemas.microsoft.com/office/drawing/2014/main" id="{81E34132-0631-40AE-BAE1-FAEE3584EC3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74" y="618"/>
            <a:ext cx="672" cy="4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401040" imgH="280440" progId="Equation.3">
                    <p:embed/>
                  </p:oleObj>
                </mc:Choice>
                <mc:Fallback>
                  <p:oleObj r:id="rId3" imgW="401040" imgH="280440" progId="Equation.3">
                    <p:embed/>
                    <p:pic>
                      <p:nvPicPr>
                        <p:cNvPr id="51204" name="Object 3">
                          <a:extLst>
                            <a:ext uri="{FF2B5EF4-FFF2-40B4-BE49-F238E27FC236}">
                              <a16:creationId xmlns:a16="http://schemas.microsoft.com/office/drawing/2014/main" id="{81E34132-0631-40AE-BAE1-FAEE3584EC3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74" y="618"/>
                          <a:ext cx="672" cy="4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84037" name="Object 5">
            <a:extLst>
              <a:ext uri="{FF2B5EF4-FFF2-40B4-BE49-F238E27FC236}">
                <a16:creationId xmlns:a16="http://schemas.microsoft.com/office/drawing/2014/main" id="{2C570C94-176E-1A0A-89F0-36147A3B16C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1188" y="1866900"/>
          <a:ext cx="51816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2180880" imgH="335520" progId="Equation.DSMT4">
                  <p:embed/>
                </p:oleObj>
              </mc:Choice>
              <mc:Fallback>
                <p:oleObj r:id="rId5" imgW="2180880" imgH="335520" progId="Equation.DSMT4">
                  <p:embed/>
                  <p:pic>
                    <p:nvPicPr>
                      <p:cNvPr id="684037" name="Object 5">
                        <a:extLst>
                          <a:ext uri="{FF2B5EF4-FFF2-40B4-BE49-F238E27FC236}">
                            <a16:creationId xmlns:a16="http://schemas.microsoft.com/office/drawing/2014/main" id="{2C570C94-176E-1A0A-89F0-36147A3B16C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1866900"/>
                        <a:ext cx="51816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4040" name="Object 8">
            <a:extLst>
              <a:ext uri="{FF2B5EF4-FFF2-40B4-BE49-F238E27FC236}">
                <a16:creationId xmlns:a16="http://schemas.microsoft.com/office/drawing/2014/main" id="{3A636A55-2624-B176-FAD0-3D9F8B5D35D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8813" y="3016250"/>
          <a:ext cx="5316537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2356920" imgH="357480" progId="Equation.DSMT4">
                  <p:embed/>
                </p:oleObj>
              </mc:Choice>
              <mc:Fallback>
                <p:oleObj r:id="rId7" imgW="2356920" imgH="357480" progId="Equation.DSMT4">
                  <p:embed/>
                  <p:pic>
                    <p:nvPicPr>
                      <p:cNvPr id="684040" name="Object 8">
                        <a:extLst>
                          <a:ext uri="{FF2B5EF4-FFF2-40B4-BE49-F238E27FC236}">
                            <a16:creationId xmlns:a16="http://schemas.microsoft.com/office/drawing/2014/main" id="{3A636A55-2624-B176-FAD0-3D9F8B5D35D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8813" y="3016250"/>
                        <a:ext cx="5316537" cy="917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4043" name="Text Box 11">
            <a:extLst>
              <a:ext uri="{FF2B5EF4-FFF2-40B4-BE49-F238E27FC236}">
                <a16:creationId xmlns:a16="http://schemas.microsoft.com/office/drawing/2014/main" id="{ADCE3F80-F53E-0CA7-5FE4-21F58ED2C7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088" y="523875"/>
            <a:ext cx="6019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solidFill>
                  <a:schemeClr val="bg1"/>
                </a:solidFill>
                <a:ea typeface="宋体" panose="02010600030101010101" pitchFamily="2" charset="-122"/>
              </a:rPr>
              <a:t>5.2.2   </a:t>
            </a:r>
            <a:r>
              <a:rPr lang="zh-CN" altLang="en-US">
                <a:solidFill>
                  <a:schemeClr val="bg1"/>
                </a:solidFill>
                <a:ea typeface="幼圆" panose="02010509060101010101" pitchFamily="49" charset="-122"/>
              </a:rPr>
              <a:t>弱导电媒质中的均匀平面波</a:t>
            </a:r>
            <a:r>
              <a:rPr lang="zh-CN" altLang="en-US">
                <a:solidFill>
                  <a:schemeClr val="bg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  </a:t>
            </a:r>
          </a:p>
        </p:txBody>
      </p:sp>
      <p:grpSp>
        <p:nvGrpSpPr>
          <p:cNvPr id="684053" name="Group 21">
            <a:extLst>
              <a:ext uri="{FF2B5EF4-FFF2-40B4-BE49-F238E27FC236}">
                <a16:creationId xmlns:a16="http://schemas.microsoft.com/office/drawing/2014/main" id="{5CF3C964-E9F8-CFDF-4A6F-97A4C590D645}"/>
              </a:ext>
            </a:extLst>
          </p:cNvPr>
          <p:cNvGrpSpPr>
            <a:grpSpLocks/>
          </p:cNvGrpSpPr>
          <p:nvPr/>
        </p:nvGrpSpPr>
        <p:grpSpPr bwMode="auto">
          <a:xfrm>
            <a:off x="3492500" y="1044575"/>
            <a:ext cx="3033713" cy="1016000"/>
            <a:chOff x="2200" y="613"/>
            <a:chExt cx="1911" cy="640"/>
          </a:xfrm>
        </p:grpSpPr>
        <p:graphicFrame>
          <p:nvGraphicFramePr>
            <p:cNvPr id="51209" name="Object 4">
              <a:extLst>
                <a:ext uri="{FF2B5EF4-FFF2-40B4-BE49-F238E27FC236}">
                  <a16:creationId xmlns:a16="http://schemas.microsoft.com/office/drawing/2014/main" id="{7A324799-D00C-EFF0-83E1-1593916EAE0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880" y="613"/>
            <a:ext cx="1231" cy="4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9" imgW="796680" imgH="280440" progId="Equation.DSMT4">
                    <p:embed/>
                  </p:oleObj>
                </mc:Choice>
                <mc:Fallback>
                  <p:oleObj r:id="rId9" imgW="796680" imgH="280440" progId="Equation.DSMT4">
                    <p:embed/>
                    <p:pic>
                      <p:nvPicPr>
                        <p:cNvPr id="51209" name="Object 4">
                          <a:extLst>
                            <a:ext uri="{FF2B5EF4-FFF2-40B4-BE49-F238E27FC236}">
                              <a16:creationId xmlns:a16="http://schemas.microsoft.com/office/drawing/2014/main" id="{7A324799-D00C-EFF0-83E1-1593916EAE0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0" y="613"/>
                          <a:ext cx="1231" cy="458"/>
                        </a:xfrm>
                        <a:prstGeom prst="rect">
                          <a:avLst/>
                        </a:prstGeom>
                        <a:noFill/>
                        <a:ln w="28575">
                          <a:solidFill>
                            <a:srgbClr val="FF0000"/>
                          </a:solidFill>
                          <a:prstDash val="dash"/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210" name="Line 12">
              <a:extLst>
                <a:ext uri="{FF2B5EF4-FFF2-40B4-BE49-F238E27FC236}">
                  <a16:creationId xmlns:a16="http://schemas.microsoft.com/office/drawing/2014/main" id="{53ACF2FB-8FF4-5AD1-52ED-3D1A701EF9E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00" y="1026"/>
              <a:ext cx="680" cy="22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84054" name="Group 22">
            <a:extLst>
              <a:ext uri="{FF2B5EF4-FFF2-40B4-BE49-F238E27FC236}">
                <a16:creationId xmlns:a16="http://schemas.microsoft.com/office/drawing/2014/main" id="{B68CE3C2-4BCC-D4D1-EDF8-A0D0AB617BF4}"/>
              </a:ext>
            </a:extLst>
          </p:cNvPr>
          <p:cNvGrpSpPr>
            <a:grpSpLocks/>
          </p:cNvGrpSpPr>
          <p:nvPr/>
        </p:nvGrpSpPr>
        <p:grpSpPr bwMode="auto">
          <a:xfrm>
            <a:off x="3635375" y="3717925"/>
            <a:ext cx="4381500" cy="863600"/>
            <a:chOff x="2290" y="2251"/>
            <a:chExt cx="2760" cy="544"/>
          </a:xfrm>
        </p:grpSpPr>
        <p:graphicFrame>
          <p:nvGraphicFramePr>
            <p:cNvPr id="51212" name="Object 13">
              <a:extLst>
                <a:ext uri="{FF2B5EF4-FFF2-40B4-BE49-F238E27FC236}">
                  <a16:creationId xmlns:a16="http://schemas.microsoft.com/office/drawing/2014/main" id="{F40DAF8A-3657-B570-592D-D519B70E20A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756" y="2337"/>
            <a:ext cx="1294" cy="4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1" imgW="840600" imgH="280440" progId="Equation.DSMT4">
                    <p:embed/>
                  </p:oleObj>
                </mc:Choice>
                <mc:Fallback>
                  <p:oleObj r:id="rId11" imgW="840600" imgH="280440" progId="Equation.DSMT4">
                    <p:embed/>
                    <p:pic>
                      <p:nvPicPr>
                        <p:cNvPr id="51212" name="Object 13">
                          <a:extLst>
                            <a:ext uri="{FF2B5EF4-FFF2-40B4-BE49-F238E27FC236}">
                              <a16:creationId xmlns:a16="http://schemas.microsoft.com/office/drawing/2014/main" id="{F40DAF8A-3657-B570-592D-D519B70E20A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56" y="2337"/>
                          <a:ext cx="1294" cy="458"/>
                        </a:xfrm>
                        <a:prstGeom prst="rect">
                          <a:avLst/>
                        </a:prstGeom>
                        <a:noFill/>
                        <a:ln w="28575">
                          <a:solidFill>
                            <a:srgbClr val="FF0000"/>
                          </a:solidFill>
                          <a:prstDash val="dash"/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213" name="Line 14">
              <a:extLst>
                <a:ext uri="{FF2B5EF4-FFF2-40B4-BE49-F238E27FC236}">
                  <a16:creationId xmlns:a16="http://schemas.microsoft.com/office/drawing/2014/main" id="{7109C407-BBAB-8B3C-7C11-4FF34522186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290" y="2251"/>
              <a:ext cx="1497" cy="499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84055" name="Group 23">
            <a:extLst>
              <a:ext uri="{FF2B5EF4-FFF2-40B4-BE49-F238E27FC236}">
                <a16:creationId xmlns:a16="http://schemas.microsoft.com/office/drawing/2014/main" id="{DBB2F240-C08D-3F7D-C2A9-8FD55895B2F7}"/>
              </a:ext>
            </a:extLst>
          </p:cNvPr>
          <p:cNvGrpSpPr>
            <a:grpSpLocks/>
          </p:cNvGrpSpPr>
          <p:nvPr/>
        </p:nvGrpSpPr>
        <p:grpSpPr bwMode="auto">
          <a:xfrm>
            <a:off x="5938838" y="1603375"/>
            <a:ext cx="2592387" cy="1609725"/>
            <a:chOff x="3741" y="919"/>
            <a:chExt cx="1633" cy="1014"/>
          </a:xfrm>
        </p:grpSpPr>
        <p:grpSp>
          <p:nvGrpSpPr>
            <p:cNvPr id="51215" name="Group 16">
              <a:extLst>
                <a:ext uri="{FF2B5EF4-FFF2-40B4-BE49-F238E27FC236}">
                  <a16:creationId xmlns:a16="http://schemas.microsoft.com/office/drawing/2014/main" id="{640362F7-FD02-4F39-5196-FD3DEDCD990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86" y="919"/>
              <a:ext cx="1088" cy="1014"/>
              <a:chOff x="4241" y="874"/>
              <a:chExt cx="1088" cy="1014"/>
            </a:xfrm>
          </p:grpSpPr>
          <p:graphicFrame>
            <p:nvGraphicFramePr>
              <p:cNvPr id="51216" name="Object 6">
                <a:extLst>
                  <a:ext uri="{FF2B5EF4-FFF2-40B4-BE49-F238E27FC236}">
                    <a16:creationId xmlns:a16="http://schemas.microsoft.com/office/drawing/2014/main" id="{146079D5-B1C6-DA1D-6338-09731950E696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422" y="1568"/>
              <a:ext cx="896" cy="32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3" imgW="554760" imgH="159480" progId="Equation.3">
                      <p:embed/>
                    </p:oleObj>
                  </mc:Choice>
                  <mc:Fallback>
                    <p:oleObj r:id="rId13" imgW="554760" imgH="159480" progId="Equation.3">
                      <p:embed/>
                      <p:pic>
                        <p:nvPicPr>
                          <p:cNvPr id="51216" name="Object 6">
                            <a:extLst>
                              <a:ext uri="{FF2B5EF4-FFF2-40B4-BE49-F238E27FC236}">
                                <a16:creationId xmlns:a16="http://schemas.microsoft.com/office/drawing/2014/main" id="{146079D5-B1C6-DA1D-6338-09731950E696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22" y="1568"/>
                            <a:ext cx="896" cy="32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1217" name="Object 7">
                <a:extLst>
                  <a:ext uri="{FF2B5EF4-FFF2-40B4-BE49-F238E27FC236}">
                    <a16:creationId xmlns:a16="http://schemas.microsoft.com/office/drawing/2014/main" id="{63F34A88-E73C-C179-FD7C-7A180076FAB8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449" y="874"/>
              <a:ext cx="880" cy="56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5" imgW="543960" imgH="324360" progId="Equation.3">
                      <p:embed/>
                    </p:oleObj>
                  </mc:Choice>
                  <mc:Fallback>
                    <p:oleObj r:id="rId15" imgW="543960" imgH="324360" progId="Equation.3">
                      <p:embed/>
                      <p:pic>
                        <p:nvPicPr>
                          <p:cNvPr id="51217" name="Object 7">
                            <a:extLst>
                              <a:ext uri="{FF2B5EF4-FFF2-40B4-BE49-F238E27FC236}">
                                <a16:creationId xmlns:a16="http://schemas.microsoft.com/office/drawing/2014/main" id="{63F34A88-E73C-C179-FD7C-7A180076FAB8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49" y="874"/>
                            <a:ext cx="880" cy="56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1218" name="Object 15">
                <a:extLst>
                  <a:ext uri="{FF2B5EF4-FFF2-40B4-BE49-F238E27FC236}">
                    <a16:creationId xmlns:a16="http://schemas.microsoft.com/office/drawing/2014/main" id="{C899DD7C-B58E-19C9-0EBA-D740BCD28087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241" y="1071"/>
              <a:ext cx="303" cy="72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7" imgW="104400" imgH="335520" progId="Equation.DSMT4">
                      <p:embed/>
                    </p:oleObj>
                  </mc:Choice>
                  <mc:Fallback>
                    <p:oleObj r:id="rId17" imgW="104400" imgH="335520" progId="Equation.DSMT4">
                      <p:embed/>
                      <p:pic>
                        <p:nvPicPr>
                          <p:cNvPr id="51218" name="Object 15">
                            <a:extLst>
                              <a:ext uri="{FF2B5EF4-FFF2-40B4-BE49-F238E27FC236}">
                                <a16:creationId xmlns:a16="http://schemas.microsoft.com/office/drawing/2014/main" id="{C899DD7C-B58E-19C9-0EBA-D740BCD28087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41" y="1071"/>
                            <a:ext cx="303" cy="72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51219" name="AutoShape 19">
              <a:extLst>
                <a:ext uri="{FF2B5EF4-FFF2-40B4-BE49-F238E27FC236}">
                  <a16:creationId xmlns:a16="http://schemas.microsoft.com/office/drawing/2014/main" id="{81D3AF0B-1C76-CD95-E515-AC6098FB13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1388"/>
              <a:ext cx="500" cy="182"/>
            </a:xfrm>
            <a:prstGeom prst="rightArrow">
              <a:avLst>
                <a:gd name="adj1" fmla="val 50000"/>
                <a:gd name="adj2" fmla="val 68656"/>
              </a:avLst>
            </a:prstGeom>
            <a:solidFill>
              <a:srgbClr val="FFCC99"/>
            </a:solidFill>
            <a:ln w="222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</p:grpSp>
      <p:sp>
        <p:nvSpPr>
          <p:cNvPr id="684056" name="Text Box 24">
            <a:extLst>
              <a:ext uri="{FF2B5EF4-FFF2-40B4-BE49-F238E27FC236}">
                <a16:creationId xmlns:a16="http://schemas.microsoft.com/office/drawing/2014/main" id="{74900D50-7C80-1405-5B67-822CB5D209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875" y="4219575"/>
            <a:ext cx="6084888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5000"/>
              </a:lnSpc>
              <a:buFontTx/>
              <a:buBlip>
                <a:blip r:embed="rId19"/>
              </a:buBlip>
            </a:pPr>
            <a:r>
              <a:rPr lang="en-US" altLang="zh-CN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弱导电媒质中均匀平面波的特点</a:t>
            </a:r>
          </a:p>
        </p:txBody>
      </p:sp>
      <p:sp>
        <p:nvSpPr>
          <p:cNvPr id="684060" name="Text Box 28">
            <a:extLst>
              <a:ext uri="{FF2B5EF4-FFF2-40B4-BE49-F238E27FC236}">
                <a16:creationId xmlns:a16="http://schemas.microsoft.com/office/drawing/2014/main" id="{3F5C839B-D0B4-7556-39CA-4DB3B19CF4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5381625"/>
            <a:ext cx="81375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10000"/>
              </a:lnSpc>
              <a:spcBef>
                <a:spcPct val="20000"/>
              </a:spcBef>
              <a:buFontTx/>
              <a:buBlip>
                <a:blip r:embed="rId20"/>
              </a:buBlip>
            </a:pPr>
            <a:r>
              <a:rPr lang="en-US" altLang="zh-CN">
                <a:solidFill>
                  <a:schemeClr val="bg1"/>
                </a:solidFill>
              </a:rPr>
              <a:t>   </a:t>
            </a:r>
            <a:r>
              <a:rPr lang="zh-CN" altLang="en-US">
                <a:solidFill>
                  <a:schemeClr val="bg1"/>
                </a:solidFill>
              </a:rPr>
              <a:t>相位常数和理想介质中的相位常数大致相等；</a:t>
            </a: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684061" name="Text Box 29">
            <a:extLst>
              <a:ext uri="{FF2B5EF4-FFF2-40B4-BE49-F238E27FC236}">
                <a16:creationId xmlns:a16="http://schemas.microsoft.com/office/drawing/2014/main" id="{C7D1BFE9-4F37-66DC-3239-A89222A938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4878388"/>
            <a:ext cx="4392612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10000"/>
              </a:lnSpc>
              <a:spcBef>
                <a:spcPct val="20000"/>
              </a:spcBef>
              <a:buFontTx/>
              <a:buBlip>
                <a:blip r:embed="rId20"/>
              </a:buBlip>
            </a:pPr>
            <a:r>
              <a:rPr lang="en-US" altLang="zh-CN">
                <a:solidFill>
                  <a:srgbClr val="FFFFFF"/>
                </a:solidFill>
              </a:rPr>
              <a:t>   </a:t>
            </a:r>
            <a:r>
              <a:rPr lang="zh-CN" altLang="en-US">
                <a:solidFill>
                  <a:srgbClr val="FFFFFF"/>
                </a:solidFill>
              </a:rPr>
              <a:t>衰减小；</a:t>
            </a:r>
          </a:p>
        </p:txBody>
      </p:sp>
      <p:sp>
        <p:nvSpPr>
          <p:cNvPr id="684062" name="Text Box 30">
            <a:extLst>
              <a:ext uri="{FF2B5EF4-FFF2-40B4-BE49-F238E27FC236}">
                <a16:creationId xmlns:a16="http://schemas.microsoft.com/office/drawing/2014/main" id="{3E305735-1746-4F23-7733-8E3B7BDB79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6030913"/>
            <a:ext cx="8137525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10000"/>
              </a:lnSpc>
              <a:spcBef>
                <a:spcPct val="20000"/>
              </a:spcBef>
              <a:buFontTx/>
              <a:buBlip>
                <a:blip r:embed="rId20"/>
              </a:buBlip>
            </a:pPr>
            <a:r>
              <a:rPr lang="en-US" altLang="zh-CN">
                <a:solidFill>
                  <a:schemeClr val="bg1"/>
                </a:solidFill>
              </a:rPr>
              <a:t>   </a:t>
            </a:r>
            <a:r>
              <a:rPr lang="zh-CN" altLang="en-US">
                <a:solidFill>
                  <a:schemeClr val="bg1"/>
                </a:solidFill>
              </a:rPr>
              <a:t>电场和磁场之间存在较小的相位差。</a:t>
            </a:r>
            <a:endParaRPr lang="zh-CN" altLang="en-US">
              <a:solidFill>
                <a:srgbClr val="FFFF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684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684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684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684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2000"/>
                                        <p:tgtEl>
                                          <p:spTgt spid="684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2000"/>
                                        <p:tgtEl>
                                          <p:spTgt spid="684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684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2000"/>
                                        <p:tgtEl>
                                          <p:spTgt spid="684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0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2000"/>
                                        <p:tgtEl>
                                          <p:spTgt spid="6840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0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2000"/>
                                        <p:tgtEl>
                                          <p:spTgt spid="6840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0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2000"/>
                                        <p:tgtEl>
                                          <p:spTgt spid="6840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4043" grpId="0"/>
      <p:bldP spid="684056" grpId="0"/>
      <p:bldP spid="684060" grpId="0" build="p"/>
      <p:bldP spid="684061" grpId="0" build="p"/>
      <p:bldP spid="684062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灯片编号占位符 2">
            <a:extLst>
              <a:ext uri="{FF2B5EF4-FFF2-40B4-BE49-F238E27FC236}">
                <a16:creationId xmlns:a16="http://schemas.microsoft.com/office/drawing/2014/main" id="{A4F07114-77FC-FC92-C32F-675984F701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871DE7-97F2-4A9E-8376-BC6F4A7798EE}" type="slidenum">
              <a:rPr lang="en-US" altLang="zh-CN"/>
              <a:pPr/>
              <a:t>10</a:t>
            </a:fld>
            <a:endParaRPr lang="en-US" altLang="zh-CN"/>
          </a:p>
        </p:txBody>
      </p:sp>
      <p:graphicFrame>
        <p:nvGraphicFramePr>
          <p:cNvPr id="528389" name="Object 5">
            <a:extLst>
              <a:ext uri="{FF2B5EF4-FFF2-40B4-BE49-F238E27FC236}">
                <a16:creationId xmlns:a16="http://schemas.microsoft.com/office/drawing/2014/main" id="{41A685F4-F56E-F5DC-FC32-C4183215F7B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2125" y="2492375"/>
          <a:ext cx="8366125" cy="86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3224880" imgH="324360" progId="Equation.DSMT4">
                  <p:embed/>
                </p:oleObj>
              </mc:Choice>
              <mc:Fallback>
                <p:oleObj r:id="rId3" imgW="3224880" imgH="324360" progId="Equation.DSMT4">
                  <p:embed/>
                  <p:pic>
                    <p:nvPicPr>
                      <p:cNvPr id="528389" name="Object 5">
                        <a:extLst>
                          <a:ext uri="{FF2B5EF4-FFF2-40B4-BE49-F238E27FC236}">
                            <a16:creationId xmlns:a16="http://schemas.microsoft.com/office/drawing/2014/main" id="{41A685F4-F56E-F5DC-FC32-C4183215F7B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125" y="2492375"/>
                        <a:ext cx="8366125" cy="869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30478" name="Group 46">
            <a:extLst>
              <a:ext uri="{FF2B5EF4-FFF2-40B4-BE49-F238E27FC236}">
                <a16:creationId xmlns:a16="http://schemas.microsoft.com/office/drawing/2014/main" id="{AA2B3853-D8EC-E547-04DF-5AF546B31286}"/>
              </a:ext>
            </a:extLst>
          </p:cNvPr>
          <p:cNvGrpSpPr>
            <a:grpSpLocks/>
          </p:cNvGrpSpPr>
          <p:nvPr/>
        </p:nvGrpSpPr>
        <p:grpSpPr bwMode="auto">
          <a:xfrm>
            <a:off x="468313" y="992188"/>
            <a:ext cx="3527425" cy="852487"/>
            <a:chOff x="295" y="625"/>
            <a:chExt cx="2222" cy="537"/>
          </a:xfrm>
        </p:grpSpPr>
        <p:graphicFrame>
          <p:nvGraphicFramePr>
            <p:cNvPr id="53252" name="Object 4">
              <a:extLst>
                <a:ext uri="{FF2B5EF4-FFF2-40B4-BE49-F238E27FC236}">
                  <a16:creationId xmlns:a16="http://schemas.microsoft.com/office/drawing/2014/main" id="{6D3E752F-D44D-6C42-338C-08A2487B4C9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66" y="625"/>
            <a:ext cx="726" cy="5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401040" imgH="280440" progId="Equation.3">
                    <p:embed/>
                  </p:oleObj>
                </mc:Choice>
                <mc:Fallback>
                  <p:oleObj r:id="rId5" imgW="401040" imgH="280440" progId="Equation.3">
                    <p:embed/>
                    <p:pic>
                      <p:nvPicPr>
                        <p:cNvPr id="53252" name="Object 4">
                          <a:extLst>
                            <a:ext uri="{FF2B5EF4-FFF2-40B4-BE49-F238E27FC236}">
                              <a16:creationId xmlns:a16="http://schemas.microsoft.com/office/drawing/2014/main" id="{6D3E752F-D44D-6C42-338C-08A2487B4C9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66" y="625"/>
                          <a:ext cx="726" cy="5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3253" name="Text Box 14">
              <a:extLst>
                <a:ext uri="{FF2B5EF4-FFF2-40B4-BE49-F238E27FC236}">
                  <a16:creationId xmlns:a16="http://schemas.microsoft.com/office/drawing/2014/main" id="{78955464-0A11-A4DB-D3D9-140B3B696B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5" y="669"/>
              <a:ext cx="2222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>
                  <a:solidFill>
                    <a:srgbClr val="FF99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良导体：</a:t>
              </a:r>
            </a:p>
          </p:txBody>
        </p:sp>
      </p:grpSp>
      <p:sp>
        <p:nvSpPr>
          <p:cNvPr id="530449" name="Text Box 17">
            <a:extLst>
              <a:ext uri="{FF2B5EF4-FFF2-40B4-BE49-F238E27FC236}">
                <a16:creationId xmlns:a16="http://schemas.microsoft.com/office/drawing/2014/main" id="{91332D38-F4B5-F15F-956D-EB2EC85B01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088" y="523875"/>
            <a:ext cx="6019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solidFill>
                  <a:schemeClr val="bg1"/>
                </a:solidFill>
                <a:ea typeface="宋体" panose="02010600030101010101" pitchFamily="2" charset="-122"/>
              </a:rPr>
              <a:t>5.2.3  </a:t>
            </a:r>
            <a:r>
              <a:rPr lang="zh-CN" altLang="en-US">
                <a:solidFill>
                  <a:schemeClr val="bg1"/>
                </a:solidFill>
                <a:ea typeface="幼圆" panose="02010509060101010101" pitchFamily="49" charset="-122"/>
              </a:rPr>
              <a:t>良导体中的均匀平面波</a:t>
            </a:r>
            <a:r>
              <a:rPr lang="zh-CN" altLang="en-US">
                <a:solidFill>
                  <a:schemeClr val="bg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  </a:t>
            </a:r>
          </a:p>
        </p:txBody>
      </p:sp>
      <p:sp>
        <p:nvSpPr>
          <p:cNvPr id="530450" name="Text Box 18">
            <a:extLst>
              <a:ext uri="{FF2B5EF4-FFF2-40B4-BE49-F238E27FC236}">
                <a16:creationId xmlns:a16="http://schemas.microsoft.com/office/drawing/2014/main" id="{518144AB-0B36-F6E1-CDF4-2BB9A3D8A5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1927225"/>
            <a:ext cx="39592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10000"/>
              </a:lnSpc>
              <a:spcBef>
                <a:spcPct val="50000"/>
              </a:spcBef>
              <a:buFontTx/>
              <a:buBlip>
                <a:blip r:embed="rId7"/>
              </a:buBlip>
            </a:pPr>
            <a:r>
              <a:rPr lang="en-US" altLang="zh-CN">
                <a:solidFill>
                  <a:schemeClr val="bg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 </a:t>
            </a:r>
            <a:r>
              <a:rPr lang="zh-CN" altLang="en-US">
                <a:solidFill>
                  <a:schemeClr val="bg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良导体中的参数</a:t>
            </a:r>
          </a:p>
        </p:txBody>
      </p:sp>
      <p:grpSp>
        <p:nvGrpSpPr>
          <p:cNvPr id="530487" name="Group 55">
            <a:extLst>
              <a:ext uri="{FF2B5EF4-FFF2-40B4-BE49-F238E27FC236}">
                <a16:creationId xmlns:a16="http://schemas.microsoft.com/office/drawing/2014/main" id="{FF375A84-EB00-C4D9-3C6F-A05AB3AE1A26}"/>
              </a:ext>
            </a:extLst>
          </p:cNvPr>
          <p:cNvGrpSpPr>
            <a:grpSpLocks/>
          </p:cNvGrpSpPr>
          <p:nvPr/>
        </p:nvGrpSpPr>
        <p:grpSpPr bwMode="auto">
          <a:xfrm>
            <a:off x="395288" y="5432425"/>
            <a:ext cx="5273675" cy="1033463"/>
            <a:chOff x="249" y="3422"/>
            <a:chExt cx="3322" cy="651"/>
          </a:xfrm>
        </p:grpSpPr>
        <p:graphicFrame>
          <p:nvGraphicFramePr>
            <p:cNvPr id="53257" name="Object 21">
              <a:extLst>
                <a:ext uri="{FF2B5EF4-FFF2-40B4-BE49-F238E27FC236}">
                  <a16:creationId xmlns:a16="http://schemas.microsoft.com/office/drawing/2014/main" id="{4CE761F4-4ABD-1DEA-1EC7-6B694A114AC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76" y="3422"/>
            <a:ext cx="2695" cy="6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" imgW="1521720" imgH="368640" progId="Equation.DSMT4">
                    <p:embed/>
                  </p:oleObj>
                </mc:Choice>
                <mc:Fallback>
                  <p:oleObj r:id="rId8" imgW="1521720" imgH="368640" progId="Equation.DSMT4">
                    <p:embed/>
                    <p:pic>
                      <p:nvPicPr>
                        <p:cNvPr id="53257" name="Object 21">
                          <a:extLst>
                            <a:ext uri="{FF2B5EF4-FFF2-40B4-BE49-F238E27FC236}">
                              <a16:creationId xmlns:a16="http://schemas.microsoft.com/office/drawing/2014/main" id="{4CE761F4-4ABD-1DEA-1EC7-6B694A114AC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76" y="3422"/>
                          <a:ext cx="2695" cy="6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3258" name="Text Box 27">
              <a:extLst>
                <a:ext uri="{FF2B5EF4-FFF2-40B4-BE49-F238E27FC236}">
                  <a16:creationId xmlns:a16="http://schemas.microsoft.com/office/drawing/2014/main" id="{F19BC305-667A-8A56-02F7-132C826822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" y="3527"/>
              <a:ext cx="1633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>
                  <a:solidFill>
                    <a:srgbClr val="FF99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波长：</a:t>
              </a:r>
            </a:p>
          </p:txBody>
        </p:sp>
      </p:grpSp>
      <p:grpSp>
        <p:nvGrpSpPr>
          <p:cNvPr id="530477" name="Group 45">
            <a:extLst>
              <a:ext uri="{FF2B5EF4-FFF2-40B4-BE49-F238E27FC236}">
                <a16:creationId xmlns:a16="http://schemas.microsoft.com/office/drawing/2014/main" id="{10B7F0A4-84BC-56A2-C4FE-C9E46B0D0943}"/>
              </a:ext>
            </a:extLst>
          </p:cNvPr>
          <p:cNvGrpSpPr>
            <a:grpSpLocks/>
          </p:cNvGrpSpPr>
          <p:nvPr/>
        </p:nvGrpSpPr>
        <p:grpSpPr bwMode="auto">
          <a:xfrm>
            <a:off x="4787900" y="404813"/>
            <a:ext cx="3600450" cy="1873250"/>
            <a:chOff x="2925" y="300"/>
            <a:chExt cx="2268" cy="1180"/>
          </a:xfrm>
        </p:grpSpPr>
        <p:sp>
          <p:nvSpPr>
            <p:cNvPr id="53260" name="Rectangle 38">
              <a:extLst>
                <a:ext uri="{FF2B5EF4-FFF2-40B4-BE49-F238E27FC236}">
                  <a16:creationId xmlns:a16="http://schemas.microsoft.com/office/drawing/2014/main" id="{69C7BD53-0727-20E7-CD1C-8F9C0BE3D6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5" y="346"/>
              <a:ext cx="2268" cy="1134"/>
            </a:xfrm>
            <a:prstGeom prst="rect">
              <a:avLst/>
            </a:prstGeom>
            <a:solidFill>
              <a:srgbClr val="CCFFFF"/>
            </a:solidFill>
            <a:ln w="28575">
              <a:solidFill>
                <a:srgbClr val="FF00F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53261" name="Text Box 39">
              <a:extLst>
                <a:ext uri="{FF2B5EF4-FFF2-40B4-BE49-F238E27FC236}">
                  <a16:creationId xmlns:a16="http://schemas.microsoft.com/office/drawing/2014/main" id="{362B4E39-78D6-0A1F-6BB0-7BDF54C320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1" y="300"/>
              <a:ext cx="2177" cy="9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2000">
                  <a:solidFill>
                    <a:srgbClr val="990000"/>
                  </a:solidFill>
                  <a:ea typeface="宋体" panose="02010600030101010101" pitchFamily="2" charset="-122"/>
                </a:rPr>
                <a:t>金、银、铜、铁、铝等金属</a:t>
              </a:r>
            </a:p>
            <a:p>
              <a:pPr>
                <a:lnSpc>
                  <a:spcPct val="130000"/>
                </a:lnSpc>
              </a:pPr>
              <a:r>
                <a:rPr lang="zh-CN" altLang="en-US" sz="2000">
                  <a:solidFill>
                    <a:srgbClr val="990000"/>
                  </a:solidFill>
                  <a:ea typeface="宋体" panose="02010600030101010101" pitchFamily="2" charset="-122"/>
                </a:rPr>
                <a:t>对于无线电波均是良导体。</a:t>
              </a:r>
            </a:p>
            <a:p>
              <a:pPr>
                <a:lnSpc>
                  <a:spcPct val="130000"/>
                </a:lnSpc>
                <a:spcBef>
                  <a:spcPct val="45000"/>
                </a:spcBef>
              </a:pPr>
              <a:r>
                <a:rPr lang="zh-CN" altLang="en-US" sz="2000">
                  <a:solidFill>
                    <a:srgbClr val="990000"/>
                  </a:solidFill>
                  <a:ea typeface="宋体" panose="02010600030101010101" pitchFamily="2" charset="-122"/>
                </a:rPr>
                <a:t>例如铜</a:t>
              </a:r>
              <a:r>
                <a:rPr lang="zh-CN" altLang="en-US">
                  <a:solidFill>
                    <a:srgbClr val="990000"/>
                  </a:solidFill>
                </a:rPr>
                <a:t>：</a:t>
              </a:r>
              <a:r>
                <a:rPr lang="zh-CN" altLang="en-US">
                  <a:solidFill>
                    <a:schemeClr val="bg1"/>
                  </a:solidFill>
                </a:rPr>
                <a:t> </a:t>
              </a:r>
            </a:p>
          </p:txBody>
        </p:sp>
        <p:graphicFrame>
          <p:nvGraphicFramePr>
            <p:cNvPr id="53262" name="Object 41">
              <a:extLst>
                <a:ext uri="{FF2B5EF4-FFF2-40B4-BE49-F238E27FC236}">
                  <a16:creationId xmlns:a16="http://schemas.microsoft.com/office/drawing/2014/main" id="{4CEBA230-B403-144D-0E71-9439928AC39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651" y="845"/>
            <a:ext cx="1400" cy="6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0" imgW="829440" imgH="324360" progId="Equation.DSMT4">
                    <p:embed/>
                  </p:oleObj>
                </mc:Choice>
                <mc:Fallback>
                  <p:oleObj r:id="rId10" imgW="829440" imgH="324360" progId="Equation.DSMT4">
                    <p:embed/>
                    <p:pic>
                      <p:nvPicPr>
                        <p:cNvPr id="53262" name="Object 41">
                          <a:extLst>
                            <a:ext uri="{FF2B5EF4-FFF2-40B4-BE49-F238E27FC236}">
                              <a16:creationId xmlns:a16="http://schemas.microsoft.com/office/drawing/2014/main" id="{4CEBA230-B403-144D-0E71-9439928AC39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51" y="845"/>
                          <a:ext cx="1400" cy="6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30488" name="Group 56">
            <a:extLst>
              <a:ext uri="{FF2B5EF4-FFF2-40B4-BE49-F238E27FC236}">
                <a16:creationId xmlns:a16="http://schemas.microsoft.com/office/drawing/2014/main" id="{254670AF-FE4B-239C-7A05-D281217DCC56}"/>
              </a:ext>
            </a:extLst>
          </p:cNvPr>
          <p:cNvGrpSpPr>
            <a:grpSpLocks/>
          </p:cNvGrpSpPr>
          <p:nvPr/>
        </p:nvGrpSpPr>
        <p:grpSpPr bwMode="auto">
          <a:xfrm>
            <a:off x="5003800" y="3789363"/>
            <a:ext cx="2665413" cy="1008062"/>
            <a:chOff x="3152" y="2387"/>
            <a:chExt cx="1679" cy="635"/>
          </a:xfrm>
        </p:grpSpPr>
        <p:sp>
          <p:nvSpPr>
            <p:cNvPr id="53264" name="Rectangle 34">
              <a:extLst>
                <a:ext uri="{FF2B5EF4-FFF2-40B4-BE49-F238E27FC236}">
                  <a16:creationId xmlns:a16="http://schemas.microsoft.com/office/drawing/2014/main" id="{D7E97779-112E-67EB-CDF1-72B632B99A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3" y="2387"/>
              <a:ext cx="908" cy="590"/>
            </a:xfrm>
            <a:prstGeom prst="rect">
              <a:avLst/>
            </a:prstGeom>
            <a:solidFill>
              <a:srgbClr val="CCFFFF"/>
            </a:solidFill>
            <a:ln w="31750">
              <a:solidFill>
                <a:srgbClr val="FF99CC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graphicFrame>
          <p:nvGraphicFramePr>
            <p:cNvPr id="53265" name="Object 35">
              <a:extLst>
                <a:ext uri="{FF2B5EF4-FFF2-40B4-BE49-F238E27FC236}">
                  <a16:creationId xmlns:a16="http://schemas.microsoft.com/office/drawing/2014/main" id="{2A851861-2E33-FA9A-6DEA-7F31AF65275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60" y="2522"/>
            <a:ext cx="570" cy="3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2" imgW="291240" imgH="159480" progId="Equation.DSMT4">
                    <p:embed/>
                  </p:oleObj>
                </mc:Choice>
                <mc:Fallback>
                  <p:oleObj r:id="rId12" imgW="291240" imgH="159480" progId="Equation.DSMT4">
                    <p:embed/>
                    <p:pic>
                      <p:nvPicPr>
                        <p:cNvPr id="53265" name="Object 35">
                          <a:extLst>
                            <a:ext uri="{FF2B5EF4-FFF2-40B4-BE49-F238E27FC236}">
                              <a16:creationId xmlns:a16="http://schemas.microsoft.com/office/drawing/2014/main" id="{2A851861-2E33-FA9A-6DEA-7F31AF65275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60" y="2522"/>
                          <a:ext cx="570" cy="3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3266" name="Line 42">
              <a:extLst>
                <a:ext uri="{FF2B5EF4-FFF2-40B4-BE49-F238E27FC236}">
                  <a16:creationId xmlns:a16="http://schemas.microsoft.com/office/drawing/2014/main" id="{CB7BC398-05ED-4167-8CC1-27FC679DFBC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152" y="2432"/>
              <a:ext cx="771" cy="182"/>
            </a:xfrm>
            <a:prstGeom prst="line">
              <a:avLst/>
            </a:prstGeom>
            <a:noFill/>
            <a:ln w="31750">
              <a:solidFill>
                <a:srgbClr val="FF99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67" name="Line 43">
              <a:extLst>
                <a:ext uri="{FF2B5EF4-FFF2-40B4-BE49-F238E27FC236}">
                  <a16:creationId xmlns:a16="http://schemas.microsoft.com/office/drawing/2014/main" id="{BB5EFA90-3229-0ACA-2000-6D1EC3EAF84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88" y="2750"/>
              <a:ext cx="635" cy="272"/>
            </a:xfrm>
            <a:prstGeom prst="line">
              <a:avLst/>
            </a:prstGeom>
            <a:noFill/>
            <a:ln w="31750">
              <a:solidFill>
                <a:srgbClr val="FF99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30489" name="Group 57">
            <a:extLst>
              <a:ext uri="{FF2B5EF4-FFF2-40B4-BE49-F238E27FC236}">
                <a16:creationId xmlns:a16="http://schemas.microsoft.com/office/drawing/2014/main" id="{384AB6F9-8A5A-DCBA-1996-719F02A6BDE5}"/>
              </a:ext>
            </a:extLst>
          </p:cNvPr>
          <p:cNvGrpSpPr>
            <a:grpSpLocks/>
          </p:cNvGrpSpPr>
          <p:nvPr/>
        </p:nvGrpSpPr>
        <p:grpSpPr bwMode="auto">
          <a:xfrm>
            <a:off x="5435600" y="5445125"/>
            <a:ext cx="2449513" cy="936625"/>
            <a:chOff x="3424" y="3430"/>
            <a:chExt cx="1543" cy="590"/>
          </a:xfrm>
        </p:grpSpPr>
        <p:sp>
          <p:nvSpPr>
            <p:cNvPr id="53269" name="Rectangle 36">
              <a:extLst>
                <a:ext uri="{FF2B5EF4-FFF2-40B4-BE49-F238E27FC236}">
                  <a16:creationId xmlns:a16="http://schemas.microsoft.com/office/drawing/2014/main" id="{43DD038A-7DBC-9DC6-0EC6-BA01559AC7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4" y="3430"/>
              <a:ext cx="953" cy="590"/>
            </a:xfrm>
            <a:prstGeom prst="rect">
              <a:avLst/>
            </a:prstGeom>
            <a:solidFill>
              <a:srgbClr val="CCFFFF"/>
            </a:solidFill>
            <a:ln w="31750">
              <a:solidFill>
                <a:srgbClr val="FF99CC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graphicFrame>
          <p:nvGraphicFramePr>
            <p:cNvPr id="53270" name="Object 37">
              <a:extLst>
                <a:ext uri="{FF2B5EF4-FFF2-40B4-BE49-F238E27FC236}">
                  <a16:creationId xmlns:a16="http://schemas.microsoft.com/office/drawing/2014/main" id="{67BF9690-ADB7-D13E-A040-28523E0B91A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05" y="3572"/>
            <a:ext cx="766" cy="3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4" imgW="412200" imgH="159480" progId="Equation.DSMT4">
                    <p:embed/>
                  </p:oleObj>
                </mc:Choice>
                <mc:Fallback>
                  <p:oleObj r:id="rId14" imgW="412200" imgH="159480" progId="Equation.DSMT4">
                    <p:embed/>
                    <p:pic>
                      <p:nvPicPr>
                        <p:cNvPr id="53270" name="Object 37">
                          <a:extLst>
                            <a:ext uri="{FF2B5EF4-FFF2-40B4-BE49-F238E27FC236}">
                              <a16:creationId xmlns:a16="http://schemas.microsoft.com/office/drawing/2014/main" id="{67BF9690-ADB7-D13E-A040-28523E0B91A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05" y="3572"/>
                          <a:ext cx="766" cy="3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3271" name="Line 44">
              <a:extLst>
                <a:ext uri="{FF2B5EF4-FFF2-40B4-BE49-F238E27FC236}">
                  <a16:creationId xmlns:a16="http://schemas.microsoft.com/office/drawing/2014/main" id="{3A9E888E-EF4C-D3F4-9099-6D78DA0C760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24" y="3748"/>
              <a:ext cx="590" cy="45"/>
            </a:xfrm>
            <a:prstGeom prst="line">
              <a:avLst/>
            </a:prstGeom>
            <a:noFill/>
            <a:ln w="31750">
              <a:solidFill>
                <a:srgbClr val="FF99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30485" name="Group 53">
            <a:extLst>
              <a:ext uri="{FF2B5EF4-FFF2-40B4-BE49-F238E27FC236}">
                <a16:creationId xmlns:a16="http://schemas.microsoft.com/office/drawing/2014/main" id="{9326A57B-A30A-D962-A883-A367E77C0137}"/>
              </a:ext>
            </a:extLst>
          </p:cNvPr>
          <p:cNvGrpSpPr>
            <a:grpSpLocks/>
          </p:cNvGrpSpPr>
          <p:nvPr/>
        </p:nvGrpSpPr>
        <p:grpSpPr bwMode="auto">
          <a:xfrm>
            <a:off x="538163" y="3357563"/>
            <a:ext cx="4476750" cy="965200"/>
            <a:chOff x="339" y="2115"/>
            <a:chExt cx="2820" cy="608"/>
          </a:xfrm>
        </p:grpSpPr>
        <p:graphicFrame>
          <p:nvGraphicFramePr>
            <p:cNvPr id="53273" name="Object 6">
              <a:extLst>
                <a:ext uri="{FF2B5EF4-FFF2-40B4-BE49-F238E27FC236}">
                  <a16:creationId xmlns:a16="http://schemas.microsoft.com/office/drawing/2014/main" id="{FF7916A2-70B6-D61F-EF34-2C869172027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78" y="2115"/>
            <a:ext cx="2281" cy="6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6" imgW="1378800" imgH="324360" progId="Equation.DSMT4">
                    <p:embed/>
                  </p:oleObj>
                </mc:Choice>
                <mc:Fallback>
                  <p:oleObj r:id="rId16" imgW="1378800" imgH="324360" progId="Equation.DSMT4">
                    <p:embed/>
                    <p:pic>
                      <p:nvPicPr>
                        <p:cNvPr id="53273" name="Object 6">
                          <a:extLst>
                            <a:ext uri="{FF2B5EF4-FFF2-40B4-BE49-F238E27FC236}">
                              <a16:creationId xmlns:a16="http://schemas.microsoft.com/office/drawing/2014/main" id="{FF7916A2-70B6-D61F-EF34-2C869172027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78" y="2115"/>
                          <a:ext cx="2281" cy="6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3274" name="AutoShape 52">
              <a:extLst>
                <a:ext uri="{FF2B5EF4-FFF2-40B4-BE49-F238E27FC236}">
                  <a16:creationId xmlns:a16="http://schemas.microsoft.com/office/drawing/2014/main" id="{F8A0BC0E-CDDE-FC31-4844-A30431CF4D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9" y="2341"/>
              <a:ext cx="500" cy="182"/>
            </a:xfrm>
            <a:prstGeom prst="rightArrow">
              <a:avLst>
                <a:gd name="adj1" fmla="val 50000"/>
                <a:gd name="adj2" fmla="val 68656"/>
              </a:avLst>
            </a:prstGeom>
            <a:solidFill>
              <a:srgbClr val="FFCC99"/>
            </a:solidFill>
            <a:ln w="9525">
              <a:solidFill>
                <a:srgbClr val="FF00F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</p:grpSp>
      <p:graphicFrame>
        <p:nvGraphicFramePr>
          <p:cNvPr id="530490" name="Object 58">
            <a:extLst>
              <a:ext uri="{FF2B5EF4-FFF2-40B4-BE49-F238E27FC236}">
                <a16:creationId xmlns:a16="http://schemas.microsoft.com/office/drawing/2014/main" id="{29D000F6-D310-778C-9B62-35C2B127845C}"/>
              </a:ext>
            </a:extLst>
          </p:cNvPr>
          <p:cNvGraphicFramePr>
            <a:graphicFrameLocks noGrp="1" noChangeAspect="1"/>
          </p:cNvGraphicFramePr>
          <p:nvPr>
            <p:ph/>
          </p:nvPr>
        </p:nvGraphicFramePr>
        <p:xfrm>
          <a:off x="1403350" y="4419600"/>
          <a:ext cx="3384550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8" imgW="1312920" imgH="357480" progId="Equation.3">
                  <p:embed/>
                </p:oleObj>
              </mc:Choice>
              <mc:Fallback>
                <p:oleObj r:id="rId18" imgW="1312920" imgH="357480" progId="Equation.3">
                  <p:embed/>
                  <p:pic>
                    <p:nvPicPr>
                      <p:cNvPr id="530490" name="Object 58">
                        <a:extLst>
                          <a:ext uri="{FF2B5EF4-FFF2-40B4-BE49-F238E27FC236}">
                            <a16:creationId xmlns:a16="http://schemas.microsoft.com/office/drawing/2014/main" id="{29D000F6-D310-778C-9B62-35C2B127845C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4419600"/>
                        <a:ext cx="3384550" cy="1028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0495" name="Rectangle 63">
            <a:extLst>
              <a:ext uri="{FF2B5EF4-FFF2-40B4-BE49-F238E27FC236}">
                <a16:creationId xmlns:a16="http://schemas.microsoft.com/office/drawing/2014/main" id="{21D6FA44-3B9C-3024-DCBC-1526A76A6B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4518025"/>
            <a:ext cx="1368425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>
                <a:solidFill>
                  <a:srgbClr val="FF99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相速：</a:t>
            </a:r>
            <a:endParaRPr lang="zh-CN" altLang="en-US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530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530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530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530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2000"/>
                                        <p:tgtEl>
                                          <p:spTgt spid="528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2000"/>
                                        <p:tgtEl>
                                          <p:spTgt spid="530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0"/>
                                        <p:tgtEl>
                                          <p:spTgt spid="530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2000"/>
                                        <p:tgtEl>
                                          <p:spTgt spid="530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000"/>
                                        <p:tgtEl>
                                          <p:spTgt spid="530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2000"/>
                                        <p:tgtEl>
                                          <p:spTgt spid="530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2000"/>
                                        <p:tgtEl>
                                          <p:spTgt spid="530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0449" grpId="0"/>
      <p:bldP spid="530450" grpId="0"/>
      <p:bldP spid="53049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灯片编号占位符 3">
            <a:extLst>
              <a:ext uri="{FF2B5EF4-FFF2-40B4-BE49-F238E27FC236}">
                <a16:creationId xmlns:a16="http://schemas.microsoft.com/office/drawing/2014/main" id="{1909F365-CC87-CF73-0DC1-92DC9550C1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77D561-3E59-4B96-A124-30F74DC50D95}" type="slidenum">
              <a:rPr lang="en-US" altLang="zh-CN"/>
              <a:pPr/>
              <a:t>11</a:t>
            </a:fld>
            <a:endParaRPr lang="en-US" altLang="zh-CN"/>
          </a:p>
        </p:txBody>
      </p:sp>
      <p:sp>
        <p:nvSpPr>
          <p:cNvPr id="529410" name="Text Box 2">
            <a:extLst>
              <a:ext uri="{FF2B5EF4-FFF2-40B4-BE49-F238E27FC236}">
                <a16:creationId xmlns:a16="http://schemas.microsoft.com/office/drawing/2014/main" id="{A67317C0-C2BD-2FE5-A112-9571D2E62A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2205038"/>
            <a:ext cx="8785225" cy="1049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>
                <a:solidFill>
                  <a:srgbClr val="FF99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趋肤效应：</a:t>
            </a:r>
            <a:r>
              <a:rPr lang="zh-CN" altLang="en-US" u="sng">
                <a:solidFill>
                  <a:schemeClr val="bg1"/>
                </a:solidFill>
                <a:latin typeface="楷体_GB2312" pitchFamily="49" charset="-122"/>
              </a:rPr>
              <a:t>电磁波的频率越高，衰减系数</a:t>
            </a:r>
            <a:r>
              <a:rPr lang="el-GR" altLang="zh-CN" u="sng">
                <a:solidFill>
                  <a:schemeClr val="bg1"/>
                </a:solidFill>
                <a:latin typeface="楷体_GB2312" pitchFamily="49" charset="-122"/>
                <a:ea typeface="宋体" panose="02010600030101010101" pitchFamily="2" charset="-122"/>
              </a:rPr>
              <a:t>α</a:t>
            </a:r>
            <a:r>
              <a:rPr lang="zh-CN" altLang="en-US" u="sng">
                <a:solidFill>
                  <a:schemeClr val="bg1"/>
                </a:solidFill>
                <a:latin typeface="楷体_GB2312" pitchFamily="49" charset="-122"/>
              </a:rPr>
              <a:t>越大</a:t>
            </a:r>
            <a:r>
              <a:rPr lang="zh-CN" altLang="en-US">
                <a:solidFill>
                  <a:schemeClr val="bg1"/>
                </a:solidFill>
                <a:latin typeface="楷体_GB2312" pitchFamily="49" charset="-122"/>
              </a:rPr>
              <a:t>，高频电磁波只能存在于良导体的表面层内，称为趋肤效应。</a:t>
            </a:r>
          </a:p>
        </p:txBody>
      </p:sp>
      <p:sp>
        <p:nvSpPr>
          <p:cNvPr id="529463" name="Text Box 55">
            <a:extLst>
              <a:ext uri="{FF2B5EF4-FFF2-40B4-BE49-F238E27FC236}">
                <a16:creationId xmlns:a16="http://schemas.microsoft.com/office/drawing/2014/main" id="{5B2CD36C-56D1-C85E-AAD4-50C42BDF63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25" y="3644900"/>
            <a:ext cx="6011863" cy="162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>
                <a:solidFill>
                  <a:schemeClr val="bg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>
                <a:solidFill>
                  <a:srgbClr val="FF99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趋肤深度</a:t>
            </a:r>
            <a:r>
              <a:rPr lang="zh-CN" altLang="en-US">
                <a:solidFill>
                  <a:srgbClr val="FF99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zh-CN" altLang="en-US">
                <a:solidFill>
                  <a:srgbClr val="FF99FF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</a:t>
            </a:r>
            <a:r>
              <a:rPr lang="zh-CN" altLang="en-US">
                <a:solidFill>
                  <a:srgbClr val="FF99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）：</a:t>
            </a:r>
            <a:r>
              <a:rPr lang="zh-CN" altLang="en-US">
                <a:solidFill>
                  <a:schemeClr val="bg1"/>
                </a:solidFill>
                <a:sym typeface="Symbol" panose="05050102010706020507" pitchFamily="18" charset="2"/>
              </a:rPr>
              <a:t>电磁波进入良导体后</a:t>
            </a:r>
            <a:r>
              <a:rPr lang="zh-CN" altLang="en-US">
                <a:solidFill>
                  <a:schemeClr val="bg1"/>
                </a:solidFill>
              </a:rPr>
              <a:t>，                          其振幅下降到表面处振幅的</a:t>
            </a:r>
            <a:r>
              <a:rPr lang="en-US" altLang="zh-CN">
                <a:solidFill>
                  <a:schemeClr val="bg1"/>
                </a:solidFill>
              </a:rPr>
              <a:t>1</a:t>
            </a:r>
            <a:r>
              <a:rPr lang="en-US" altLang="zh-CN">
                <a:solidFill>
                  <a:schemeClr val="bg1"/>
                </a:solidFill>
                <a:latin typeface="Arial" panose="020B0604020202020204" pitchFamily="34" charset="0"/>
              </a:rPr>
              <a:t>/</a:t>
            </a:r>
            <a:r>
              <a:rPr lang="en-US" altLang="zh-CN">
                <a:solidFill>
                  <a:schemeClr val="bg1"/>
                </a:solidFill>
              </a:rPr>
              <a:t>e </a:t>
            </a:r>
            <a:r>
              <a:rPr lang="zh-CN" altLang="en-US">
                <a:solidFill>
                  <a:schemeClr val="bg1"/>
                </a:solidFill>
              </a:rPr>
              <a:t>时所传播的距离即为趋肤深度。</a:t>
            </a:r>
          </a:p>
        </p:txBody>
      </p:sp>
      <p:graphicFrame>
        <p:nvGraphicFramePr>
          <p:cNvPr id="529465" name="Object 57">
            <a:extLst>
              <a:ext uri="{FF2B5EF4-FFF2-40B4-BE49-F238E27FC236}">
                <a16:creationId xmlns:a16="http://schemas.microsoft.com/office/drawing/2014/main" id="{EBADDF8D-67C3-1687-6A2D-AD15AF12A65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22488" y="554038"/>
          <a:ext cx="6372225" cy="93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499480" imgH="357480" progId="Equation.DSMT4">
                  <p:embed/>
                </p:oleObj>
              </mc:Choice>
              <mc:Fallback>
                <p:oleObj r:id="rId4" imgW="2499480" imgH="357480" progId="Equation.DSMT4">
                  <p:embed/>
                  <p:pic>
                    <p:nvPicPr>
                      <p:cNvPr id="529465" name="Object 57">
                        <a:extLst>
                          <a:ext uri="{FF2B5EF4-FFF2-40B4-BE49-F238E27FC236}">
                            <a16:creationId xmlns:a16="http://schemas.microsoft.com/office/drawing/2014/main" id="{EBADDF8D-67C3-1687-6A2D-AD15AF12A65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2488" y="554038"/>
                        <a:ext cx="6372225" cy="930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9466" name="Rectangle 58">
            <a:extLst>
              <a:ext uri="{FF2B5EF4-FFF2-40B4-BE49-F238E27FC236}">
                <a16:creationId xmlns:a16="http://schemas.microsoft.com/office/drawing/2014/main" id="{843A6D7C-5771-EF48-E153-BC92706762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800" y="692150"/>
            <a:ext cx="22336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lang="zh-CN" altLang="en-US">
                <a:solidFill>
                  <a:srgbClr val="FF99FF"/>
                </a:solidFill>
                <a:ea typeface="宋体" panose="02010600030101010101" pitchFamily="2" charset="-122"/>
              </a:rPr>
              <a:t>本征阻抗</a:t>
            </a:r>
          </a:p>
        </p:txBody>
      </p:sp>
      <p:sp>
        <p:nvSpPr>
          <p:cNvPr id="529467" name="Text Box 59">
            <a:extLst>
              <a:ext uri="{FF2B5EF4-FFF2-40B4-BE49-F238E27FC236}">
                <a16:creationId xmlns:a16="http://schemas.microsoft.com/office/drawing/2014/main" id="{8E84E9C9-C19B-F81A-AA10-B938899C0B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5438" y="1636713"/>
            <a:ext cx="7991475" cy="566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  <a:spcBef>
                <a:spcPct val="30000"/>
              </a:spcBef>
            </a:pPr>
            <a:r>
              <a:rPr lang="zh-CN" altLang="en-US">
                <a:solidFill>
                  <a:schemeClr val="bg1"/>
                </a:solidFill>
              </a:rPr>
              <a:t>良导体中电磁波的</a:t>
            </a:r>
            <a:r>
              <a:rPr lang="zh-CN" altLang="en-US">
                <a:solidFill>
                  <a:srgbClr val="FF7C80"/>
                </a:solidFill>
              </a:rPr>
              <a:t>磁场强度的相位滞后于电磁强度</a:t>
            </a:r>
            <a:r>
              <a:rPr lang="en-US" altLang="zh-CN">
                <a:solidFill>
                  <a:srgbClr val="FF7C80"/>
                </a:solidFill>
              </a:rPr>
              <a:t>45</a:t>
            </a:r>
            <a:r>
              <a:rPr lang="en-US" altLang="zh-CN" baseline="30000">
                <a:solidFill>
                  <a:srgbClr val="FF7C80"/>
                </a:solidFill>
              </a:rPr>
              <a:t>o</a:t>
            </a:r>
            <a:r>
              <a:rPr lang="zh-CN" altLang="en-US">
                <a:solidFill>
                  <a:schemeClr val="bg1"/>
                </a:solidFill>
              </a:rPr>
              <a:t>。</a:t>
            </a:r>
          </a:p>
        </p:txBody>
      </p:sp>
      <p:grpSp>
        <p:nvGrpSpPr>
          <p:cNvPr id="529470" name="Group 62">
            <a:extLst>
              <a:ext uri="{FF2B5EF4-FFF2-40B4-BE49-F238E27FC236}">
                <a16:creationId xmlns:a16="http://schemas.microsoft.com/office/drawing/2014/main" id="{FBE6207A-39F5-69F9-9C88-6B5C49D48D73}"/>
              </a:ext>
            </a:extLst>
          </p:cNvPr>
          <p:cNvGrpSpPr>
            <a:grpSpLocks/>
          </p:cNvGrpSpPr>
          <p:nvPr/>
        </p:nvGrpSpPr>
        <p:grpSpPr bwMode="auto">
          <a:xfrm>
            <a:off x="6084888" y="3717925"/>
            <a:ext cx="2951162" cy="2447925"/>
            <a:chOff x="3833" y="1979"/>
            <a:chExt cx="1859" cy="1542"/>
          </a:xfrm>
        </p:grpSpPr>
        <p:sp>
          <p:nvSpPr>
            <p:cNvPr id="55304" name="Rectangle 30">
              <a:extLst>
                <a:ext uri="{FF2B5EF4-FFF2-40B4-BE49-F238E27FC236}">
                  <a16:creationId xmlns:a16="http://schemas.microsoft.com/office/drawing/2014/main" id="{E806A884-BF0B-61E3-63E8-97E636E329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3" y="1979"/>
              <a:ext cx="1859" cy="154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55305" name="Freeform 32">
              <a:extLst>
                <a:ext uri="{FF2B5EF4-FFF2-40B4-BE49-F238E27FC236}">
                  <a16:creationId xmlns:a16="http://schemas.microsoft.com/office/drawing/2014/main" id="{434400EF-4DF7-493B-2917-8F8DC2D87E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1" y="2031"/>
              <a:ext cx="1322" cy="1172"/>
            </a:xfrm>
            <a:custGeom>
              <a:avLst/>
              <a:gdLst>
                <a:gd name="T0" fmla="*/ 38 w 2386"/>
                <a:gd name="T1" fmla="*/ 8 h 1248"/>
                <a:gd name="T2" fmla="*/ 38 w 2386"/>
                <a:gd name="T3" fmla="*/ 1210 h 1248"/>
                <a:gd name="T4" fmla="*/ 153 w 2386"/>
                <a:gd name="T5" fmla="*/ 1197 h 1248"/>
                <a:gd name="T6" fmla="*/ 415 w 2386"/>
                <a:gd name="T7" fmla="*/ 1183 h 1248"/>
                <a:gd name="T8" fmla="*/ 465 w 2386"/>
                <a:gd name="T9" fmla="*/ 1169 h 1248"/>
                <a:gd name="T10" fmla="*/ 664 w 2386"/>
                <a:gd name="T11" fmla="*/ 1152 h 1248"/>
                <a:gd name="T12" fmla="*/ 955 w 2386"/>
                <a:gd name="T13" fmla="*/ 1166 h 1248"/>
                <a:gd name="T14" fmla="*/ 1096 w 2386"/>
                <a:gd name="T15" fmla="*/ 1208 h 1248"/>
                <a:gd name="T16" fmla="*/ 1352 w 2386"/>
                <a:gd name="T17" fmla="*/ 1208 h 1248"/>
                <a:gd name="T18" fmla="*/ 1763 w 2386"/>
                <a:gd name="T19" fmla="*/ 1166 h 1248"/>
                <a:gd name="T20" fmla="*/ 1939 w 2386"/>
                <a:gd name="T21" fmla="*/ 1150 h 1248"/>
                <a:gd name="T22" fmla="*/ 2187 w 2386"/>
                <a:gd name="T23" fmla="*/ 1166 h 1248"/>
                <a:gd name="T24" fmla="*/ 2302 w 2386"/>
                <a:gd name="T25" fmla="*/ 1169 h 1248"/>
                <a:gd name="T26" fmla="*/ 2288 w 2386"/>
                <a:gd name="T27" fmla="*/ 1176 h 1248"/>
                <a:gd name="T28" fmla="*/ 2264 w 2386"/>
                <a:gd name="T29" fmla="*/ 968 h 1248"/>
                <a:gd name="T30" fmla="*/ 2248 w 2386"/>
                <a:gd name="T31" fmla="*/ 792 h 1248"/>
                <a:gd name="T32" fmla="*/ 2318 w 2386"/>
                <a:gd name="T33" fmla="*/ 705 h 1248"/>
                <a:gd name="T34" fmla="*/ 2252 w 2386"/>
                <a:gd name="T35" fmla="*/ 172 h 1248"/>
                <a:gd name="T36" fmla="*/ 2285 w 2386"/>
                <a:gd name="T37" fmla="*/ 8 h 1248"/>
                <a:gd name="T38" fmla="*/ 1957 w 2386"/>
                <a:gd name="T39" fmla="*/ 63 h 1248"/>
                <a:gd name="T40" fmla="*/ 1848 w 2386"/>
                <a:gd name="T41" fmla="*/ 88 h 1248"/>
                <a:gd name="T42" fmla="*/ 1640 w 2386"/>
                <a:gd name="T43" fmla="*/ 96 h 1248"/>
                <a:gd name="T44" fmla="*/ 1416 w 2386"/>
                <a:gd name="T45" fmla="*/ 90 h 1248"/>
                <a:gd name="T46" fmla="*/ 1088 w 2386"/>
                <a:gd name="T47" fmla="*/ 8 h 1248"/>
                <a:gd name="T48" fmla="*/ 957 w 2386"/>
                <a:gd name="T49" fmla="*/ 35 h 1248"/>
                <a:gd name="T50" fmla="*/ 908 w 2386"/>
                <a:gd name="T51" fmla="*/ 63 h 1248"/>
                <a:gd name="T52" fmla="*/ 809 w 2386"/>
                <a:gd name="T53" fmla="*/ 90 h 1248"/>
                <a:gd name="T54" fmla="*/ 744 w 2386"/>
                <a:gd name="T55" fmla="*/ 72 h 1248"/>
                <a:gd name="T56" fmla="*/ 504 w 2386"/>
                <a:gd name="T57" fmla="*/ 56 h 1248"/>
                <a:gd name="T58" fmla="*/ 280 w 2386"/>
                <a:gd name="T59" fmla="*/ 40 h 1248"/>
                <a:gd name="T60" fmla="*/ 137 w 2386"/>
                <a:gd name="T61" fmla="*/ 8 h 1248"/>
                <a:gd name="T62" fmla="*/ 38 w 2386"/>
                <a:gd name="T63" fmla="*/ 8 h 1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86" h="1248">
                  <a:moveTo>
                    <a:pt x="38" y="8"/>
                  </a:moveTo>
                  <a:lnTo>
                    <a:pt x="38" y="1210"/>
                  </a:lnTo>
                  <a:cubicBezTo>
                    <a:pt x="220" y="1248"/>
                    <a:pt x="0" y="1217"/>
                    <a:pt x="153" y="1197"/>
                  </a:cubicBezTo>
                  <a:cubicBezTo>
                    <a:pt x="239" y="1185"/>
                    <a:pt x="328" y="1188"/>
                    <a:pt x="415" y="1183"/>
                  </a:cubicBezTo>
                  <a:cubicBezTo>
                    <a:pt x="432" y="1179"/>
                    <a:pt x="450" y="1176"/>
                    <a:pt x="465" y="1169"/>
                  </a:cubicBezTo>
                  <a:cubicBezTo>
                    <a:pt x="499" y="1153"/>
                    <a:pt x="664" y="1152"/>
                    <a:pt x="664" y="1152"/>
                  </a:cubicBezTo>
                  <a:cubicBezTo>
                    <a:pt x="828" y="1156"/>
                    <a:pt x="791" y="1158"/>
                    <a:pt x="955" y="1166"/>
                  </a:cubicBezTo>
                  <a:cubicBezTo>
                    <a:pt x="1045" y="1171"/>
                    <a:pt x="1029" y="1168"/>
                    <a:pt x="1096" y="1208"/>
                  </a:cubicBezTo>
                  <a:cubicBezTo>
                    <a:pt x="1159" y="1246"/>
                    <a:pt x="1278" y="1198"/>
                    <a:pt x="1352" y="1208"/>
                  </a:cubicBezTo>
                  <a:cubicBezTo>
                    <a:pt x="1489" y="1188"/>
                    <a:pt x="1643" y="1216"/>
                    <a:pt x="1763" y="1166"/>
                  </a:cubicBezTo>
                  <a:cubicBezTo>
                    <a:pt x="1809" y="1146"/>
                    <a:pt x="1897" y="1155"/>
                    <a:pt x="1939" y="1150"/>
                  </a:cubicBezTo>
                  <a:cubicBezTo>
                    <a:pt x="2037" y="1160"/>
                    <a:pt x="2092" y="1145"/>
                    <a:pt x="2187" y="1166"/>
                  </a:cubicBezTo>
                  <a:cubicBezTo>
                    <a:pt x="2225" y="1174"/>
                    <a:pt x="2302" y="1169"/>
                    <a:pt x="2302" y="1169"/>
                  </a:cubicBezTo>
                  <a:cubicBezTo>
                    <a:pt x="2313" y="1183"/>
                    <a:pt x="2288" y="1176"/>
                    <a:pt x="2288" y="1176"/>
                  </a:cubicBezTo>
                  <a:cubicBezTo>
                    <a:pt x="2308" y="1112"/>
                    <a:pt x="2245" y="1033"/>
                    <a:pt x="2264" y="968"/>
                  </a:cubicBezTo>
                  <a:cubicBezTo>
                    <a:pt x="2253" y="892"/>
                    <a:pt x="2271" y="864"/>
                    <a:pt x="2248" y="792"/>
                  </a:cubicBezTo>
                  <a:cubicBezTo>
                    <a:pt x="2235" y="756"/>
                    <a:pt x="2318" y="705"/>
                    <a:pt x="2318" y="705"/>
                  </a:cubicBezTo>
                  <a:cubicBezTo>
                    <a:pt x="2334" y="518"/>
                    <a:pt x="2386" y="339"/>
                    <a:pt x="2252" y="172"/>
                  </a:cubicBezTo>
                  <a:cubicBezTo>
                    <a:pt x="2266" y="113"/>
                    <a:pt x="2285" y="67"/>
                    <a:pt x="2285" y="8"/>
                  </a:cubicBezTo>
                  <a:cubicBezTo>
                    <a:pt x="2124" y="17"/>
                    <a:pt x="2069" y="0"/>
                    <a:pt x="1957" y="63"/>
                  </a:cubicBezTo>
                  <a:cubicBezTo>
                    <a:pt x="1887" y="86"/>
                    <a:pt x="1901" y="83"/>
                    <a:pt x="1848" y="88"/>
                  </a:cubicBezTo>
                  <a:cubicBezTo>
                    <a:pt x="1795" y="93"/>
                    <a:pt x="1712" y="96"/>
                    <a:pt x="1640" y="96"/>
                  </a:cubicBezTo>
                  <a:cubicBezTo>
                    <a:pt x="1568" y="96"/>
                    <a:pt x="1508" y="105"/>
                    <a:pt x="1416" y="90"/>
                  </a:cubicBezTo>
                  <a:cubicBezTo>
                    <a:pt x="1296" y="84"/>
                    <a:pt x="1201" y="32"/>
                    <a:pt x="1088" y="8"/>
                  </a:cubicBezTo>
                  <a:cubicBezTo>
                    <a:pt x="1046" y="19"/>
                    <a:pt x="999" y="22"/>
                    <a:pt x="957" y="35"/>
                  </a:cubicBezTo>
                  <a:cubicBezTo>
                    <a:pt x="938" y="41"/>
                    <a:pt x="925" y="56"/>
                    <a:pt x="908" y="63"/>
                  </a:cubicBezTo>
                  <a:cubicBezTo>
                    <a:pt x="876" y="74"/>
                    <a:pt x="842" y="81"/>
                    <a:pt x="809" y="90"/>
                  </a:cubicBezTo>
                  <a:cubicBezTo>
                    <a:pt x="793" y="95"/>
                    <a:pt x="744" y="72"/>
                    <a:pt x="744" y="72"/>
                  </a:cubicBezTo>
                  <a:cubicBezTo>
                    <a:pt x="692" y="73"/>
                    <a:pt x="581" y="61"/>
                    <a:pt x="504" y="56"/>
                  </a:cubicBezTo>
                  <a:cubicBezTo>
                    <a:pt x="427" y="51"/>
                    <a:pt x="341" y="48"/>
                    <a:pt x="280" y="40"/>
                  </a:cubicBezTo>
                  <a:cubicBezTo>
                    <a:pt x="205" y="37"/>
                    <a:pt x="206" y="20"/>
                    <a:pt x="137" y="8"/>
                  </a:cubicBezTo>
                  <a:cubicBezTo>
                    <a:pt x="105" y="2"/>
                    <a:pt x="71" y="8"/>
                    <a:pt x="38" y="8"/>
                  </a:cubicBez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rgbClr val="66FF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06" name="Line 33">
              <a:extLst>
                <a:ext uri="{FF2B5EF4-FFF2-40B4-BE49-F238E27FC236}">
                  <a16:creationId xmlns:a16="http://schemas.microsoft.com/office/drawing/2014/main" id="{9D9E4859-F59B-32D0-AB2C-53A0CDE913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76" y="2749"/>
              <a:ext cx="1702" cy="1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07" name="Freeform 34">
              <a:extLst>
                <a:ext uri="{FF2B5EF4-FFF2-40B4-BE49-F238E27FC236}">
                  <a16:creationId xmlns:a16="http://schemas.microsoft.com/office/drawing/2014/main" id="{93612FA9-D776-7A4A-51F7-E22CED0AA7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0" y="2292"/>
              <a:ext cx="1227" cy="428"/>
            </a:xfrm>
            <a:custGeom>
              <a:avLst/>
              <a:gdLst>
                <a:gd name="T0" fmla="*/ 0 w 1976"/>
                <a:gd name="T1" fmla="*/ 0 h 456"/>
                <a:gd name="T2" fmla="*/ 248 w 1976"/>
                <a:gd name="T3" fmla="*/ 288 h 456"/>
                <a:gd name="T4" fmla="*/ 712 w 1976"/>
                <a:gd name="T5" fmla="*/ 408 h 456"/>
                <a:gd name="T6" fmla="*/ 1976 w 1976"/>
                <a:gd name="T7" fmla="*/ 456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76" h="456">
                  <a:moveTo>
                    <a:pt x="0" y="0"/>
                  </a:moveTo>
                  <a:cubicBezTo>
                    <a:pt x="41" y="48"/>
                    <a:pt x="129" y="220"/>
                    <a:pt x="248" y="288"/>
                  </a:cubicBezTo>
                  <a:cubicBezTo>
                    <a:pt x="367" y="356"/>
                    <a:pt x="424" y="380"/>
                    <a:pt x="712" y="408"/>
                  </a:cubicBezTo>
                  <a:cubicBezTo>
                    <a:pt x="1000" y="436"/>
                    <a:pt x="1713" y="446"/>
                    <a:pt x="1976" y="456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08" name="Line 35">
              <a:extLst>
                <a:ext uri="{FF2B5EF4-FFF2-40B4-BE49-F238E27FC236}">
                  <a16:creationId xmlns:a16="http://schemas.microsoft.com/office/drawing/2014/main" id="{CB1BE7EC-B60A-6279-7B0E-94A4A3365E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39" y="2031"/>
              <a:ext cx="0" cy="1217"/>
            </a:xfrm>
            <a:prstGeom prst="line">
              <a:avLst/>
            </a:prstGeom>
            <a:noFill/>
            <a:ln w="25400">
              <a:solidFill>
                <a:srgbClr val="9966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09" name="Line 36">
              <a:extLst>
                <a:ext uri="{FF2B5EF4-FFF2-40B4-BE49-F238E27FC236}">
                  <a16:creationId xmlns:a16="http://schemas.microsoft.com/office/drawing/2014/main" id="{03377C75-3443-29CA-9FF7-7FF1A42870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30" y="2021"/>
              <a:ext cx="0" cy="1217"/>
            </a:xfrm>
            <a:prstGeom prst="line">
              <a:avLst/>
            </a:prstGeom>
            <a:noFill/>
            <a:ln w="38100">
              <a:solidFill>
                <a:srgbClr val="99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10" name="Line 37">
              <a:extLst>
                <a:ext uri="{FF2B5EF4-FFF2-40B4-BE49-F238E27FC236}">
                  <a16:creationId xmlns:a16="http://schemas.microsoft.com/office/drawing/2014/main" id="{91D723FF-6BAA-1795-E552-156FC9BE142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40" y="2840"/>
              <a:ext cx="199" cy="0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55311" name="Object 38">
              <a:extLst>
                <a:ext uri="{FF2B5EF4-FFF2-40B4-BE49-F238E27FC236}">
                  <a16:creationId xmlns:a16="http://schemas.microsoft.com/office/drawing/2014/main" id="{8FC7CDF0-7766-A105-85F4-13E7C8298F6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48" y="2862"/>
            <a:ext cx="117" cy="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" imgW="139579" imgH="177646" progId="Equation.3">
                    <p:embed/>
                  </p:oleObj>
                </mc:Choice>
                <mc:Fallback>
                  <p:oleObj r:id="rId6" imgW="139579" imgH="177646" progId="Equation.3">
                    <p:embed/>
                    <p:pic>
                      <p:nvPicPr>
                        <p:cNvPr id="55311" name="Object 38">
                          <a:extLst>
                            <a:ext uri="{FF2B5EF4-FFF2-40B4-BE49-F238E27FC236}">
                              <a16:creationId xmlns:a16="http://schemas.microsoft.com/office/drawing/2014/main" id="{8FC7CDF0-7766-A105-85F4-13E7C8298F6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48" y="2862"/>
                          <a:ext cx="117" cy="2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5312" name="Line 39">
              <a:extLst>
                <a:ext uri="{FF2B5EF4-FFF2-40B4-BE49-F238E27FC236}">
                  <a16:creationId xmlns:a16="http://schemas.microsoft.com/office/drawing/2014/main" id="{A891A19F-FC45-ECE7-70C0-5B08B01477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75" y="2292"/>
              <a:ext cx="463" cy="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13" name="Text Box 41">
              <a:extLst>
                <a:ext uri="{FF2B5EF4-FFF2-40B4-BE49-F238E27FC236}">
                  <a16:creationId xmlns:a16="http://schemas.microsoft.com/office/drawing/2014/main" id="{AE0F56B8-91B8-99DA-A622-C8A55477C2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21" y="3204"/>
              <a:ext cx="862" cy="3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30000"/>
                </a:lnSpc>
                <a:spcBef>
                  <a:spcPct val="30000"/>
                </a:spcBef>
              </a:pPr>
              <a:r>
                <a:rPr lang="zh-CN" altLang="en-US" sz="1800">
                  <a:latin typeface="宋体" panose="02010600030101010101" pitchFamily="2" charset="-122"/>
                  <a:ea typeface="宋体" panose="02010600030101010101" pitchFamily="2" charset="-122"/>
                </a:rPr>
                <a:t>趋肤深度</a:t>
              </a:r>
              <a:r>
                <a:rPr lang="zh-CN" altLang="en-US" sz="2000" i="1">
                  <a:ea typeface="幼圆" panose="02010509060101010101" pitchFamily="49" charset="-122"/>
                  <a:sym typeface="Symbol" panose="05050102010706020507" pitchFamily="18" charset="2"/>
                </a:rPr>
                <a:t></a:t>
              </a:r>
              <a:endParaRPr lang="zh-CN" altLang="en-US" sz="2000" i="1">
                <a:ea typeface="幼圆" panose="02010509060101010101" pitchFamily="49" charset="-122"/>
              </a:endParaRPr>
            </a:p>
          </p:txBody>
        </p:sp>
        <p:graphicFrame>
          <p:nvGraphicFramePr>
            <p:cNvPr id="55314" name="Object 43">
              <a:extLst>
                <a:ext uri="{FF2B5EF4-FFF2-40B4-BE49-F238E27FC236}">
                  <a16:creationId xmlns:a16="http://schemas.microsoft.com/office/drawing/2014/main" id="{40771042-EF3B-56E0-A2B2-666A5E68DDB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71" y="2025"/>
            <a:ext cx="256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" imgW="215806" imgH="228501" progId="Equation.DSMT4">
                    <p:embed/>
                  </p:oleObj>
                </mc:Choice>
                <mc:Fallback>
                  <p:oleObj r:id="rId8" imgW="215806" imgH="228501" progId="Equation.DSMT4">
                    <p:embed/>
                    <p:pic>
                      <p:nvPicPr>
                        <p:cNvPr id="55314" name="Object 43">
                          <a:extLst>
                            <a:ext uri="{FF2B5EF4-FFF2-40B4-BE49-F238E27FC236}">
                              <a16:creationId xmlns:a16="http://schemas.microsoft.com/office/drawing/2014/main" id="{40771042-EF3B-56E0-A2B2-666A5E68DDB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71" y="2025"/>
                          <a:ext cx="256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5315" name="Object 47">
              <a:extLst>
                <a:ext uri="{FF2B5EF4-FFF2-40B4-BE49-F238E27FC236}">
                  <a16:creationId xmlns:a16="http://schemas.microsoft.com/office/drawing/2014/main" id="{91EDD2A8-98A2-B1F0-49C9-933C0F71834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23" y="2451"/>
            <a:ext cx="408" cy="2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0" imgW="368300" imgH="228600" progId="Equation.DSMT4">
                    <p:embed/>
                  </p:oleObj>
                </mc:Choice>
                <mc:Fallback>
                  <p:oleObj r:id="rId10" imgW="368300" imgH="228600" progId="Equation.DSMT4">
                    <p:embed/>
                    <p:pic>
                      <p:nvPicPr>
                        <p:cNvPr id="55315" name="Object 47">
                          <a:extLst>
                            <a:ext uri="{FF2B5EF4-FFF2-40B4-BE49-F238E27FC236}">
                              <a16:creationId xmlns:a16="http://schemas.microsoft.com/office/drawing/2014/main" id="{91EDD2A8-98A2-B1F0-49C9-933C0F71834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23" y="2451"/>
                          <a:ext cx="408" cy="2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5316" name="Line 61">
              <a:extLst>
                <a:ext uri="{FF2B5EF4-FFF2-40B4-BE49-F238E27FC236}">
                  <a16:creationId xmlns:a16="http://schemas.microsoft.com/office/drawing/2014/main" id="{C975C54A-E9F6-6575-352F-D83DE13CEB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32" y="2614"/>
              <a:ext cx="226" cy="0"/>
            </a:xfrm>
            <a:prstGeom prst="line">
              <a:avLst/>
            </a:prstGeom>
            <a:noFill/>
            <a:ln w="19050">
              <a:solidFill>
                <a:srgbClr val="99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529412" name="Object 4">
            <a:extLst>
              <a:ext uri="{FF2B5EF4-FFF2-40B4-BE49-F238E27FC236}">
                <a16:creationId xmlns:a16="http://schemas.microsoft.com/office/drawing/2014/main" id="{C257C88B-DE98-2D47-E365-F26048626A7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9750" y="5445125"/>
          <a:ext cx="2286000" cy="90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664920" imgH="280440" progId="Equation.DSMT4">
                  <p:embed/>
                </p:oleObj>
              </mc:Choice>
              <mc:Fallback>
                <p:oleObj r:id="rId12" imgW="664920" imgH="280440" progId="Equation.DSMT4">
                  <p:embed/>
                  <p:pic>
                    <p:nvPicPr>
                      <p:cNvPr id="529412" name="Object 4">
                        <a:extLst>
                          <a:ext uri="{FF2B5EF4-FFF2-40B4-BE49-F238E27FC236}">
                            <a16:creationId xmlns:a16="http://schemas.microsoft.com/office/drawing/2014/main" id="{C257C88B-DE98-2D47-E365-F26048626A7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5445125"/>
                        <a:ext cx="2286000" cy="908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29478" name="Group 70">
            <a:extLst>
              <a:ext uri="{FF2B5EF4-FFF2-40B4-BE49-F238E27FC236}">
                <a16:creationId xmlns:a16="http://schemas.microsoft.com/office/drawing/2014/main" id="{9179DF51-DD52-F07E-3C1A-CA13B0AA8209}"/>
              </a:ext>
            </a:extLst>
          </p:cNvPr>
          <p:cNvGrpSpPr>
            <a:grpSpLocks/>
          </p:cNvGrpSpPr>
          <p:nvPr/>
        </p:nvGrpSpPr>
        <p:grpSpPr bwMode="auto">
          <a:xfrm>
            <a:off x="2916238" y="5445125"/>
            <a:ext cx="2989262" cy="962025"/>
            <a:chOff x="1903" y="3422"/>
            <a:chExt cx="1883" cy="606"/>
          </a:xfrm>
        </p:grpSpPr>
        <p:graphicFrame>
          <p:nvGraphicFramePr>
            <p:cNvPr id="55319" name="Object 5">
              <a:extLst>
                <a:ext uri="{FF2B5EF4-FFF2-40B4-BE49-F238E27FC236}">
                  <a16:creationId xmlns:a16="http://schemas.microsoft.com/office/drawing/2014/main" id="{35D6478F-B8C4-5A3B-AA35-8594D3BCAED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95" y="3422"/>
            <a:ext cx="1491" cy="6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4" imgW="884520" imgH="335520" progId="Equation.DSMT4">
                    <p:embed/>
                  </p:oleObj>
                </mc:Choice>
                <mc:Fallback>
                  <p:oleObj r:id="rId14" imgW="884520" imgH="335520" progId="Equation.DSMT4">
                    <p:embed/>
                    <p:pic>
                      <p:nvPicPr>
                        <p:cNvPr id="55319" name="Object 5">
                          <a:extLst>
                            <a:ext uri="{FF2B5EF4-FFF2-40B4-BE49-F238E27FC236}">
                              <a16:creationId xmlns:a16="http://schemas.microsoft.com/office/drawing/2014/main" id="{35D6478F-B8C4-5A3B-AA35-8594D3BCAED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95" y="3422"/>
                          <a:ext cx="1491" cy="6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5320" name="AutoShape 68">
              <a:extLst>
                <a:ext uri="{FF2B5EF4-FFF2-40B4-BE49-F238E27FC236}">
                  <a16:creationId xmlns:a16="http://schemas.microsoft.com/office/drawing/2014/main" id="{0AB9D6A2-773C-1326-61A4-CC9AB2D869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3" y="3649"/>
              <a:ext cx="387" cy="99"/>
            </a:xfrm>
            <a:prstGeom prst="rightArrow">
              <a:avLst>
                <a:gd name="adj1" fmla="val 50000"/>
                <a:gd name="adj2" fmla="val 97691"/>
              </a:avLst>
            </a:prstGeom>
            <a:solidFill>
              <a:srgbClr val="FFCC99"/>
            </a:solidFill>
            <a:ln w="9525">
              <a:solidFill>
                <a:srgbClr val="FF00F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</p:grpSp>
      <p:pic>
        <p:nvPicPr>
          <p:cNvPr id="55321" name="图片 2">
            <a:extLst>
              <a:ext uri="{FF2B5EF4-FFF2-40B4-BE49-F238E27FC236}">
                <a16:creationId xmlns:a16="http://schemas.microsoft.com/office/drawing/2014/main" id="{C5F9C46D-B3A9-4E1C-12C7-E547FB29A08E}"/>
              </a:ext>
            </a:extLst>
          </p:cNvPr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825" y="1374775"/>
            <a:ext cx="32385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529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529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0"/>
                                        <p:tgtEl>
                                          <p:spTgt spid="529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2000"/>
                                        <p:tgtEl>
                                          <p:spTgt spid="529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529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3000"/>
                                        <p:tgtEl>
                                          <p:spTgt spid="529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2000"/>
                                        <p:tgtEl>
                                          <p:spTgt spid="529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2000"/>
                                        <p:tgtEl>
                                          <p:spTgt spid="529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9410" grpId="0"/>
      <p:bldP spid="529463" grpId="0"/>
      <p:bldP spid="529466" grpId="0"/>
      <p:bldP spid="52946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3">
            <a:extLst>
              <a:ext uri="{FF2B5EF4-FFF2-40B4-BE49-F238E27FC236}">
                <a16:creationId xmlns:a16="http://schemas.microsoft.com/office/drawing/2014/main" id="{2E2315B5-506C-D0D6-9AEA-8B20AC1116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C9BEF3-ED33-4F9D-A837-FCA063A4A02A}" type="slidenum">
              <a:rPr lang="en-US" altLang="zh-CN"/>
              <a:pPr/>
              <a:t>12</a:t>
            </a:fld>
            <a:endParaRPr lang="en-US" altLang="zh-CN"/>
          </a:p>
        </p:txBody>
      </p:sp>
      <p:grpSp>
        <p:nvGrpSpPr>
          <p:cNvPr id="712712" name="Group 8">
            <a:extLst>
              <a:ext uri="{FF2B5EF4-FFF2-40B4-BE49-F238E27FC236}">
                <a16:creationId xmlns:a16="http://schemas.microsoft.com/office/drawing/2014/main" id="{95F83B57-C280-A44E-FF95-77B6EC40D862}"/>
              </a:ext>
            </a:extLst>
          </p:cNvPr>
          <p:cNvGrpSpPr>
            <a:grpSpLocks/>
          </p:cNvGrpSpPr>
          <p:nvPr/>
        </p:nvGrpSpPr>
        <p:grpSpPr bwMode="auto">
          <a:xfrm>
            <a:off x="250825" y="942975"/>
            <a:ext cx="6985000" cy="576263"/>
            <a:chOff x="158" y="594"/>
            <a:chExt cx="4400" cy="363"/>
          </a:xfrm>
        </p:grpSpPr>
        <p:sp>
          <p:nvSpPr>
            <p:cNvPr id="57347" name="Text Box 2">
              <a:extLst>
                <a:ext uri="{FF2B5EF4-FFF2-40B4-BE49-F238E27FC236}">
                  <a16:creationId xmlns:a16="http://schemas.microsoft.com/office/drawing/2014/main" id="{72EFA15A-64C6-ABA2-37F7-254B95B9ED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" y="647"/>
              <a:ext cx="77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>
                  <a:solidFill>
                    <a:schemeClr val="bg1"/>
                  </a:solidFill>
                </a:rPr>
                <a:t>铜：</a:t>
              </a:r>
            </a:p>
          </p:txBody>
        </p:sp>
        <p:graphicFrame>
          <p:nvGraphicFramePr>
            <p:cNvPr id="57348" name="Object 3">
              <a:extLst>
                <a:ext uri="{FF2B5EF4-FFF2-40B4-BE49-F238E27FC236}">
                  <a16:creationId xmlns:a16="http://schemas.microsoft.com/office/drawing/2014/main" id="{B69D07D6-4159-E295-5E2F-0D9CF50DAA5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18" y="594"/>
            <a:ext cx="2238" cy="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1225080" imgH="148680" progId="Equation.DSMT4">
                    <p:embed/>
                  </p:oleObj>
                </mc:Choice>
                <mc:Fallback>
                  <p:oleObj r:id="rId3" imgW="1225080" imgH="148680" progId="Equation.DSMT4">
                    <p:embed/>
                    <p:pic>
                      <p:nvPicPr>
                        <p:cNvPr id="57348" name="Object 3">
                          <a:extLst>
                            <a:ext uri="{FF2B5EF4-FFF2-40B4-BE49-F238E27FC236}">
                              <a16:creationId xmlns:a16="http://schemas.microsoft.com/office/drawing/2014/main" id="{B69D07D6-4159-E295-5E2F-0D9CF50DAA5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8" y="594"/>
                          <a:ext cx="2238" cy="3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7349" name="Object 4">
              <a:extLst>
                <a:ext uri="{FF2B5EF4-FFF2-40B4-BE49-F238E27FC236}">
                  <a16:creationId xmlns:a16="http://schemas.microsoft.com/office/drawing/2014/main" id="{08A159AE-7CEB-7101-B7A6-1A2E6B89674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71" y="598"/>
            <a:ext cx="1587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895320" imgH="115560" progId="Equation.3">
                    <p:embed/>
                  </p:oleObj>
                </mc:Choice>
                <mc:Fallback>
                  <p:oleObj r:id="rId5" imgW="895320" imgH="115560" progId="Equation.3">
                    <p:embed/>
                    <p:pic>
                      <p:nvPicPr>
                        <p:cNvPr id="57349" name="Object 4">
                          <a:extLst>
                            <a:ext uri="{FF2B5EF4-FFF2-40B4-BE49-F238E27FC236}">
                              <a16:creationId xmlns:a16="http://schemas.microsoft.com/office/drawing/2014/main" id="{08A159AE-7CEB-7101-B7A6-1A2E6B89674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71" y="598"/>
                          <a:ext cx="1587" cy="2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12709" name="Object 5">
            <a:extLst>
              <a:ext uri="{FF2B5EF4-FFF2-40B4-BE49-F238E27FC236}">
                <a16:creationId xmlns:a16="http://schemas.microsoft.com/office/drawing/2014/main" id="{8F1B45F0-26AF-BA75-E863-F164D6CE113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7575" y="1735138"/>
          <a:ext cx="5873750" cy="944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2126160" imgH="324360" progId="Equation.3">
                  <p:embed/>
                </p:oleObj>
              </mc:Choice>
              <mc:Fallback>
                <p:oleObj r:id="rId7" imgW="2126160" imgH="324360" progId="Equation.3">
                  <p:embed/>
                  <p:pic>
                    <p:nvPicPr>
                      <p:cNvPr id="712709" name="Object 5">
                        <a:extLst>
                          <a:ext uri="{FF2B5EF4-FFF2-40B4-BE49-F238E27FC236}">
                            <a16:creationId xmlns:a16="http://schemas.microsoft.com/office/drawing/2014/main" id="{8F1B45F0-26AF-BA75-E863-F164D6CE113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7575" y="1735138"/>
                        <a:ext cx="5873750" cy="944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2710" name="Object 6">
            <a:extLst>
              <a:ext uri="{FF2B5EF4-FFF2-40B4-BE49-F238E27FC236}">
                <a16:creationId xmlns:a16="http://schemas.microsoft.com/office/drawing/2014/main" id="{B1961FF8-DD2A-B170-6D2D-52FFECAA81A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1050" y="2916238"/>
          <a:ext cx="6153150" cy="944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2126160" imgH="335520" progId="Equation.3">
                  <p:embed/>
                </p:oleObj>
              </mc:Choice>
              <mc:Fallback>
                <p:oleObj r:id="rId9" imgW="2126160" imgH="335520" progId="Equation.3">
                  <p:embed/>
                  <p:pic>
                    <p:nvPicPr>
                      <p:cNvPr id="712710" name="Object 6">
                        <a:extLst>
                          <a:ext uri="{FF2B5EF4-FFF2-40B4-BE49-F238E27FC236}">
                            <a16:creationId xmlns:a16="http://schemas.microsoft.com/office/drawing/2014/main" id="{B1961FF8-DD2A-B170-6D2D-52FFECAA81A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1050" y="2916238"/>
                        <a:ext cx="6153150" cy="944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2711" name="Object 7">
            <a:extLst>
              <a:ext uri="{FF2B5EF4-FFF2-40B4-BE49-F238E27FC236}">
                <a16:creationId xmlns:a16="http://schemas.microsoft.com/office/drawing/2014/main" id="{79B7B59E-435B-8C5D-B521-59F0448D3A9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7088" y="3997325"/>
          <a:ext cx="6205537" cy="944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2158920" imgH="335520" progId="Equation.3">
                  <p:embed/>
                </p:oleObj>
              </mc:Choice>
              <mc:Fallback>
                <p:oleObj r:id="rId11" imgW="2158920" imgH="335520" progId="Equation.3">
                  <p:embed/>
                  <p:pic>
                    <p:nvPicPr>
                      <p:cNvPr id="712711" name="Object 7">
                        <a:extLst>
                          <a:ext uri="{FF2B5EF4-FFF2-40B4-BE49-F238E27FC236}">
                            <a16:creationId xmlns:a16="http://schemas.microsoft.com/office/drawing/2014/main" id="{79B7B59E-435B-8C5D-B521-59F0448D3A9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3997325"/>
                        <a:ext cx="6205537" cy="944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712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712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712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712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灯片编号占位符 3">
            <a:extLst>
              <a:ext uri="{FF2B5EF4-FFF2-40B4-BE49-F238E27FC236}">
                <a16:creationId xmlns:a16="http://schemas.microsoft.com/office/drawing/2014/main" id="{6C63A919-C75C-9FE1-6215-F96A758764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996-5A77-4144-BE67-D59899D7B86A}" type="slidenum">
              <a:rPr lang="en-US" altLang="zh-CN"/>
              <a:pPr/>
              <a:t>13</a:t>
            </a:fld>
            <a:endParaRPr lang="en-US" altLang="zh-CN"/>
          </a:p>
        </p:txBody>
      </p:sp>
      <p:sp>
        <p:nvSpPr>
          <p:cNvPr id="713752" name="Rectangle 24">
            <a:extLst>
              <a:ext uri="{FF2B5EF4-FFF2-40B4-BE49-F238E27FC236}">
                <a16:creationId xmlns:a16="http://schemas.microsoft.com/office/drawing/2014/main" id="{B1757074-7EE8-77F7-8D5F-C6AF11193B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375" y="735013"/>
            <a:ext cx="68405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ctr" fontAlgn="ctr"/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表</a:t>
            </a:r>
            <a:r>
              <a:rPr lang="en-US" altLang="zh-CN">
                <a:solidFill>
                  <a:schemeClr val="bg1"/>
                </a:solidFill>
              </a:rPr>
              <a:t>5.2.1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一些金属材料的趋肤深度和表面电阻</a:t>
            </a:r>
            <a:endParaRPr lang="zh-CN" altLang="en-US" b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9395" name="Rectangle 33">
            <a:extLst>
              <a:ext uri="{FF2B5EF4-FFF2-40B4-BE49-F238E27FC236}">
                <a16:creationId xmlns:a16="http://schemas.microsoft.com/office/drawing/2014/main" id="{4350DE5A-A4D5-8284-0796-8651520CCB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7763" y="1377950"/>
            <a:ext cx="120015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</a:pPr>
            <a:endParaRPr lang="zh-CN" altLang="en-US"/>
          </a:p>
        </p:txBody>
      </p:sp>
      <p:sp>
        <p:nvSpPr>
          <p:cNvPr id="59396" name="Rectangle 35">
            <a:extLst>
              <a:ext uri="{FF2B5EF4-FFF2-40B4-BE49-F238E27FC236}">
                <a16:creationId xmlns:a16="http://schemas.microsoft.com/office/drawing/2014/main" id="{B0F7F129-12A1-2A8B-F71E-96AF94648D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7763" y="1377950"/>
            <a:ext cx="13335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</a:pPr>
            <a:endParaRPr lang="zh-CN" altLang="en-US"/>
          </a:p>
        </p:txBody>
      </p:sp>
      <p:sp>
        <p:nvSpPr>
          <p:cNvPr id="59397" name="Rectangle 37">
            <a:extLst>
              <a:ext uri="{FF2B5EF4-FFF2-40B4-BE49-F238E27FC236}">
                <a16:creationId xmlns:a16="http://schemas.microsoft.com/office/drawing/2014/main" id="{CE1264EA-16DE-ECD2-B805-26447940CC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7763" y="1377950"/>
            <a:ext cx="13335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</a:pPr>
            <a:endParaRPr lang="zh-CN" altLang="en-US"/>
          </a:p>
        </p:txBody>
      </p:sp>
      <p:sp>
        <p:nvSpPr>
          <p:cNvPr id="59398" name="Rectangle 40">
            <a:extLst>
              <a:ext uri="{FF2B5EF4-FFF2-40B4-BE49-F238E27FC236}">
                <a16:creationId xmlns:a16="http://schemas.microsoft.com/office/drawing/2014/main" id="{D55A5E27-BD91-333E-40E9-8605B54905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7763" y="1377950"/>
            <a:ext cx="120015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</a:pPr>
            <a:endParaRPr lang="zh-CN" altLang="en-US"/>
          </a:p>
        </p:txBody>
      </p:sp>
      <p:sp>
        <p:nvSpPr>
          <p:cNvPr id="59399" name="Rectangle 42">
            <a:extLst>
              <a:ext uri="{FF2B5EF4-FFF2-40B4-BE49-F238E27FC236}">
                <a16:creationId xmlns:a16="http://schemas.microsoft.com/office/drawing/2014/main" id="{B793AF18-27A9-57FD-CC58-638FB2958C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7763" y="1377950"/>
            <a:ext cx="13335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</a:pPr>
            <a:endParaRPr lang="zh-CN" altLang="en-US"/>
          </a:p>
        </p:txBody>
      </p:sp>
      <p:sp>
        <p:nvSpPr>
          <p:cNvPr id="59400" name="Rectangle 44">
            <a:extLst>
              <a:ext uri="{FF2B5EF4-FFF2-40B4-BE49-F238E27FC236}">
                <a16:creationId xmlns:a16="http://schemas.microsoft.com/office/drawing/2014/main" id="{DA872072-34EE-7BE0-98D9-BE1B6B6E8D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7763" y="1377950"/>
            <a:ext cx="13335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</a:pPr>
            <a:endParaRPr lang="zh-CN" altLang="en-US"/>
          </a:p>
        </p:txBody>
      </p:sp>
      <p:sp>
        <p:nvSpPr>
          <p:cNvPr id="59401" name="Rectangle 47">
            <a:extLst>
              <a:ext uri="{FF2B5EF4-FFF2-40B4-BE49-F238E27FC236}">
                <a16:creationId xmlns:a16="http://schemas.microsoft.com/office/drawing/2014/main" id="{EE1F8DEE-8491-C45E-4C85-A39D8D3431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7763" y="1377950"/>
            <a:ext cx="120015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</a:pPr>
            <a:endParaRPr lang="zh-CN" altLang="en-US"/>
          </a:p>
        </p:txBody>
      </p:sp>
      <p:sp>
        <p:nvSpPr>
          <p:cNvPr id="59402" name="Rectangle 49">
            <a:extLst>
              <a:ext uri="{FF2B5EF4-FFF2-40B4-BE49-F238E27FC236}">
                <a16:creationId xmlns:a16="http://schemas.microsoft.com/office/drawing/2014/main" id="{99ED41E0-DCD9-C248-D878-949B353F41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7763" y="1377950"/>
            <a:ext cx="13335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</a:pPr>
            <a:endParaRPr lang="zh-CN" altLang="en-US"/>
          </a:p>
        </p:txBody>
      </p:sp>
      <p:sp>
        <p:nvSpPr>
          <p:cNvPr id="59403" name="Rectangle 51">
            <a:extLst>
              <a:ext uri="{FF2B5EF4-FFF2-40B4-BE49-F238E27FC236}">
                <a16:creationId xmlns:a16="http://schemas.microsoft.com/office/drawing/2014/main" id="{424B1967-5B38-51C1-B3DC-04DDD981F9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7763" y="1377950"/>
            <a:ext cx="13335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</a:pPr>
            <a:endParaRPr lang="zh-CN" altLang="en-US"/>
          </a:p>
        </p:txBody>
      </p:sp>
      <p:sp>
        <p:nvSpPr>
          <p:cNvPr id="59404" name="Rectangle 54">
            <a:extLst>
              <a:ext uri="{FF2B5EF4-FFF2-40B4-BE49-F238E27FC236}">
                <a16:creationId xmlns:a16="http://schemas.microsoft.com/office/drawing/2014/main" id="{E34B3FF5-6C78-EE8D-797A-A2A3D48CB3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7763" y="1377950"/>
            <a:ext cx="120015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</a:pPr>
            <a:endParaRPr lang="zh-CN" altLang="en-US"/>
          </a:p>
        </p:txBody>
      </p:sp>
      <p:sp>
        <p:nvSpPr>
          <p:cNvPr id="59405" name="Rectangle 56">
            <a:extLst>
              <a:ext uri="{FF2B5EF4-FFF2-40B4-BE49-F238E27FC236}">
                <a16:creationId xmlns:a16="http://schemas.microsoft.com/office/drawing/2014/main" id="{4ECE4BCC-378A-14FD-CCEE-D40E67AB2C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7763" y="1377950"/>
            <a:ext cx="13335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</a:pPr>
            <a:endParaRPr lang="zh-CN" altLang="en-US"/>
          </a:p>
        </p:txBody>
      </p:sp>
      <p:sp>
        <p:nvSpPr>
          <p:cNvPr id="59406" name="Rectangle 60">
            <a:extLst>
              <a:ext uri="{FF2B5EF4-FFF2-40B4-BE49-F238E27FC236}">
                <a16:creationId xmlns:a16="http://schemas.microsoft.com/office/drawing/2014/main" id="{8132E602-EA79-FE8B-C240-C57E06DBDB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7763" y="1377950"/>
            <a:ext cx="120015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</a:pPr>
            <a:endParaRPr lang="zh-CN" altLang="en-US"/>
          </a:p>
        </p:txBody>
      </p:sp>
      <p:sp>
        <p:nvSpPr>
          <p:cNvPr id="59407" name="Rectangle 62">
            <a:extLst>
              <a:ext uri="{FF2B5EF4-FFF2-40B4-BE49-F238E27FC236}">
                <a16:creationId xmlns:a16="http://schemas.microsoft.com/office/drawing/2014/main" id="{A535AC51-CB5E-5AA8-A69F-EE708AA655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7763" y="1377950"/>
            <a:ext cx="13335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</a:pPr>
            <a:endParaRPr lang="zh-CN" altLang="en-US"/>
          </a:p>
        </p:txBody>
      </p:sp>
      <p:sp>
        <p:nvSpPr>
          <p:cNvPr id="59408" name="Rectangle 64">
            <a:extLst>
              <a:ext uri="{FF2B5EF4-FFF2-40B4-BE49-F238E27FC236}">
                <a16:creationId xmlns:a16="http://schemas.microsoft.com/office/drawing/2014/main" id="{D2BA360C-F88C-4A0F-0CC9-B1510EBABB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7763" y="1377950"/>
            <a:ext cx="13335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</a:pPr>
            <a:endParaRPr lang="zh-CN" altLang="en-US"/>
          </a:p>
        </p:txBody>
      </p:sp>
      <p:sp>
        <p:nvSpPr>
          <p:cNvPr id="59409" name="Rectangle 67">
            <a:extLst>
              <a:ext uri="{FF2B5EF4-FFF2-40B4-BE49-F238E27FC236}">
                <a16:creationId xmlns:a16="http://schemas.microsoft.com/office/drawing/2014/main" id="{394FC279-F6F4-E1F5-A718-A1281DA866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7763" y="1377950"/>
            <a:ext cx="120015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</a:pPr>
            <a:endParaRPr lang="zh-CN" altLang="en-US"/>
          </a:p>
        </p:txBody>
      </p:sp>
      <p:sp>
        <p:nvSpPr>
          <p:cNvPr id="59410" name="Rectangle 69">
            <a:extLst>
              <a:ext uri="{FF2B5EF4-FFF2-40B4-BE49-F238E27FC236}">
                <a16:creationId xmlns:a16="http://schemas.microsoft.com/office/drawing/2014/main" id="{CE585993-F0F5-8FD8-5938-A3D289C1DE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7763" y="1377950"/>
            <a:ext cx="13335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</a:pPr>
            <a:endParaRPr lang="zh-CN" altLang="en-US"/>
          </a:p>
        </p:txBody>
      </p:sp>
      <p:sp>
        <p:nvSpPr>
          <p:cNvPr id="59411" name="Rectangle 73">
            <a:extLst>
              <a:ext uri="{FF2B5EF4-FFF2-40B4-BE49-F238E27FC236}">
                <a16:creationId xmlns:a16="http://schemas.microsoft.com/office/drawing/2014/main" id="{1F6030B4-859F-0AF8-C9B1-43B6131CEF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7763" y="1377950"/>
            <a:ext cx="120015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</a:pPr>
            <a:endParaRPr lang="zh-CN" altLang="en-US"/>
          </a:p>
        </p:txBody>
      </p:sp>
      <p:graphicFrame>
        <p:nvGraphicFramePr>
          <p:cNvPr id="714004" name="Group 276">
            <a:extLst>
              <a:ext uri="{FF2B5EF4-FFF2-40B4-BE49-F238E27FC236}">
                <a16:creationId xmlns:a16="http://schemas.microsoft.com/office/drawing/2014/main" id="{6DB7E90E-CD18-96E6-9D65-66B4D2E20959}"/>
              </a:ext>
            </a:extLst>
          </p:cNvPr>
          <p:cNvGraphicFramePr>
            <a:graphicFrameLocks noGrp="1"/>
          </p:cNvGraphicFramePr>
          <p:nvPr/>
        </p:nvGraphicFramePr>
        <p:xfrm>
          <a:off x="395288" y="1412875"/>
          <a:ext cx="8497887" cy="4752976"/>
        </p:xfrm>
        <a:graphic>
          <a:graphicData uri="http://schemas.openxmlformats.org/drawingml/2006/table">
            <a:tbl>
              <a:tblPr/>
              <a:tblGrid>
                <a:gridCol w="155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4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034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93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96913">
                <a:tc>
                  <a:txBody>
                    <a:bodyPr/>
                    <a:lstStyle>
                      <a:lvl1pP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材料名称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电导率</a:t>
                      </a:r>
                      <a:r>
                        <a:rPr kumimoji="0" lang="el-GR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σ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/(S/m)</a:t>
                      </a:r>
                      <a:endParaRPr kumimoji="0" lang="el-GR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趋肤深度</a:t>
                      </a:r>
                      <a:r>
                        <a:rPr kumimoji="0" lang="el-GR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δ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/m</a:t>
                      </a:r>
                      <a:endParaRPr kumimoji="0" lang="el-GR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表面电阻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</a:t>
                      </a:r>
                      <a:r>
                        <a:rPr kumimoji="0" lang="en-US" altLang="zh-CN" sz="24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 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kumimoji="0" lang="el-GR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Ω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1025">
                <a:tc>
                  <a:txBody>
                    <a:bodyPr/>
                    <a:lstStyle>
                      <a:lvl1pP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银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6.17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×10</a:t>
                      </a:r>
                      <a:r>
                        <a:rPr kumimoji="0" lang="en-US" altLang="zh-CN" sz="24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ABB4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BD0FF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1FF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263">
                <a:tc>
                  <a:txBody>
                    <a:bodyPr/>
                    <a:lstStyle>
                      <a:lvl1pP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紫铜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5.8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×10</a:t>
                      </a:r>
                      <a:r>
                        <a:rPr kumimoji="0" lang="en-US" altLang="zh-CN" sz="24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7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ABB4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BD0FF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1FF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1025">
                <a:tc>
                  <a:txBody>
                    <a:bodyPr/>
                    <a:lstStyle>
                      <a:lvl1pP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铝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3.72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×10</a:t>
                      </a:r>
                      <a:r>
                        <a:rPr kumimoji="0" lang="en-US" altLang="zh-CN" sz="24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7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ABB4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BD0FF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1FF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7850">
                <a:tc>
                  <a:txBody>
                    <a:bodyPr/>
                    <a:lstStyle>
                      <a:lvl1pP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钠  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2.1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×10</a:t>
                      </a:r>
                      <a:r>
                        <a:rPr kumimoji="0" lang="en-US" altLang="zh-CN" sz="24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7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ABB4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BD0FF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1FF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1025">
                <a:tc>
                  <a:txBody>
                    <a:bodyPr/>
                    <a:lstStyle>
                      <a:lvl1pP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黄铜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1.6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×10</a:t>
                      </a:r>
                      <a:r>
                        <a:rPr kumimoji="0" lang="en-US" altLang="zh-CN" sz="24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ABB4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BD0FF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1FF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7850">
                <a:tc>
                  <a:txBody>
                    <a:bodyPr/>
                    <a:lstStyle>
                      <a:lvl1pP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锡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0.87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×10</a:t>
                      </a:r>
                      <a:r>
                        <a:rPr kumimoji="0" lang="en-US" altLang="zh-CN" sz="24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ABB4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BD0FF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1FF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1025">
                <a:tc>
                  <a:txBody>
                    <a:bodyPr/>
                    <a:lstStyle>
                      <a:lvl1pP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石墨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0.01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×10</a:t>
                      </a:r>
                      <a:r>
                        <a:rPr kumimoji="0" lang="en-US" altLang="zh-CN" sz="24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ABB4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BD0FF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1FF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714015" name="Group 287">
            <a:extLst>
              <a:ext uri="{FF2B5EF4-FFF2-40B4-BE49-F238E27FC236}">
                <a16:creationId xmlns:a16="http://schemas.microsoft.com/office/drawing/2014/main" id="{4DC96566-916F-F8C3-A938-3EAC49951AB7}"/>
              </a:ext>
            </a:extLst>
          </p:cNvPr>
          <p:cNvGrpSpPr>
            <a:grpSpLocks/>
          </p:cNvGrpSpPr>
          <p:nvPr/>
        </p:nvGrpSpPr>
        <p:grpSpPr bwMode="auto">
          <a:xfrm>
            <a:off x="6745288" y="2205038"/>
            <a:ext cx="1858962" cy="2827337"/>
            <a:chOff x="4249" y="1389"/>
            <a:chExt cx="1171" cy="1781"/>
          </a:xfrm>
        </p:grpSpPr>
        <p:graphicFrame>
          <p:nvGraphicFramePr>
            <p:cNvPr id="59460" name="Object 269">
              <a:extLst>
                <a:ext uri="{FF2B5EF4-FFF2-40B4-BE49-F238E27FC236}">
                  <a16:creationId xmlns:a16="http://schemas.microsoft.com/office/drawing/2014/main" id="{A085EEB1-A1E5-D4D5-0168-6EC3A7FFEDB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49" y="1389"/>
            <a:ext cx="1150" cy="3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719640" imgH="159480" progId="Equation.DSMT4">
                    <p:embed/>
                  </p:oleObj>
                </mc:Choice>
                <mc:Fallback>
                  <p:oleObj r:id="rId2" imgW="719640" imgH="159480" progId="Equation.DSMT4">
                    <p:embed/>
                    <p:pic>
                      <p:nvPicPr>
                        <p:cNvPr id="59460" name="Object 269">
                          <a:extLst>
                            <a:ext uri="{FF2B5EF4-FFF2-40B4-BE49-F238E27FC236}">
                              <a16:creationId xmlns:a16="http://schemas.microsoft.com/office/drawing/2014/main" id="{A085EEB1-A1E5-D4D5-0168-6EC3A7FFEDB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49" y="1389"/>
                          <a:ext cx="1150" cy="3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9461" name="Object 277">
              <a:extLst>
                <a:ext uri="{FF2B5EF4-FFF2-40B4-BE49-F238E27FC236}">
                  <a16:creationId xmlns:a16="http://schemas.microsoft.com/office/drawing/2014/main" id="{CD27DD58-E562-2DDB-1426-701660194B8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49" y="1706"/>
            <a:ext cx="1150" cy="3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719640" imgH="159480" progId="Equation.DSMT4">
                    <p:embed/>
                  </p:oleObj>
                </mc:Choice>
                <mc:Fallback>
                  <p:oleObj r:id="rId4" imgW="719640" imgH="159480" progId="Equation.DSMT4">
                    <p:embed/>
                    <p:pic>
                      <p:nvPicPr>
                        <p:cNvPr id="59461" name="Object 277">
                          <a:extLst>
                            <a:ext uri="{FF2B5EF4-FFF2-40B4-BE49-F238E27FC236}">
                              <a16:creationId xmlns:a16="http://schemas.microsoft.com/office/drawing/2014/main" id="{CD27DD58-E562-2DDB-1426-701660194B8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49" y="1706"/>
                          <a:ext cx="1150" cy="3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9462" name="Object 278">
              <a:extLst>
                <a:ext uri="{FF2B5EF4-FFF2-40B4-BE49-F238E27FC236}">
                  <a16:creationId xmlns:a16="http://schemas.microsoft.com/office/drawing/2014/main" id="{74F1AF6C-74AF-2DD0-93F2-7F70451B42E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49" y="2069"/>
            <a:ext cx="1150" cy="3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" imgW="719640" imgH="159480" progId="Equation.DSMT4">
                    <p:embed/>
                  </p:oleObj>
                </mc:Choice>
                <mc:Fallback>
                  <p:oleObj r:id="rId6" imgW="719640" imgH="159480" progId="Equation.DSMT4">
                    <p:embed/>
                    <p:pic>
                      <p:nvPicPr>
                        <p:cNvPr id="59462" name="Object 278">
                          <a:extLst>
                            <a:ext uri="{FF2B5EF4-FFF2-40B4-BE49-F238E27FC236}">
                              <a16:creationId xmlns:a16="http://schemas.microsoft.com/office/drawing/2014/main" id="{74F1AF6C-74AF-2DD0-93F2-7F70451B42E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49" y="2069"/>
                          <a:ext cx="1150" cy="3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9463" name="Object 279">
              <a:extLst>
                <a:ext uri="{FF2B5EF4-FFF2-40B4-BE49-F238E27FC236}">
                  <a16:creationId xmlns:a16="http://schemas.microsoft.com/office/drawing/2014/main" id="{A7D4D7AB-6B2A-6009-F217-C88399BEE49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86" y="2840"/>
            <a:ext cx="1134" cy="3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" imgW="708840" imgH="159480" progId="Equation.DSMT4">
                    <p:embed/>
                  </p:oleObj>
                </mc:Choice>
                <mc:Fallback>
                  <p:oleObj r:id="rId8" imgW="708840" imgH="159480" progId="Equation.DSMT4">
                    <p:embed/>
                    <p:pic>
                      <p:nvPicPr>
                        <p:cNvPr id="59463" name="Object 279">
                          <a:extLst>
                            <a:ext uri="{FF2B5EF4-FFF2-40B4-BE49-F238E27FC236}">
                              <a16:creationId xmlns:a16="http://schemas.microsoft.com/office/drawing/2014/main" id="{A7D4D7AB-6B2A-6009-F217-C88399BEE49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86" y="2840"/>
                          <a:ext cx="1134" cy="3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14016" name="Group 288">
            <a:extLst>
              <a:ext uri="{FF2B5EF4-FFF2-40B4-BE49-F238E27FC236}">
                <a16:creationId xmlns:a16="http://schemas.microsoft.com/office/drawing/2014/main" id="{24758F04-396F-1A83-88D6-DC01665398F9}"/>
              </a:ext>
            </a:extLst>
          </p:cNvPr>
          <p:cNvGrpSpPr>
            <a:grpSpLocks/>
          </p:cNvGrpSpPr>
          <p:nvPr/>
        </p:nvGrpSpPr>
        <p:grpSpPr bwMode="auto">
          <a:xfrm>
            <a:off x="4668838" y="2133600"/>
            <a:ext cx="1487487" cy="4032250"/>
            <a:chOff x="2941" y="1344"/>
            <a:chExt cx="937" cy="2540"/>
          </a:xfrm>
        </p:grpSpPr>
        <p:graphicFrame>
          <p:nvGraphicFramePr>
            <p:cNvPr id="59465" name="Object 280">
              <a:extLst>
                <a:ext uri="{FF2B5EF4-FFF2-40B4-BE49-F238E27FC236}">
                  <a16:creationId xmlns:a16="http://schemas.microsoft.com/office/drawing/2014/main" id="{8D763FF3-364F-CD86-D46C-AD251E829C7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88" y="1344"/>
            <a:ext cx="890" cy="3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0" imgW="543960" imgH="159480" progId="Equation.DSMT4">
                    <p:embed/>
                  </p:oleObj>
                </mc:Choice>
                <mc:Fallback>
                  <p:oleObj r:id="rId10" imgW="543960" imgH="159480" progId="Equation.DSMT4">
                    <p:embed/>
                    <p:pic>
                      <p:nvPicPr>
                        <p:cNvPr id="59465" name="Object 280">
                          <a:extLst>
                            <a:ext uri="{FF2B5EF4-FFF2-40B4-BE49-F238E27FC236}">
                              <a16:creationId xmlns:a16="http://schemas.microsoft.com/office/drawing/2014/main" id="{8D763FF3-364F-CD86-D46C-AD251E829C7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88" y="1344"/>
                          <a:ext cx="890" cy="3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9466" name="Object 281">
              <a:extLst>
                <a:ext uri="{FF2B5EF4-FFF2-40B4-BE49-F238E27FC236}">
                  <a16:creationId xmlns:a16="http://schemas.microsoft.com/office/drawing/2014/main" id="{46D0FCDD-7610-39BC-511F-2371C05F5EA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49" y="1706"/>
            <a:ext cx="890" cy="3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2" imgW="543960" imgH="159480" progId="Equation.DSMT4">
                    <p:embed/>
                  </p:oleObj>
                </mc:Choice>
                <mc:Fallback>
                  <p:oleObj r:id="rId12" imgW="543960" imgH="159480" progId="Equation.DSMT4">
                    <p:embed/>
                    <p:pic>
                      <p:nvPicPr>
                        <p:cNvPr id="59466" name="Object 281">
                          <a:extLst>
                            <a:ext uri="{FF2B5EF4-FFF2-40B4-BE49-F238E27FC236}">
                              <a16:creationId xmlns:a16="http://schemas.microsoft.com/office/drawing/2014/main" id="{46D0FCDD-7610-39BC-511F-2371C05F5EA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49" y="1706"/>
                          <a:ext cx="890" cy="3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9467" name="Object 282">
              <a:extLst>
                <a:ext uri="{FF2B5EF4-FFF2-40B4-BE49-F238E27FC236}">
                  <a16:creationId xmlns:a16="http://schemas.microsoft.com/office/drawing/2014/main" id="{4FB1A1EC-A6C0-93E3-FA5B-F65C8220046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49" y="2069"/>
            <a:ext cx="890" cy="3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4" imgW="543960" imgH="159480" progId="Equation.DSMT4">
                    <p:embed/>
                  </p:oleObj>
                </mc:Choice>
                <mc:Fallback>
                  <p:oleObj r:id="rId14" imgW="543960" imgH="159480" progId="Equation.DSMT4">
                    <p:embed/>
                    <p:pic>
                      <p:nvPicPr>
                        <p:cNvPr id="59467" name="Object 282">
                          <a:extLst>
                            <a:ext uri="{FF2B5EF4-FFF2-40B4-BE49-F238E27FC236}">
                              <a16:creationId xmlns:a16="http://schemas.microsoft.com/office/drawing/2014/main" id="{4FB1A1EC-A6C0-93E3-FA5B-F65C8220046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49" y="2069"/>
                          <a:ext cx="890" cy="3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9468" name="Object 283">
              <a:extLst>
                <a:ext uri="{FF2B5EF4-FFF2-40B4-BE49-F238E27FC236}">
                  <a16:creationId xmlns:a16="http://schemas.microsoft.com/office/drawing/2014/main" id="{B26E8EAF-065A-009D-BA7F-5AC235D703A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49" y="2432"/>
            <a:ext cx="777" cy="3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6" imgW="466920" imgH="159480" progId="Equation.DSMT4">
                    <p:embed/>
                  </p:oleObj>
                </mc:Choice>
                <mc:Fallback>
                  <p:oleObj r:id="rId16" imgW="466920" imgH="159480" progId="Equation.DSMT4">
                    <p:embed/>
                    <p:pic>
                      <p:nvPicPr>
                        <p:cNvPr id="59468" name="Object 283">
                          <a:extLst>
                            <a:ext uri="{FF2B5EF4-FFF2-40B4-BE49-F238E27FC236}">
                              <a16:creationId xmlns:a16="http://schemas.microsoft.com/office/drawing/2014/main" id="{B26E8EAF-065A-009D-BA7F-5AC235D703A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49" y="2432"/>
                          <a:ext cx="777" cy="3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9469" name="Object 284">
              <a:extLst>
                <a:ext uri="{FF2B5EF4-FFF2-40B4-BE49-F238E27FC236}">
                  <a16:creationId xmlns:a16="http://schemas.microsoft.com/office/drawing/2014/main" id="{BE78358C-9249-1190-E4B1-0387994A441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41" y="2795"/>
            <a:ext cx="793" cy="3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8" imgW="478080" imgH="159480" progId="Equation.DSMT4">
                    <p:embed/>
                  </p:oleObj>
                </mc:Choice>
                <mc:Fallback>
                  <p:oleObj r:id="rId18" imgW="478080" imgH="159480" progId="Equation.DSMT4">
                    <p:embed/>
                    <p:pic>
                      <p:nvPicPr>
                        <p:cNvPr id="59469" name="Object 284">
                          <a:extLst>
                            <a:ext uri="{FF2B5EF4-FFF2-40B4-BE49-F238E27FC236}">
                              <a16:creationId xmlns:a16="http://schemas.microsoft.com/office/drawing/2014/main" id="{BE78358C-9249-1190-E4B1-0387994A441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41" y="2795"/>
                          <a:ext cx="793" cy="3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9470" name="Object 285">
              <a:extLst>
                <a:ext uri="{FF2B5EF4-FFF2-40B4-BE49-F238E27FC236}">
                  <a16:creationId xmlns:a16="http://schemas.microsoft.com/office/drawing/2014/main" id="{860B5252-9069-B17F-6D77-59F5CE23763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49" y="3158"/>
            <a:ext cx="793" cy="3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0" imgW="478080" imgH="159480" progId="Equation.DSMT4">
                    <p:embed/>
                  </p:oleObj>
                </mc:Choice>
                <mc:Fallback>
                  <p:oleObj r:id="rId20" imgW="478080" imgH="159480" progId="Equation.DSMT4">
                    <p:embed/>
                    <p:pic>
                      <p:nvPicPr>
                        <p:cNvPr id="59470" name="Object 285">
                          <a:extLst>
                            <a:ext uri="{FF2B5EF4-FFF2-40B4-BE49-F238E27FC236}">
                              <a16:creationId xmlns:a16="http://schemas.microsoft.com/office/drawing/2014/main" id="{860B5252-9069-B17F-6D77-59F5CE23763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49" y="3158"/>
                          <a:ext cx="793" cy="3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9471" name="Object 286">
              <a:extLst>
                <a:ext uri="{FF2B5EF4-FFF2-40B4-BE49-F238E27FC236}">
                  <a16:creationId xmlns:a16="http://schemas.microsoft.com/office/drawing/2014/main" id="{CD0461AE-EA07-63FE-138B-592FCE3B5B7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040" y="3554"/>
            <a:ext cx="680" cy="3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2" imgW="401040" imgH="159480" progId="Equation.DSMT4">
                    <p:embed/>
                  </p:oleObj>
                </mc:Choice>
                <mc:Fallback>
                  <p:oleObj r:id="rId22" imgW="401040" imgH="159480" progId="Equation.DSMT4">
                    <p:embed/>
                    <p:pic>
                      <p:nvPicPr>
                        <p:cNvPr id="59471" name="Object 286">
                          <a:extLst>
                            <a:ext uri="{FF2B5EF4-FFF2-40B4-BE49-F238E27FC236}">
                              <a16:creationId xmlns:a16="http://schemas.microsoft.com/office/drawing/2014/main" id="{CD0461AE-EA07-63FE-138B-592FCE3B5B7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40" y="3554"/>
                          <a:ext cx="680" cy="3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7137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7137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0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3000" fill="hold"/>
                                        <p:tgtEl>
                                          <p:spTgt spid="7140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3000" fill="hold"/>
                                        <p:tgtEl>
                                          <p:spTgt spid="7140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1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2000" fill="hold"/>
                                        <p:tgtEl>
                                          <p:spTgt spid="7140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000" fill="hold"/>
                                        <p:tgtEl>
                                          <p:spTgt spid="7140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20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3000" fill="hold"/>
                                        <p:tgtEl>
                                          <p:spTgt spid="7140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000" fill="hold"/>
                                        <p:tgtEl>
                                          <p:spTgt spid="7140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375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灯片编号占位符 3">
            <a:extLst>
              <a:ext uri="{FF2B5EF4-FFF2-40B4-BE49-F238E27FC236}">
                <a16:creationId xmlns:a16="http://schemas.microsoft.com/office/drawing/2014/main" id="{F2EFB16E-3BF2-4D55-9E5A-0EFEB45D03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DAD771-878D-4B53-82C3-904C51E610B5}" type="slidenum">
              <a:rPr lang="en-US" altLang="zh-CN"/>
              <a:pPr/>
              <a:t>14</a:t>
            </a:fld>
            <a:endParaRPr lang="en-US" altLang="zh-CN"/>
          </a:p>
        </p:txBody>
      </p:sp>
      <p:sp>
        <p:nvSpPr>
          <p:cNvPr id="707599" name="Rectangle 15">
            <a:extLst>
              <a:ext uri="{FF2B5EF4-FFF2-40B4-BE49-F238E27FC236}">
                <a16:creationId xmlns:a16="http://schemas.microsoft.com/office/drawing/2014/main" id="{8461F54F-345C-7320-2B85-E0A5203BB1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25" y="333375"/>
            <a:ext cx="9036050" cy="341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fontAlgn="ctr">
              <a:lnSpc>
                <a:spcPct val="130000"/>
              </a:lnSpc>
            </a:pPr>
            <a:r>
              <a:rPr lang="en-US" altLang="zh-CN">
                <a:solidFill>
                  <a:srgbClr val="FF99FF"/>
                </a:solidFill>
                <a:ea typeface="宋体" panose="02010600030101010101" pitchFamily="2" charset="-122"/>
              </a:rPr>
              <a:t>【</a:t>
            </a:r>
            <a:r>
              <a:rPr lang="zh-CN" altLang="en-US">
                <a:solidFill>
                  <a:srgbClr val="FF99FF"/>
                </a:solidFill>
                <a:ea typeface="宋体" panose="02010600030101010101" pitchFamily="2" charset="-122"/>
              </a:rPr>
              <a:t>书</a:t>
            </a:r>
            <a:r>
              <a:rPr lang="en-US" altLang="zh-CN">
                <a:solidFill>
                  <a:srgbClr val="FF99FF"/>
                </a:solidFill>
                <a:ea typeface="宋体" panose="02010600030101010101" pitchFamily="2" charset="-122"/>
              </a:rPr>
              <a:t>/</a:t>
            </a:r>
            <a:r>
              <a:rPr lang="zh-CN" altLang="en-US">
                <a:solidFill>
                  <a:srgbClr val="FF99FF"/>
                </a:solidFill>
                <a:ea typeface="幼圆" panose="02010509060101010101" pitchFamily="49" charset="-122"/>
              </a:rPr>
              <a:t>例</a:t>
            </a:r>
            <a:r>
              <a:rPr lang="en-US" altLang="zh-CN">
                <a:solidFill>
                  <a:srgbClr val="FF99FF"/>
                </a:solidFill>
                <a:ea typeface="幼圆" panose="02010509060101010101" pitchFamily="49" charset="-122"/>
              </a:rPr>
              <a:t>5.2.1</a:t>
            </a:r>
            <a:r>
              <a:rPr lang="en-US" altLang="zh-CN">
                <a:solidFill>
                  <a:schemeClr val="bg1"/>
                </a:solidFill>
                <a:ea typeface="宋体" panose="02010600030101010101" pitchFamily="2" charset="-122"/>
              </a:rPr>
              <a:t> </a:t>
            </a:r>
            <a:r>
              <a:rPr lang="en-US" altLang="zh-CN">
                <a:solidFill>
                  <a:srgbClr val="FF99FF"/>
                </a:solidFill>
                <a:ea typeface="幼圆" panose="02010509060101010101" pitchFamily="49" charset="-122"/>
              </a:rPr>
              <a:t>】</a:t>
            </a:r>
            <a:r>
              <a:rPr lang="en-US" altLang="zh-CN">
                <a:solidFill>
                  <a:schemeClr val="bg1"/>
                </a:solidFill>
                <a:ea typeface="宋体" panose="02010600030101010101" pitchFamily="2" charset="-122"/>
              </a:rPr>
              <a:t> </a:t>
            </a:r>
            <a:r>
              <a:rPr lang="zh-CN" altLang="en-US">
                <a:solidFill>
                  <a:schemeClr val="bg1"/>
                </a:solidFill>
                <a:ea typeface="宋体" panose="02010600030101010101" pitchFamily="2" charset="-122"/>
              </a:rPr>
              <a:t>一沿 </a:t>
            </a:r>
            <a:r>
              <a:rPr lang="en-US" altLang="zh-CN" i="1">
                <a:solidFill>
                  <a:schemeClr val="bg1"/>
                </a:solidFill>
                <a:ea typeface="宋体" panose="02010600030101010101" pitchFamily="2" charset="-122"/>
              </a:rPr>
              <a:t>x </a:t>
            </a:r>
            <a:r>
              <a:rPr lang="zh-CN" altLang="en-US">
                <a:solidFill>
                  <a:schemeClr val="bg1"/>
                </a:solidFill>
              </a:rPr>
              <a:t>方向极化的线极化波在海水中传播，取</a:t>
            </a:r>
            <a:r>
              <a:rPr lang="en-US" altLang="zh-CN" b="0">
                <a:solidFill>
                  <a:schemeClr val="bg1"/>
                </a:solidFill>
                <a:latin typeface="Arial" panose="020B0604020202020204" pitchFamily="34" charset="0"/>
              </a:rPr>
              <a:t>+ </a:t>
            </a:r>
            <a:r>
              <a:rPr lang="en-US" altLang="zh-CN" b="0" i="1">
                <a:solidFill>
                  <a:schemeClr val="bg1"/>
                </a:solidFill>
                <a:latin typeface="Arial" panose="020B0604020202020204" pitchFamily="34" charset="0"/>
              </a:rPr>
              <a:t>z</a:t>
            </a:r>
            <a:r>
              <a:rPr lang="en-US" altLang="zh-CN" b="0" i="1">
                <a:solidFill>
                  <a:schemeClr val="bg1"/>
                </a:solidFill>
              </a:rPr>
              <a:t> </a:t>
            </a:r>
            <a:r>
              <a:rPr lang="zh-CN" altLang="en-US">
                <a:solidFill>
                  <a:schemeClr val="bg1"/>
                </a:solidFill>
              </a:rPr>
              <a:t>轴方向为传播方向。已知海水的媒质参数为</a:t>
            </a:r>
            <a:r>
              <a:rPr lang="el-GR" altLang="zh-CN" i="1">
                <a:solidFill>
                  <a:schemeClr val="bg1"/>
                </a:solidFill>
              </a:rPr>
              <a:t>ε</a:t>
            </a:r>
            <a:r>
              <a:rPr lang="en-US" altLang="zh-CN" baseline="-25000">
                <a:solidFill>
                  <a:schemeClr val="bg1"/>
                </a:solidFill>
              </a:rPr>
              <a:t>r </a:t>
            </a:r>
            <a:r>
              <a:rPr lang="en-US" altLang="zh-CN" b="0" baseline="-2500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US" altLang="zh-CN" b="0">
                <a:solidFill>
                  <a:schemeClr val="bg1"/>
                </a:solidFill>
                <a:latin typeface="Arial" panose="020B0604020202020204" pitchFamily="34" charset="0"/>
              </a:rPr>
              <a:t>=</a:t>
            </a:r>
            <a:r>
              <a:rPr lang="en-US" altLang="zh-CN">
                <a:solidFill>
                  <a:schemeClr val="bg1"/>
                </a:solidFill>
              </a:rPr>
              <a:t> 81</a:t>
            </a:r>
            <a:r>
              <a:rPr lang="zh-CN" altLang="en-US">
                <a:solidFill>
                  <a:schemeClr val="bg1"/>
                </a:solidFill>
              </a:rPr>
              <a:t>、</a:t>
            </a:r>
            <a:r>
              <a:rPr lang="el-GR" altLang="zh-CN" i="1">
                <a:solidFill>
                  <a:schemeClr val="bg1"/>
                </a:solidFill>
              </a:rPr>
              <a:t>μ</a:t>
            </a:r>
            <a:r>
              <a:rPr lang="en-US" altLang="zh-CN" baseline="-25000">
                <a:solidFill>
                  <a:schemeClr val="bg1"/>
                </a:solidFill>
              </a:rPr>
              <a:t>r </a:t>
            </a:r>
            <a:r>
              <a:rPr lang="en-US" altLang="zh-CN" b="0">
                <a:solidFill>
                  <a:schemeClr val="bg1"/>
                </a:solidFill>
                <a:latin typeface="Arial" panose="020B0604020202020204" pitchFamily="34" charset="0"/>
              </a:rPr>
              <a:t>=</a:t>
            </a:r>
            <a:r>
              <a:rPr lang="en-US" altLang="zh-CN">
                <a:solidFill>
                  <a:schemeClr val="bg1"/>
                </a:solidFill>
              </a:rPr>
              <a:t>1</a:t>
            </a:r>
            <a:r>
              <a:rPr lang="zh-CN" altLang="en-US">
                <a:solidFill>
                  <a:schemeClr val="bg1"/>
                </a:solidFill>
              </a:rPr>
              <a:t>、</a:t>
            </a:r>
          </a:p>
          <a:p>
            <a:pPr fontAlgn="ctr">
              <a:lnSpc>
                <a:spcPct val="130000"/>
              </a:lnSpc>
            </a:pPr>
            <a:r>
              <a:rPr lang="el-GR" altLang="zh-CN">
                <a:solidFill>
                  <a:schemeClr val="bg1"/>
                </a:solidFill>
              </a:rPr>
              <a:t>σ</a:t>
            </a:r>
            <a:r>
              <a:rPr lang="en-US" altLang="zh-CN" b="0">
                <a:solidFill>
                  <a:schemeClr val="bg1"/>
                </a:solidFill>
                <a:latin typeface="Arial" panose="020B0604020202020204" pitchFamily="34" charset="0"/>
              </a:rPr>
              <a:t>=</a:t>
            </a:r>
            <a:r>
              <a:rPr lang="en-US" altLang="zh-CN">
                <a:solidFill>
                  <a:schemeClr val="bg1"/>
                </a:solidFill>
              </a:rPr>
              <a:t> 4 </a:t>
            </a:r>
            <a:r>
              <a:rPr lang="en-US" altLang="zh-CN" b="0">
                <a:solidFill>
                  <a:schemeClr val="bg1"/>
                </a:solidFill>
              </a:rPr>
              <a:t>S/m </a:t>
            </a:r>
            <a:r>
              <a:rPr lang="zh-CN" altLang="en-US">
                <a:solidFill>
                  <a:schemeClr val="bg1"/>
                </a:solidFill>
              </a:rPr>
              <a:t>，在 </a:t>
            </a:r>
            <a:r>
              <a:rPr lang="en-US" altLang="zh-CN" b="0" i="1">
                <a:solidFill>
                  <a:schemeClr val="bg1"/>
                </a:solidFill>
                <a:latin typeface="Arial" panose="020B0604020202020204" pitchFamily="34" charset="0"/>
              </a:rPr>
              <a:t>z</a:t>
            </a:r>
            <a:r>
              <a:rPr lang="en-US" altLang="zh-CN" b="0">
                <a:solidFill>
                  <a:schemeClr val="bg1"/>
                </a:solidFill>
                <a:latin typeface="Arial" panose="020B0604020202020204" pitchFamily="34" charset="0"/>
              </a:rPr>
              <a:t> =</a:t>
            </a:r>
            <a:r>
              <a:rPr lang="en-US" altLang="zh-CN">
                <a:solidFill>
                  <a:schemeClr val="bg1"/>
                </a:solidFill>
              </a:rPr>
              <a:t> 0 </a:t>
            </a:r>
            <a:r>
              <a:rPr lang="zh-CN" altLang="en-US">
                <a:solidFill>
                  <a:schemeClr val="bg1"/>
                </a:solidFill>
              </a:rPr>
              <a:t>处的电场</a:t>
            </a:r>
            <a:r>
              <a:rPr lang="en-US" altLang="zh-CN" i="1">
                <a:solidFill>
                  <a:schemeClr val="bg1"/>
                </a:solidFill>
              </a:rPr>
              <a:t>E</a:t>
            </a:r>
            <a:r>
              <a:rPr lang="en-US" altLang="zh-CN" i="1" baseline="-25000">
                <a:solidFill>
                  <a:schemeClr val="bg1"/>
                </a:solidFill>
              </a:rPr>
              <a:t>x </a:t>
            </a:r>
            <a:r>
              <a:rPr lang="en-US" altLang="zh-CN" b="0">
                <a:solidFill>
                  <a:schemeClr val="bg1"/>
                </a:solidFill>
                <a:latin typeface="Arial" panose="020B0604020202020204" pitchFamily="34" charset="0"/>
              </a:rPr>
              <a:t>=</a:t>
            </a:r>
            <a:r>
              <a:rPr lang="en-US" altLang="zh-CN">
                <a:solidFill>
                  <a:schemeClr val="bg1"/>
                </a:solidFill>
              </a:rPr>
              <a:t> 100cos(10</a:t>
            </a:r>
            <a:r>
              <a:rPr lang="en-US" altLang="zh-CN" baseline="30000">
                <a:solidFill>
                  <a:schemeClr val="bg1"/>
                </a:solidFill>
              </a:rPr>
              <a:t>7</a:t>
            </a:r>
            <a:r>
              <a:rPr lang="el-GR" altLang="zh-CN">
                <a:solidFill>
                  <a:schemeClr val="bg1"/>
                </a:solidFill>
              </a:rPr>
              <a:t>π</a:t>
            </a:r>
            <a:r>
              <a:rPr lang="en-US" altLang="zh-CN" i="1">
                <a:solidFill>
                  <a:schemeClr val="bg1"/>
                </a:solidFill>
              </a:rPr>
              <a:t>t </a:t>
            </a:r>
            <a:r>
              <a:rPr lang="en-US" altLang="zh-CN">
                <a:solidFill>
                  <a:schemeClr val="bg1"/>
                </a:solidFill>
              </a:rPr>
              <a:t>) V/m </a:t>
            </a:r>
            <a:r>
              <a:rPr lang="zh-CN" altLang="en-US">
                <a:solidFill>
                  <a:schemeClr val="bg1"/>
                </a:solidFill>
              </a:rPr>
              <a:t>。求：</a:t>
            </a:r>
          </a:p>
          <a:p>
            <a:pPr>
              <a:lnSpc>
                <a:spcPct val="130000"/>
              </a:lnSpc>
            </a:pPr>
            <a:r>
              <a:rPr lang="zh-CN" altLang="en-US">
                <a:solidFill>
                  <a:schemeClr val="bg1"/>
                </a:solidFill>
              </a:rPr>
              <a:t>（</a:t>
            </a:r>
            <a:r>
              <a:rPr lang="en-US" altLang="zh-CN">
                <a:solidFill>
                  <a:schemeClr val="bg1"/>
                </a:solidFill>
              </a:rPr>
              <a:t>1</a:t>
            </a:r>
            <a:r>
              <a:rPr lang="zh-CN" altLang="en-US">
                <a:solidFill>
                  <a:schemeClr val="bg1"/>
                </a:solidFill>
              </a:rPr>
              <a:t>）衰减常数、相位常数、本征阻抗、相速、波长及趋肤深度；</a:t>
            </a:r>
          </a:p>
          <a:p>
            <a:pPr>
              <a:lnSpc>
                <a:spcPct val="130000"/>
              </a:lnSpc>
            </a:pPr>
            <a:r>
              <a:rPr lang="zh-CN" altLang="en-US">
                <a:solidFill>
                  <a:schemeClr val="bg1"/>
                </a:solidFill>
              </a:rPr>
              <a:t>（</a:t>
            </a:r>
            <a:r>
              <a:rPr lang="en-US" altLang="zh-CN">
                <a:solidFill>
                  <a:schemeClr val="bg1"/>
                </a:solidFill>
              </a:rPr>
              <a:t>2</a:t>
            </a:r>
            <a:r>
              <a:rPr lang="zh-CN" altLang="en-US">
                <a:solidFill>
                  <a:schemeClr val="bg1"/>
                </a:solidFill>
              </a:rPr>
              <a:t>）电场强度幅值减小为</a:t>
            </a:r>
            <a:r>
              <a:rPr lang="en-US" altLang="zh-CN" b="0" i="1">
                <a:solidFill>
                  <a:schemeClr val="bg1"/>
                </a:solidFill>
                <a:latin typeface="Arial" panose="020B0604020202020204" pitchFamily="34" charset="0"/>
              </a:rPr>
              <a:t>z</a:t>
            </a:r>
            <a:r>
              <a:rPr lang="en-US" altLang="zh-CN" b="0">
                <a:solidFill>
                  <a:schemeClr val="bg1"/>
                </a:solidFill>
                <a:latin typeface="Arial" panose="020B0604020202020204" pitchFamily="34" charset="0"/>
              </a:rPr>
              <a:t> =</a:t>
            </a:r>
            <a:r>
              <a:rPr lang="en-US" altLang="zh-CN">
                <a:solidFill>
                  <a:schemeClr val="bg1"/>
                </a:solidFill>
              </a:rPr>
              <a:t> 0 </a:t>
            </a:r>
            <a:r>
              <a:rPr lang="zh-CN" altLang="en-US">
                <a:solidFill>
                  <a:schemeClr val="bg1"/>
                </a:solidFill>
              </a:rPr>
              <a:t>处的 </a:t>
            </a:r>
            <a:r>
              <a:rPr lang="en-US" altLang="zh-CN">
                <a:solidFill>
                  <a:schemeClr val="bg1"/>
                </a:solidFill>
              </a:rPr>
              <a:t>1</a:t>
            </a:r>
            <a:r>
              <a:rPr lang="en-US" altLang="zh-CN">
                <a:solidFill>
                  <a:schemeClr val="bg1"/>
                </a:solidFill>
                <a:latin typeface="Arial" panose="020B0604020202020204" pitchFamily="34" charset="0"/>
              </a:rPr>
              <a:t>/</a:t>
            </a:r>
            <a:r>
              <a:rPr lang="en-US" altLang="zh-CN">
                <a:solidFill>
                  <a:schemeClr val="bg1"/>
                </a:solidFill>
              </a:rPr>
              <a:t>1000 </a:t>
            </a:r>
            <a:r>
              <a:rPr lang="zh-CN" altLang="en-US">
                <a:solidFill>
                  <a:schemeClr val="bg1"/>
                </a:solidFill>
              </a:rPr>
              <a:t>时，波传播的距离；</a:t>
            </a:r>
          </a:p>
          <a:p>
            <a:pPr>
              <a:lnSpc>
                <a:spcPct val="130000"/>
              </a:lnSpc>
            </a:pPr>
            <a:r>
              <a:rPr lang="zh-CN" altLang="en-US">
                <a:solidFill>
                  <a:schemeClr val="bg1"/>
                </a:solidFill>
              </a:rPr>
              <a:t>（</a:t>
            </a:r>
            <a:r>
              <a:rPr lang="en-US" altLang="zh-CN">
                <a:solidFill>
                  <a:schemeClr val="bg1"/>
                </a:solidFill>
              </a:rPr>
              <a:t>3</a:t>
            </a:r>
            <a:r>
              <a:rPr lang="zh-CN" altLang="en-US">
                <a:solidFill>
                  <a:schemeClr val="bg1"/>
                </a:solidFill>
              </a:rPr>
              <a:t>）</a:t>
            </a:r>
            <a:r>
              <a:rPr lang="en-US" altLang="zh-CN" b="0" i="1">
                <a:solidFill>
                  <a:schemeClr val="bg1"/>
                </a:solidFill>
                <a:latin typeface="Arial" panose="020B0604020202020204" pitchFamily="34" charset="0"/>
              </a:rPr>
              <a:t>z</a:t>
            </a:r>
            <a:r>
              <a:rPr lang="en-US" altLang="zh-CN" b="0">
                <a:solidFill>
                  <a:schemeClr val="bg1"/>
                </a:solidFill>
                <a:latin typeface="Arial" panose="020B0604020202020204" pitchFamily="34" charset="0"/>
              </a:rPr>
              <a:t> =</a:t>
            </a:r>
            <a:r>
              <a:rPr lang="en-US" altLang="zh-CN">
                <a:solidFill>
                  <a:schemeClr val="bg1"/>
                </a:solidFill>
              </a:rPr>
              <a:t> 0.8 </a:t>
            </a:r>
            <a:r>
              <a:rPr lang="en-US" altLang="zh-CN" b="0">
                <a:solidFill>
                  <a:schemeClr val="bg1"/>
                </a:solidFill>
              </a:rPr>
              <a:t>m </a:t>
            </a:r>
            <a:r>
              <a:rPr lang="zh-CN" altLang="en-US">
                <a:solidFill>
                  <a:schemeClr val="bg1"/>
                </a:solidFill>
              </a:rPr>
              <a:t>处的电场强度和磁场强度的瞬时表达式；</a:t>
            </a:r>
          </a:p>
          <a:p>
            <a:pPr>
              <a:lnSpc>
                <a:spcPct val="130000"/>
              </a:lnSpc>
            </a:pPr>
            <a:r>
              <a:rPr lang="zh-CN" altLang="en-US">
                <a:solidFill>
                  <a:schemeClr val="bg1"/>
                </a:solidFill>
              </a:rPr>
              <a:t>（</a:t>
            </a:r>
            <a:r>
              <a:rPr lang="en-US" altLang="zh-CN">
                <a:solidFill>
                  <a:schemeClr val="bg1"/>
                </a:solidFill>
              </a:rPr>
              <a:t>4</a:t>
            </a:r>
            <a:r>
              <a:rPr lang="zh-CN" altLang="en-US">
                <a:solidFill>
                  <a:schemeClr val="bg1"/>
                </a:solidFill>
              </a:rPr>
              <a:t>） </a:t>
            </a:r>
            <a:r>
              <a:rPr lang="en-US" altLang="zh-CN" b="0" i="1">
                <a:solidFill>
                  <a:schemeClr val="bg1"/>
                </a:solidFill>
                <a:latin typeface="Arial" panose="020B0604020202020204" pitchFamily="34" charset="0"/>
              </a:rPr>
              <a:t>z</a:t>
            </a:r>
            <a:r>
              <a:rPr lang="en-US" altLang="zh-CN" b="0">
                <a:solidFill>
                  <a:schemeClr val="bg1"/>
                </a:solidFill>
                <a:latin typeface="Arial" panose="020B0604020202020204" pitchFamily="34" charset="0"/>
              </a:rPr>
              <a:t> =</a:t>
            </a:r>
            <a:r>
              <a:rPr lang="en-US" altLang="zh-CN">
                <a:solidFill>
                  <a:schemeClr val="bg1"/>
                </a:solidFill>
              </a:rPr>
              <a:t> 0.8 </a:t>
            </a:r>
            <a:r>
              <a:rPr lang="en-US" altLang="zh-CN" b="0">
                <a:solidFill>
                  <a:schemeClr val="bg1"/>
                </a:solidFill>
              </a:rPr>
              <a:t>m </a:t>
            </a:r>
            <a:r>
              <a:rPr lang="zh-CN" altLang="en-US">
                <a:solidFill>
                  <a:schemeClr val="bg1"/>
                </a:solidFill>
              </a:rPr>
              <a:t>处穿过</a:t>
            </a:r>
            <a:r>
              <a:rPr lang="en-US" altLang="zh-CN">
                <a:solidFill>
                  <a:schemeClr val="bg1"/>
                </a:solidFill>
              </a:rPr>
              <a:t>1m</a:t>
            </a:r>
            <a:r>
              <a:rPr lang="en-US" altLang="zh-CN" baseline="30000">
                <a:solidFill>
                  <a:schemeClr val="bg1"/>
                </a:solidFill>
              </a:rPr>
              <a:t>2</a:t>
            </a:r>
            <a:r>
              <a:rPr lang="zh-CN" altLang="en-US">
                <a:solidFill>
                  <a:schemeClr val="bg1"/>
                </a:solidFill>
              </a:rPr>
              <a:t>面积的平均功率。</a:t>
            </a:r>
          </a:p>
        </p:txBody>
      </p:sp>
      <p:sp>
        <p:nvSpPr>
          <p:cNvPr id="707619" name="Rectangle 35">
            <a:extLst>
              <a:ext uri="{FF2B5EF4-FFF2-40B4-BE49-F238E27FC236}">
                <a16:creationId xmlns:a16="http://schemas.microsoft.com/office/drawing/2014/main" id="{3D855C79-7C21-B793-38AA-ACE3F39EC3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80528" y="4078978"/>
            <a:ext cx="5400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269875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fontAlgn="ctr"/>
            <a:r>
              <a:rPr lang="en-US" altLang="zh-CN" dirty="0">
                <a:solidFill>
                  <a:srgbClr val="FF99FF"/>
                </a:solidFill>
                <a:ea typeface="幼圆" panose="02010509060101010101" pitchFamily="49" charset="-122"/>
              </a:rPr>
              <a:t>【</a:t>
            </a:r>
            <a:r>
              <a:rPr lang="zh-CN" altLang="en-US" dirty="0">
                <a:solidFill>
                  <a:srgbClr val="FF99FF"/>
                </a:solidFill>
                <a:ea typeface="幼圆" panose="02010509060101010101" pitchFamily="49" charset="-122"/>
              </a:rPr>
              <a:t>解</a:t>
            </a:r>
            <a:r>
              <a:rPr lang="en-US" altLang="zh-CN" dirty="0">
                <a:solidFill>
                  <a:srgbClr val="FF99FF"/>
                </a:solidFill>
                <a:ea typeface="幼圆" panose="02010509060101010101" pitchFamily="49" charset="-122"/>
              </a:rPr>
              <a:t>】</a:t>
            </a:r>
            <a:r>
              <a:rPr lang="zh-CN" altLang="en-US" dirty="0">
                <a:solidFill>
                  <a:schemeClr val="bg1"/>
                </a:solidFill>
              </a:rPr>
              <a:t>（</a:t>
            </a:r>
            <a:r>
              <a:rPr lang="en-US" altLang="zh-CN" dirty="0">
                <a:solidFill>
                  <a:schemeClr val="bg1"/>
                </a:solidFill>
              </a:rPr>
              <a:t>1</a:t>
            </a:r>
            <a:r>
              <a:rPr lang="zh-CN" altLang="en-US" dirty="0">
                <a:solidFill>
                  <a:schemeClr val="bg1"/>
                </a:solidFill>
              </a:rPr>
              <a:t>） 根据题意，有</a:t>
            </a:r>
          </a:p>
        </p:txBody>
      </p:sp>
      <p:graphicFrame>
        <p:nvGraphicFramePr>
          <p:cNvPr id="707618" name="Object 34">
            <a:extLst>
              <a:ext uri="{FF2B5EF4-FFF2-40B4-BE49-F238E27FC236}">
                <a16:creationId xmlns:a16="http://schemas.microsoft.com/office/drawing/2014/main" id="{DB2E7428-A109-E8A1-F273-451F7228B7C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2331583"/>
              </p:ext>
            </p:extLst>
          </p:nvPr>
        </p:nvGraphicFramePr>
        <p:xfrm>
          <a:off x="1579958" y="4835525"/>
          <a:ext cx="2232025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774720" imgH="137520" progId="Equation.DSMT4">
                  <p:embed/>
                </p:oleObj>
              </mc:Choice>
              <mc:Fallback>
                <p:oleObj r:id="rId2" imgW="774720" imgH="137520" progId="Equation.DSMT4">
                  <p:embed/>
                  <p:pic>
                    <p:nvPicPr>
                      <p:cNvPr id="707618" name="Object 34">
                        <a:extLst>
                          <a:ext uri="{FF2B5EF4-FFF2-40B4-BE49-F238E27FC236}">
                            <a16:creationId xmlns:a16="http://schemas.microsoft.com/office/drawing/2014/main" id="{DB2E7428-A109-E8A1-F273-451F7228B7C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9958" y="4835525"/>
                        <a:ext cx="2232025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7616" name="Object 32">
            <a:extLst>
              <a:ext uri="{FF2B5EF4-FFF2-40B4-BE49-F238E27FC236}">
                <a16:creationId xmlns:a16="http://schemas.microsoft.com/office/drawing/2014/main" id="{01927607-0278-60F9-801E-2EB6839585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5944072"/>
              </p:ext>
            </p:extLst>
          </p:nvPr>
        </p:nvGraphicFramePr>
        <p:xfrm>
          <a:off x="4354513" y="4670977"/>
          <a:ext cx="3425825" cy="865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115280" imgH="280440" progId="Equation.DSMT4">
                  <p:embed/>
                </p:oleObj>
              </mc:Choice>
              <mc:Fallback>
                <p:oleObj r:id="rId4" imgW="1115280" imgH="280440" progId="Equation.DSMT4">
                  <p:embed/>
                  <p:pic>
                    <p:nvPicPr>
                      <p:cNvPr id="707616" name="Object 32">
                        <a:extLst>
                          <a:ext uri="{FF2B5EF4-FFF2-40B4-BE49-F238E27FC236}">
                            <a16:creationId xmlns:a16="http://schemas.microsoft.com/office/drawing/2014/main" id="{01927607-0278-60F9-801E-2EB68395855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4513" y="4670977"/>
                        <a:ext cx="3425825" cy="865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7615" name="Object 31">
            <a:extLst>
              <a:ext uri="{FF2B5EF4-FFF2-40B4-BE49-F238E27FC236}">
                <a16:creationId xmlns:a16="http://schemas.microsoft.com/office/drawing/2014/main" id="{FA87438A-A27A-5CE4-FCE2-9B80D3E1857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8381238"/>
              </p:ext>
            </p:extLst>
          </p:nvPr>
        </p:nvGraphicFramePr>
        <p:xfrm>
          <a:off x="1522413" y="5469947"/>
          <a:ext cx="4994275" cy="1169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2082240" imgH="445680" progId="Equation.DSMT4">
                  <p:embed/>
                </p:oleObj>
              </mc:Choice>
              <mc:Fallback>
                <p:oleObj r:id="rId6" imgW="2082240" imgH="445680" progId="Equation.DSMT4">
                  <p:embed/>
                  <p:pic>
                    <p:nvPicPr>
                      <p:cNvPr id="707615" name="Object 31">
                        <a:extLst>
                          <a:ext uri="{FF2B5EF4-FFF2-40B4-BE49-F238E27FC236}">
                            <a16:creationId xmlns:a16="http://schemas.microsoft.com/office/drawing/2014/main" id="{FA87438A-A27A-5CE4-FCE2-9B80D3E1857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2413" y="5469947"/>
                        <a:ext cx="4994275" cy="1169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7625" name="Rectangle 41">
            <a:extLst>
              <a:ext uri="{FF2B5EF4-FFF2-40B4-BE49-F238E27FC236}">
                <a16:creationId xmlns:a16="http://schemas.microsoft.com/office/drawing/2014/main" id="{D3CF1B15-66AE-C69A-D275-33DC7C6804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5635625"/>
            <a:ext cx="15843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lang="zh-CN" altLang="en-US">
                <a:solidFill>
                  <a:schemeClr val="bg1"/>
                </a:solidFill>
              </a:rPr>
              <a:t>所以</a:t>
            </a:r>
          </a:p>
        </p:txBody>
      </p:sp>
      <p:grpSp>
        <p:nvGrpSpPr>
          <p:cNvPr id="707635" name="Group 51">
            <a:extLst>
              <a:ext uri="{FF2B5EF4-FFF2-40B4-BE49-F238E27FC236}">
                <a16:creationId xmlns:a16="http://schemas.microsoft.com/office/drawing/2014/main" id="{038E49E0-9412-13CC-713C-96A610A258AF}"/>
              </a:ext>
            </a:extLst>
          </p:cNvPr>
          <p:cNvGrpSpPr>
            <a:grpSpLocks/>
          </p:cNvGrpSpPr>
          <p:nvPr/>
        </p:nvGrpSpPr>
        <p:grpSpPr bwMode="auto">
          <a:xfrm>
            <a:off x="6516688" y="5373688"/>
            <a:ext cx="2341562" cy="730250"/>
            <a:chOff x="4150" y="3339"/>
            <a:chExt cx="1475" cy="460"/>
          </a:xfrm>
        </p:grpSpPr>
        <p:sp>
          <p:nvSpPr>
            <p:cNvPr id="60425" name="Line 49">
              <a:extLst>
                <a:ext uri="{FF2B5EF4-FFF2-40B4-BE49-F238E27FC236}">
                  <a16:creationId xmlns:a16="http://schemas.microsoft.com/office/drawing/2014/main" id="{CDB4C7E2-B57A-E872-7D62-44874B1EE15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50" y="3612"/>
              <a:ext cx="711" cy="0"/>
            </a:xfrm>
            <a:prstGeom prst="line">
              <a:avLst/>
            </a:prstGeom>
            <a:noFill/>
            <a:ln w="28575">
              <a:solidFill>
                <a:srgbClr val="FF99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26" name="Text Box 50">
              <a:extLst>
                <a:ext uri="{FF2B5EF4-FFF2-40B4-BE49-F238E27FC236}">
                  <a16:creationId xmlns:a16="http://schemas.microsoft.com/office/drawing/2014/main" id="{2B3B9AA1-C87F-D4AC-05E0-D9DE2F97B3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04" y="3339"/>
              <a:ext cx="1021" cy="460"/>
            </a:xfrm>
            <a:prstGeom prst="rect">
              <a:avLst/>
            </a:prstGeom>
            <a:solidFill>
              <a:srgbClr val="CCFFFF"/>
            </a:solidFill>
            <a:ln w="28575">
              <a:solidFill>
                <a:srgbClr val="FF99CC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20000"/>
                </a:spcBef>
              </a:pPr>
              <a:r>
                <a:rPr lang="zh-CN" altLang="en-US" sz="2000">
                  <a:solidFill>
                    <a:srgbClr val="CC3300"/>
                  </a:solidFill>
                  <a:ea typeface="宋体" panose="02010600030101010101" pitchFamily="2" charset="-122"/>
                </a:rPr>
                <a:t>此时海水可视为良导体</a:t>
              </a:r>
              <a:endParaRPr lang="zh-CN" altLang="en-US" sz="2000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707636" name="AutoShape 52">
            <a:extLst>
              <a:ext uri="{FF2B5EF4-FFF2-40B4-BE49-F238E27FC236}">
                <a16:creationId xmlns:a16="http://schemas.microsoft.com/office/drawing/2014/main" id="{E9E9BA31-BA6F-3C64-2D44-1252FA0CFCDB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3859247" y="4995621"/>
            <a:ext cx="503238" cy="215900"/>
          </a:xfrm>
          <a:prstGeom prst="leftArrow">
            <a:avLst>
              <a:gd name="adj1" fmla="val 50000"/>
              <a:gd name="adj2" fmla="val 58251"/>
            </a:avLst>
          </a:prstGeom>
          <a:solidFill>
            <a:srgbClr val="FFCCFF"/>
          </a:solidFill>
          <a:ln w="9525">
            <a:solidFill>
              <a:srgbClr val="FF3300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spcBef>
                <a:spcPct val="20000"/>
              </a:spcBef>
            </a:pPr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1A56DF5-C4E1-8C80-28C1-E25176EF1FD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26233" y="3717032"/>
            <a:ext cx="3600362" cy="117446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0"/>
                                        <p:tgtEl>
                                          <p:spTgt spid="707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707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0"/>
                                        <p:tgtEl>
                                          <p:spTgt spid="707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2000"/>
                                        <p:tgtEl>
                                          <p:spTgt spid="707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2000"/>
                                        <p:tgtEl>
                                          <p:spTgt spid="707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2000"/>
                                        <p:tgtEl>
                                          <p:spTgt spid="707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000"/>
                                        <p:tgtEl>
                                          <p:spTgt spid="707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7599" grpId="0"/>
      <p:bldP spid="707619" grpId="0"/>
      <p:bldP spid="707625" grpId="0"/>
      <p:bldP spid="70763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灯片编号占位符 2">
            <a:extLst>
              <a:ext uri="{FF2B5EF4-FFF2-40B4-BE49-F238E27FC236}">
                <a16:creationId xmlns:a16="http://schemas.microsoft.com/office/drawing/2014/main" id="{AF39433A-023C-0351-9334-A0FE092460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3CD6C0-9297-4307-B9CA-19BEC740C8B7}" type="slidenum">
              <a:rPr lang="en-US" altLang="zh-CN"/>
              <a:pPr/>
              <a:t>15</a:t>
            </a:fld>
            <a:endParaRPr lang="en-US" altLang="zh-CN"/>
          </a:p>
        </p:txBody>
      </p:sp>
      <p:sp>
        <p:nvSpPr>
          <p:cNvPr id="714764" name="Rectangle 12">
            <a:extLst>
              <a:ext uri="{FF2B5EF4-FFF2-40B4-BE49-F238E27FC236}">
                <a16:creationId xmlns:a16="http://schemas.microsoft.com/office/drawing/2014/main" id="{F0F71A30-ED04-9A48-B7C3-69B1B35705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692150"/>
            <a:ext cx="2447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fontAlgn="ctr"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</a:rPr>
              <a:t>故衰减常数</a:t>
            </a:r>
            <a:endParaRPr lang="zh-CN" altLang="en-US" b="0">
              <a:solidFill>
                <a:schemeClr val="bg1"/>
              </a:solidFill>
            </a:endParaRPr>
          </a:p>
        </p:txBody>
      </p:sp>
      <p:graphicFrame>
        <p:nvGraphicFramePr>
          <p:cNvPr id="714772" name="Object 20">
            <a:extLst>
              <a:ext uri="{FF2B5EF4-FFF2-40B4-BE49-F238E27FC236}">
                <a16:creationId xmlns:a16="http://schemas.microsoft.com/office/drawing/2014/main" id="{4FD25EC4-6BC9-AA58-9305-7F22DBE05F2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76463" y="620713"/>
          <a:ext cx="6770687" cy="579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796480" imgH="181440" progId="Equation.DSMT4">
                  <p:embed/>
                </p:oleObj>
              </mc:Choice>
              <mc:Fallback>
                <p:oleObj r:id="rId2" imgW="2796480" imgH="181440" progId="Equation.DSMT4">
                  <p:embed/>
                  <p:pic>
                    <p:nvPicPr>
                      <p:cNvPr id="714772" name="Object 20">
                        <a:extLst>
                          <a:ext uri="{FF2B5EF4-FFF2-40B4-BE49-F238E27FC236}">
                            <a16:creationId xmlns:a16="http://schemas.microsoft.com/office/drawing/2014/main" id="{4FD25EC4-6BC9-AA58-9305-7F22DBE05F2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6463" y="620713"/>
                        <a:ext cx="6770687" cy="579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4770" name="Object 18">
            <a:extLst>
              <a:ext uri="{FF2B5EF4-FFF2-40B4-BE49-F238E27FC236}">
                <a16:creationId xmlns:a16="http://schemas.microsoft.com/office/drawing/2014/main" id="{40085656-9AEE-1A25-06E3-12714E888D9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35150" y="2132013"/>
          <a:ext cx="6303963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367720" imgH="335520" progId="Equation.DSMT4">
                  <p:embed/>
                </p:oleObj>
              </mc:Choice>
              <mc:Fallback>
                <p:oleObj r:id="rId4" imgW="2367720" imgH="335520" progId="Equation.DSMT4">
                  <p:embed/>
                  <p:pic>
                    <p:nvPicPr>
                      <p:cNvPr id="714770" name="Object 18">
                        <a:extLst>
                          <a:ext uri="{FF2B5EF4-FFF2-40B4-BE49-F238E27FC236}">
                            <a16:creationId xmlns:a16="http://schemas.microsoft.com/office/drawing/2014/main" id="{40085656-9AEE-1A25-06E3-12714E888D9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2132013"/>
                        <a:ext cx="6303963" cy="1028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4766" name="Object 14">
            <a:extLst>
              <a:ext uri="{FF2B5EF4-FFF2-40B4-BE49-F238E27FC236}">
                <a16:creationId xmlns:a16="http://schemas.microsoft.com/office/drawing/2014/main" id="{CA853066-4162-7954-3F7E-8EF4CCE00DD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63750" y="4259263"/>
          <a:ext cx="3071813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290960" imgH="302400" progId="Equation.DSMT4">
                  <p:embed/>
                </p:oleObj>
              </mc:Choice>
              <mc:Fallback>
                <p:oleObj r:id="rId6" imgW="1290960" imgH="302400" progId="Equation.DSMT4">
                  <p:embed/>
                  <p:pic>
                    <p:nvPicPr>
                      <p:cNvPr id="714766" name="Object 14">
                        <a:extLst>
                          <a:ext uri="{FF2B5EF4-FFF2-40B4-BE49-F238E27FC236}">
                            <a16:creationId xmlns:a16="http://schemas.microsoft.com/office/drawing/2014/main" id="{CA853066-4162-7954-3F7E-8EF4CCE00DD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750" y="4259263"/>
                        <a:ext cx="3071813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4765" name="Object 13">
            <a:extLst>
              <a:ext uri="{FF2B5EF4-FFF2-40B4-BE49-F238E27FC236}">
                <a16:creationId xmlns:a16="http://schemas.microsoft.com/office/drawing/2014/main" id="{203437DB-CD64-E067-E3A6-AA8C70E94CF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24075" y="5264150"/>
          <a:ext cx="3167063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236240" imgH="280440" progId="Equation.DSMT4">
                  <p:embed/>
                </p:oleObj>
              </mc:Choice>
              <mc:Fallback>
                <p:oleObj r:id="rId8" imgW="1236240" imgH="280440" progId="Equation.DSMT4">
                  <p:embed/>
                  <p:pic>
                    <p:nvPicPr>
                      <p:cNvPr id="714765" name="Object 13">
                        <a:extLst>
                          <a:ext uri="{FF2B5EF4-FFF2-40B4-BE49-F238E27FC236}">
                            <a16:creationId xmlns:a16="http://schemas.microsoft.com/office/drawing/2014/main" id="{203437DB-CD64-E067-E3A6-AA8C70E94CF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5264150"/>
                        <a:ext cx="3167063" cy="82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4783" name="Rectangle 31">
            <a:extLst>
              <a:ext uri="{FF2B5EF4-FFF2-40B4-BE49-F238E27FC236}">
                <a16:creationId xmlns:a16="http://schemas.microsoft.com/office/drawing/2014/main" id="{D79857BE-AF13-5814-7DB6-6683B92944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1484313"/>
            <a:ext cx="22320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lang="zh-CN" altLang="en-US">
                <a:solidFill>
                  <a:schemeClr val="bg1"/>
                </a:solidFill>
              </a:rPr>
              <a:t>相位常数</a:t>
            </a:r>
          </a:p>
        </p:txBody>
      </p:sp>
      <p:sp>
        <p:nvSpPr>
          <p:cNvPr id="714784" name="Rectangle 32">
            <a:extLst>
              <a:ext uri="{FF2B5EF4-FFF2-40B4-BE49-F238E27FC236}">
                <a16:creationId xmlns:a16="http://schemas.microsoft.com/office/drawing/2014/main" id="{4B639AB4-2A6B-31B7-AA36-4BBC08EBCB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2466975"/>
            <a:ext cx="22320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lang="zh-CN" altLang="en-US">
                <a:solidFill>
                  <a:schemeClr val="bg1"/>
                </a:solidFill>
              </a:rPr>
              <a:t>本征阻抗</a:t>
            </a:r>
          </a:p>
        </p:txBody>
      </p:sp>
      <p:graphicFrame>
        <p:nvGraphicFramePr>
          <p:cNvPr id="714785" name="Object 33">
            <a:extLst>
              <a:ext uri="{FF2B5EF4-FFF2-40B4-BE49-F238E27FC236}">
                <a16:creationId xmlns:a16="http://schemas.microsoft.com/office/drawing/2014/main" id="{FBF5B2C2-D259-6227-9CEF-7A409519991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95513" y="1484313"/>
          <a:ext cx="2474912" cy="420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983520" imgH="115560" progId="Equation.DSMT4">
                  <p:embed/>
                </p:oleObj>
              </mc:Choice>
              <mc:Fallback>
                <p:oleObj r:id="rId10" imgW="983520" imgH="115560" progId="Equation.DSMT4">
                  <p:embed/>
                  <p:pic>
                    <p:nvPicPr>
                      <p:cNvPr id="714785" name="Object 33">
                        <a:extLst>
                          <a:ext uri="{FF2B5EF4-FFF2-40B4-BE49-F238E27FC236}">
                            <a16:creationId xmlns:a16="http://schemas.microsoft.com/office/drawing/2014/main" id="{FBF5B2C2-D259-6227-9CEF-7A409519991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1484313"/>
                        <a:ext cx="2474912" cy="420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4786" name="Rectangle 34">
            <a:extLst>
              <a:ext uri="{FF2B5EF4-FFF2-40B4-BE49-F238E27FC236}">
                <a16:creationId xmlns:a16="http://schemas.microsoft.com/office/drawing/2014/main" id="{8E2F055E-C627-5A6B-3552-C3FE23174E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3403600"/>
            <a:ext cx="19446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lang="zh-CN" altLang="en-US">
                <a:solidFill>
                  <a:schemeClr val="bg1"/>
                </a:solidFill>
              </a:rPr>
              <a:t>相速</a:t>
            </a:r>
          </a:p>
        </p:txBody>
      </p:sp>
      <p:sp>
        <p:nvSpPr>
          <p:cNvPr id="714787" name="Rectangle 35">
            <a:extLst>
              <a:ext uri="{FF2B5EF4-FFF2-40B4-BE49-F238E27FC236}">
                <a16:creationId xmlns:a16="http://schemas.microsoft.com/office/drawing/2014/main" id="{101483F3-3BB8-4CEB-C2A4-65CCBC649C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4365625"/>
            <a:ext cx="16557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lang="zh-CN" altLang="en-US">
                <a:solidFill>
                  <a:schemeClr val="bg1"/>
                </a:solidFill>
              </a:rPr>
              <a:t>波长</a:t>
            </a:r>
          </a:p>
        </p:txBody>
      </p:sp>
      <p:sp>
        <p:nvSpPr>
          <p:cNvPr id="714788" name="Rectangle 36">
            <a:extLst>
              <a:ext uri="{FF2B5EF4-FFF2-40B4-BE49-F238E27FC236}">
                <a16:creationId xmlns:a16="http://schemas.microsoft.com/office/drawing/2014/main" id="{DDD5943A-92F4-8EC9-EC45-024352A9EB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5419725"/>
            <a:ext cx="2159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lang="zh-CN" altLang="en-US">
                <a:solidFill>
                  <a:schemeClr val="bg1"/>
                </a:solidFill>
              </a:rPr>
              <a:t>趋肤深度</a:t>
            </a:r>
          </a:p>
        </p:txBody>
      </p:sp>
      <p:graphicFrame>
        <p:nvGraphicFramePr>
          <p:cNvPr id="714789" name="Object 37">
            <a:extLst>
              <a:ext uri="{FF2B5EF4-FFF2-40B4-BE49-F238E27FC236}">
                <a16:creationId xmlns:a16="http://schemas.microsoft.com/office/drawing/2014/main" id="{15B61399-6298-50FD-A12A-33E7161E0447}"/>
              </a:ext>
            </a:extLst>
          </p:cNvPr>
          <p:cNvGraphicFramePr>
            <a:graphicFrameLocks noGrp="1" noChangeAspect="1"/>
          </p:cNvGraphicFramePr>
          <p:nvPr>
            <p:ph/>
          </p:nvPr>
        </p:nvGraphicFramePr>
        <p:xfrm>
          <a:off x="2051050" y="3284538"/>
          <a:ext cx="4033838" cy="887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1686600" imgH="324360" progId="Equation.3">
                  <p:embed/>
                </p:oleObj>
              </mc:Choice>
              <mc:Fallback>
                <p:oleObj r:id="rId12" imgW="1686600" imgH="324360" progId="Equation.3">
                  <p:embed/>
                  <p:pic>
                    <p:nvPicPr>
                      <p:cNvPr id="714789" name="Object 37">
                        <a:extLst>
                          <a:ext uri="{FF2B5EF4-FFF2-40B4-BE49-F238E27FC236}">
                            <a16:creationId xmlns:a16="http://schemas.microsoft.com/office/drawing/2014/main" id="{15B61399-6298-50FD-A12A-33E7161E0447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3284538"/>
                        <a:ext cx="4033838" cy="887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714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714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0"/>
                                        <p:tgtEl>
                                          <p:spTgt spid="714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2000"/>
                                        <p:tgtEl>
                                          <p:spTgt spid="714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2000"/>
                                        <p:tgtEl>
                                          <p:spTgt spid="714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2000"/>
                                        <p:tgtEl>
                                          <p:spTgt spid="714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2000"/>
                                        <p:tgtEl>
                                          <p:spTgt spid="714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2000"/>
                                        <p:tgtEl>
                                          <p:spTgt spid="714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2000"/>
                                        <p:tgtEl>
                                          <p:spTgt spid="714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2000"/>
                                        <p:tgtEl>
                                          <p:spTgt spid="714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2000"/>
                                        <p:tgtEl>
                                          <p:spTgt spid="714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2000"/>
                                        <p:tgtEl>
                                          <p:spTgt spid="714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4764" grpId="0"/>
      <p:bldP spid="714783" grpId="0"/>
      <p:bldP spid="714784" grpId="0"/>
      <p:bldP spid="714786" grpId="0"/>
      <p:bldP spid="714787" grpId="0"/>
      <p:bldP spid="71478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3">
            <a:extLst>
              <a:ext uri="{FF2B5EF4-FFF2-40B4-BE49-F238E27FC236}">
                <a16:creationId xmlns:a16="http://schemas.microsoft.com/office/drawing/2014/main" id="{E0524654-223E-00B2-2AE8-E2F8697011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4BC2FA-024A-46FC-9E3A-607F5C29BB5E}" type="slidenum">
              <a:rPr lang="en-US" altLang="zh-CN"/>
              <a:pPr/>
              <a:t>16</a:t>
            </a:fld>
            <a:endParaRPr lang="en-US" altLang="zh-CN"/>
          </a:p>
        </p:txBody>
      </p:sp>
      <p:sp>
        <p:nvSpPr>
          <p:cNvPr id="715800" name="Rectangle 24">
            <a:extLst>
              <a:ext uri="{FF2B5EF4-FFF2-40B4-BE49-F238E27FC236}">
                <a16:creationId xmlns:a16="http://schemas.microsoft.com/office/drawing/2014/main" id="{B415FC5F-00E4-77AA-8B0B-D213AB66E7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68" y="279037"/>
            <a:ext cx="9072562" cy="10525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fontAlgn="ctr">
              <a:lnSpc>
                <a:spcPct val="130000"/>
              </a:lnSpc>
            </a:pPr>
            <a:r>
              <a:rPr lang="zh-CN" altLang="en-US" dirty="0">
                <a:solidFill>
                  <a:schemeClr val="bg1"/>
                </a:solidFill>
                <a:ea typeface="宋体" panose="02010600030101010101" pitchFamily="2" charset="-122"/>
              </a:rPr>
              <a:t>（</a:t>
            </a:r>
            <a:r>
              <a:rPr lang="en-US" altLang="zh-CN" dirty="0">
                <a:solidFill>
                  <a:schemeClr val="bg1"/>
                </a:solidFill>
                <a:ea typeface="宋体" panose="02010600030101010101" pitchFamily="2" charset="-122"/>
              </a:rPr>
              <a:t>2</a:t>
            </a:r>
            <a:r>
              <a:rPr lang="zh-CN" altLang="en-US" dirty="0">
                <a:solidFill>
                  <a:schemeClr val="bg1"/>
                </a:solidFill>
                <a:ea typeface="宋体" panose="02010600030101010101" pitchFamily="2" charset="-122"/>
              </a:rPr>
              <a:t>） 令</a:t>
            </a:r>
            <a:r>
              <a:rPr lang="en-US" altLang="zh-CN" dirty="0">
                <a:solidFill>
                  <a:schemeClr val="bg1"/>
                </a:solidFill>
                <a:ea typeface="宋体" panose="02010600030101010101" pitchFamily="2" charset="-122"/>
              </a:rPr>
              <a:t>e</a:t>
            </a:r>
            <a:r>
              <a:rPr lang="en-US" altLang="zh-CN" baseline="30000" dirty="0">
                <a:solidFill>
                  <a:schemeClr val="bg1"/>
                </a:solidFill>
                <a:ea typeface="宋体" panose="02010600030101010101" pitchFamily="2" charset="-122"/>
              </a:rPr>
              <a:t>-</a:t>
            </a:r>
            <a:r>
              <a:rPr lang="el-GR" altLang="zh-CN" i="1" baseline="30000" dirty="0">
                <a:solidFill>
                  <a:schemeClr val="bg1"/>
                </a:solidFill>
                <a:ea typeface="宋体" panose="02010600030101010101" pitchFamily="2" charset="-122"/>
              </a:rPr>
              <a:t>α</a:t>
            </a:r>
            <a:r>
              <a:rPr lang="en-US" altLang="zh-CN" b="0" i="1" baseline="30000" dirty="0">
                <a:solidFill>
                  <a:schemeClr val="bg1"/>
                </a:solidFill>
                <a:ea typeface="宋体" panose="02010600030101010101" pitchFamily="2" charset="-122"/>
              </a:rPr>
              <a:t>z</a:t>
            </a:r>
            <a:r>
              <a:rPr lang="en-US" altLang="zh-CN" b="0" dirty="0">
                <a:solidFill>
                  <a:schemeClr val="bg1"/>
                </a:solidFill>
                <a:latin typeface="Arial" panose="020B0604020202020204" pitchFamily="34" charset="0"/>
              </a:rPr>
              <a:t>=</a:t>
            </a:r>
            <a:r>
              <a:rPr lang="en-US" altLang="zh-CN" dirty="0">
                <a:solidFill>
                  <a:schemeClr val="bg1"/>
                </a:solidFill>
                <a:ea typeface="宋体" panose="02010600030101010101" pitchFamily="2" charset="-122"/>
              </a:rPr>
              <a:t>1</a:t>
            </a:r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/</a:t>
            </a:r>
            <a:r>
              <a:rPr lang="en-US" altLang="zh-CN" dirty="0">
                <a:solidFill>
                  <a:schemeClr val="bg1"/>
                </a:solidFill>
                <a:ea typeface="宋体" panose="02010600030101010101" pitchFamily="2" charset="-122"/>
              </a:rPr>
              <a:t>1000</a:t>
            </a:r>
            <a:r>
              <a:rPr lang="zh-CN" altLang="en-US" dirty="0">
                <a:solidFill>
                  <a:schemeClr val="bg1"/>
                </a:solidFill>
                <a:ea typeface="宋体" panose="02010600030101010101" pitchFamily="2" charset="-122"/>
              </a:rPr>
              <a:t>， 即</a:t>
            </a:r>
            <a:r>
              <a:rPr lang="en-US" altLang="zh-CN" dirty="0">
                <a:solidFill>
                  <a:schemeClr val="bg1"/>
                </a:solidFill>
              </a:rPr>
              <a:t>e</a:t>
            </a:r>
            <a:r>
              <a:rPr lang="el-GR" altLang="zh-CN" i="1" baseline="30000" dirty="0">
                <a:solidFill>
                  <a:schemeClr val="bg1"/>
                </a:solidFill>
              </a:rPr>
              <a:t>α</a:t>
            </a:r>
            <a:r>
              <a:rPr lang="en-US" altLang="zh-CN" b="0" i="1" baseline="30000" dirty="0">
                <a:solidFill>
                  <a:schemeClr val="bg1"/>
                </a:solidFill>
              </a:rPr>
              <a:t>z</a:t>
            </a:r>
            <a:r>
              <a:rPr lang="en-US" altLang="zh-CN" b="0" dirty="0">
                <a:solidFill>
                  <a:schemeClr val="bg1"/>
                </a:solidFill>
                <a:latin typeface="Arial" panose="020B0604020202020204" pitchFamily="34" charset="0"/>
              </a:rPr>
              <a:t>=</a:t>
            </a:r>
            <a:r>
              <a:rPr lang="en-US" altLang="zh-CN" dirty="0">
                <a:solidFill>
                  <a:schemeClr val="bg1"/>
                </a:solidFill>
              </a:rPr>
              <a:t>1000</a:t>
            </a:r>
            <a:r>
              <a:rPr lang="zh-CN" altLang="en-US" dirty="0">
                <a:solidFill>
                  <a:schemeClr val="bg1"/>
                </a:solidFill>
              </a:rPr>
              <a:t>，由此得到电场强度幅值减小为 </a:t>
            </a:r>
            <a:r>
              <a:rPr lang="en-US" altLang="zh-CN" b="0" i="1" dirty="0">
                <a:solidFill>
                  <a:schemeClr val="bg1"/>
                </a:solidFill>
                <a:latin typeface="Arial" panose="020B0604020202020204" pitchFamily="34" charset="0"/>
              </a:rPr>
              <a:t>z</a:t>
            </a:r>
            <a:r>
              <a:rPr lang="en-US" altLang="zh-CN" b="0" dirty="0">
                <a:solidFill>
                  <a:schemeClr val="bg1"/>
                </a:solidFill>
                <a:latin typeface="Arial" panose="020B0604020202020204" pitchFamily="34" charset="0"/>
              </a:rPr>
              <a:t> =</a:t>
            </a:r>
            <a:r>
              <a:rPr lang="en-US" altLang="zh-CN" dirty="0">
                <a:solidFill>
                  <a:schemeClr val="bg1"/>
                </a:solidFill>
              </a:rPr>
              <a:t> 0 </a:t>
            </a:r>
            <a:r>
              <a:rPr lang="zh-CN" altLang="en-US" dirty="0">
                <a:solidFill>
                  <a:schemeClr val="bg1"/>
                </a:solidFill>
              </a:rPr>
              <a:t>处的</a:t>
            </a:r>
            <a:r>
              <a:rPr lang="en-US" altLang="zh-CN" dirty="0">
                <a:solidFill>
                  <a:schemeClr val="bg1"/>
                </a:solidFill>
              </a:rPr>
              <a:t>1</a:t>
            </a:r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</a:rPr>
              <a:t>/</a:t>
            </a:r>
            <a:r>
              <a:rPr lang="en-US" altLang="zh-CN" dirty="0">
                <a:solidFill>
                  <a:schemeClr val="bg1"/>
                </a:solidFill>
              </a:rPr>
              <a:t>1000 </a:t>
            </a:r>
            <a:r>
              <a:rPr lang="zh-CN" altLang="en-US" dirty="0">
                <a:solidFill>
                  <a:schemeClr val="bg1"/>
                </a:solidFill>
              </a:rPr>
              <a:t>时，波传播的距离</a:t>
            </a:r>
            <a:endParaRPr lang="el-GR" altLang="zh-CN" dirty="0">
              <a:solidFill>
                <a:schemeClr val="bg1"/>
              </a:solidFill>
            </a:endParaRPr>
          </a:p>
        </p:txBody>
      </p:sp>
      <p:graphicFrame>
        <p:nvGraphicFramePr>
          <p:cNvPr id="715796" name="Object 20">
            <a:extLst>
              <a:ext uri="{FF2B5EF4-FFF2-40B4-BE49-F238E27FC236}">
                <a16:creationId xmlns:a16="http://schemas.microsoft.com/office/drawing/2014/main" id="{45F0EEB0-14BE-F3D1-54FF-67C76E74B97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133407"/>
              </p:ext>
            </p:extLst>
          </p:nvPr>
        </p:nvGraphicFramePr>
        <p:xfrm>
          <a:off x="4825677" y="789189"/>
          <a:ext cx="4098925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686600" imgH="280440" progId="Equation.DSMT4">
                  <p:embed/>
                </p:oleObj>
              </mc:Choice>
              <mc:Fallback>
                <p:oleObj r:id="rId2" imgW="1686600" imgH="280440" progId="Equation.DSMT4">
                  <p:embed/>
                  <p:pic>
                    <p:nvPicPr>
                      <p:cNvPr id="715796" name="Object 20">
                        <a:extLst>
                          <a:ext uri="{FF2B5EF4-FFF2-40B4-BE49-F238E27FC236}">
                            <a16:creationId xmlns:a16="http://schemas.microsoft.com/office/drawing/2014/main" id="{45F0EEB0-14BE-F3D1-54FF-67C76E74B97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25677" y="789189"/>
                        <a:ext cx="4098925" cy="792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5811" name="Object 35">
            <a:extLst>
              <a:ext uri="{FF2B5EF4-FFF2-40B4-BE49-F238E27FC236}">
                <a16:creationId xmlns:a16="http://schemas.microsoft.com/office/drawing/2014/main" id="{10FE9F55-5B6D-05D5-D123-D05BB06E51D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6516829"/>
              </p:ext>
            </p:extLst>
          </p:nvPr>
        </p:nvGraphicFramePr>
        <p:xfrm>
          <a:off x="395536" y="1998562"/>
          <a:ext cx="4718173" cy="5069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016360" imgH="159480" progId="Equation.DSMT4">
                  <p:embed/>
                </p:oleObj>
              </mc:Choice>
              <mc:Fallback>
                <p:oleObj r:id="rId4" imgW="2016360" imgH="159480" progId="Equation.DSMT4">
                  <p:embed/>
                  <p:pic>
                    <p:nvPicPr>
                      <p:cNvPr id="715811" name="Object 35">
                        <a:extLst>
                          <a:ext uri="{FF2B5EF4-FFF2-40B4-BE49-F238E27FC236}">
                            <a16:creationId xmlns:a16="http://schemas.microsoft.com/office/drawing/2014/main" id="{10FE9F55-5B6D-05D5-D123-D05BB06E51D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536" y="1998562"/>
                        <a:ext cx="4718173" cy="5069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5809" name="Object 33">
            <a:extLst>
              <a:ext uri="{FF2B5EF4-FFF2-40B4-BE49-F238E27FC236}">
                <a16:creationId xmlns:a16="http://schemas.microsoft.com/office/drawing/2014/main" id="{A0EB6E52-0558-0456-5737-D3AD5BA5949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1644464"/>
              </p:ext>
            </p:extLst>
          </p:nvPr>
        </p:nvGraphicFramePr>
        <p:xfrm>
          <a:off x="127670" y="3098386"/>
          <a:ext cx="5596458" cy="983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2400840" imgH="379440" progId="Equation.DSMT4">
                  <p:embed/>
                </p:oleObj>
              </mc:Choice>
              <mc:Fallback>
                <p:oleObj r:id="rId6" imgW="2400840" imgH="379440" progId="Equation.DSMT4">
                  <p:embed/>
                  <p:pic>
                    <p:nvPicPr>
                      <p:cNvPr id="715809" name="Object 33">
                        <a:extLst>
                          <a:ext uri="{FF2B5EF4-FFF2-40B4-BE49-F238E27FC236}">
                            <a16:creationId xmlns:a16="http://schemas.microsoft.com/office/drawing/2014/main" id="{A0EB6E52-0558-0456-5737-D3AD5BA5949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670" y="3098386"/>
                        <a:ext cx="5596458" cy="983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5807" name="Object 31">
            <a:extLst>
              <a:ext uri="{FF2B5EF4-FFF2-40B4-BE49-F238E27FC236}">
                <a16:creationId xmlns:a16="http://schemas.microsoft.com/office/drawing/2014/main" id="{262D8E26-CD0E-CE44-1F39-00B6E9E02B9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3438901"/>
              </p:ext>
            </p:extLst>
          </p:nvPr>
        </p:nvGraphicFramePr>
        <p:xfrm>
          <a:off x="2627784" y="3954913"/>
          <a:ext cx="6202564" cy="14166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2708280" imgH="577440" progId="Equation.DSMT4">
                  <p:embed/>
                </p:oleObj>
              </mc:Choice>
              <mc:Fallback>
                <p:oleObj r:id="rId8" imgW="2708280" imgH="577440" progId="Equation.DSMT4">
                  <p:embed/>
                  <p:pic>
                    <p:nvPicPr>
                      <p:cNvPr id="715807" name="Object 31">
                        <a:extLst>
                          <a:ext uri="{FF2B5EF4-FFF2-40B4-BE49-F238E27FC236}">
                            <a16:creationId xmlns:a16="http://schemas.microsoft.com/office/drawing/2014/main" id="{262D8E26-CD0E-CE44-1F39-00B6E9E02B9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784" y="3954913"/>
                        <a:ext cx="6202564" cy="14166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5819" name="Rectangle 43">
            <a:extLst>
              <a:ext uri="{FF2B5EF4-FFF2-40B4-BE49-F238E27FC236}">
                <a16:creationId xmlns:a16="http://schemas.microsoft.com/office/drawing/2014/main" id="{8F771FD7-ACC9-70C8-CB0E-1C9D84A400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19" y="2557583"/>
            <a:ext cx="70564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lang="zh-CN" altLang="en-US" dirty="0">
                <a:solidFill>
                  <a:schemeClr val="bg1"/>
                </a:solidFill>
              </a:rPr>
              <a:t>故在 </a:t>
            </a:r>
            <a:r>
              <a:rPr lang="en-US" altLang="zh-CN" b="0" i="1" dirty="0">
                <a:solidFill>
                  <a:schemeClr val="bg1"/>
                </a:solidFill>
                <a:latin typeface="Arial" panose="020B0604020202020204" pitchFamily="34" charset="0"/>
              </a:rPr>
              <a:t>z</a:t>
            </a:r>
            <a:r>
              <a:rPr lang="en-US" altLang="zh-CN" b="0" dirty="0">
                <a:solidFill>
                  <a:schemeClr val="bg1"/>
                </a:solidFill>
                <a:latin typeface="Arial" panose="020B0604020202020204" pitchFamily="34" charset="0"/>
              </a:rPr>
              <a:t> =</a:t>
            </a:r>
            <a:r>
              <a:rPr lang="en-US" altLang="zh-CN" dirty="0">
                <a:solidFill>
                  <a:schemeClr val="bg1"/>
                </a:solidFill>
              </a:rPr>
              <a:t> </a:t>
            </a:r>
            <a:r>
              <a:rPr lang="en-US" altLang="zh-CN" b="0" dirty="0">
                <a:solidFill>
                  <a:schemeClr val="bg1"/>
                </a:solidFill>
              </a:rPr>
              <a:t>0.8 m</a:t>
            </a:r>
            <a:r>
              <a:rPr lang="en-US" altLang="zh-CN" dirty="0">
                <a:solidFill>
                  <a:schemeClr val="bg1"/>
                </a:solidFill>
              </a:rPr>
              <a:t> </a:t>
            </a:r>
            <a:r>
              <a:rPr lang="zh-CN" altLang="en-US" dirty="0">
                <a:solidFill>
                  <a:schemeClr val="bg1"/>
                </a:solidFill>
              </a:rPr>
              <a:t>处，电场瞬时表达式为</a:t>
            </a:r>
          </a:p>
        </p:txBody>
      </p:sp>
      <p:sp>
        <p:nvSpPr>
          <p:cNvPr id="715820" name="Rectangle 44">
            <a:extLst>
              <a:ext uri="{FF2B5EF4-FFF2-40B4-BE49-F238E27FC236}">
                <a16:creationId xmlns:a16="http://schemas.microsoft.com/office/drawing/2014/main" id="{52279A9E-EAAD-ABDD-E7B4-5C5E2F416C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128061"/>
            <a:ext cx="45354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lang="zh-CN" altLang="en-US" dirty="0">
                <a:solidFill>
                  <a:schemeClr val="bg1"/>
                </a:solidFill>
              </a:rPr>
              <a:t>磁场瞬时表达式为</a:t>
            </a:r>
          </a:p>
        </p:txBody>
      </p:sp>
      <p:sp>
        <p:nvSpPr>
          <p:cNvPr id="715821" name="Rectangle 45">
            <a:extLst>
              <a:ext uri="{FF2B5EF4-FFF2-40B4-BE49-F238E27FC236}">
                <a16:creationId xmlns:a16="http://schemas.microsoft.com/office/drawing/2014/main" id="{154FF76B-22B4-94D3-86F1-BE2B27EEB7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52536" y="1472619"/>
            <a:ext cx="67691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dirty="0">
                <a:solidFill>
                  <a:schemeClr val="bg1"/>
                </a:solidFill>
              </a:rPr>
              <a:t>   </a:t>
            </a:r>
            <a:r>
              <a:rPr lang="zh-CN" altLang="en-US" dirty="0">
                <a:solidFill>
                  <a:schemeClr val="bg1"/>
                </a:solidFill>
              </a:rPr>
              <a:t>（</a:t>
            </a:r>
            <a:r>
              <a:rPr lang="en-US" altLang="zh-CN" dirty="0">
                <a:solidFill>
                  <a:schemeClr val="bg1"/>
                </a:solidFill>
              </a:rPr>
              <a:t>3</a:t>
            </a:r>
            <a:r>
              <a:rPr lang="zh-CN" altLang="en-US" dirty="0">
                <a:solidFill>
                  <a:schemeClr val="bg1"/>
                </a:solidFill>
              </a:rPr>
              <a:t>）根据题意，电场的瞬时表达式为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17B3C6AD-A9FD-81BF-4000-914477C0F1B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03019" y="1664955"/>
            <a:ext cx="3600362" cy="117446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59DEFC8-F588-9136-AF60-F5EAAA353CF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-6932" y="5358938"/>
            <a:ext cx="5731059" cy="152644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715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715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715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2000"/>
                                        <p:tgtEl>
                                          <p:spTgt spid="715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2000"/>
                                        <p:tgtEl>
                                          <p:spTgt spid="715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2000"/>
                                        <p:tgtEl>
                                          <p:spTgt spid="715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2000"/>
                                        <p:tgtEl>
                                          <p:spTgt spid="715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2000"/>
                                        <p:tgtEl>
                                          <p:spTgt spid="715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5800" grpId="0"/>
      <p:bldP spid="715819" grpId="0"/>
      <p:bldP spid="715820" grpId="0"/>
      <p:bldP spid="71582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>
            <a:extLst>
              <a:ext uri="{FF2B5EF4-FFF2-40B4-BE49-F238E27FC236}">
                <a16:creationId xmlns:a16="http://schemas.microsoft.com/office/drawing/2014/main" id="{913A9666-CE9E-ADD4-35A9-78783B41FC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FF2E50-D4B5-4FD0-BC67-C4E882D6C7CA}" type="slidenum">
              <a:rPr lang="en-US" altLang="zh-CN"/>
              <a:pPr/>
              <a:t>17</a:t>
            </a:fld>
            <a:endParaRPr lang="en-US" altLang="zh-CN"/>
          </a:p>
        </p:txBody>
      </p:sp>
      <p:graphicFrame>
        <p:nvGraphicFramePr>
          <p:cNvPr id="716823" name="Object 23">
            <a:extLst>
              <a:ext uri="{FF2B5EF4-FFF2-40B4-BE49-F238E27FC236}">
                <a16:creationId xmlns:a16="http://schemas.microsoft.com/office/drawing/2014/main" id="{10FF03F6-37B8-4DC3-C58E-08441530728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9750" y="908050"/>
          <a:ext cx="7354888" cy="1544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675520" imgH="555480" progId="Equation.DSMT4">
                  <p:embed/>
                </p:oleObj>
              </mc:Choice>
              <mc:Fallback>
                <p:oleObj r:id="rId3" imgW="2675520" imgH="555480" progId="Equation.DSMT4">
                  <p:embed/>
                  <p:pic>
                    <p:nvPicPr>
                      <p:cNvPr id="716823" name="Object 23">
                        <a:extLst>
                          <a:ext uri="{FF2B5EF4-FFF2-40B4-BE49-F238E27FC236}">
                            <a16:creationId xmlns:a16="http://schemas.microsoft.com/office/drawing/2014/main" id="{10FF03F6-37B8-4DC3-C58E-08441530728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908050"/>
                        <a:ext cx="7354888" cy="1544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6831" name="Rectangle 31">
            <a:extLst>
              <a:ext uri="{FF2B5EF4-FFF2-40B4-BE49-F238E27FC236}">
                <a16:creationId xmlns:a16="http://schemas.microsoft.com/office/drawing/2014/main" id="{625C90B6-9356-4F62-AF62-47C943586C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125" y="476250"/>
            <a:ext cx="65484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>
                <a:solidFill>
                  <a:schemeClr val="bg1"/>
                </a:solidFill>
              </a:rPr>
              <a:t>    </a:t>
            </a:r>
            <a:r>
              <a:rPr lang="zh-CN" altLang="en-US">
                <a:solidFill>
                  <a:schemeClr val="bg1"/>
                </a:solidFill>
              </a:rPr>
              <a:t>（</a:t>
            </a:r>
            <a:r>
              <a:rPr lang="en-US" altLang="zh-CN">
                <a:solidFill>
                  <a:schemeClr val="bg1"/>
                </a:solidFill>
              </a:rPr>
              <a:t>4</a:t>
            </a:r>
            <a:r>
              <a:rPr lang="zh-CN" altLang="en-US">
                <a:solidFill>
                  <a:schemeClr val="bg1"/>
                </a:solidFill>
              </a:rPr>
              <a:t>）在 </a:t>
            </a:r>
            <a:r>
              <a:rPr lang="en-US" altLang="zh-CN" b="0" i="1">
                <a:solidFill>
                  <a:schemeClr val="bg1"/>
                </a:solidFill>
                <a:latin typeface="Arial" panose="020B0604020202020204" pitchFamily="34" charset="0"/>
              </a:rPr>
              <a:t>z</a:t>
            </a:r>
            <a:r>
              <a:rPr lang="en-US" altLang="zh-CN" b="0">
                <a:solidFill>
                  <a:schemeClr val="bg1"/>
                </a:solidFill>
                <a:latin typeface="Arial" panose="020B0604020202020204" pitchFamily="34" charset="0"/>
              </a:rPr>
              <a:t> =</a:t>
            </a:r>
            <a:r>
              <a:rPr lang="en-US" altLang="zh-CN">
                <a:solidFill>
                  <a:schemeClr val="bg1"/>
                </a:solidFill>
              </a:rPr>
              <a:t> </a:t>
            </a:r>
            <a:r>
              <a:rPr lang="en-US" altLang="zh-CN" b="0">
                <a:solidFill>
                  <a:schemeClr val="bg1"/>
                </a:solidFill>
              </a:rPr>
              <a:t>0.8 m </a:t>
            </a:r>
            <a:r>
              <a:rPr lang="zh-CN" altLang="en-US">
                <a:solidFill>
                  <a:schemeClr val="bg1"/>
                </a:solidFill>
              </a:rPr>
              <a:t>处的平均坡印廷矢量</a:t>
            </a:r>
          </a:p>
        </p:txBody>
      </p:sp>
      <p:sp>
        <p:nvSpPr>
          <p:cNvPr id="716832" name="Rectangle 32">
            <a:extLst>
              <a:ext uri="{FF2B5EF4-FFF2-40B4-BE49-F238E27FC236}">
                <a16:creationId xmlns:a16="http://schemas.microsoft.com/office/drawing/2014/main" id="{8AD09210-ECA7-C499-0139-6A6C08C40D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2565400"/>
            <a:ext cx="6119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lang="zh-CN" altLang="en-US">
                <a:solidFill>
                  <a:schemeClr val="bg1"/>
                </a:solidFill>
              </a:rPr>
              <a:t>穿过 </a:t>
            </a:r>
            <a:r>
              <a:rPr lang="en-US" altLang="zh-CN">
                <a:solidFill>
                  <a:schemeClr val="bg1"/>
                </a:solidFill>
              </a:rPr>
              <a:t>1</a:t>
            </a:r>
            <a:r>
              <a:rPr lang="en-US" altLang="zh-CN" b="0">
                <a:solidFill>
                  <a:schemeClr val="bg1"/>
                </a:solidFill>
              </a:rPr>
              <a:t>m</a:t>
            </a:r>
            <a:r>
              <a:rPr lang="en-US" altLang="zh-CN" baseline="30000">
                <a:solidFill>
                  <a:schemeClr val="bg1"/>
                </a:solidFill>
              </a:rPr>
              <a:t>2 </a:t>
            </a:r>
            <a:r>
              <a:rPr lang="zh-CN" altLang="en-US">
                <a:solidFill>
                  <a:schemeClr val="bg1"/>
                </a:solidFill>
              </a:rPr>
              <a:t>的平均功率</a:t>
            </a:r>
            <a:r>
              <a:rPr lang="en-US" altLang="zh-CN" b="0" i="1">
                <a:solidFill>
                  <a:schemeClr val="bg1"/>
                </a:solidFill>
              </a:rPr>
              <a:t>P</a:t>
            </a:r>
            <a:r>
              <a:rPr lang="en-US" altLang="zh-CN" b="0" baseline="-25000">
                <a:solidFill>
                  <a:schemeClr val="bg1"/>
                </a:solidFill>
              </a:rPr>
              <a:t>av</a:t>
            </a:r>
            <a:r>
              <a:rPr lang="en-US" altLang="zh-CN">
                <a:solidFill>
                  <a:schemeClr val="bg1"/>
                </a:solidFill>
              </a:rPr>
              <a:t> </a:t>
            </a:r>
            <a:r>
              <a:rPr lang="en-US" altLang="zh-CN" b="0">
                <a:solidFill>
                  <a:schemeClr val="bg1"/>
                </a:solidFill>
                <a:latin typeface="Arial" panose="020B0604020202020204" pitchFamily="34" charset="0"/>
              </a:rPr>
              <a:t>=</a:t>
            </a:r>
            <a:r>
              <a:rPr lang="en-US" altLang="zh-CN">
                <a:solidFill>
                  <a:schemeClr val="bg1"/>
                </a:solidFill>
              </a:rPr>
              <a:t> 0.75 </a:t>
            </a:r>
            <a:r>
              <a:rPr lang="en-US" altLang="zh-CN" b="0">
                <a:solidFill>
                  <a:schemeClr val="bg1"/>
                </a:solidFill>
              </a:rPr>
              <a:t>mW</a:t>
            </a:r>
          </a:p>
        </p:txBody>
      </p:sp>
      <p:sp>
        <p:nvSpPr>
          <p:cNvPr id="716834" name="Rectangle 34">
            <a:extLst>
              <a:ext uri="{FF2B5EF4-FFF2-40B4-BE49-F238E27FC236}">
                <a16:creationId xmlns:a16="http://schemas.microsoft.com/office/drawing/2014/main" id="{527C8903-49E0-DF71-C76F-6922D5ACFD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3368675"/>
            <a:ext cx="4826000" cy="294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fontAlgn="ctr">
              <a:lnSpc>
                <a:spcPct val="130000"/>
              </a:lnSpc>
            </a:pPr>
            <a:r>
              <a:rPr lang="zh-CN" altLang="en-US">
                <a:solidFill>
                  <a:srgbClr val="FF7C80"/>
                </a:solidFill>
                <a:ea typeface="幼圆" panose="02010509060101010101" pitchFamily="49" charset="-122"/>
              </a:rPr>
              <a:t>由此例可知：</a:t>
            </a:r>
            <a:r>
              <a:rPr lang="zh-CN" altLang="en-US">
                <a:solidFill>
                  <a:srgbClr val="FF0000"/>
                </a:solidFill>
              </a:rPr>
              <a:t>电磁波在海水中传播时衰减很快</a:t>
            </a:r>
            <a:r>
              <a:rPr lang="zh-CN" altLang="en-US">
                <a:solidFill>
                  <a:schemeClr val="bg1"/>
                </a:solidFill>
              </a:rPr>
              <a:t>，尤其在高频时衰减更为严重，这给</a:t>
            </a:r>
            <a:r>
              <a:rPr lang="zh-CN" altLang="en-US">
                <a:solidFill>
                  <a:srgbClr val="FF0000"/>
                </a:solidFill>
              </a:rPr>
              <a:t>潜艇之间的通信带来了很大的困难</a:t>
            </a:r>
            <a:r>
              <a:rPr lang="zh-CN" altLang="en-US">
                <a:solidFill>
                  <a:schemeClr val="bg1"/>
                </a:solidFill>
              </a:rPr>
              <a:t>。若为保持低衰减，工作频率必须很低，但即使在 </a:t>
            </a:r>
            <a:r>
              <a:rPr lang="en-US" altLang="zh-CN">
                <a:solidFill>
                  <a:schemeClr val="bg1"/>
                </a:solidFill>
              </a:rPr>
              <a:t>1 </a:t>
            </a:r>
            <a:r>
              <a:rPr lang="en-US" altLang="zh-CN" b="0">
                <a:solidFill>
                  <a:schemeClr val="bg1"/>
                </a:solidFill>
              </a:rPr>
              <a:t>kHz </a:t>
            </a:r>
            <a:r>
              <a:rPr lang="zh-CN" altLang="en-US">
                <a:solidFill>
                  <a:schemeClr val="bg1"/>
                </a:solidFill>
              </a:rPr>
              <a:t>的低频下，衰减仍然很明显。</a:t>
            </a:r>
            <a:endParaRPr lang="el-GR" altLang="zh-CN">
              <a:solidFill>
                <a:schemeClr val="bg1"/>
              </a:solidFill>
            </a:endParaRPr>
          </a:p>
        </p:txBody>
      </p:sp>
      <p:grpSp>
        <p:nvGrpSpPr>
          <p:cNvPr id="716846" name="Group 46">
            <a:extLst>
              <a:ext uri="{FF2B5EF4-FFF2-40B4-BE49-F238E27FC236}">
                <a16:creationId xmlns:a16="http://schemas.microsoft.com/office/drawing/2014/main" id="{E35FE087-1085-3324-5BB5-9EA4D45E0E00}"/>
              </a:ext>
            </a:extLst>
          </p:cNvPr>
          <p:cNvGrpSpPr>
            <a:grpSpLocks/>
          </p:cNvGrpSpPr>
          <p:nvPr/>
        </p:nvGrpSpPr>
        <p:grpSpPr bwMode="auto">
          <a:xfrm>
            <a:off x="5148263" y="2205038"/>
            <a:ext cx="3995737" cy="4248150"/>
            <a:chOff x="3334" y="720"/>
            <a:chExt cx="2404" cy="2710"/>
          </a:xfrm>
        </p:grpSpPr>
        <p:sp>
          <p:nvSpPr>
            <p:cNvPr id="63495" name="Rectangle 39">
              <a:extLst>
                <a:ext uri="{FF2B5EF4-FFF2-40B4-BE49-F238E27FC236}">
                  <a16:creationId xmlns:a16="http://schemas.microsoft.com/office/drawing/2014/main" id="{52A3DF6D-2C98-2D52-29AC-C26C5CDB6B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4" y="799"/>
              <a:ext cx="2380" cy="263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graphicFrame>
          <p:nvGraphicFramePr>
            <p:cNvPr id="63496" name="Object 41">
              <a:extLst>
                <a:ext uri="{FF2B5EF4-FFF2-40B4-BE49-F238E27FC236}">
                  <a16:creationId xmlns:a16="http://schemas.microsoft.com/office/drawing/2014/main" id="{63137B0C-C8CF-D805-EFFB-52C0FB049AF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35" y="720"/>
            <a:ext cx="2403" cy="22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3660648" imgH="2583180" progId="Word.Picture.8">
                    <p:embed/>
                  </p:oleObj>
                </mc:Choice>
                <mc:Fallback>
                  <p:oleObj r:id="rId5" imgW="3660648" imgH="2583180" progId="Word.Picture.8">
                    <p:embed/>
                    <p:pic>
                      <p:nvPicPr>
                        <p:cNvPr id="63496" name="Object 41">
                          <a:extLst>
                            <a:ext uri="{FF2B5EF4-FFF2-40B4-BE49-F238E27FC236}">
                              <a16:creationId xmlns:a16="http://schemas.microsoft.com/office/drawing/2014/main" id="{63137B0C-C8CF-D805-EFFB-52C0FB049AF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35" y="720"/>
                          <a:ext cx="2403" cy="22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3497" name="Text Box 42">
              <a:extLst>
                <a:ext uri="{FF2B5EF4-FFF2-40B4-BE49-F238E27FC236}">
                  <a16:creationId xmlns:a16="http://schemas.microsoft.com/office/drawing/2014/main" id="{749E5733-2E10-D00F-456E-264AF02E0F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16" y="2931"/>
              <a:ext cx="2042" cy="4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ctr">
                <a:spcBef>
                  <a:spcPct val="20000"/>
                </a:spcBef>
              </a:pPr>
              <a:r>
                <a:rPr lang="zh-CN" altLang="en-US" sz="1800">
                  <a:ea typeface="宋体" panose="02010600030101010101" pitchFamily="2" charset="-122"/>
                </a:rPr>
                <a:t>海水中的趋肤深度随频率变化的曲线</a:t>
              </a:r>
              <a:endParaRPr lang="zh-CN" altLang="en-US" sz="1800"/>
            </a:p>
          </p:txBody>
        </p:sp>
        <p:sp>
          <p:nvSpPr>
            <p:cNvPr id="63498" name="Rectangle 45">
              <a:extLst>
                <a:ext uri="{FF2B5EF4-FFF2-40B4-BE49-F238E27FC236}">
                  <a16:creationId xmlns:a16="http://schemas.microsoft.com/office/drawing/2014/main" id="{FD2BF588-4888-8565-0220-6C862C6A64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4" y="799"/>
              <a:ext cx="2380" cy="2631"/>
            </a:xfrm>
            <a:prstGeom prst="rect">
              <a:avLst/>
            </a:prstGeom>
            <a:noFill/>
            <a:ln w="25400">
              <a:solidFill>
                <a:srgbClr val="FF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716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0"/>
                                        <p:tgtEl>
                                          <p:spTgt spid="716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716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716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0"/>
                                        <p:tgtEl>
                                          <p:spTgt spid="716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831" grpId="0"/>
      <p:bldP spid="716832" grpId="0"/>
      <p:bldP spid="71683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2">
            <a:extLst>
              <a:ext uri="{FF2B5EF4-FFF2-40B4-BE49-F238E27FC236}">
                <a16:creationId xmlns:a16="http://schemas.microsoft.com/office/drawing/2014/main" id="{72C670BE-33C6-1ACA-24A6-1112B481EB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5CD89F-897C-41A1-B1CA-55958E4D6DF0}" type="slidenum">
              <a:rPr lang="en-US" altLang="zh-CN"/>
              <a:pPr/>
              <a:t>18</a:t>
            </a:fld>
            <a:endParaRPr lang="en-US" altLang="zh-CN"/>
          </a:p>
        </p:txBody>
      </p:sp>
      <p:sp>
        <p:nvSpPr>
          <p:cNvPr id="65538" name="AutoShape 2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E81B321E-8187-32A4-BF0A-A3A3022612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spcBef>
                <a:spcPct val="20000"/>
              </a:spcBef>
            </a:pPr>
            <a:endParaRPr lang="zh-CN" altLang="en-US"/>
          </a:p>
        </p:txBody>
      </p:sp>
      <p:sp>
        <p:nvSpPr>
          <p:cNvPr id="65539" name="AutoShape 3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B7DFE592-0D5F-5F10-7756-346D810881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spcBef>
                <a:spcPct val="20000"/>
              </a:spcBef>
            </a:pPr>
            <a:endParaRPr lang="zh-CN" altLang="en-US"/>
          </a:p>
        </p:txBody>
      </p:sp>
      <p:sp>
        <p:nvSpPr>
          <p:cNvPr id="65540" name="AutoShape 4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E8BEB7EC-C421-E927-D1EA-52A701A6C0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spcBef>
                <a:spcPct val="20000"/>
              </a:spcBef>
            </a:pPr>
            <a:endParaRPr lang="zh-CN" altLang="en-US"/>
          </a:p>
        </p:txBody>
      </p:sp>
      <p:sp>
        <p:nvSpPr>
          <p:cNvPr id="65541" name="AutoShape 5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BB86EA9F-7DF2-C41F-5A58-B6E1C740CE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spcBef>
                <a:spcPct val="20000"/>
              </a:spcBef>
            </a:pPr>
            <a:endParaRPr lang="zh-CN" altLang="en-US"/>
          </a:p>
        </p:txBody>
      </p:sp>
      <p:sp>
        <p:nvSpPr>
          <p:cNvPr id="749574" name="Text Box 6">
            <a:extLst>
              <a:ext uri="{FF2B5EF4-FFF2-40B4-BE49-F238E27FC236}">
                <a16:creationId xmlns:a16="http://schemas.microsoft.com/office/drawing/2014/main" id="{359AFB7F-5559-E030-0AF8-28BB601FBB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30588" y="2492375"/>
            <a:ext cx="44640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zh-CN">
                <a:solidFill>
                  <a:schemeClr val="bg1"/>
                </a:solidFill>
                <a:latin typeface="Arial" panose="020B0604020202020204" pitchFamily="34" charset="0"/>
              </a:rPr>
              <a:t>5.22</a:t>
            </a:r>
            <a:r>
              <a:rPr lang="zh-CN" altLang="en-US">
                <a:solidFill>
                  <a:schemeClr val="bg1"/>
                </a:solidFill>
                <a:latin typeface="Arial" panose="020B0604020202020204" pitchFamily="34" charset="0"/>
              </a:rPr>
              <a:t>，</a:t>
            </a:r>
            <a:r>
              <a:rPr lang="en-US" altLang="zh-CN">
                <a:solidFill>
                  <a:schemeClr val="bg1"/>
                </a:solidFill>
                <a:latin typeface="Arial" panose="020B0604020202020204" pitchFamily="34" charset="0"/>
              </a:rPr>
              <a:t>5.25</a:t>
            </a:r>
            <a:endParaRPr lang="el-GR" altLang="zh-CN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749575" name="Text Box 7">
            <a:extLst>
              <a:ext uri="{FF2B5EF4-FFF2-40B4-BE49-F238E27FC236}">
                <a16:creationId xmlns:a16="http://schemas.microsoft.com/office/drawing/2014/main" id="{667513DB-1668-DD07-20F1-A54E301675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9838" y="1557338"/>
            <a:ext cx="28082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>
                <a:solidFill>
                  <a:srgbClr val="FFB7B7"/>
                </a:solidFill>
              </a:rPr>
              <a:t>作业</a:t>
            </a:r>
            <a:r>
              <a:rPr lang="zh-CN" altLang="en-US">
                <a:solidFill>
                  <a:schemeClr val="bg1"/>
                </a:solidFill>
              </a:rPr>
              <a:t>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749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2000"/>
                                        <p:tgtEl>
                                          <p:spTgt spid="749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9574" grpId="0"/>
      <p:bldP spid="74957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3AE098E5-09DA-B4D8-AFE1-B54EB5BDDA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604" y="0"/>
            <a:ext cx="889279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50248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077629a7-8530-4f4f-8193-4405e7030d9b"/>
  <p:tag name="COMMONDATA" val="eyJoZGlkIjoiOTk5ZGI1MDEzODM3NTRlMzM1MDZjZWE4NTNjMWYxMDk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1_默认设计模板">
  <a:themeElements>
    <a:clrScheme name="1_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默认设计模板">
      <a:majorFont>
        <a:latin typeface="Arial"/>
        <a:ea typeface="宋体"/>
        <a:cs typeface="Arial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1_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518</TotalTime>
  <Words>980</Words>
  <Application>Microsoft Office PowerPoint</Application>
  <PresentationFormat>全屏显示(4:3)</PresentationFormat>
  <Paragraphs>178</Paragraphs>
  <Slides>19</Slides>
  <Notes>11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19</vt:i4>
      </vt:variant>
    </vt:vector>
  </HeadingPairs>
  <TitlesOfParts>
    <vt:vector size="34" baseType="lpstr">
      <vt:lpstr>黑体</vt:lpstr>
      <vt:lpstr>楷体_GB2312</vt:lpstr>
      <vt:lpstr>隶书</vt:lpstr>
      <vt:lpstr>宋体</vt:lpstr>
      <vt:lpstr>幼圆</vt:lpstr>
      <vt:lpstr>Arial</vt:lpstr>
      <vt:lpstr>Symbol</vt:lpstr>
      <vt:lpstr>Times New Roman</vt:lpstr>
      <vt:lpstr>Verdana</vt:lpstr>
      <vt:lpstr>Wingdings</vt:lpstr>
      <vt:lpstr>1_默认设计模板</vt:lpstr>
      <vt:lpstr>Equation.3</vt:lpstr>
      <vt:lpstr>Equation.DSMT4</vt:lpstr>
      <vt:lpstr>Equation</vt:lpstr>
      <vt:lpstr>Microsoft Word Picture</vt:lpstr>
      <vt:lpstr>5.2 导电媒质中的均匀平面波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武汉大学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lsp</dc:creator>
  <cp:lastModifiedBy>Admin</cp:lastModifiedBy>
  <cp:revision>706</cp:revision>
  <dcterms:created xsi:type="dcterms:W3CDTF">2004-02-10T07:06:32Z</dcterms:created>
  <dcterms:modified xsi:type="dcterms:W3CDTF">2025-11-13T10:36:35Z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DC167FB416A642D88F043A07209B5944</vt:lpwstr>
  </property>
  <property fmtid="{D5CDD505-2E9C-101B-9397-08002B2CF9AE}" pid="3" name="KSOProductBuildVer">
    <vt:lpwstr>2052-11.1.0.13703</vt:lpwstr>
  </property>
</Properties>
</file>