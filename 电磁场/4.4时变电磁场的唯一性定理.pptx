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08" r:id="rId2"/>
  </p:sldIdLst>
  <p:sldSz cx="9144000" cy="6858000" type="screen4x3"/>
  <p:notesSz cx="6858000" cy="9144000"/>
  <p:custDataLst>
    <p:tags r:id="rId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5BAB7F"/>
    <a:srgbClr val="CCCCFF"/>
    <a:srgbClr val="6600FF"/>
    <a:srgbClr val="D60093"/>
    <a:srgbClr val="FFFF66"/>
    <a:srgbClr val="FF33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85"/>
    <p:restoredTop sz="67130"/>
  </p:normalViewPr>
  <p:slideViewPr>
    <p:cSldViewPr showGuides="1">
      <p:cViewPr varScale="1">
        <p:scale>
          <a:sx n="80" d="100"/>
          <a:sy n="80" d="100"/>
        </p:scale>
        <p:origin x="652" y="60"/>
      </p:cViewPr>
      <p:guideLst>
        <p:guide orient="horz" pos="2187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7584EA-F8F4-468B-838E-6FC41342A7C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2025/8/11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FA3BE2-94C1-4EC6-874D-79B19FD9F2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2DBF8C-73BE-48EB-9DAD-86366B0D9E7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2025/8/11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FCCE3B-0661-4084-9292-E9FF9DA121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19813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第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时变电磁场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21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23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3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28066" name="Rectangle 2"/>
          <p:cNvSpPr>
            <a:spLocks noGrp="1"/>
          </p:cNvSpPr>
          <p:nvPr>
            <p:ph type="title"/>
          </p:nvPr>
        </p:nvSpPr>
        <p:spPr>
          <a:xfrm>
            <a:off x="446088" y="404813"/>
            <a:ext cx="8229600" cy="503237"/>
          </a:xfr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4. 4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惟一性定理</a:t>
            </a:r>
            <a:r>
              <a:rPr lang="zh-CN" altLang="en-US" sz="1800" b="1" dirty="0"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728067" name="Rectangle 3"/>
          <p:cNvSpPr/>
          <p:nvPr/>
        </p:nvSpPr>
        <p:spPr>
          <a:xfrm>
            <a:off x="93663" y="4092575"/>
            <a:ext cx="9036050" cy="2465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在以闭曲面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为边界的有界区域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内，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如果给定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=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时刻的电场强度和磁场强度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的初始值，并且在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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时，给定边界面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上的电场强度的切向分量或磁场强度的切向分量，那么，在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&gt;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0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时，区域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内的电磁场由麦克斯韦方程惟一地确定。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728068" name="Text Box 4"/>
          <p:cNvSpPr txBox="1"/>
          <p:nvPr/>
        </p:nvSpPr>
        <p:spPr>
          <a:xfrm>
            <a:off x="107950" y="3500438"/>
            <a:ext cx="88566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2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惟一性定理的表述</a:t>
            </a:r>
          </a:p>
        </p:txBody>
      </p:sp>
      <p:sp>
        <p:nvSpPr>
          <p:cNvPr id="728069" name="Rectangle 5"/>
          <p:cNvSpPr/>
          <p:nvPr/>
        </p:nvSpPr>
        <p:spPr>
          <a:xfrm>
            <a:off x="73025" y="1341438"/>
            <a:ext cx="8963025" cy="1990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在分析有界区域的时变电磁场问题时，常常需要在给定的初始条件和边界条件下，求解麦克斯韦方程。那么，在什么定解条件下，有界区域中的麦克斯韦方程的解才是惟一的呢？这就是麦克斯韦方程的解的惟一问题。</a:t>
            </a:r>
          </a:p>
        </p:txBody>
      </p:sp>
      <p:sp>
        <p:nvSpPr>
          <p:cNvPr id="728070" name="Text Box 6"/>
          <p:cNvSpPr txBox="1"/>
          <p:nvPr/>
        </p:nvSpPr>
        <p:spPr>
          <a:xfrm>
            <a:off x="107950" y="908050"/>
            <a:ext cx="88566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2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惟一性问题</a:t>
            </a:r>
          </a:p>
        </p:txBody>
      </p:sp>
      <p:grpSp>
        <p:nvGrpSpPr>
          <p:cNvPr id="728077" name="Group 13"/>
          <p:cNvGrpSpPr/>
          <p:nvPr/>
        </p:nvGrpSpPr>
        <p:grpSpPr>
          <a:xfrm>
            <a:off x="5940425" y="3068638"/>
            <a:ext cx="2879725" cy="2305050"/>
            <a:chOff x="3833" y="1978"/>
            <a:chExt cx="1814" cy="1452"/>
          </a:xfrm>
        </p:grpSpPr>
        <p:sp>
          <p:nvSpPr>
            <p:cNvPr id="52233" name="Rectangle 8"/>
            <p:cNvSpPr/>
            <p:nvPr/>
          </p:nvSpPr>
          <p:spPr>
            <a:xfrm>
              <a:off x="3833" y="1978"/>
              <a:ext cx="1814" cy="1452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34" name="Freeform 9"/>
            <p:cNvSpPr/>
            <p:nvPr/>
          </p:nvSpPr>
          <p:spPr>
            <a:xfrm>
              <a:off x="3923" y="2099"/>
              <a:ext cx="1678" cy="1286"/>
            </a:xfrm>
            <a:custGeom>
              <a:avLst/>
              <a:gdLst/>
              <a:ahLst/>
              <a:cxnLst>
                <a:cxn ang="0">
                  <a:pos x="142" y="879"/>
                </a:cxn>
                <a:cxn ang="0">
                  <a:pos x="63" y="494"/>
                </a:cxn>
                <a:cxn ang="0">
                  <a:pos x="523" y="57"/>
                </a:cxn>
                <a:cxn ang="0">
                  <a:pos x="1304" y="154"/>
                </a:cxn>
                <a:cxn ang="0">
                  <a:pos x="1671" y="590"/>
                </a:cxn>
                <a:cxn ang="0">
                  <a:pos x="1349" y="1173"/>
                </a:cxn>
                <a:cxn ang="0">
                  <a:pos x="706" y="1269"/>
                </a:cxn>
                <a:cxn ang="0">
                  <a:pos x="419" y="1183"/>
                </a:cxn>
                <a:cxn ang="0">
                  <a:pos x="273" y="1044"/>
                </a:cxn>
                <a:cxn ang="0">
                  <a:pos x="142" y="879"/>
                </a:cxn>
              </a:cxnLst>
              <a:rect l="0" t="0" r="0" b="0"/>
              <a:pathLst>
                <a:path w="1650" h="1286">
                  <a:moveTo>
                    <a:pt x="140" y="879"/>
                  </a:moveTo>
                  <a:cubicBezTo>
                    <a:pt x="106" y="787"/>
                    <a:pt x="0" y="631"/>
                    <a:pt x="62" y="494"/>
                  </a:cubicBezTo>
                  <a:cubicBezTo>
                    <a:pt x="124" y="357"/>
                    <a:pt x="311" y="113"/>
                    <a:pt x="514" y="57"/>
                  </a:cubicBezTo>
                  <a:cubicBezTo>
                    <a:pt x="717" y="0"/>
                    <a:pt x="1093" y="65"/>
                    <a:pt x="1282" y="154"/>
                  </a:cubicBezTo>
                  <a:cubicBezTo>
                    <a:pt x="1470" y="243"/>
                    <a:pt x="1636" y="420"/>
                    <a:pt x="1643" y="590"/>
                  </a:cubicBezTo>
                  <a:cubicBezTo>
                    <a:pt x="1650" y="760"/>
                    <a:pt x="1485" y="1059"/>
                    <a:pt x="1326" y="1173"/>
                  </a:cubicBezTo>
                  <a:cubicBezTo>
                    <a:pt x="1168" y="1286"/>
                    <a:pt x="846" y="1267"/>
                    <a:pt x="694" y="1269"/>
                  </a:cubicBezTo>
                  <a:cubicBezTo>
                    <a:pt x="542" y="1271"/>
                    <a:pt x="483" y="1220"/>
                    <a:pt x="412" y="1183"/>
                  </a:cubicBezTo>
                  <a:cubicBezTo>
                    <a:pt x="341" y="1146"/>
                    <a:pt x="313" y="1095"/>
                    <a:pt x="268" y="1044"/>
                  </a:cubicBezTo>
                  <a:cubicBezTo>
                    <a:pt x="223" y="993"/>
                    <a:pt x="174" y="971"/>
                    <a:pt x="140" y="879"/>
                  </a:cubicBezTo>
                  <a:close/>
                </a:path>
              </a:pathLst>
            </a:custGeom>
            <a:gradFill rotWithShape="1">
              <a:gsLst>
                <a:gs pos="0">
                  <a:srgbClr val="213E2E">
                    <a:alpha val="100000"/>
                  </a:srgbClr>
                </a:gs>
                <a:gs pos="100000">
                  <a:srgbClr val="5BAB7F">
                    <a:alpha val="100000"/>
                  </a:srgbClr>
                </a:gs>
              </a:gsLst>
              <a:lin ang="18900000" scaled="1"/>
              <a:tileRect/>
            </a:gradFill>
            <a:ln w="1587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35" name="Object 11"/>
            <p:cNvGraphicFramePr>
              <a:graphicFrameLocks noChangeAspect="1"/>
            </p:cNvGraphicFramePr>
            <p:nvPr/>
          </p:nvGraphicFramePr>
          <p:xfrm>
            <a:off x="4921" y="2614"/>
            <a:ext cx="23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9530" imgH="66040" progId="Equation.DSMT4">
                    <p:embed/>
                  </p:oleObj>
                </mc:Choice>
                <mc:Fallback>
                  <p:oleObj r:id="rId3" imgW="49530" imgH="66040" progId="Equation.DSMT4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21" y="2614"/>
                          <a:ext cx="234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6" name="Object 12"/>
            <p:cNvGraphicFramePr>
              <a:graphicFrameLocks noChangeAspect="1"/>
            </p:cNvGraphicFramePr>
            <p:nvPr/>
          </p:nvGraphicFramePr>
          <p:xfrm>
            <a:off x="3923" y="3006"/>
            <a:ext cx="21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8735" imgH="66040" progId="Equation.DSMT4">
                    <p:embed/>
                  </p:oleObj>
                </mc:Choice>
                <mc:Fallback>
                  <p:oleObj r:id="rId5" imgW="38735" imgH="66040" progId="Equation.DSMT4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3" y="3006"/>
                          <a:ext cx="214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2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2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0"/>
                                        <p:tgtEl>
                                          <p:spTgt spid="7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0"/>
                                        <p:tgtEl>
                                          <p:spTgt spid="72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66" grpId="0"/>
      <p:bldP spid="728067" grpId="0"/>
      <p:bldP spid="728068" grpId="0"/>
      <p:bldP spid="728069" grpId="0"/>
      <p:bldP spid="72807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1a7196-b802-4a92-9d60-9ddf0d86c09c"/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141</Words>
  <Application>Microsoft Office PowerPoint</Application>
  <PresentationFormat>全屏显示(4:3)</PresentationFormat>
  <Paragraphs>9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幼圆</vt:lpstr>
      <vt:lpstr>Arial</vt:lpstr>
      <vt:lpstr>Times New Roman</vt:lpstr>
      <vt:lpstr>1_默认设计模板</vt:lpstr>
      <vt:lpstr>Equation.DSMT4</vt:lpstr>
      <vt:lpstr>4. 4    惟一性定理 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823</cp:revision>
  <dcterms:created xsi:type="dcterms:W3CDTF">2004-02-10T07:06:00Z</dcterms:created>
  <dcterms:modified xsi:type="dcterms:W3CDTF">2025-08-11T08:26:04Z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710A780561C24E3CBBBD99ACB8507E6D</vt:lpwstr>
  </property>
  <property fmtid="{D5CDD505-2E9C-101B-9397-08002B2CF9AE}" pid="3" name="KSOProductBuildVer">
    <vt:lpwstr>2052-11.1.0.13703</vt:lpwstr>
  </property>
</Properties>
</file>