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523" r:id="rId2"/>
    <p:sldId id="579" r:id="rId3"/>
    <p:sldId id="584" r:id="rId4"/>
    <p:sldId id="524" r:id="rId5"/>
    <p:sldId id="624" r:id="rId6"/>
    <p:sldId id="614" r:id="rId7"/>
    <p:sldId id="528" r:id="rId8"/>
    <p:sldId id="615" r:id="rId9"/>
    <p:sldId id="529" r:id="rId10"/>
    <p:sldId id="531" r:id="rId11"/>
    <p:sldId id="625" r:id="rId12"/>
    <p:sldId id="537" r:id="rId13"/>
    <p:sldId id="641" r:id="rId14"/>
    <p:sldId id="642" r:id="rId15"/>
    <p:sldId id="562" r:id="rId16"/>
    <p:sldId id="626" r:id="rId17"/>
    <p:sldId id="623" r:id="rId18"/>
  </p:sldIdLst>
  <p:sldSz cx="9144000" cy="6858000" type="screen4x3"/>
  <p:notesSz cx="6858000" cy="9144000"/>
  <p:custDataLst>
    <p:tags r:id="rId21"/>
  </p:custDataLst>
  <p:defaultTextStyle>
    <a:defPPr>
      <a:defRPr lang="zh-CN"/>
    </a:defPPr>
    <a:lvl1pPr algn="l" rtl="0" fontAlgn="base">
      <a:spcBef>
        <a:spcPct val="0"/>
      </a:spcBef>
      <a:spcAft>
        <a:spcPct val="0"/>
      </a:spcAft>
      <a:defRPr sz="2400" b="1" kern="1200">
        <a:solidFill>
          <a:schemeClr val="tx1"/>
        </a:solidFill>
        <a:latin typeface="Times New Roman" panose="02020603050405020304" pitchFamily="18" charset="0"/>
        <a:ea typeface="楷体_GB2312" pitchFamily="49" charset="-122"/>
        <a:cs typeface="+mn-cs"/>
      </a:defRPr>
    </a:lvl1pPr>
    <a:lvl2pPr marL="457200" algn="l" rtl="0" fontAlgn="base">
      <a:spcBef>
        <a:spcPct val="0"/>
      </a:spcBef>
      <a:spcAft>
        <a:spcPct val="0"/>
      </a:spcAft>
      <a:defRPr sz="2400" b="1" kern="1200">
        <a:solidFill>
          <a:schemeClr val="tx1"/>
        </a:solidFill>
        <a:latin typeface="Times New Roman" panose="02020603050405020304" pitchFamily="18" charset="0"/>
        <a:ea typeface="楷体_GB2312" pitchFamily="49" charset="-122"/>
        <a:cs typeface="+mn-cs"/>
      </a:defRPr>
    </a:lvl2pPr>
    <a:lvl3pPr marL="914400" algn="l" rtl="0" fontAlgn="base">
      <a:spcBef>
        <a:spcPct val="0"/>
      </a:spcBef>
      <a:spcAft>
        <a:spcPct val="0"/>
      </a:spcAft>
      <a:defRPr sz="2400" b="1" kern="1200">
        <a:solidFill>
          <a:schemeClr val="tx1"/>
        </a:solidFill>
        <a:latin typeface="Times New Roman" panose="02020603050405020304" pitchFamily="18" charset="0"/>
        <a:ea typeface="楷体_GB2312" pitchFamily="49" charset="-122"/>
        <a:cs typeface="+mn-cs"/>
      </a:defRPr>
    </a:lvl3pPr>
    <a:lvl4pPr marL="1371600" algn="l" rtl="0" fontAlgn="base">
      <a:spcBef>
        <a:spcPct val="0"/>
      </a:spcBef>
      <a:spcAft>
        <a:spcPct val="0"/>
      </a:spcAft>
      <a:defRPr sz="2400" b="1" kern="1200">
        <a:solidFill>
          <a:schemeClr val="tx1"/>
        </a:solidFill>
        <a:latin typeface="Times New Roman" panose="02020603050405020304" pitchFamily="18" charset="0"/>
        <a:ea typeface="楷体_GB2312" pitchFamily="49" charset="-122"/>
        <a:cs typeface="+mn-cs"/>
      </a:defRPr>
    </a:lvl4pPr>
    <a:lvl5pPr marL="1828800" algn="l" rtl="0" fontAlgn="base">
      <a:spcBef>
        <a:spcPct val="0"/>
      </a:spcBef>
      <a:spcAft>
        <a:spcPct val="0"/>
      </a:spcAft>
      <a:defRPr sz="2400" b="1"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sz="2400" b="1"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sz="2400" b="1"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sz="2400" b="1"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sz="2400" b="1" kern="1200">
        <a:solidFill>
          <a:schemeClr val="tx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59">
          <p15:clr>
            <a:srgbClr val="A4A3A4"/>
          </p15:clr>
        </p15:guide>
        <p15:guide id="2" pos="281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FF"/>
    <a:srgbClr val="FF5757"/>
    <a:srgbClr val="66FF66"/>
    <a:srgbClr val="B1FFB1"/>
    <a:srgbClr val="4BD0FF"/>
    <a:srgbClr val="FF7C80"/>
    <a:srgbClr val="FF000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24" autoAdjust="0"/>
    <p:restoredTop sz="94843" autoAdjust="0"/>
  </p:normalViewPr>
  <p:slideViewPr>
    <p:cSldViewPr>
      <p:cViewPr varScale="1">
        <p:scale>
          <a:sx n="80" d="100"/>
          <a:sy n="80" d="100"/>
        </p:scale>
        <p:origin x="768" y="24"/>
      </p:cViewPr>
      <p:guideLst>
        <p:guide orient="horz" pos="2159"/>
        <p:guide pos="281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34E7D2F8-53A5-DBDB-BB65-DB6174CF9AB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spcBef>
                <a:spcPct val="0"/>
              </a:spcBef>
              <a:defRPr sz="1200" b="0">
                <a:latin typeface="Arial" panose="020B0604020202020204" pitchFamily="34" charset="0"/>
                <a:ea typeface="宋体" panose="02010600030101010101" pitchFamily="2" charset="-122"/>
              </a:defRPr>
            </a:lvl1pPr>
          </a:lstStyle>
          <a:p>
            <a:pPr>
              <a:defRPr/>
            </a:pPr>
            <a:r>
              <a:rPr lang="en-US" altLang="zh-CN"/>
              <a:t>第一课</a:t>
            </a:r>
          </a:p>
        </p:txBody>
      </p:sp>
      <p:sp>
        <p:nvSpPr>
          <p:cNvPr id="153603" name="Rectangle 3">
            <a:extLst>
              <a:ext uri="{FF2B5EF4-FFF2-40B4-BE49-F238E27FC236}">
                <a16:creationId xmlns:a16="http://schemas.microsoft.com/office/drawing/2014/main" id="{3315052E-701C-D693-457F-25F752157A9A}"/>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spcBef>
                <a:spcPct val="0"/>
              </a:spcBef>
              <a:defRPr sz="1200" b="0">
                <a:latin typeface="Arial" panose="020B0604020202020204" pitchFamily="34" charset="0"/>
                <a:ea typeface="宋体" panose="02010600030101010101" pitchFamily="2" charset="-122"/>
              </a:defRPr>
            </a:lvl1pPr>
          </a:lstStyle>
          <a:p>
            <a:pPr>
              <a:defRPr/>
            </a:pPr>
            <a:fld id="{E2A6CB71-005D-4B18-A306-6E603DF673B0}" type="datetime1">
              <a:rPr lang="zh-CN" altLang="en-US"/>
              <a:pPr>
                <a:defRPr/>
              </a:pPr>
              <a:t>2025/11/13</a:t>
            </a:fld>
            <a:endParaRPr lang="en-US" altLang="zh-CN"/>
          </a:p>
        </p:txBody>
      </p:sp>
      <p:sp>
        <p:nvSpPr>
          <p:cNvPr id="153604" name="Rectangle 4">
            <a:extLst>
              <a:ext uri="{FF2B5EF4-FFF2-40B4-BE49-F238E27FC236}">
                <a16:creationId xmlns:a16="http://schemas.microsoft.com/office/drawing/2014/main" id="{10ED10EF-D7C5-F9B6-E0A7-8CF56DDC138C}"/>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spcBef>
                <a:spcPct val="0"/>
              </a:spcBef>
              <a:defRPr sz="1200" b="0">
                <a:latin typeface="Arial" panose="020B0604020202020204" pitchFamily="34" charset="0"/>
                <a:ea typeface="宋体" panose="02010600030101010101" pitchFamily="2" charset="-122"/>
              </a:defRPr>
            </a:lvl1pPr>
          </a:lstStyle>
          <a:p>
            <a:pPr>
              <a:defRPr/>
            </a:pPr>
            <a:r>
              <a:rPr lang="en-US" altLang="zh-CN"/>
              <a:t>第一课</a:t>
            </a:r>
          </a:p>
        </p:txBody>
      </p:sp>
      <p:sp>
        <p:nvSpPr>
          <p:cNvPr id="153605" name="Rectangle 5">
            <a:extLst>
              <a:ext uri="{FF2B5EF4-FFF2-40B4-BE49-F238E27FC236}">
                <a16:creationId xmlns:a16="http://schemas.microsoft.com/office/drawing/2014/main" id="{FD0E4026-A420-8D2B-A5F9-41DEE0D2DD65}"/>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atin typeface="Arial" panose="020B0604020202020204" pitchFamily="34" charset="0"/>
                <a:ea typeface="宋体" panose="02010600030101010101" pitchFamily="2" charset="-122"/>
              </a:defRPr>
            </a:lvl1pPr>
          </a:lstStyle>
          <a:p>
            <a:fld id="{906BC7B1-9309-4674-A5F2-63C1C758AD5E}" type="slidenum">
              <a:rPr lang="en-US" altLang="zh-CN"/>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4F7B6B99-A5F6-F5B1-A43C-C924507591D4}"/>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spcBef>
                <a:spcPct val="0"/>
              </a:spcBef>
              <a:defRPr sz="1200" b="0">
                <a:latin typeface="Arial" panose="020B0604020202020204" pitchFamily="34" charset="0"/>
                <a:ea typeface="宋体" panose="02010600030101010101" pitchFamily="2" charset="-122"/>
              </a:defRPr>
            </a:lvl1pPr>
          </a:lstStyle>
          <a:p>
            <a:pPr>
              <a:defRPr/>
            </a:pPr>
            <a:r>
              <a:rPr lang="en-US" altLang="zh-CN"/>
              <a:t>第一课</a:t>
            </a:r>
          </a:p>
        </p:txBody>
      </p:sp>
      <p:sp>
        <p:nvSpPr>
          <p:cNvPr id="155651" name="Rectangle 3">
            <a:extLst>
              <a:ext uri="{FF2B5EF4-FFF2-40B4-BE49-F238E27FC236}">
                <a16:creationId xmlns:a16="http://schemas.microsoft.com/office/drawing/2014/main" id="{D3A00C93-181F-AC7D-1EDB-0A5B78205CEA}"/>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spcBef>
                <a:spcPct val="0"/>
              </a:spcBef>
              <a:defRPr sz="1200" b="0">
                <a:latin typeface="Arial" panose="020B0604020202020204" pitchFamily="34" charset="0"/>
                <a:ea typeface="宋体" panose="02010600030101010101" pitchFamily="2" charset="-122"/>
              </a:defRPr>
            </a:lvl1pPr>
          </a:lstStyle>
          <a:p>
            <a:pPr>
              <a:defRPr/>
            </a:pPr>
            <a:fld id="{D96305FE-F32D-4E82-9988-A92EDDA623DA}" type="datetime1">
              <a:rPr lang="zh-CN" altLang="en-US"/>
              <a:pPr>
                <a:defRPr/>
              </a:pPr>
              <a:t>2025/11/13</a:t>
            </a:fld>
            <a:endParaRPr lang="en-US" altLang="zh-CN"/>
          </a:p>
        </p:txBody>
      </p:sp>
      <p:sp>
        <p:nvSpPr>
          <p:cNvPr id="3076" name="Rectangle 4">
            <a:extLst>
              <a:ext uri="{FF2B5EF4-FFF2-40B4-BE49-F238E27FC236}">
                <a16:creationId xmlns:a16="http://schemas.microsoft.com/office/drawing/2014/main" id="{EC850D5B-F9B9-661F-CAFC-80659F33FB40}"/>
              </a:ext>
            </a:extLst>
          </p:cNvPr>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3" name="Rectangle 5">
            <a:extLst>
              <a:ext uri="{FF2B5EF4-FFF2-40B4-BE49-F238E27FC236}">
                <a16:creationId xmlns:a16="http://schemas.microsoft.com/office/drawing/2014/main" id="{5455B744-EF74-7390-70D3-8FBDF9A28CDE}"/>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5654" name="Rectangle 6">
            <a:extLst>
              <a:ext uri="{FF2B5EF4-FFF2-40B4-BE49-F238E27FC236}">
                <a16:creationId xmlns:a16="http://schemas.microsoft.com/office/drawing/2014/main" id="{55C15A9C-3714-FFA9-CFE3-56691FE06F89}"/>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spcBef>
                <a:spcPct val="0"/>
              </a:spcBef>
              <a:defRPr sz="1200" b="0">
                <a:latin typeface="Arial" panose="020B0604020202020204" pitchFamily="34" charset="0"/>
                <a:ea typeface="宋体" panose="02010600030101010101" pitchFamily="2" charset="-122"/>
              </a:defRPr>
            </a:lvl1pPr>
          </a:lstStyle>
          <a:p>
            <a:pPr>
              <a:defRPr/>
            </a:pPr>
            <a:r>
              <a:rPr lang="en-US" altLang="zh-CN"/>
              <a:t>第一课</a:t>
            </a:r>
          </a:p>
        </p:txBody>
      </p:sp>
      <p:sp>
        <p:nvSpPr>
          <p:cNvPr id="155655" name="Rectangle 7">
            <a:extLst>
              <a:ext uri="{FF2B5EF4-FFF2-40B4-BE49-F238E27FC236}">
                <a16:creationId xmlns:a16="http://schemas.microsoft.com/office/drawing/2014/main" id="{A1E6A4CE-265D-1358-7777-FCBB9A5DC371}"/>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atin typeface="Arial" panose="020B0604020202020204" pitchFamily="34" charset="0"/>
                <a:ea typeface="宋体" panose="02010600030101010101" pitchFamily="2" charset="-122"/>
              </a:defRPr>
            </a:lvl1pPr>
          </a:lstStyle>
          <a:p>
            <a:fld id="{21CBC6CA-D69F-4DF3-88EB-E706356EB816}" type="slidenum">
              <a:rPr lang="en-US" altLang="zh-CN"/>
              <a:pPr/>
              <a:t>‹#›</a:t>
            </a:fld>
            <a:endParaRPr lang="en-US" altLang="zh-CN"/>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zhida.zhihu.com/search?content_id=600418659&amp;content_type=Answer&amp;match_order=3&amp;q=%E6%9E%81%E5%8C%96%E5%85%89&amp;zhida_source=entity" TargetMode="External"/><Relationship Id="rId3" Type="http://schemas.openxmlformats.org/officeDocument/2006/relationships/hyperlink" Target="https://zhida.zhihu.com/search?content_id=600418659&amp;content_type=Answer&amp;match_order=1&amp;q=%E5%85%89%E5%AD%A6%E6%A3%80%E6%B5%8B&amp;zhida_source=entity" TargetMode="External"/><Relationship Id="rId7" Type="http://schemas.openxmlformats.org/officeDocument/2006/relationships/hyperlink" Target="https://zhida.zhihu.com/search?content_id=600418659&amp;content_type=Answer&amp;match_order=1&amp;q=%E6%9E%81%E5%8C%96%E6%96%B9%E5%90%91&amp;zhida_source=entity"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s://zhida.zhihu.com/search?content_id=600418659&amp;content_type=Answer&amp;match_order=1&amp;q=%E4%BF%A1%E9%81%93%E5%AE%B9%E9%87%8F&amp;zhida_source=entity" TargetMode="External"/><Relationship Id="rId5" Type="http://schemas.openxmlformats.org/officeDocument/2006/relationships/hyperlink" Target="https://zhida.zhihu.com/search?content_id=600418659&amp;content_type=Answer&amp;match_order=1&amp;q=%E5%85%89%E7%BA%A4%E9%80%9A%E4%BF%A1&amp;zhida_source=entity" TargetMode="External"/><Relationship Id="rId4" Type="http://schemas.openxmlformats.org/officeDocument/2006/relationships/hyperlink" Target="https://zhida.zhihu.com/search?content_id=600418659&amp;content_type=Answer&amp;match_order=1&amp;q=%E5%BE%AE%E6%B3%A2%E6%8A%80%E6%9C%AF&amp;zhida_source=entity"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6EDA4FDA-D435-B0CF-C07E-203AB6E260A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79874" name="Rectangle 3">
            <a:extLst>
              <a:ext uri="{FF2B5EF4-FFF2-40B4-BE49-F238E27FC236}">
                <a16:creationId xmlns:a16="http://schemas.microsoft.com/office/drawing/2014/main" id="{E4D5D13A-F193-E085-C72E-5D74216F7751}"/>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79221CEA-F8D9-4972-BCA3-9A581037AC7A}" type="datetime1">
              <a:rPr lang="zh-CN" altLang="en-US" smtClean="0"/>
              <a:pPr/>
              <a:t>2025/11/13</a:t>
            </a:fld>
            <a:endParaRPr lang="zh-CN" altLang="en-US"/>
          </a:p>
        </p:txBody>
      </p:sp>
      <p:sp>
        <p:nvSpPr>
          <p:cNvPr id="79875" name="Rectangle 6">
            <a:extLst>
              <a:ext uri="{FF2B5EF4-FFF2-40B4-BE49-F238E27FC236}">
                <a16:creationId xmlns:a16="http://schemas.microsoft.com/office/drawing/2014/main" id="{1F55E72E-F3AE-C518-AA5A-562F8743223F}"/>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79876" name="Rectangle 7">
            <a:extLst>
              <a:ext uri="{FF2B5EF4-FFF2-40B4-BE49-F238E27FC236}">
                <a16:creationId xmlns:a16="http://schemas.microsoft.com/office/drawing/2014/main" id="{5CE0BF89-B2CA-FF9D-E156-9AAF1E931DF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B91AF02-C5C1-4E5D-BC95-4F5ACC04FBC3}" type="slidenum">
              <a:rPr lang="en-US" altLang="zh-CN"/>
              <a:pPr/>
              <a:t>1</a:t>
            </a:fld>
            <a:endParaRPr lang="en-US" altLang="zh-CN"/>
          </a:p>
        </p:txBody>
      </p:sp>
      <p:sp>
        <p:nvSpPr>
          <p:cNvPr id="79877" name="Rectangle 2">
            <a:extLst>
              <a:ext uri="{FF2B5EF4-FFF2-40B4-BE49-F238E27FC236}">
                <a16:creationId xmlns:a16="http://schemas.microsoft.com/office/drawing/2014/main" id="{E671F7AF-5B7E-937E-6325-2C870EA905CD}"/>
              </a:ext>
            </a:extLst>
          </p:cNvPr>
          <p:cNvSpPr>
            <a:spLocks noGrp="1" noRot="1" noChangeAspect="1" noChangeArrowheads="1" noTextEdit="1"/>
          </p:cNvSpPr>
          <p:nvPr>
            <p:ph type="sldImg" idx="4294967295"/>
          </p:nvPr>
        </p:nvSpPr>
        <p:spPr>
          <a:ln/>
        </p:spPr>
      </p:sp>
      <p:sp>
        <p:nvSpPr>
          <p:cNvPr id="79878" name="Rectangle 3">
            <a:extLst>
              <a:ext uri="{FF2B5EF4-FFF2-40B4-BE49-F238E27FC236}">
                <a16:creationId xmlns:a16="http://schemas.microsoft.com/office/drawing/2014/main" id="{F537620A-0B7A-CFDD-690D-FEA649E05157}"/>
              </a:ext>
            </a:extLst>
          </p:cNvPr>
          <p:cNvSpPr>
            <a:spLocks noGrp="1" noChangeArrowheads="1"/>
          </p:cNvSpPr>
          <p:nvPr>
            <p:ph type="body" idx="4294967295"/>
          </p:nvPr>
        </p:nvSpPr>
        <p:spPr/>
        <p:txBody>
          <a:bodyPr>
            <a:prstTxWarp prst="textNoShape">
              <a:avLst/>
            </a:prstTxWarp>
          </a:bodyPr>
          <a:lstStyle/>
          <a:p>
            <a:pPr eaLnBrk="1" hangingPunct="1"/>
            <a:r>
              <a:rPr lang="zh-CN" altLang="en-US" b="1" u="sng" dirty="0">
                <a:solidFill>
                  <a:srgbClr val="000066"/>
                </a:solidFill>
              </a:rPr>
              <a:t>电磁波的极化方式由辐射源的性质决定</a:t>
            </a:r>
            <a:r>
              <a:rPr lang="zh-CN" altLang="en-US" u="sng" dirty="0">
                <a:solidFill>
                  <a:srgbClr val="000066"/>
                </a:solidFill>
              </a:rPr>
              <a:t>，但在传播过程中受多种因素影响可能发生改变</a:t>
            </a:r>
            <a:r>
              <a:rPr lang="zh-CN" altLang="en-US" dirty="0">
                <a:solidFill>
                  <a:srgbClr val="000066"/>
                </a:solidFill>
              </a:rPr>
              <a:t>。</a:t>
            </a:r>
            <a:endParaRPr lang="en-US" altLang="zh-CN" u="sng" dirty="0"/>
          </a:p>
          <a:p>
            <a:pPr eaLnBrk="1" hangingPunct="1"/>
            <a:r>
              <a:rPr lang="zh-CN" altLang="en-US" u="sng" dirty="0"/>
              <a:t>当</a:t>
            </a:r>
            <a:r>
              <a:rPr lang="zh-CN" altLang="en-US" b="1" u="sng" dirty="0"/>
              <a:t>遇到不同媒质的分界面</a:t>
            </a:r>
            <a:r>
              <a:rPr lang="zh-CN" altLang="en-US" u="sng" dirty="0"/>
              <a:t>时，</a:t>
            </a:r>
            <a:r>
              <a:rPr lang="zh-CN" altLang="en-US" b="1" u="sng" dirty="0"/>
              <a:t>极化状态不同的电磁波其传播特性各不相同</a:t>
            </a:r>
            <a:r>
              <a:rPr lang="zh-CN" altLang="en-US" dirty="0"/>
              <a:t>，这就是之所以要研究电磁波极化的原因。</a:t>
            </a:r>
          </a:p>
          <a:p>
            <a:pPr eaLnBrk="1" hangingPunct="1"/>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A92E7F16-289B-BA59-DB07-91CA2FA1DA4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81922" name="Rectangle 3">
            <a:extLst>
              <a:ext uri="{FF2B5EF4-FFF2-40B4-BE49-F238E27FC236}">
                <a16:creationId xmlns:a16="http://schemas.microsoft.com/office/drawing/2014/main" id="{9947EF26-6979-7A86-FB6E-FA49A0839279}"/>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BF7285A-3F6A-4F53-8034-87574316563E}" type="datetime1">
              <a:rPr lang="zh-CN" altLang="en-US" smtClean="0"/>
              <a:pPr/>
              <a:t>2025/11/13</a:t>
            </a:fld>
            <a:endParaRPr lang="zh-CN" altLang="en-US"/>
          </a:p>
        </p:txBody>
      </p:sp>
      <p:sp>
        <p:nvSpPr>
          <p:cNvPr id="81923" name="Rectangle 6">
            <a:extLst>
              <a:ext uri="{FF2B5EF4-FFF2-40B4-BE49-F238E27FC236}">
                <a16:creationId xmlns:a16="http://schemas.microsoft.com/office/drawing/2014/main" id="{3E4B798A-09C0-EA1C-1182-1D125931AD6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81924" name="Rectangle 7">
            <a:extLst>
              <a:ext uri="{FF2B5EF4-FFF2-40B4-BE49-F238E27FC236}">
                <a16:creationId xmlns:a16="http://schemas.microsoft.com/office/drawing/2014/main" id="{52EFC627-F9DB-297B-5EAB-569B7F7411A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D26EAF6-B344-47BF-BC73-89BBE3EFC70B}" type="slidenum">
              <a:rPr lang="en-US" altLang="zh-CN"/>
              <a:pPr/>
              <a:t>2</a:t>
            </a:fld>
            <a:endParaRPr lang="en-US" altLang="zh-CN"/>
          </a:p>
        </p:txBody>
      </p:sp>
      <p:sp>
        <p:nvSpPr>
          <p:cNvPr id="81925" name="Rectangle 2">
            <a:extLst>
              <a:ext uri="{FF2B5EF4-FFF2-40B4-BE49-F238E27FC236}">
                <a16:creationId xmlns:a16="http://schemas.microsoft.com/office/drawing/2014/main" id="{EE05DE13-4D10-AFA5-37AF-9D2CF50D790F}"/>
              </a:ext>
            </a:extLst>
          </p:cNvPr>
          <p:cNvSpPr>
            <a:spLocks noGrp="1" noRot="1" noChangeAspect="1" noChangeArrowheads="1" noTextEdit="1"/>
          </p:cNvSpPr>
          <p:nvPr>
            <p:ph type="sldImg" idx="4294967295"/>
          </p:nvPr>
        </p:nvSpPr>
        <p:spPr>
          <a:ln/>
        </p:spPr>
      </p:sp>
      <p:sp>
        <p:nvSpPr>
          <p:cNvPr id="81926" name="Rectangle 3">
            <a:extLst>
              <a:ext uri="{FF2B5EF4-FFF2-40B4-BE49-F238E27FC236}">
                <a16:creationId xmlns:a16="http://schemas.microsoft.com/office/drawing/2014/main" id="{3BAF33CC-1EC1-39A3-E0DC-26779C71E64D}"/>
              </a:ext>
            </a:extLst>
          </p:cNvPr>
          <p:cNvSpPr>
            <a:spLocks noGrp="1" noChangeArrowheads="1"/>
          </p:cNvSpPr>
          <p:nvPr>
            <p:ph type="body" idx="4294967295"/>
          </p:nvPr>
        </p:nvSpPr>
        <p:spPr/>
        <p:txBody>
          <a:bodyPr>
            <a:prstTxWarp prst="textNoShape">
              <a:avLst/>
            </a:prstTxWarp>
          </a:bodyPr>
          <a:lstStyle/>
          <a:p>
            <a:r>
              <a:rPr lang="zh-CN" altLang="en-US" dirty="0"/>
              <a:t>光学：偏振眼镜、</a:t>
            </a:r>
            <a:r>
              <a:rPr lang="en-US" altLang="zh-CN" dirty="0"/>
              <a:t>3D</a:t>
            </a:r>
            <a:r>
              <a:rPr lang="zh-CN" altLang="en-US" dirty="0"/>
              <a:t>电影（利用左右眼接收不同极化方向的光）。</a:t>
            </a:r>
          </a:p>
          <a:p>
            <a:r>
              <a:rPr lang="zh-CN" altLang="en-US" dirty="0"/>
              <a:t>通信：卫星天线通过匹配极化方向提高信号接收效率（如线极化天线对应线极化波）。</a:t>
            </a:r>
          </a:p>
          <a:p>
            <a:r>
              <a:rPr lang="zh-CN" altLang="en-US" dirty="0"/>
              <a:t>雷达：利用目标对极化波的散射特性识别物体（如区分金属和非金属目标）。</a:t>
            </a:r>
          </a:p>
          <a:p>
            <a:r>
              <a:rPr lang="zh-CN" altLang="en-US" dirty="0"/>
              <a:t>地质与气象：通过极化雷达分析云层结构、地表特征等。</a:t>
            </a:r>
            <a:endParaRPr lang="en-US" altLang="zh-CN" dirty="0"/>
          </a:p>
          <a:p>
            <a:endParaRPr lang="en-US" altLang="zh-CN" dirty="0"/>
          </a:p>
          <a:p>
            <a:r>
              <a:rPr lang="zh-CN" altLang="en-US" dirty="0"/>
              <a:t>波的极化有许多实际应用。</a:t>
            </a:r>
            <a:endParaRPr lang="en-US" altLang="zh-CN" dirty="0"/>
          </a:p>
          <a:p>
            <a:r>
              <a:rPr lang="en-US" altLang="zh-CN" dirty="0">
                <a:solidFill>
                  <a:schemeClr val="tx1"/>
                </a:solidFill>
              </a:rPr>
              <a:t>1. </a:t>
            </a:r>
            <a:r>
              <a:rPr lang="zh-CN" altLang="en-US" dirty="0">
                <a:solidFill>
                  <a:schemeClr val="tx1"/>
                </a:solidFill>
              </a:rPr>
              <a:t>极化光学：利用不同极化状态的光的不同反射和折射特性</a:t>
            </a:r>
            <a:r>
              <a:rPr lang="en-US" altLang="zh-CN" dirty="0">
                <a:solidFill>
                  <a:schemeClr val="tx1"/>
                </a:solidFill>
              </a:rPr>
              <a:t>,</a:t>
            </a:r>
            <a:r>
              <a:rPr lang="zh-CN" altLang="en-US" dirty="0">
                <a:solidFill>
                  <a:schemeClr val="tx1"/>
                </a:solidFill>
              </a:rPr>
              <a:t>可以制造各种极化光学元件，如极化镜、波片等。这些元件广泛应用于</a:t>
            </a:r>
            <a:r>
              <a:rPr lang="zh-CN" altLang="en-US" dirty="0">
                <a:solidFill>
                  <a:schemeClr val="tx1"/>
                </a:solidFill>
                <a:hlinkClick r:id="rId3">
                  <a:extLst>
                    <a:ext uri="{A12FA001-AC4F-418D-AE19-62706E023703}">
                      <ahyp:hlinkClr xmlns:ahyp="http://schemas.microsoft.com/office/drawing/2018/hyperlinkcolor" val="tx"/>
                    </a:ext>
                  </a:extLst>
                </a:hlinkClick>
              </a:rPr>
              <a:t>光学检测</a:t>
            </a:r>
            <a:r>
              <a:rPr lang="zh-CN" altLang="en-US" dirty="0">
                <a:solidFill>
                  <a:schemeClr val="tx1"/>
                </a:solidFill>
              </a:rPr>
              <a:t>、光通信等领域。</a:t>
            </a:r>
          </a:p>
          <a:p>
            <a:r>
              <a:rPr lang="en-US" altLang="zh-CN" dirty="0">
                <a:solidFill>
                  <a:schemeClr val="tx1"/>
                </a:solidFill>
              </a:rPr>
              <a:t>2. </a:t>
            </a:r>
            <a:r>
              <a:rPr lang="zh-CN" altLang="en-US" dirty="0">
                <a:solidFill>
                  <a:schemeClr val="tx1"/>
                </a:solidFill>
              </a:rPr>
              <a:t>激光技术：激光</a:t>
            </a:r>
            <a:r>
              <a:rPr lang="en-US" altLang="zh-CN" dirty="0">
                <a:solidFill>
                  <a:schemeClr val="tx1"/>
                </a:solidFill>
              </a:rPr>
              <a:t>emission</a:t>
            </a:r>
            <a:r>
              <a:rPr lang="zh-CN" altLang="en-US" dirty="0">
                <a:solidFill>
                  <a:schemeClr val="tx1"/>
                </a:solidFill>
              </a:rPr>
              <a:t>常常是极化的。通过控制和选择激光的极化状态</a:t>
            </a:r>
            <a:r>
              <a:rPr lang="en-US" altLang="zh-CN" dirty="0">
                <a:solidFill>
                  <a:schemeClr val="tx1"/>
                </a:solidFill>
              </a:rPr>
              <a:t>,</a:t>
            </a:r>
            <a:r>
              <a:rPr lang="zh-CN" altLang="en-US" dirty="0">
                <a:solidFill>
                  <a:schemeClr val="tx1"/>
                </a:solidFill>
              </a:rPr>
              <a:t>可以优化激光加工、光存储等过程。</a:t>
            </a:r>
          </a:p>
          <a:p>
            <a:r>
              <a:rPr lang="en-US" altLang="zh-CN" dirty="0">
                <a:solidFill>
                  <a:schemeClr val="tx1"/>
                </a:solidFill>
              </a:rPr>
              <a:t>3. LCD</a:t>
            </a:r>
            <a:r>
              <a:rPr lang="zh-CN" altLang="en-US" dirty="0">
                <a:solidFill>
                  <a:schemeClr val="tx1"/>
                </a:solidFill>
              </a:rPr>
              <a:t>显示技术 ：</a:t>
            </a:r>
            <a:r>
              <a:rPr lang="en-US" altLang="zh-CN" dirty="0">
                <a:solidFill>
                  <a:schemeClr val="tx1"/>
                </a:solidFill>
              </a:rPr>
              <a:t>LCD</a:t>
            </a:r>
            <a:r>
              <a:rPr lang="zh-CN" altLang="en-US" dirty="0">
                <a:solidFill>
                  <a:schemeClr val="tx1"/>
                </a:solidFill>
              </a:rPr>
              <a:t>显示屏利用了液晶分子的极化特征来控制光的通过量</a:t>
            </a:r>
            <a:r>
              <a:rPr lang="en-US" altLang="zh-CN" dirty="0">
                <a:solidFill>
                  <a:schemeClr val="tx1"/>
                </a:solidFill>
              </a:rPr>
              <a:t>,</a:t>
            </a:r>
            <a:r>
              <a:rPr lang="zh-CN" altLang="en-US" dirty="0">
                <a:solidFill>
                  <a:schemeClr val="tx1"/>
                </a:solidFill>
              </a:rPr>
              <a:t>从而实现图像显示。</a:t>
            </a:r>
          </a:p>
          <a:p>
            <a:r>
              <a:rPr lang="en-US" altLang="zh-CN" dirty="0">
                <a:solidFill>
                  <a:schemeClr val="tx1"/>
                </a:solidFill>
              </a:rPr>
              <a:t>4. </a:t>
            </a:r>
            <a:r>
              <a:rPr lang="zh-CN" altLang="en-US" dirty="0">
                <a:solidFill>
                  <a:schemeClr val="tx1"/>
                </a:solidFill>
                <a:hlinkClick r:id="rId4">
                  <a:extLst>
                    <a:ext uri="{A12FA001-AC4F-418D-AE19-62706E023703}">
                      <ahyp:hlinkClr xmlns:ahyp="http://schemas.microsoft.com/office/drawing/2018/hyperlinkcolor" val="tx"/>
                    </a:ext>
                  </a:extLst>
                </a:hlinkClick>
              </a:rPr>
              <a:t>微波技术</a:t>
            </a:r>
            <a:r>
              <a:rPr lang="zh-CN" altLang="en-US" dirty="0">
                <a:solidFill>
                  <a:schemeClr val="tx1"/>
                </a:solidFill>
              </a:rPr>
              <a:t>：无线电讯号的极化状态会影响传播特性。选择合适的极化状态可以优化信号传输方向性、减少信号衰减等。这在雷达、卫星通信等系统中有应用。</a:t>
            </a:r>
          </a:p>
          <a:p>
            <a:r>
              <a:rPr lang="en-US" altLang="zh-CN" dirty="0">
                <a:solidFill>
                  <a:schemeClr val="tx1"/>
                </a:solidFill>
              </a:rPr>
              <a:t>5. </a:t>
            </a:r>
            <a:r>
              <a:rPr lang="zh-CN" altLang="en-US" dirty="0">
                <a:solidFill>
                  <a:schemeClr val="tx1"/>
                </a:solidFill>
                <a:hlinkClick r:id="rId5">
                  <a:extLst>
                    <a:ext uri="{A12FA001-AC4F-418D-AE19-62706E023703}">
                      <ahyp:hlinkClr xmlns:ahyp="http://schemas.microsoft.com/office/drawing/2018/hyperlinkcolor" val="tx"/>
                    </a:ext>
                  </a:extLst>
                </a:hlinkClick>
              </a:rPr>
              <a:t>光纤通信</a:t>
            </a:r>
            <a:r>
              <a:rPr lang="zh-CN" altLang="en-US" dirty="0">
                <a:solidFill>
                  <a:schemeClr val="tx1"/>
                </a:solidFill>
              </a:rPr>
              <a:t>：光纤通信也会利用不同极化模式的光在光纤中的传播特性差异来提高</a:t>
            </a:r>
            <a:r>
              <a:rPr lang="zh-CN" altLang="en-US" dirty="0">
                <a:solidFill>
                  <a:schemeClr val="tx1"/>
                </a:solidFill>
                <a:hlinkClick r:id="rId6">
                  <a:extLst>
                    <a:ext uri="{A12FA001-AC4F-418D-AE19-62706E023703}">
                      <ahyp:hlinkClr xmlns:ahyp="http://schemas.microsoft.com/office/drawing/2018/hyperlinkcolor" val="tx"/>
                    </a:ext>
                  </a:extLst>
                </a:hlinkClick>
              </a:rPr>
              <a:t>信道容量</a:t>
            </a:r>
            <a:r>
              <a:rPr lang="zh-CN" altLang="en-US" dirty="0">
                <a:solidFill>
                  <a:schemeClr val="tx1"/>
                </a:solidFill>
              </a:rPr>
              <a:t>。</a:t>
            </a:r>
          </a:p>
          <a:p>
            <a:r>
              <a:rPr lang="en-US" altLang="zh-CN" dirty="0">
                <a:solidFill>
                  <a:schemeClr val="tx1"/>
                </a:solidFill>
              </a:rPr>
              <a:t>6. </a:t>
            </a:r>
            <a:r>
              <a:rPr lang="zh-CN" altLang="en-US" dirty="0">
                <a:solidFill>
                  <a:schemeClr val="tx1"/>
                </a:solidFill>
              </a:rPr>
              <a:t>磁共振成像：</a:t>
            </a:r>
            <a:r>
              <a:rPr lang="en-US" altLang="zh-CN" dirty="0">
                <a:solidFill>
                  <a:schemeClr val="tx1"/>
                </a:solidFill>
              </a:rPr>
              <a:t>MRI</a:t>
            </a:r>
            <a:r>
              <a:rPr lang="zh-CN" altLang="en-US" dirty="0">
                <a:solidFill>
                  <a:schemeClr val="tx1"/>
                </a:solidFill>
              </a:rPr>
              <a:t>中的信号检测会用到匹配样本的磁化</a:t>
            </a:r>
            <a:r>
              <a:rPr lang="zh-CN" altLang="en-US" dirty="0">
                <a:solidFill>
                  <a:schemeClr val="tx1"/>
                </a:solidFill>
                <a:hlinkClick r:id="rId7">
                  <a:extLst>
                    <a:ext uri="{A12FA001-AC4F-418D-AE19-62706E023703}">
                      <ahyp:hlinkClr xmlns:ahyp="http://schemas.microsoft.com/office/drawing/2018/hyperlinkcolor" val="tx"/>
                    </a:ext>
                  </a:extLst>
                </a:hlinkClick>
              </a:rPr>
              <a:t>极化方向</a:t>
            </a:r>
            <a:r>
              <a:rPr lang="zh-CN" altLang="en-US" dirty="0">
                <a:solidFill>
                  <a:schemeClr val="tx1"/>
                </a:solidFill>
              </a:rPr>
              <a:t>的探测线圈。</a:t>
            </a:r>
          </a:p>
          <a:p>
            <a:r>
              <a:rPr lang="en-US" altLang="zh-CN" dirty="0">
                <a:solidFill>
                  <a:schemeClr val="tx1"/>
                </a:solidFill>
              </a:rPr>
              <a:t>7. </a:t>
            </a:r>
            <a:r>
              <a:rPr lang="zh-CN" altLang="en-US" dirty="0">
                <a:solidFill>
                  <a:schemeClr val="tx1"/>
                </a:solidFill>
              </a:rPr>
              <a:t>表面等离子体检测：检测不同</a:t>
            </a:r>
            <a:r>
              <a:rPr lang="zh-CN" altLang="en-US" dirty="0">
                <a:solidFill>
                  <a:schemeClr val="tx1"/>
                </a:solidFill>
                <a:hlinkClick r:id="rId8">
                  <a:extLst>
                    <a:ext uri="{A12FA001-AC4F-418D-AE19-62706E023703}">
                      <ahyp:hlinkClr xmlns:ahyp="http://schemas.microsoft.com/office/drawing/2018/hyperlinkcolor" val="tx"/>
                    </a:ext>
                  </a:extLst>
                </a:hlinkClick>
              </a:rPr>
              <a:t>极化光</a:t>
            </a:r>
            <a:r>
              <a:rPr lang="zh-CN" altLang="en-US" dirty="0">
                <a:solidFill>
                  <a:schemeClr val="tx1"/>
                </a:solidFill>
              </a:rPr>
              <a:t>的散射</a:t>
            </a:r>
            <a:r>
              <a:rPr lang="en-US" altLang="zh-CN" dirty="0">
                <a:solidFill>
                  <a:schemeClr val="tx1"/>
                </a:solidFill>
              </a:rPr>
              <a:t>,</a:t>
            </a:r>
            <a:r>
              <a:rPr lang="zh-CN" altLang="en-US" dirty="0">
                <a:solidFill>
                  <a:schemeClr val="tx1"/>
                </a:solidFill>
              </a:rPr>
              <a:t>可以研究表面形态、组分等信息。</a:t>
            </a:r>
          </a:p>
          <a:p>
            <a:r>
              <a:rPr lang="zh-CN" altLang="en-US" dirty="0">
                <a:solidFill>
                  <a:schemeClr val="tx1"/>
                </a:solidFill>
              </a:rPr>
              <a:t>所以</a:t>
            </a:r>
            <a:r>
              <a:rPr lang="zh-CN" altLang="en-US">
                <a:solidFill>
                  <a:schemeClr val="tx1"/>
                </a:solidFill>
              </a:rPr>
              <a:t>综上，波</a:t>
            </a:r>
            <a:r>
              <a:rPr lang="zh-CN" altLang="en-US" dirty="0">
                <a:solidFill>
                  <a:schemeClr val="tx1"/>
                </a:solidFill>
              </a:rPr>
              <a:t>的极化在光学、通信、显像等多领域都有重要应用。选择和控制极化状态是优化系统性能的重要手段。</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19FB21F7-2E51-166E-AEDE-A01CBFA68C0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84994" name="Rectangle 3">
            <a:extLst>
              <a:ext uri="{FF2B5EF4-FFF2-40B4-BE49-F238E27FC236}">
                <a16:creationId xmlns:a16="http://schemas.microsoft.com/office/drawing/2014/main" id="{2E386825-9DC7-0796-F64C-EAA223F1B252}"/>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98554E7-1489-4BEF-A163-FEF7C36EC1E9}" type="datetime1">
              <a:rPr lang="zh-CN" altLang="en-US" smtClean="0"/>
              <a:pPr/>
              <a:t>2025/11/13</a:t>
            </a:fld>
            <a:endParaRPr lang="zh-CN" altLang="en-US"/>
          </a:p>
        </p:txBody>
      </p:sp>
      <p:sp>
        <p:nvSpPr>
          <p:cNvPr id="84995" name="Rectangle 6">
            <a:extLst>
              <a:ext uri="{FF2B5EF4-FFF2-40B4-BE49-F238E27FC236}">
                <a16:creationId xmlns:a16="http://schemas.microsoft.com/office/drawing/2014/main" id="{1C2CA330-7AFD-7947-5FDA-F2ED9BBF7C34}"/>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84996" name="Rectangle 7">
            <a:extLst>
              <a:ext uri="{FF2B5EF4-FFF2-40B4-BE49-F238E27FC236}">
                <a16:creationId xmlns:a16="http://schemas.microsoft.com/office/drawing/2014/main" id="{FA76F03B-EB49-5B2D-666F-1FB616A954D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F3F7594-CC34-475C-839C-53466C11E43E}" type="slidenum">
              <a:rPr lang="en-US" altLang="zh-CN"/>
              <a:pPr/>
              <a:t>4</a:t>
            </a:fld>
            <a:endParaRPr lang="en-US" altLang="zh-CN"/>
          </a:p>
        </p:txBody>
      </p:sp>
      <p:sp>
        <p:nvSpPr>
          <p:cNvPr id="84997" name="Rectangle 2">
            <a:extLst>
              <a:ext uri="{FF2B5EF4-FFF2-40B4-BE49-F238E27FC236}">
                <a16:creationId xmlns:a16="http://schemas.microsoft.com/office/drawing/2014/main" id="{AC277163-F946-A930-C4B5-A00ABD2CAAF6}"/>
              </a:ext>
            </a:extLst>
          </p:cNvPr>
          <p:cNvSpPr>
            <a:spLocks noGrp="1" noRot="1" noChangeAspect="1" noChangeArrowheads="1" noTextEdit="1"/>
          </p:cNvSpPr>
          <p:nvPr>
            <p:ph type="sldImg" idx="4294967295"/>
          </p:nvPr>
        </p:nvSpPr>
        <p:spPr>
          <a:ln/>
        </p:spPr>
      </p:sp>
      <p:sp>
        <p:nvSpPr>
          <p:cNvPr id="84998" name="Rectangle 3">
            <a:extLst>
              <a:ext uri="{FF2B5EF4-FFF2-40B4-BE49-F238E27FC236}">
                <a16:creationId xmlns:a16="http://schemas.microsoft.com/office/drawing/2014/main" id="{82D87200-F1F7-C996-8387-2A6A6B50CEEF}"/>
              </a:ext>
            </a:extLst>
          </p:cNvPr>
          <p:cNvSpPr>
            <a:spLocks noGrp="1" noChangeArrowheads="1"/>
          </p:cNvSpPr>
          <p:nvPr>
            <p:ph type="body" idx="4294967295"/>
          </p:nvPr>
        </p:nvSpPr>
        <p:spPr/>
        <p:txBody>
          <a:bodyPr>
            <a:prstTxWarp prst="textNoShape">
              <a:avLst/>
            </a:prstTxWarp>
          </a:bodyPr>
          <a:lstStyle/>
          <a:p>
            <a:pPr eaLnBrk="1" hangingPunct="1"/>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6FD39B0C-797A-925F-41EE-2C9C791B809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87042" name="Rectangle 3">
            <a:extLst>
              <a:ext uri="{FF2B5EF4-FFF2-40B4-BE49-F238E27FC236}">
                <a16:creationId xmlns:a16="http://schemas.microsoft.com/office/drawing/2014/main" id="{29AD4A83-B31F-C8BC-DD67-72D2BA766316}"/>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DAEFF47-A538-4BFA-89C9-72C3C0B15A1D}" type="datetime1">
              <a:rPr lang="zh-CN" altLang="en-US" smtClean="0"/>
              <a:pPr/>
              <a:t>2025/11/13</a:t>
            </a:fld>
            <a:endParaRPr lang="zh-CN" altLang="en-US"/>
          </a:p>
        </p:txBody>
      </p:sp>
      <p:sp>
        <p:nvSpPr>
          <p:cNvPr id="87043" name="Rectangle 6">
            <a:extLst>
              <a:ext uri="{FF2B5EF4-FFF2-40B4-BE49-F238E27FC236}">
                <a16:creationId xmlns:a16="http://schemas.microsoft.com/office/drawing/2014/main" id="{0AB332ED-9224-958C-1D65-914CCA37F39B}"/>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87044" name="Rectangle 7">
            <a:extLst>
              <a:ext uri="{FF2B5EF4-FFF2-40B4-BE49-F238E27FC236}">
                <a16:creationId xmlns:a16="http://schemas.microsoft.com/office/drawing/2014/main" id="{056DE2EB-A514-8423-82FA-02A8FF1FF5B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612B1F5-825C-48F0-BBC0-31E7EEDC22A7}" type="slidenum">
              <a:rPr lang="en-US" altLang="zh-CN"/>
              <a:pPr/>
              <a:t>5</a:t>
            </a:fld>
            <a:endParaRPr lang="en-US" altLang="zh-CN"/>
          </a:p>
        </p:txBody>
      </p:sp>
      <p:sp>
        <p:nvSpPr>
          <p:cNvPr id="87045" name="Rectangle 2">
            <a:extLst>
              <a:ext uri="{FF2B5EF4-FFF2-40B4-BE49-F238E27FC236}">
                <a16:creationId xmlns:a16="http://schemas.microsoft.com/office/drawing/2014/main" id="{408CFD73-500B-766B-E821-23489872F3D9}"/>
              </a:ext>
            </a:extLst>
          </p:cNvPr>
          <p:cNvSpPr>
            <a:spLocks noGrp="1" noRot="1" noChangeAspect="1" noChangeArrowheads="1" noTextEdit="1"/>
          </p:cNvSpPr>
          <p:nvPr>
            <p:ph type="sldImg" idx="4294967295"/>
          </p:nvPr>
        </p:nvSpPr>
        <p:spPr>
          <a:ln/>
        </p:spPr>
      </p:sp>
      <p:sp>
        <p:nvSpPr>
          <p:cNvPr id="87046" name="Rectangle 3">
            <a:extLst>
              <a:ext uri="{FF2B5EF4-FFF2-40B4-BE49-F238E27FC236}">
                <a16:creationId xmlns:a16="http://schemas.microsoft.com/office/drawing/2014/main" id="{CE9798B6-87C1-87E5-D1D2-BABBA656A066}"/>
              </a:ext>
            </a:extLst>
          </p:cNvPr>
          <p:cNvSpPr>
            <a:spLocks noGrp="1" noChangeArrowheads="1"/>
          </p:cNvSpPr>
          <p:nvPr>
            <p:ph type="body" idx="4294967295"/>
          </p:nvPr>
        </p:nvSpPr>
        <p:spPr/>
        <p:txBody>
          <a:bodyPr>
            <a:prstTxWarp prst="textNoShape">
              <a:avLst/>
            </a:prstTxWarp>
          </a:bodyPr>
          <a:lstStyle/>
          <a:p>
            <a:pPr eaLnBrk="1" hangingPunct="1"/>
            <a:endParaRPr lang="zh-CN" altLang="en-US">
              <a:solidFill>
                <a:schemeClr val="bg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3E87549F-D99A-CDBC-4CC7-9CC23E52786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89090" name="Rectangle 3">
            <a:extLst>
              <a:ext uri="{FF2B5EF4-FFF2-40B4-BE49-F238E27FC236}">
                <a16:creationId xmlns:a16="http://schemas.microsoft.com/office/drawing/2014/main" id="{29B43BC7-B6CF-B17C-5F47-C844D6CDC12D}"/>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FD0297E-684A-46D1-A09F-78ABCD1DE660}" type="datetime1">
              <a:rPr lang="zh-CN" altLang="en-US" smtClean="0"/>
              <a:pPr/>
              <a:t>2025/11/13</a:t>
            </a:fld>
            <a:endParaRPr lang="zh-CN" altLang="en-US"/>
          </a:p>
        </p:txBody>
      </p:sp>
      <p:sp>
        <p:nvSpPr>
          <p:cNvPr id="89091" name="Rectangle 6">
            <a:extLst>
              <a:ext uri="{FF2B5EF4-FFF2-40B4-BE49-F238E27FC236}">
                <a16:creationId xmlns:a16="http://schemas.microsoft.com/office/drawing/2014/main" id="{3437A327-091A-D22C-22FA-29A3BE0CF24B}"/>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89092" name="Rectangle 7">
            <a:extLst>
              <a:ext uri="{FF2B5EF4-FFF2-40B4-BE49-F238E27FC236}">
                <a16:creationId xmlns:a16="http://schemas.microsoft.com/office/drawing/2014/main" id="{D1A27F8A-9724-E821-AB12-8C810BFE0C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14EC6BD-EB15-4228-B4D2-F5E850744587}" type="slidenum">
              <a:rPr lang="en-US" altLang="zh-CN"/>
              <a:pPr/>
              <a:t>6</a:t>
            </a:fld>
            <a:endParaRPr lang="en-US" altLang="zh-CN"/>
          </a:p>
        </p:txBody>
      </p:sp>
      <p:sp>
        <p:nvSpPr>
          <p:cNvPr id="89093" name="Rectangle 2">
            <a:extLst>
              <a:ext uri="{FF2B5EF4-FFF2-40B4-BE49-F238E27FC236}">
                <a16:creationId xmlns:a16="http://schemas.microsoft.com/office/drawing/2014/main" id="{9D9E66C0-FA60-7B56-C4FE-5EC3E9EAEBD7}"/>
              </a:ext>
            </a:extLst>
          </p:cNvPr>
          <p:cNvSpPr>
            <a:spLocks noGrp="1" noRot="1" noChangeAspect="1" noChangeArrowheads="1" noTextEdit="1"/>
          </p:cNvSpPr>
          <p:nvPr>
            <p:ph type="sldImg" idx="4294967295"/>
          </p:nvPr>
        </p:nvSpPr>
        <p:spPr>
          <a:ln/>
        </p:spPr>
      </p:sp>
      <p:sp>
        <p:nvSpPr>
          <p:cNvPr id="89094" name="Rectangle 3">
            <a:extLst>
              <a:ext uri="{FF2B5EF4-FFF2-40B4-BE49-F238E27FC236}">
                <a16:creationId xmlns:a16="http://schemas.microsoft.com/office/drawing/2014/main" id="{E0435F54-7679-F02D-4660-CC0C97AE49A6}"/>
              </a:ext>
            </a:extLst>
          </p:cNvPr>
          <p:cNvSpPr>
            <a:spLocks noGrp="1" noChangeArrowheads="1"/>
          </p:cNvSpPr>
          <p:nvPr>
            <p:ph type="body" idx="4294967295"/>
          </p:nvPr>
        </p:nvSpPr>
        <p:spPr/>
        <p:txBody>
          <a:bodyPr>
            <a:prstTxWarp prst="textNoShape">
              <a:avLst/>
            </a:prstTxWarp>
          </a:bodyPr>
          <a:lstStyle/>
          <a:p>
            <a:pPr eaLnBrk="1" hangingPunct="1"/>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107BCBC9-7762-65C5-2E4B-ACE9B9BE4E6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91138" name="Rectangle 3">
            <a:extLst>
              <a:ext uri="{FF2B5EF4-FFF2-40B4-BE49-F238E27FC236}">
                <a16:creationId xmlns:a16="http://schemas.microsoft.com/office/drawing/2014/main" id="{8EC0B831-D22B-A57A-C2A9-44D30F4049D5}"/>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A51B020-337E-4522-BD24-AFEAC696A82F}" type="datetime1">
              <a:rPr lang="zh-CN" altLang="en-US" smtClean="0"/>
              <a:pPr/>
              <a:t>2025/11/13</a:t>
            </a:fld>
            <a:endParaRPr lang="zh-CN" altLang="en-US"/>
          </a:p>
        </p:txBody>
      </p:sp>
      <p:sp>
        <p:nvSpPr>
          <p:cNvPr id="91139" name="Rectangle 6">
            <a:extLst>
              <a:ext uri="{FF2B5EF4-FFF2-40B4-BE49-F238E27FC236}">
                <a16:creationId xmlns:a16="http://schemas.microsoft.com/office/drawing/2014/main" id="{D04CCAAF-BC2B-0521-FC4F-0769AF4E6CA8}"/>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91140" name="Rectangle 7">
            <a:extLst>
              <a:ext uri="{FF2B5EF4-FFF2-40B4-BE49-F238E27FC236}">
                <a16:creationId xmlns:a16="http://schemas.microsoft.com/office/drawing/2014/main" id="{58E1F4A0-4D0D-C139-7887-95E3E0E5C1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815A10E-A94F-45D7-84CE-DE2474144F76}" type="slidenum">
              <a:rPr lang="en-US" altLang="zh-CN"/>
              <a:pPr/>
              <a:t>7</a:t>
            </a:fld>
            <a:endParaRPr lang="en-US" altLang="zh-CN"/>
          </a:p>
        </p:txBody>
      </p:sp>
      <p:sp>
        <p:nvSpPr>
          <p:cNvPr id="91141" name="Rectangle 2">
            <a:extLst>
              <a:ext uri="{FF2B5EF4-FFF2-40B4-BE49-F238E27FC236}">
                <a16:creationId xmlns:a16="http://schemas.microsoft.com/office/drawing/2014/main" id="{3B633913-6052-1A37-EE3B-A0040A5BCA02}"/>
              </a:ext>
            </a:extLst>
          </p:cNvPr>
          <p:cNvSpPr>
            <a:spLocks noGrp="1" noRot="1" noChangeAspect="1" noChangeArrowheads="1" noTextEdit="1"/>
          </p:cNvSpPr>
          <p:nvPr>
            <p:ph type="sldImg" idx="4294967295"/>
          </p:nvPr>
        </p:nvSpPr>
        <p:spPr>
          <a:ln/>
        </p:spPr>
      </p:sp>
      <p:sp>
        <p:nvSpPr>
          <p:cNvPr id="91142" name="Rectangle 3">
            <a:extLst>
              <a:ext uri="{FF2B5EF4-FFF2-40B4-BE49-F238E27FC236}">
                <a16:creationId xmlns:a16="http://schemas.microsoft.com/office/drawing/2014/main" id="{8B112762-30ED-257D-5BF6-64E86EFC63AD}"/>
              </a:ext>
            </a:extLst>
          </p:cNvPr>
          <p:cNvSpPr>
            <a:spLocks noGrp="1" noChangeArrowheads="1"/>
          </p:cNvSpPr>
          <p:nvPr>
            <p:ph type="body" idx="4294967295"/>
          </p:nvPr>
        </p:nvSpPr>
        <p:spPr/>
        <p:txBody>
          <a:bodyPr>
            <a:prstTxWarp prst="textNoShape">
              <a:avLst/>
            </a:prstTxWarp>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E5C761D7-47AC-3938-8D30-48314A0CB6A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93186" name="Rectangle 3">
            <a:extLst>
              <a:ext uri="{FF2B5EF4-FFF2-40B4-BE49-F238E27FC236}">
                <a16:creationId xmlns:a16="http://schemas.microsoft.com/office/drawing/2014/main" id="{4B4B9270-5642-F298-DD5D-398C3985C5CC}"/>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D207624-E41E-4315-B636-E1C9FD281C94}" type="datetime1">
              <a:rPr lang="zh-CN" altLang="en-US" smtClean="0"/>
              <a:pPr/>
              <a:t>2025/11/13</a:t>
            </a:fld>
            <a:endParaRPr lang="zh-CN" altLang="en-US"/>
          </a:p>
        </p:txBody>
      </p:sp>
      <p:sp>
        <p:nvSpPr>
          <p:cNvPr id="93187" name="Rectangle 6">
            <a:extLst>
              <a:ext uri="{FF2B5EF4-FFF2-40B4-BE49-F238E27FC236}">
                <a16:creationId xmlns:a16="http://schemas.microsoft.com/office/drawing/2014/main" id="{CE53E17A-33D6-15DC-95CF-3A5C616FAD59}"/>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93188" name="Rectangle 7">
            <a:extLst>
              <a:ext uri="{FF2B5EF4-FFF2-40B4-BE49-F238E27FC236}">
                <a16:creationId xmlns:a16="http://schemas.microsoft.com/office/drawing/2014/main" id="{11E1AB10-7383-2C43-8443-C7035AB1B53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3378E4E-9543-4C03-98EE-1C0F8E869315}" type="slidenum">
              <a:rPr lang="en-US" altLang="zh-CN"/>
              <a:pPr/>
              <a:t>8</a:t>
            </a:fld>
            <a:endParaRPr lang="en-US" altLang="zh-CN"/>
          </a:p>
        </p:txBody>
      </p:sp>
      <p:sp>
        <p:nvSpPr>
          <p:cNvPr id="93189" name="Rectangle 2">
            <a:extLst>
              <a:ext uri="{FF2B5EF4-FFF2-40B4-BE49-F238E27FC236}">
                <a16:creationId xmlns:a16="http://schemas.microsoft.com/office/drawing/2014/main" id="{7C23E780-EBEF-A5FF-2CC7-C8F7332FF5FE}"/>
              </a:ext>
            </a:extLst>
          </p:cNvPr>
          <p:cNvSpPr>
            <a:spLocks noGrp="1" noRot="1" noChangeAspect="1" noChangeArrowheads="1" noTextEdit="1"/>
          </p:cNvSpPr>
          <p:nvPr>
            <p:ph type="sldImg" idx="4294967295"/>
          </p:nvPr>
        </p:nvSpPr>
        <p:spPr>
          <a:ln/>
        </p:spPr>
      </p:sp>
      <p:sp>
        <p:nvSpPr>
          <p:cNvPr id="93190" name="Rectangle 3">
            <a:extLst>
              <a:ext uri="{FF2B5EF4-FFF2-40B4-BE49-F238E27FC236}">
                <a16:creationId xmlns:a16="http://schemas.microsoft.com/office/drawing/2014/main" id="{6BE4AFFD-E7FD-CDE0-B100-0967E7271FA8}"/>
              </a:ext>
            </a:extLst>
          </p:cNvPr>
          <p:cNvSpPr>
            <a:spLocks noGrp="1" noChangeArrowheads="1"/>
          </p:cNvSpPr>
          <p:nvPr>
            <p:ph type="body" idx="4294967295"/>
          </p:nvPr>
        </p:nvSpPr>
        <p:spPr/>
        <p:txBody>
          <a:bodyPr>
            <a:prstTxWarp prst="textNoShape">
              <a:avLst/>
            </a:prstTxWarp>
          </a:bodyPr>
          <a:lstStyle/>
          <a:p>
            <a:pPr eaLnBrk="1" hangingPunct="1"/>
            <a:endParaRPr lang="en-US" altLang="zh-CN" b="1">
              <a:solidFill>
                <a:srgbClr val="000066"/>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7FC5006F-17B9-A1D8-A491-6520E6CDBBB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95234" name="Rectangle 3">
            <a:extLst>
              <a:ext uri="{FF2B5EF4-FFF2-40B4-BE49-F238E27FC236}">
                <a16:creationId xmlns:a16="http://schemas.microsoft.com/office/drawing/2014/main" id="{EDBA8745-6892-B1C7-F2A7-BCCCD32CE0CC}"/>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5CF52B4-6B33-4180-B92E-8F6000CC0D54}" type="datetime1">
              <a:rPr lang="zh-CN" altLang="en-US" smtClean="0"/>
              <a:pPr/>
              <a:t>2025/11/13</a:t>
            </a:fld>
            <a:endParaRPr lang="zh-CN" altLang="en-US"/>
          </a:p>
        </p:txBody>
      </p:sp>
      <p:sp>
        <p:nvSpPr>
          <p:cNvPr id="95235" name="Rectangle 6">
            <a:extLst>
              <a:ext uri="{FF2B5EF4-FFF2-40B4-BE49-F238E27FC236}">
                <a16:creationId xmlns:a16="http://schemas.microsoft.com/office/drawing/2014/main" id="{AF8E41CC-AE82-42D3-4174-77250B57EF1B}"/>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95236" name="Rectangle 7">
            <a:extLst>
              <a:ext uri="{FF2B5EF4-FFF2-40B4-BE49-F238E27FC236}">
                <a16:creationId xmlns:a16="http://schemas.microsoft.com/office/drawing/2014/main" id="{F5110DF9-055F-6B07-9A5E-58EAAAB3A13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4CB77B5-7214-40F0-860B-F6CC403F4F0F}" type="slidenum">
              <a:rPr lang="en-US" altLang="zh-CN"/>
              <a:pPr/>
              <a:t>9</a:t>
            </a:fld>
            <a:endParaRPr lang="en-US" altLang="zh-CN"/>
          </a:p>
        </p:txBody>
      </p:sp>
      <p:sp>
        <p:nvSpPr>
          <p:cNvPr id="95237" name="Rectangle 2">
            <a:extLst>
              <a:ext uri="{FF2B5EF4-FFF2-40B4-BE49-F238E27FC236}">
                <a16:creationId xmlns:a16="http://schemas.microsoft.com/office/drawing/2014/main" id="{705F18C0-B9A6-B531-BBE2-322C3F0882FC}"/>
              </a:ext>
            </a:extLst>
          </p:cNvPr>
          <p:cNvSpPr>
            <a:spLocks noGrp="1" noRot="1" noChangeAspect="1" noChangeArrowheads="1" noTextEdit="1"/>
          </p:cNvSpPr>
          <p:nvPr>
            <p:ph type="sldImg" idx="4294967295"/>
          </p:nvPr>
        </p:nvSpPr>
        <p:spPr>
          <a:ln/>
        </p:spPr>
      </p:sp>
      <p:sp>
        <p:nvSpPr>
          <p:cNvPr id="95238" name="Rectangle 3">
            <a:extLst>
              <a:ext uri="{FF2B5EF4-FFF2-40B4-BE49-F238E27FC236}">
                <a16:creationId xmlns:a16="http://schemas.microsoft.com/office/drawing/2014/main" id="{9B8FAF52-11D3-16BE-43C9-F785EAEF442F}"/>
              </a:ext>
            </a:extLst>
          </p:cNvPr>
          <p:cNvSpPr>
            <a:spLocks noGrp="1" noChangeArrowheads="1"/>
          </p:cNvSpPr>
          <p:nvPr>
            <p:ph type="body" idx="4294967295"/>
          </p:nvPr>
        </p:nvSpPr>
        <p:spPr/>
        <p:txBody>
          <a:bodyPr>
            <a:prstTxWarp prst="textNoShape">
              <a:avLst/>
            </a:prstTxWarp>
          </a:bodyPr>
          <a:lstStyle/>
          <a:p>
            <a:pPr eaLnBrk="1" hangingPunct="1"/>
            <a:endParaRPr lang="en-US" altLang="zh-CN" b="1">
              <a:solidFill>
                <a:srgbClr val="000066"/>
              </a:solidFill>
              <a:latin typeface="宋体" panose="02010600030101010101" pitchFamily="2" charset="-122"/>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69EAF89C-AB87-C683-9908-7310FD5BBE5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97282" name="Rectangle 3">
            <a:extLst>
              <a:ext uri="{FF2B5EF4-FFF2-40B4-BE49-F238E27FC236}">
                <a16:creationId xmlns:a16="http://schemas.microsoft.com/office/drawing/2014/main" id="{4E909185-1781-31B7-B4C8-DCCCD7CDD3DF}"/>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49906D6-7B3E-4FAA-BB6C-29D60FC064E1}" type="datetime1">
              <a:rPr lang="zh-CN" altLang="en-US" smtClean="0"/>
              <a:pPr/>
              <a:t>2025/11/13</a:t>
            </a:fld>
            <a:endParaRPr lang="zh-CN" altLang="en-US"/>
          </a:p>
        </p:txBody>
      </p:sp>
      <p:sp>
        <p:nvSpPr>
          <p:cNvPr id="97283" name="Rectangle 6">
            <a:extLst>
              <a:ext uri="{FF2B5EF4-FFF2-40B4-BE49-F238E27FC236}">
                <a16:creationId xmlns:a16="http://schemas.microsoft.com/office/drawing/2014/main" id="{71B3A6ED-F43E-D381-9FC9-2B04668F3D0D}"/>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97284" name="Rectangle 7">
            <a:extLst>
              <a:ext uri="{FF2B5EF4-FFF2-40B4-BE49-F238E27FC236}">
                <a16:creationId xmlns:a16="http://schemas.microsoft.com/office/drawing/2014/main" id="{5DFCACD9-AF67-5F18-0FAA-C9F7500DFEC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890FCE0-09E1-4A32-9535-C53036A023E6}" type="slidenum">
              <a:rPr lang="en-US" altLang="zh-CN"/>
              <a:pPr/>
              <a:t>10</a:t>
            </a:fld>
            <a:endParaRPr lang="en-US" altLang="zh-CN"/>
          </a:p>
        </p:txBody>
      </p:sp>
      <p:sp>
        <p:nvSpPr>
          <p:cNvPr id="97285" name="Rectangle 2">
            <a:extLst>
              <a:ext uri="{FF2B5EF4-FFF2-40B4-BE49-F238E27FC236}">
                <a16:creationId xmlns:a16="http://schemas.microsoft.com/office/drawing/2014/main" id="{31D92ACB-F99F-207B-4A81-BAC65AE01DC4}"/>
              </a:ext>
            </a:extLst>
          </p:cNvPr>
          <p:cNvSpPr>
            <a:spLocks noGrp="1" noRot="1" noChangeAspect="1" noChangeArrowheads="1" noTextEdit="1"/>
          </p:cNvSpPr>
          <p:nvPr>
            <p:ph type="sldImg" idx="4294967295"/>
          </p:nvPr>
        </p:nvSpPr>
        <p:spPr>
          <a:ln/>
        </p:spPr>
      </p:sp>
      <p:sp>
        <p:nvSpPr>
          <p:cNvPr id="97286" name="Rectangle 3">
            <a:extLst>
              <a:ext uri="{FF2B5EF4-FFF2-40B4-BE49-F238E27FC236}">
                <a16:creationId xmlns:a16="http://schemas.microsoft.com/office/drawing/2014/main" id="{FCED7463-215D-11CD-AE12-20E4F398D09C}"/>
              </a:ext>
            </a:extLst>
          </p:cNvPr>
          <p:cNvSpPr>
            <a:spLocks noGrp="1" noChangeArrowheads="1"/>
          </p:cNvSpPr>
          <p:nvPr>
            <p:ph type="body" idx="4294967295"/>
          </p:nvPr>
        </p:nvSpPr>
        <p:spPr/>
        <p:txBody>
          <a:bodyPr>
            <a:prstTxWarp prst="textNoShape">
              <a:avLst/>
            </a:prstTxWarp>
          </a:bodyPr>
          <a:lstStyle/>
          <a:p>
            <a:pPr eaLnBrk="1" hangingPunct="1"/>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F8EBDFAB-6091-0162-92C1-8C008DA0680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99330" name="Rectangle 3">
            <a:extLst>
              <a:ext uri="{FF2B5EF4-FFF2-40B4-BE49-F238E27FC236}">
                <a16:creationId xmlns:a16="http://schemas.microsoft.com/office/drawing/2014/main" id="{ED765134-D962-FC03-805A-880DC02159F4}"/>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1E5C3D0-C326-488B-B50E-2E764D301D41}" type="datetime1">
              <a:rPr lang="zh-CN" altLang="en-US" smtClean="0"/>
              <a:pPr/>
              <a:t>2025/11/13</a:t>
            </a:fld>
            <a:endParaRPr lang="zh-CN" altLang="en-US"/>
          </a:p>
        </p:txBody>
      </p:sp>
      <p:sp>
        <p:nvSpPr>
          <p:cNvPr id="99331" name="Rectangle 6">
            <a:extLst>
              <a:ext uri="{FF2B5EF4-FFF2-40B4-BE49-F238E27FC236}">
                <a16:creationId xmlns:a16="http://schemas.microsoft.com/office/drawing/2014/main" id="{B3242995-6B22-9892-7290-FF79F6A90D7C}"/>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99332" name="Rectangle 7">
            <a:extLst>
              <a:ext uri="{FF2B5EF4-FFF2-40B4-BE49-F238E27FC236}">
                <a16:creationId xmlns:a16="http://schemas.microsoft.com/office/drawing/2014/main" id="{A7282204-1F65-277F-1EC7-5A76E55B97D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A1CECFE-E780-4BFB-98FC-4ABAFDA937D8}" type="slidenum">
              <a:rPr lang="en-US" altLang="zh-CN"/>
              <a:pPr/>
              <a:t>11</a:t>
            </a:fld>
            <a:endParaRPr lang="en-US" altLang="zh-CN"/>
          </a:p>
        </p:txBody>
      </p:sp>
      <p:sp>
        <p:nvSpPr>
          <p:cNvPr id="99333" name="Rectangle 2">
            <a:extLst>
              <a:ext uri="{FF2B5EF4-FFF2-40B4-BE49-F238E27FC236}">
                <a16:creationId xmlns:a16="http://schemas.microsoft.com/office/drawing/2014/main" id="{6454CDEA-7AEB-084C-C8DE-9DCCBEFDCAE3}"/>
              </a:ext>
            </a:extLst>
          </p:cNvPr>
          <p:cNvSpPr>
            <a:spLocks noGrp="1" noRot="1" noChangeAspect="1" noChangeArrowheads="1" noTextEdit="1"/>
          </p:cNvSpPr>
          <p:nvPr>
            <p:ph type="sldImg" idx="4294967295"/>
          </p:nvPr>
        </p:nvSpPr>
        <p:spPr>
          <a:ln/>
        </p:spPr>
      </p:sp>
      <p:sp>
        <p:nvSpPr>
          <p:cNvPr id="99334" name="Rectangle 3">
            <a:extLst>
              <a:ext uri="{FF2B5EF4-FFF2-40B4-BE49-F238E27FC236}">
                <a16:creationId xmlns:a16="http://schemas.microsoft.com/office/drawing/2014/main" id="{DCC3664C-FCE6-41AF-C3B8-1E700307AC15}"/>
              </a:ext>
            </a:extLst>
          </p:cNvPr>
          <p:cNvSpPr>
            <a:spLocks noGrp="1" noChangeArrowheads="1"/>
          </p:cNvSpPr>
          <p:nvPr>
            <p:ph type="body" idx="4294967295"/>
          </p:nvPr>
        </p:nvSpPr>
        <p:spPr/>
        <p:txBody>
          <a:bodyPr>
            <a:prstTxWarp prst="textNoShape">
              <a:avLst/>
            </a:prstTxWarp>
          </a:bodyPr>
          <a:lstStyle/>
          <a:p>
            <a:pPr eaLnBrk="1" hangingPunct="1"/>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幻灯片图像占位符 1">
            <a:extLst>
              <a:ext uri="{FF2B5EF4-FFF2-40B4-BE49-F238E27FC236}">
                <a16:creationId xmlns:a16="http://schemas.microsoft.com/office/drawing/2014/main" id="{69DF1C13-3728-BC1B-DF53-D4F9A214E6A2}"/>
              </a:ext>
            </a:extLst>
          </p:cNvPr>
          <p:cNvSpPr>
            <a:spLocks noGrp="1" noRot="1" noChangeAspect="1" noChangeArrowheads="1" noTextEdit="1"/>
          </p:cNvSpPr>
          <p:nvPr>
            <p:ph type="sldImg" idx="4294967295"/>
          </p:nvPr>
        </p:nvSpPr>
        <p:spPr>
          <a:ln/>
        </p:spPr>
      </p:sp>
      <p:sp>
        <p:nvSpPr>
          <p:cNvPr id="102402" name="备注占位符 2">
            <a:extLst>
              <a:ext uri="{FF2B5EF4-FFF2-40B4-BE49-F238E27FC236}">
                <a16:creationId xmlns:a16="http://schemas.microsoft.com/office/drawing/2014/main" id="{DAED0FE5-D5D4-9FE5-8AB4-83E230F33791}"/>
              </a:ext>
            </a:extLst>
          </p:cNvPr>
          <p:cNvSpPr>
            <a:spLocks noGrp="1" noChangeArrowheads="1"/>
          </p:cNvSpPr>
          <p:nvPr>
            <p:ph type="body" idx="4294967295"/>
          </p:nvPr>
        </p:nvSpPr>
        <p:spPr/>
        <p:txBody>
          <a:bodyPr>
            <a:prstTxWarp prst="textNoShape">
              <a:avLst/>
            </a:prstTxWarp>
          </a:bodyPr>
          <a:lstStyle/>
          <a:p>
            <a:r>
              <a:rPr lang="en-US" altLang="zh-CN"/>
              <a:t>https://mp.weixin.qq.com/s?__biz=MzIwODc4NzE1OA==&amp;mid=2247503423&amp;idx=1&amp;sn=fc30c5db450511994e3e990e3250e237&amp;chksm=977f4d86a008c490c5db5684d037c842a28cbd266f5362f5caffdbc118f2c8b116519d14daca&amp;scene=27</a:t>
            </a:r>
          </a:p>
          <a:p>
            <a:endParaRPr lang="zh-CN" altLang="en-US"/>
          </a:p>
        </p:txBody>
      </p:sp>
      <p:sp>
        <p:nvSpPr>
          <p:cNvPr id="102403" name="页眉占位符 3">
            <a:extLst>
              <a:ext uri="{FF2B5EF4-FFF2-40B4-BE49-F238E27FC236}">
                <a16:creationId xmlns:a16="http://schemas.microsoft.com/office/drawing/2014/main" id="{779E8C66-4AE2-1FAF-F931-CDFBC5D7C59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102404" name="日期占位符 4">
            <a:extLst>
              <a:ext uri="{FF2B5EF4-FFF2-40B4-BE49-F238E27FC236}">
                <a16:creationId xmlns:a16="http://schemas.microsoft.com/office/drawing/2014/main" id="{5CCCCBCD-8F83-6570-7D13-8C1546973A56}"/>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FBE992D-7A1A-4F42-B1A1-0401B543DD8E}" type="datetime1">
              <a:rPr lang="zh-CN" altLang="en-US" smtClean="0"/>
              <a:pPr/>
              <a:t>2025/11/13</a:t>
            </a:fld>
            <a:endParaRPr lang="zh-CN" altLang="en-US"/>
          </a:p>
        </p:txBody>
      </p:sp>
      <p:sp>
        <p:nvSpPr>
          <p:cNvPr id="102405" name="页脚占位符 5">
            <a:extLst>
              <a:ext uri="{FF2B5EF4-FFF2-40B4-BE49-F238E27FC236}">
                <a16:creationId xmlns:a16="http://schemas.microsoft.com/office/drawing/2014/main" id="{48E1C54E-5464-197C-66A0-3B7916A34CC9}"/>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102406" name="灯片编号占位符 6">
            <a:extLst>
              <a:ext uri="{FF2B5EF4-FFF2-40B4-BE49-F238E27FC236}">
                <a16:creationId xmlns:a16="http://schemas.microsoft.com/office/drawing/2014/main" id="{D936ABCC-0BB7-BACA-AF78-B4512C64C4E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EA2F262-8609-4621-97D8-A1857CCE22A6}" type="slidenum">
              <a:rPr lang="en-US" altLang="zh-CN"/>
              <a:pPr/>
              <a:t>13</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79C8C20E-8667-238F-E6CE-DA789A4AE12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105474" name="Rectangle 3">
            <a:extLst>
              <a:ext uri="{FF2B5EF4-FFF2-40B4-BE49-F238E27FC236}">
                <a16:creationId xmlns:a16="http://schemas.microsoft.com/office/drawing/2014/main" id="{B2E7EAF6-F8F3-F1AB-42CA-05DC6D137602}"/>
              </a:ext>
            </a:extLst>
          </p:cNvPr>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922688B-6C3C-48E7-97E2-36FD1B5EBBD3}" type="datetime1">
              <a:rPr lang="zh-CN" altLang="en-US" smtClean="0"/>
              <a:pPr/>
              <a:t>2025/11/13</a:t>
            </a:fld>
            <a:endParaRPr lang="zh-CN" altLang="en-US"/>
          </a:p>
        </p:txBody>
      </p:sp>
      <p:sp>
        <p:nvSpPr>
          <p:cNvPr id="105475" name="Rectangle 6">
            <a:extLst>
              <a:ext uri="{FF2B5EF4-FFF2-40B4-BE49-F238E27FC236}">
                <a16:creationId xmlns:a16="http://schemas.microsoft.com/office/drawing/2014/main" id="{2A2732EF-0328-03A2-19D2-BD7CB7E5C3E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a:t>第一课</a:t>
            </a:r>
          </a:p>
        </p:txBody>
      </p:sp>
      <p:sp>
        <p:nvSpPr>
          <p:cNvPr id="105476" name="Rectangle 7">
            <a:extLst>
              <a:ext uri="{FF2B5EF4-FFF2-40B4-BE49-F238E27FC236}">
                <a16:creationId xmlns:a16="http://schemas.microsoft.com/office/drawing/2014/main" id="{4A43A86C-16C4-7F47-7559-955DE33C9A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797090E-AB4E-4FA0-A8FC-9E1ACE29D0ED}" type="slidenum">
              <a:rPr lang="en-US" altLang="zh-CN"/>
              <a:pPr/>
              <a:t>15</a:t>
            </a:fld>
            <a:endParaRPr lang="en-US" altLang="zh-CN"/>
          </a:p>
        </p:txBody>
      </p:sp>
      <p:sp>
        <p:nvSpPr>
          <p:cNvPr id="105477" name="Rectangle 2">
            <a:extLst>
              <a:ext uri="{FF2B5EF4-FFF2-40B4-BE49-F238E27FC236}">
                <a16:creationId xmlns:a16="http://schemas.microsoft.com/office/drawing/2014/main" id="{65901CFF-16CC-F51F-1954-BC15C614D8C3}"/>
              </a:ext>
            </a:extLst>
          </p:cNvPr>
          <p:cNvSpPr>
            <a:spLocks noGrp="1" noRot="1" noChangeAspect="1" noChangeArrowheads="1" noTextEdit="1"/>
          </p:cNvSpPr>
          <p:nvPr>
            <p:ph type="sldImg" idx="4294967295"/>
          </p:nvPr>
        </p:nvSpPr>
        <p:spPr>
          <a:ln/>
        </p:spPr>
      </p:sp>
      <p:sp>
        <p:nvSpPr>
          <p:cNvPr id="105478" name="Rectangle 3">
            <a:extLst>
              <a:ext uri="{FF2B5EF4-FFF2-40B4-BE49-F238E27FC236}">
                <a16:creationId xmlns:a16="http://schemas.microsoft.com/office/drawing/2014/main" id="{425D276E-4FEC-FC2F-247A-26F70261B5B4}"/>
              </a:ext>
            </a:extLst>
          </p:cNvPr>
          <p:cNvSpPr>
            <a:spLocks noGrp="1" noChangeArrowheads="1"/>
          </p:cNvSpPr>
          <p:nvPr>
            <p:ph type="body" idx="4294967295"/>
          </p:nvPr>
        </p:nvSpPr>
        <p:spPr/>
        <p:txBody>
          <a:bodyPr>
            <a:prstTxWarp prst="textNoShape">
              <a:avLst/>
            </a:prstTxWarp>
          </a:bodyPr>
          <a:lstStyle/>
          <a:p>
            <a:pPr eaLnBrk="1" hangingPunct="1"/>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Rectangle 11">
            <a:extLst>
              <a:ext uri="{FF2B5EF4-FFF2-40B4-BE49-F238E27FC236}">
                <a16:creationId xmlns:a16="http://schemas.microsoft.com/office/drawing/2014/main" id="{AB223367-393D-DA4C-C929-8E059085523B}"/>
              </a:ext>
            </a:extLst>
          </p:cNvPr>
          <p:cNvSpPr>
            <a:spLocks noGrp="1" noChangeArrowheads="1"/>
          </p:cNvSpPr>
          <p:nvPr>
            <p:ph type="sldNum" sz="quarter" idx="10"/>
          </p:nvPr>
        </p:nvSpPr>
        <p:spPr>
          <a:ln/>
        </p:spPr>
        <p:txBody>
          <a:bodyPr/>
          <a:lstStyle>
            <a:lvl1pPr>
              <a:defRPr/>
            </a:lvl1pPr>
          </a:lstStyle>
          <a:p>
            <a:fld id="{19AAC941-1B44-4BB8-8AD8-34456B5692C4}" type="slidenum">
              <a:rPr lang="en-US" altLang="zh-CN"/>
              <a:pPr/>
              <a:t>‹#›</a:t>
            </a:fld>
            <a:endParaRPr lang="en-US" altLang="zh-CN"/>
          </a:p>
        </p:txBody>
      </p:sp>
    </p:spTree>
    <p:extLst>
      <p:ext uri="{BB962C8B-B14F-4D97-AF65-F5344CB8AC3E}">
        <p14:creationId xmlns:p14="http://schemas.microsoft.com/office/powerpoint/2010/main" val="982415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621D571B-800E-C6DC-ACFB-C34A65D619B3}"/>
              </a:ext>
            </a:extLst>
          </p:cNvPr>
          <p:cNvSpPr>
            <a:spLocks noGrp="1" noChangeArrowheads="1"/>
          </p:cNvSpPr>
          <p:nvPr>
            <p:ph type="sldNum" sz="quarter" idx="10"/>
          </p:nvPr>
        </p:nvSpPr>
        <p:spPr>
          <a:ln/>
        </p:spPr>
        <p:txBody>
          <a:bodyPr/>
          <a:lstStyle>
            <a:lvl1pPr>
              <a:defRPr/>
            </a:lvl1pPr>
          </a:lstStyle>
          <a:p>
            <a:fld id="{3A406283-4038-4A99-AB66-D5065B453B78}" type="slidenum">
              <a:rPr lang="en-US" altLang="zh-CN"/>
              <a:pPr/>
              <a:t>‹#›</a:t>
            </a:fld>
            <a:endParaRPr lang="en-US" altLang="zh-CN"/>
          </a:p>
        </p:txBody>
      </p:sp>
    </p:spTree>
    <p:extLst>
      <p:ext uri="{BB962C8B-B14F-4D97-AF65-F5344CB8AC3E}">
        <p14:creationId xmlns:p14="http://schemas.microsoft.com/office/powerpoint/2010/main" val="2781097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
        <p:nvSpPr>
          <p:cNvPr id="4" name="Rectangle 11">
            <a:extLst>
              <a:ext uri="{FF2B5EF4-FFF2-40B4-BE49-F238E27FC236}">
                <a16:creationId xmlns:a16="http://schemas.microsoft.com/office/drawing/2014/main" id="{E718DC2D-3A01-F4D3-CDC6-E86688BE7FE4}"/>
              </a:ext>
            </a:extLst>
          </p:cNvPr>
          <p:cNvSpPr>
            <a:spLocks noGrp="1" noChangeArrowheads="1"/>
          </p:cNvSpPr>
          <p:nvPr>
            <p:ph type="sldNum" sz="quarter" idx="10"/>
          </p:nvPr>
        </p:nvSpPr>
        <p:spPr>
          <a:ln/>
        </p:spPr>
        <p:txBody>
          <a:bodyPr/>
          <a:lstStyle>
            <a:lvl1pPr>
              <a:defRPr/>
            </a:lvl1pPr>
          </a:lstStyle>
          <a:p>
            <a:fld id="{AD3B161B-79FA-46CD-AA87-276FE9B6A656}" type="slidenum">
              <a:rPr lang="en-US" altLang="zh-CN"/>
              <a:pPr/>
              <a:t>‹#›</a:t>
            </a:fld>
            <a:endParaRPr lang="en-US" altLang="zh-CN"/>
          </a:p>
        </p:txBody>
      </p:sp>
    </p:spTree>
    <p:extLst>
      <p:ext uri="{BB962C8B-B14F-4D97-AF65-F5344CB8AC3E}">
        <p14:creationId xmlns:p14="http://schemas.microsoft.com/office/powerpoint/2010/main" val="2325068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D23716DD-EEB6-AE2B-372D-4785B6406861}"/>
              </a:ext>
            </a:extLst>
          </p:cNvPr>
          <p:cNvSpPr>
            <a:spLocks noGrp="1" noChangeArrowheads="1"/>
          </p:cNvSpPr>
          <p:nvPr>
            <p:ph type="sldNum" sz="quarter" idx="10"/>
          </p:nvPr>
        </p:nvSpPr>
        <p:spPr>
          <a:ln/>
        </p:spPr>
        <p:txBody>
          <a:bodyPr/>
          <a:lstStyle>
            <a:lvl1pPr>
              <a:defRPr/>
            </a:lvl1pPr>
          </a:lstStyle>
          <a:p>
            <a:fld id="{7B749B85-EC45-4074-BF84-58EC77199851}" type="slidenum">
              <a:rPr lang="en-US" altLang="zh-CN"/>
              <a:pPr/>
              <a:t>‹#›</a:t>
            </a:fld>
            <a:endParaRPr lang="en-US" altLang="zh-CN"/>
          </a:p>
        </p:txBody>
      </p:sp>
    </p:spTree>
    <p:extLst>
      <p:ext uri="{BB962C8B-B14F-4D97-AF65-F5344CB8AC3E}">
        <p14:creationId xmlns:p14="http://schemas.microsoft.com/office/powerpoint/2010/main" val="612332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
            <a:extLst>
              <a:ext uri="{FF2B5EF4-FFF2-40B4-BE49-F238E27FC236}">
                <a16:creationId xmlns:a16="http://schemas.microsoft.com/office/drawing/2014/main" id="{FCEE2F04-6E16-F89F-C5EF-7402C81D3B4A}"/>
              </a:ext>
            </a:extLst>
          </p:cNvPr>
          <p:cNvSpPr>
            <a:spLocks noGrp="1" noChangeArrowheads="1"/>
          </p:cNvSpPr>
          <p:nvPr>
            <p:ph type="sldNum" sz="quarter" idx="10"/>
          </p:nvPr>
        </p:nvSpPr>
        <p:spPr>
          <a:ln/>
        </p:spPr>
        <p:txBody>
          <a:bodyPr/>
          <a:lstStyle>
            <a:lvl1pPr>
              <a:defRPr/>
            </a:lvl1pPr>
          </a:lstStyle>
          <a:p>
            <a:fld id="{9B4F7CF0-26BD-40FC-87DB-5FF0753B540A}" type="slidenum">
              <a:rPr lang="en-US" altLang="zh-CN"/>
              <a:pPr/>
              <a:t>‹#›</a:t>
            </a:fld>
            <a:endParaRPr lang="en-US" altLang="zh-CN"/>
          </a:p>
        </p:txBody>
      </p:sp>
    </p:spTree>
    <p:extLst>
      <p:ext uri="{BB962C8B-B14F-4D97-AF65-F5344CB8AC3E}">
        <p14:creationId xmlns:p14="http://schemas.microsoft.com/office/powerpoint/2010/main" val="362039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a:t>单击此处编辑母版标题样式</a:t>
            </a:r>
          </a:p>
        </p:txBody>
      </p:sp>
      <p:sp>
        <p:nvSpPr>
          <p:cNvPr id="3" name="Rectangle 11">
            <a:extLst>
              <a:ext uri="{FF2B5EF4-FFF2-40B4-BE49-F238E27FC236}">
                <a16:creationId xmlns:a16="http://schemas.microsoft.com/office/drawing/2014/main" id="{00F1891E-F48A-E99F-FDFC-747D8D932B16}"/>
              </a:ext>
            </a:extLst>
          </p:cNvPr>
          <p:cNvSpPr>
            <a:spLocks noGrp="1" noChangeArrowheads="1"/>
          </p:cNvSpPr>
          <p:nvPr>
            <p:ph type="sldNum" sz="quarter" idx="10"/>
          </p:nvPr>
        </p:nvSpPr>
        <p:spPr>
          <a:ln/>
        </p:spPr>
        <p:txBody>
          <a:bodyPr/>
          <a:lstStyle>
            <a:lvl1pPr>
              <a:defRPr/>
            </a:lvl1pPr>
          </a:lstStyle>
          <a:p>
            <a:fld id="{BF865CBD-ED97-41E2-8A52-61D9BFC92E9F}" type="slidenum">
              <a:rPr lang="en-US" altLang="zh-CN"/>
              <a:pPr/>
              <a:t>‹#›</a:t>
            </a:fld>
            <a:endParaRPr lang="en-US" altLang="zh-CN"/>
          </a:p>
        </p:txBody>
      </p:sp>
    </p:spTree>
    <p:extLst>
      <p:ext uri="{BB962C8B-B14F-4D97-AF65-F5344CB8AC3E}">
        <p14:creationId xmlns:p14="http://schemas.microsoft.com/office/powerpoint/2010/main" val="2637889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60ED38B3-094B-6612-747F-2C6BD65AFEF3}"/>
              </a:ext>
            </a:extLst>
          </p:cNvPr>
          <p:cNvSpPr>
            <a:spLocks noGrp="1" noChangeArrowheads="1"/>
          </p:cNvSpPr>
          <p:nvPr>
            <p:ph type="sldNum" sz="quarter" idx="10"/>
          </p:nvPr>
        </p:nvSpPr>
        <p:spPr>
          <a:ln/>
        </p:spPr>
        <p:txBody>
          <a:bodyPr/>
          <a:lstStyle>
            <a:lvl1pPr>
              <a:defRPr/>
            </a:lvl1pPr>
          </a:lstStyle>
          <a:p>
            <a:fld id="{516437E3-F5C5-4BBD-A1E6-1C8AC3F8F1CF}" type="slidenum">
              <a:rPr lang="en-US" altLang="zh-CN"/>
              <a:pPr/>
              <a:t>‹#›</a:t>
            </a:fld>
            <a:endParaRPr lang="en-US" altLang="zh-CN"/>
          </a:p>
        </p:txBody>
      </p:sp>
    </p:spTree>
    <p:extLst>
      <p:ext uri="{BB962C8B-B14F-4D97-AF65-F5344CB8AC3E}">
        <p14:creationId xmlns:p14="http://schemas.microsoft.com/office/powerpoint/2010/main" val="4160027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4D1BD53C-EF7A-E347-885B-F0CCF4E0C326}"/>
              </a:ext>
            </a:extLst>
          </p:cNvPr>
          <p:cNvSpPr>
            <a:spLocks noGrp="1" noChangeArrowheads="1"/>
          </p:cNvSpPr>
          <p:nvPr>
            <p:ph type="sldNum" sz="quarter" idx="10"/>
          </p:nvPr>
        </p:nvSpPr>
        <p:spPr>
          <a:ln/>
        </p:spPr>
        <p:txBody>
          <a:bodyPr/>
          <a:lstStyle>
            <a:lvl1pPr>
              <a:defRPr/>
            </a:lvl1pPr>
          </a:lstStyle>
          <a:p>
            <a:fld id="{2E6238DB-C79A-4C75-B8B4-881757FF674C}" type="slidenum">
              <a:rPr lang="en-US" altLang="zh-CN"/>
              <a:pPr/>
              <a:t>‹#›</a:t>
            </a:fld>
            <a:endParaRPr lang="en-US" altLang="zh-CN"/>
          </a:p>
        </p:txBody>
      </p:sp>
    </p:spTree>
    <p:extLst>
      <p:ext uri="{BB962C8B-B14F-4D97-AF65-F5344CB8AC3E}">
        <p14:creationId xmlns:p14="http://schemas.microsoft.com/office/powerpoint/2010/main" val="4225791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9295D60D-AEAC-394E-EE14-51B510F0EF12}"/>
              </a:ext>
            </a:extLst>
          </p:cNvPr>
          <p:cNvSpPr>
            <a:spLocks noGrp="1" noChangeArrowheads="1"/>
          </p:cNvSpPr>
          <p:nvPr>
            <p:ph type="sldNum" sz="quarter" idx="10"/>
          </p:nvPr>
        </p:nvSpPr>
        <p:spPr>
          <a:ln/>
        </p:spPr>
        <p:txBody>
          <a:bodyPr/>
          <a:lstStyle>
            <a:lvl1pPr>
              <a:defRPr/>
            </a:lvl1pPr>
          </a:lstStyle>
          <a:p>
            <a:fld id="{DA2DC006-06A1-43D0-9A08-022D255AD45E}" type="slidenum">
              <a:rPr lang="en-US" altLang="zh-CN"/>
              <a:pPr/>
              <a:t>‹#›</a:t>
            </a:fld>
            <a:endParaRPr lang="en-US" altLang="zh-CN"/>
          </a:p>
        </p:txBody>
      </p:sp>
    </p:spTree>
    <p:extLst>
      <p:ext uri="{BB962C8B-B14F-4D97-AF65-F5344CB8AC3E}">
        <p14:creationId xmlns:p14="http://schemas.microsoft.com/office/powerpoint/2010/main" val="903448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B0807715-7DD9-9AEE-5545-72B946871CCC}"/>
              </a:ext>
            </a:extLst>
          </p:cNvPr>
          <p:cNvSpPr>
            <a:spLocks noGrp="1" noChangeArrowheads="1"/>
          </p:cNvSpPr>
          <p:nvPr>
            <p:ph type="sldNum" sz="quarter" idx="10"/>
          </p:nvPr>
        </p:nvSpPr>
        <p:spPr>
          <a:ln/>
        </p:spPr>
        <p:txBody>
          <a:bodyPr/>
          <a:lstStyle>
            <a:lvl1pPr>
              <a:defRPr/>
            </a:lvl1pPr>
          </a:lstStyle>
          <a:p>
            <a:fld id="{8BE98B06-5827-499B-8288-A0E7CAD57033}" type="slidenum">
              <a:rPr lang="en-US" altLang="zh-CN"/>
              <a:pPr/>
              <a:t>‹#›</a:t>
            </a:fld>
            <a:endParaRPr lang="en-US" altLang="zh-CN"/>
          </a:p>
        </p:txBody>
      </p:sp>
    </p:spTree>
    <p:extLst>
      <p:ext uri="{BB962C8B-B14F-4D97-AF65-F5344CB8AC3E}">
        <p14:creationId xmlns:p14="http://schemas.microsoft.com/office/powerpoint/2010/main" val="3973026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809E93D8-0B4D-147C-8931-602623C82AD4}"/>
              </a:ext>
            </a:extLst>
          </p:cNvPr>
          <p:cNvSpPr>
            <a:spLocks noGrp="1" noChangeArrowheads="1"/>
          </p:cNvSpPr>
          <p:nvPr>
            <p:ph type="sldNum" sz="quarter" idx="10"/>
          </p:nvPr>
        </p:nvSpPr>
        <p:spPr>
          <a:ln/>
        </p:spPr>
        <p:txBody>
          <a:bodyPr/>
          <a:lstStyle>
            <a:lvl1pPr>
              <a:defRPr/>
            </a:lvl1pPr>
          </a:lstStyle>
          <a:p>
            <a:fld id="{C66A1462-0EAD-48BB-80E2-E21D0A35ECE1}" type="slidenum">
              <a:rPr lang="en-US" altLang="zh-CN"/>
              <a:pPr/>
              <a:t>‹#›</a:t>
            </a:fld>
            <a:endParaRPr lang="en-US" altLang="zh-CN"/>
          </a:p>
        </p:txBody>
      </p:sp>
    </p:spTree>
    <p:extLst>
      <p:ext uri="{BB962C8B-B14F-4D97-AF65-F5344CB8AC3E}">
        <p14:creationId xmlns:p14="http://schemas.microsoft.com/office/powerpoint/2010/main" val="1597937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11">
            <a:extLst>
              <a:ext uri="{FF2B5EF4-FFF2-40B4-BE49-F238E27FC236}">
                <a16:creationId xmlns:a16="http://schemas.microsoft.com/office/drawing/2014/main" id="{DF1826DF-F88D-5FD9-57AA-E9CE9492D72A}"/>
              </a:ext>
            </a:extLst>
          </p:cNvPr>
          <p:cNvSpPr>
            <a:spLocks noGrp="1" noChangeArrowheads="1"/>
          </p:cNvSpPr>
          <p:nvPr>
            <p:ph type="sldNum" sz="quarter" idx="10"/>
          </p:nvPr>
        </p:nvSpPr>
        <p:spPr>
          <a:ln/>
        </p:spPr>
        <p:txBody>
          <a:bodyPr/>
          <a:lstStyle>
            <a:lvl1pPr>
              <a:defRPr/>
            </a:lvl1pPr>
          </a:lstStyle>
          <a:p>
            <a:fld id="{03CCE0DA-8D38-4426-A59D-4B00AC2D75E0}" type="slidenum">
              <a:rPr lang="en-US" altLang="zh-CN"/>
              <a:pPr/>
              <a:t>‹#›</a:t>
            </a:fld>
            <a:endParaRPr lang="en-US" altLang="zh-CN"/>
          </a:p>
        </p:txBody>
      </p:sp>
    </p:spTree>
    <p:extLst>
      <p:ext uri="{BB962C8B-B14F-4D97-AF65-F5344CB8AC3E}">
        <p14:creationId xmlns:p14="http://schemas.microsoft.com/office/powerpoint/2010/main" val="3048452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4"/>
          <a:srcRect/>
          <a:tile tx="0" ty="0" sx="100000" sy="100000" flip="none" algn="tl"/>
        </a:blipFill>
        <a:effectLst/>
      </p:bgPr>
    </p:bg>
    <p:spTree>
      <p:nvGrpSpPr>
        <p:cNvPr id="1" name=""/>
        <p:cNvGrpSpPr/>
        <p:nvPr/>
      </p:nvGrpSpPr>
      <p:grpSpPr>
        <a:xfrm>
          <a:off x="0" y="0"/>
          <a:ext cx="0" cy="0"/>
          <a:chOff x="0" y="0"/>
          <a:chExt cx="0" cy="0"/>
        </a:xfrm>
      </p:grpSpPr>
      <p:sp>
        <p:nvSpPr>
          <p:cNvPr id="640005" name="Rectangle 5">
            <a:extLst>
              <a:ext uri="{FF2B5EF4-FFF2-40B4-BE49-F238E27FC236}">
                <a16:creationId xmlns:a16="http://schemas.microsoft.com/office/drawing/2014/main" id="{7BE41CE0-01A0-E2C4-D4DF-FD22BB71851C}"/>
              </a:ext>
            </a:extLst>
          </p:cNvPr>
          <p:cNvSpPr>
            <a:spLocks noChangeArrowheads="1"/>
          </p:cNvSpPr>
          <p:nvPr/>
        </p:nvSpPr>
        <p:spPr bwMode="auto">
          <a:xfrm>
            <a:off x="2268538" y="44450"/>
            <a:ext cx="5399087"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lnSpc>
                <a:spcPct val="60000"/>
              </a:lnSpc>
              <a:defRPr/>
            </a:pPr>
            <a:r>
              <a:rPr lang="zh-CN" altLang="en-US" b="0">
                <a:solidFill>
                  <a:schemeClr val="bg1"/>
                </a:solidFill>
                <a:latin typeface="隶书" panose="02010509060101010101" pitchFamily="49" charset="-122"/>
                <a:ea typeface="隶书" panose="02010509060101010101" pitchFamily="49" charset="-122"/>
              </a:rPr>
              <a:t>第</a:t>
            </a:r>
            <a:r>
              <a:rPr lang="en-US" altLang="zh-CN">
                <a:solidFill>
                  <a:schemeClr val="bg1"/>
                </a:solidFill>
                <a:latin typeface="隶书" panose="02010509060101010101" pitchFamily="49" charset="-122"/>
                <a:ea typeface="隶书" panose="02010509060101010101" pitchFamily="49" charset="-122"/>
              </a:rPr>
              <a:t>5</a:t>
            </a:r>
            <a:r>
              <a:rPr lang="zh-CN" altLang="en-US" b="0">
                <a:solidFill>
                  <a:schemeClr val="bg1"/>
                </a:solidFill>
                <a:latin typeface="隶书" panose="02010509060101010101" pitchFamily="49" charset="-122"/>
                <a:ea typeface="隶书" panose="02010509060101010101" pitchFamily="49" charset="-122"/>
              </a:rPr>
              <a:t>章 均匀平面波在无界媒质中的传播</a:t>
            </a:r>
            <a:endParaRPr lang="zh-CN" altLang="en-US" b="0">
              <a:solidFill>
                <a:srgbClr val="FFCC99"/>
              </a:solidFill>
              <a:effectDag name="">
                <a:cont type="tree" name="">
                  <a:effect ref="fillLine"/>
                  <a:outerShdw dist="38100" dir="13500000" algn="br">
                    <a:srgbClr val="FFDDBB"/>
                  </a:outerShdw>
                </a:cont>
                <a:cont type="tree" name="">
                  <a:effect ref="fillLine"/>
                  <a:outerShdw dist="38100" dir="2700000" algn="tl">
                    <a:srgbClr val="997A5B"/>
                  </a:outerShdw>
                </a:cont>
                <a:effect ref="fillLine"/>
              </a:effectDag>
              <a:latin typeface="隶书" panose="02010509060101010101" pitchFamily="49" charset="-122"/>
              <a:ea typeface="隶书" panose="02010509060101010101" pitchFamily="49" charset="-122"/>
            </a:endParaRPr>
          </a:p>
        </p:txBody>
      </p:sp>
      <p:sp>
        <p:nvSpPr>
          <p:cNvPr id="1027" name="Rectangle 6">
            <a:extLst>
              <a:ext uri="{FF2B5EF4-FFF2-40B4-BE49-F238E27FC236}">
                <a16:creationId xmlns:a16="http://schemas.microsoft.com/office/drawing/2014/main" id="{D5D8097E-1100-E475-0779-2D2B674ADCE2}"/>
              </a:ext>
            </a:extLst>
          </p:cNvPr>
          <p:cNvSpPr>
            <a:spLocks noChangeArrowheads="1"/>
          </p:cNvSpPr>
          <p:nvPr/>
        </p:nvSpPr>
        <p:spPr bwMode="auto">
          <a:xfrm>
            <a:off x="107950" y="44450"/>
            <a:ext cx="2089150"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a:lstStyle>
            <a:lvl1pPr>
              <a:spcBef>
                <a:spcPct val="20000"/>
              </a:spcBef>
              <a:defRPr sz="2400" b="1">
                <a:solidFill>
                  <a:schemeClr val="tx1"/>
                </a:solidFill>
                <a:latin typeface="Times New Roman" panose="02020603050405020304" pitchFamily="18" charset="0"/>
                <a:ea typeface="楷体_GB2312" pitchFamily="49" charset="-122"/>
              </a:defRPr>
            </a:lvl1pPr>
            <a:lvl2pPr marL="742950" indent="-285750">
              <a:spcBef>
                <a:spcPct val="20000"/>
              </a:spcBef>
              <a:defRPr sz="2400" b="1">
                <a:solidFill>
                  <a:schemeClr val="tx1"/>
                </a:solidFill>
                <a:latin typeface="Times New Roman" panose="02020603050405020304" pitchFamily="18" charset="0"/>
                <a:ea typeface="楷体_GB2312" pitchFamily="49" charset="-122"/>
              </a:defRPr>
            </a:lvl2pPr>
            <a:lvl3pPr marL="1143000" indent="-228600">
              <a:spcBef>
                <a:spcPct val="20000"/>
              </a:spcBef>
              <a:defRPr sz="2400" b="1">
                <a:solidFill>
                  <a:schemeClr val="tx1"/>
                </a:solidFill>
                <a:latin typeface="Times New Roman" panose="02020603050405020304" pitchFamily="18" charset="0"/>
                <a:ea typeface="楷体_GB2312" pitchFamily="49" charset="-122"/>
              </a:defRPr>
            </a:lvl3pPr>
            <a:lvl4pPr marL="1600200" indent="-228600">
              <a:spcBef>
                <a:spcPct val="20000"/>
              </a:spcBef>
              <a:defRPr sz="2400" b="1">
                <a:solidFill>
                  <a:schemeClr val="tx1"/>
                </a:solidFill>
                <a:latin typeface="Times New Roman" panose="02020603050405020304" pitchFamily="18" charset="0"/>
                <a:ea typeface="楷体_GB2312" pitchFamily="49" charset="-122"/>
              </a:defRPr>
            </a:lvl4pPr>
            <a:lvl5pPr marL="2057400" indent="-228600">
              <a:spcBef>
                <a:spcPct val="20000"/>
              </a:spcBef>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0"/>
              </a:spcBef>
              <a:defRPr/>
            </a:pPr>
            <a:r>
              <a:rPr lang="zh-CN" altLang="en-US" sz="2000">
                <a:solidFill>
                  <a:srgbClr val="573CFC"/>
                </a:solidFill>
                <a:latin typeface="Arial" panose="020B0604020202020204" pitchFamily="34" charset="0"/>
                <a:ea typeface="华文行楷" panose="02010800040101010101" pitchFamily="2" charset="-122"/>
              </a:rPr>
              <a:t>电磁场与电磁波</a:t>
            </a:r>
          </a:p>
        </p:txBody>
      </p:sp>
      <p:sp>
        <p:nvSpPr>
          <p:cNvPr id="1028" name="Rectangle 10" descr="深色横线">
            <a:extLst>
              <a:ext uri="{FF2B5EF4-FFF2-40B4-BE49-F238E27FC236}">
                <a16:creationId xmlns:a16="http://schemas.microsoft.com/office/drawing/2014/main" id="{12438C84-A5E3-1DE3-06BA-E752D99E974E}"/>
              </a:ext>
            </a:extLst>
          </p:cNvPr>
          <p:cNvSpPr>
            <a:spLocks noChangeArrowheads="1"/>
          </p:cNvSpPr>
          <p:nvPr/>
        </p:nvSpPr>
        <p:spPr bwMode="auto">
          <a:xfrm>
            <a:off x="0" y="333375"/>
            <a:ext cx="9144000" cy="71438"/>
          </a:xfrm>
          <a:prstGeom prst="rect">
            <a:avLst/>
          </a:prstGeom>
          <a:pattFill prst="dkHorz">
            <a:fgClr>
              <a:srgbClr val="CC3300"/>
            </a:fgClr>
            <a:bgClr>
              <a:srgbClr val="9A9A9A"/>
            </a:bgClr>
          </a:patt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400" b="1">
                <a:solidFill>
                  <a:schemeClr val="tx1"/>
                </a:solidFill>
                <a:latin typeface="Times New Roman" panose="02020603050405020304" pitchFamily="18" charset="0"/>
                <a:ea typeface="楷体_GB2312" pitchFamily="49" charset="-122"/>
              </a:defRPr>
            </a:lvl1pPr>
            <a:lvl2pPr marL="742950" indent="-285750">
              <a:spcBef>
                <a:spcPct val="20000"/>
              </a:spcBef>
              <a:defRPr sz="2400" b="1">
                <a:solidFill>
                  <a:schemeClr val="tx1"/>
                </a:solidFill>
                <a:latin typeface="Times New Roman" panose="02020603050405020304" pitchFamily="18" charset="0"/>
                <a:ea typeface="楷体_GB2312" pitchFamily="49" charset="-122"/>
              </a:defRPr>
            </a:lvl2pPr>
            <a:lvl3pPr marL="1143000" indent="-228600">
              <a:spcBef>
                <a:spcPct val="20000"/>
              </a:spcBef>
              <a:defRPr sz="2400" b="1">
                <a:solidFill>
                  <a:schemeClr val="tx1"/>
                </a:solidFill>
                <a:latin typeface="Times New Roman" panose="02020603050405020304" pitchFamily="18" charset="0"/>
                <a:ea typeface="楷体_GB2312" pitchFamily="49" charset="-122"/>
              </a:defRPr>
            </a:lvl3pPr>
            <a:lvl4pPr marL="1600200" indent="-228600">
              <a:spcBef>
                <a:spcPct val="20000"/>
              </a:spcBef>
              <a:defRPr sz="2400" b="1">
                <a:solidFill>
                  <a:schemeClr val="tx1"/>
                </a:solidFill>
                <a:latin typeface="Times New Roman" panose="02020603050405020304" pitchFamily="18" charset="0"/>
                <a:ea typeface="楷体_GB2312" pitchFamily="49" charset="-122"/>
              </a:defRPr>
            </a:lvl4pPr>
            <a:lvl5pPr marL="2057400" indent="-228600">
              <a:spcBef>
                <a:spcPct val="20000"/>
              </a:spcBef>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640011" name="Rectangle 11">
            <a:extLst>
              <a:ext uri="{FF2B5EF4-FFF2-40B4-BE49-F238E27FC236}">
                <a16:creationId xmlns:a16="http://schemas.microsoft.com/office/drawing/2014/main" id="{2393A864-1924-A659-045F-65D26B13AF75}"/>
              </a:ext>
            </a:extLst>
          </p:cNvPr>
          <p:cNvSpPr>
            <a:spLocks noGrp="1" noChangeArrowheads="1"/>
          </p:cNvSpPr>
          <p:nvPr>
            <p:ph type="sldNum" sz="quarter" idx="4"/>
          </p:nvPr>
        </p:nvSpPr>
        <p:spPr bwMode="auto">
          <a:xfrm>
            <a:off x="7956550" y="0"/>
            <a:ext cx="1054100"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atin typeface="Arial" panose="020B0604020202020204" pitchFamily="34" charset="0"/>
                <a:ea typeface="宋体" panose="02010600030101010101" pitchFamily="2" charset="-122"/>
              </a:defRPr>
            </a:lvl1pPr>
          </a:lstStyle>
          <a:p>
            <a:fld id="{9DF6D973-1814-4336-B946-79208BB6E9A9}" type="slidenum">
              <a:rPr lang="en-US" altLang="zh-CN"/>
              <a:pPr/>
              <a:t>‹#›</a:t>
            </a:fld>
            <a:endParaRPr lang="en-US" altLang="zh-CN"/>
          </a:p>
        </p:txBody>
      </p:sp>
      <p:sp>
        <p:nvSpPr>
          <p:cNvPr id="1030" name="Rectangle 12">
            <a:extLst>
              <a:ext uri="{FF2B5EF4-FFF2-40B4-BE49-F238E27FC236}">
                <a16:creationId xmlns:a16="http://schemas.microsoft.com/office/drawing/2014/main" id="{5EE93EBC-F265-6973-2FB9-48E10ACA0FB7}"/>
              </a:ext>
            </a:extLst>
          </p:cNvPr>
          <p:cNvSpPr>
            <a:spLocks noChangeArrowheads="1"/>
          </p:cNvSpPr>
          <p:nvPr/>
        </p:nvSpPr>
        <p:spPr bwMode="auto">
          <a:xfrm>
            <a:off x="0" y="404813"/>
            <a:ext cx="9144000" cy="6119812"/>
          </a:xfrm>
          <a:prstGeom prst="rect">
            <a:avLst/>
          </a:prstGeom>
          <a:gradFill rotWithShape="0">
            <a:gsLst>
              <a:gs pos="0">
                <a:srgbClr val="0000FF"/>
              </a:gs>
              <a:gs pos="100000">
                <a:srgbClr val="000076"/>
              </a:gs>
            </a:gsLst>
            <a:lin ang="2700000" scaled="1"/>
          </a:gra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400" b="1">
                <a:solidFill>
                  <a:schemeClr val="tx1"/>
                </a:solidFill>
                <a:latin typeface="Times New Roman" panose="02020603050405020304" pitchFamily="18" charset="0"/>
                <a:ea typeface="楷体_GB2312" pitchFamily="49" charset="-122"/>
              </a:defRPr>
            </a:lvl1pPr>
            <a:lvl2pPr marL="742950" indent="-285750">
              <a:spcBef>
                <a:spcPct val="20000"/>
              </a:spcBef>
              <a:defRPr sz="2400" b="1">
                <a:solidFill>
                  <a:schemeClr val="tx1"/>
                </a:solidFill>
                <a:latin typeface="Times New Roman" panose="02020603050405020304" pitchFamily="18" charset="0"/>
                <a:ea typeface="楷体_GB2312" pitchFamily="49" charset="-122"/>
              </a:defRPr>
            </a:lvl2pPr>
            <a:lvl3pPr marL="1143000" indent="-228600">
              <a:spcBef>
                <a:spcPct val="20000"/>
              </a:spcBef>
              <a:defRPr sz="2400" b="1">
                <a:solidFill>
                  <a:schemeClr val="tx1"/>
                </a:solidFill>
                <a:latin typeface="Times New Roman" panose="02020603050405020304" pitchFamily="18" charset="0"/>
                <a:ea typeface="楷体_GB2312" pitchFamily="49" charset="-122"/>
              </a:defRPr>
            </a:lvl3pPr>
            <a:lvl4pPr marL="1600200" indent="-228600">
              <a:spcBef>
                <a:spcPct val="20000"/>
              </a:spcBef>
              <a:defRPr sz="2400" b="1">
                <a:solidFill>
                  <a:schemeClr val="tx1"/>
                </a:solidFill>
                <a:latin typeface="Times New Roman" panose="02020603050405020304" pitchFamily="18" charset="0"/>
                <a:ea typeface="楷体_GB2312" pitchFamily="49" charset="-122"/>
              </a:defRPr>
            </a:lvl4pPr>
            <a:lvl5pPr marL="2057400" indent="-228600">
              <a:spcBef>
                <a:spcPct val="20000"/>
              </a:spcBef>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031" name="Rectangle 17" descr="栎木">
            <a:extLst>
              <a:ext uri="{FF2B5EF4-FFF2-40B4-BE49-F238E27FC236}">
                <a16:creationId xmlns:a16="http://schemas.microsoft.com/office/drawing/2014/main" id="{CE5AB6D9-6C3C-6F1A-2A83-22376C6650A2}"/>
              </a:ext>
            </a:extLst>
          </p:cNvPr>
          <p:cNvSpPr>
            <a:spLocks noChangeArrowheads="1"/>
          </p:cNvSpPr>
          <p:nvPr/>
        </p:nvSpPr>
        <p:spPr bwMode="auto">
          <a:xfrm>
            <a:off x="0" y="6562725"/>
            <a:ext cx="9144000" cy="333375"/>
          </a:xfrm>
          <a:prstGeom prst="rect">
            <a:avLst/>
          </a:prstGeom>
          <a:blipFill dpi="0" rotWithShape="0">
            <a:blip r:embed="rId14"/>
            <a:srcRect/>
            <a:tile tx="0" ty="0" sx="100000" sy="100000" flip="none" algn="tl"/>
          </a:blip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400" b="1">
                <a:solidFill>
                  <a:schemeClr val="tx1"/>
                </a:solidFill>
                <a:latin typeface="Times New Roman" panose="02020603050405020304" pitchFamily="18" charset="0"/>
                <a:ea typeface="楷体_GB2312" pitchFamily="49" charset="-122"/>
              </a:defRPr>
            </a:lvl1pPr>
            <a:lvl2pPr marL="742950" indent="-285750">
              <a:spcBef>
                <a:spcPct val="20000"/>
              </a:spcBef>
              <a:defRPr sz="2400" b="1">
                <a:solidFill>
                  <a:schemeClr val="tx1"/>
                </a:solidFill>
                <a:latin typeface="Times New Roman" panose="02020603050405020304" pitchFamily="18" charset="0"/>
                <a:ea typeface="楷体_GB2312" pitchFamily="49" charset="-122"/>
              </a:defRPr>
            </a:lvl2pPr>
            <a:lvl3pPr marL="1143000" indent="-228600">
              <a:spcBef>
                <a:spcPct val="20000"/>
              </a:spcBef>
              <a:defRPr sz="2400" b="1">
                <a:solidFill>
                  <a:schemeClr val="tx1"/>
                </a:solidFill>
                <a:latin typeface="Times New Roman" panose="02020603050405020304" pitchFamily="18" charset="0"/>
                <a:ea typeface="楷体_GB2312" pitchFamily="49" charset="-122"/>
              </a:defRPr>
            </a:lvl3pPr>
            <a:lvl4pPr marL="1600200" indent="-228600">
              <a:spcBef>
                <a:spcPct val="20000"/>
              </a:spcBef>
              <a:defRPr sz="2400" b="1">
                <a:solidFill>
                  <a:schemeClr val="tx1"/>
                </a:solidFill>
                <a:latin typeface="Times New Roman" panose="02020603050405020304" pitchFamily="18" charset="0"/>
                <a:ea typeface="楷体_GB2312" pitchFamily="49" charset="-122"/>
              </a:defRPr>
            </a:lvl4pPr>
            <a:lvl5pPr marL="2057400" indent="-228600">
              <a:spcBef>
                <a:spcPct val="20000"/>
              </a:spcBef>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032" name="Rectangle 19" descr="深色横线">
            <a:extLst>
              <a:ext uri="{FF2B5EF4-FFF2-40B4-BE49-F238E27FC236}">
                <a16:creationId xmlns:a16="http://schemas.microsoft.com/office/drawing/2014/main" id="{E5D13D1F-4883-D4FD-C841-0ABD18AEBD5F}"/>
              </a:ext>
            </a:extLst>
          </p:cNvPr>
          <p:cNvSpPr>
            <a:spLocks noChangeArrowheads="1"/>
          </p:cNvSpPr>
          <p:nvPr/>
        </p:nvSpPr>
        <p:spPr bwMode="auto">
          <a:xfrm>
            <a:off x="0" y="6526213"/>
            <a:ext cx="9144000" cy="71437"/>
          </a:xfrm>
          <a:prstGeom prst="rect">
            <a:avLst/>
          </a:prstGeom>
          <a:pattFill prst="dkHorz">
            <a:fgClr>
              <a:srgbClr val="CC3300"/>
            </a:fgClr>
            <a:bgClr>
              <a:srgbClr val="9A9A9A"/>
            </a:bgClr>
          </a:patt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400" b="1">
                <a:solidFill>
                  <a:schemeClr val="tx1"/>
                </a:solidFill>
                <a:latin typeface="Times New Roman" panose="02020603050405020304" pitchFamily="18" charset="0"/>
                <a:ea typeface="楷体_GB2312" pitchFamily="49" charset="-122"/>
              </a:defRPr>
            </a:lvl1pPr>
            <a:lvl2pPr marL="742950" indent="-285750">
              <a:spcBef>
                <a:spcPct val="20000"/>
              </a:spcBef>
              <a:defRPr sz="2400" b="1">
                <a:solidFill>
                  <a:schemeClr val="tx1"/>
                </a:solidFill>
                <a:latin typeface="Times New Roman" panose="02020603050405020304" pitchFamily="18" charset="0"/>
                <a:ea typeface="楷体_GB2312" pitchFamily="49" charset="-122"/>
              </a:defRPr>
            </a:lvl2pPr>
            <a:lvl3pPr marL="1143000" indent="-228600">
              <a:spcBef>
                <a:spcPct val="20000"/>
              </a:spcBef>
              <a:defRPr sz="2400" b="1">
                <a:solidFill>
                  <a:schemeClr val="tx1"/>
                </a:solidFill>
                <a:latin typeface="Times New Roman" panose="02020603050405020304" pitchFamily="18" charset="0"/>
                <a:ea typeface="楷体_GB2312" pitchFamily="49" charset="-122"/>
              </a:defRPr>
            </a:lvl3pPr>
            <a:lvl4pPr marL="1600200" indent="-228600">
              <a:spcBef>
                <a:spcPct val="20000"/>
              </a:spcBef>
              <a:defRPr sz="2400" b="1">
                <a:solidFill>
                  <a:schemeClr val="tx1"/>
                </a:solidFill>
                <a:latin typeface="Times New Roman" panose="02020603050405020304" pitchFamily="18" charset="0"/>
                <a:ea typeface="楷体_GB2312" pitchFamily="49" charset="-122"/>
              </a:defRPr>
            </a:lvl4pPr>
            <a:lvl5pPr marL="2057400" indent="-228600">
              <a:spcBef>
                <a:spcPct val="20000"/>
              </a:spcBef>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033" name="AutoShape 20">
            <a:hlinkClick r:id="" action="ppaction://hlinkshowjump?jump=firstslide" highlightClick="1"/>
            <a:extLst>
              <a:ext uri="{FF2B5EF4-FFF2-40B4-BE49-F238E27FC236}">
                <a16:creationId xmlns:a16="http://schemas.microsoft.com/office/drawing/2014/main" id="{505E263E-16F8-6F04-760D-FB7701CD9364}"/>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400" b="1">
                <a:solidFill>
                  <a:schemeClr val="tx1"/>
                </a:solidFill>
                <a:latin typeface="Times New Roman" panose="02020603050405020304" pitchFamily="18" charset="0"/>
                <a:ea typeface="楷体_GB2312" pitchFamily="49" charset="-122"/>
              </a:defRPr>
            </a:lvl1pPr>
            <a:lvl2pPr marL="742950" indent="-285750">
              <a:spcBef>
                <a:spcPct val="20000"/>
              </a:spcBef>
              <a:defRPr sz="2400" b="1">
                <a:solidFill>
                  <a:schemeClr val="tx1"/>
                </a:solidFill>
                <a:latin typeface="Times New Roman" panose="02020603050405020304" pitchFamily="18" charset="0"/>
                <a:ea typeface="楷体_GB2312" pitchFamily="49" charset="-122"/>
              </a:defRPr>
            </a:lvl2pPr>
            <a:lvl3pPr marL="1143000" indent="-228600">
              <a:spcBef>
                <a:spcPct val="20000"/>
              </a:spcBef>
              <a:defRPr sz="2400" b="1">
                <a:solidFill>
                  <a:schemeClr val="tx1"/>
                </a:solidFill>
                <a:latin typeface="Times New Roman" panose="02020603050405020304" pitchFamily="18" charset="0"/>
                <a:ea typeface="楷体_GB2312" pitchFamily="49" charset="-122"/>
              </a:defRPr>
            </a:lvl3pPr>
            <a:lvl4pPr marL="1600200" indent="-228600">
              <a:spcBef>
                <a:spcPct val="20000"/>
              </a:spcBef>
              <a:defRPr sz="2400" b="1">
                <a:solidFill>
                  <a:schemeClr val="tx1"/>
                </a:solidFill>
                <a:latin typeface="Times New Roman" panose="02020603050405020304" pitchFamily="18" charset="0"/>
                <a:ea typeface="楷体_GB2312" pitchFamily="49" charset="-122"/>
              </a:defRPr>
            </a:lvl4pPr>
            <a:lvl5pPr marL="2057400" indent="-228600">
              <a:spcBef>
                <a:spcPct val="20000"/>
              </a:spcBef>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034" name="AutoShape 21">
            <a:hlinkClick r:id="" action="ppaction://hlinkshowjump?jump=previousslide" highlightClick="1"/>
            <a:extLst>
              <a:ext uri="{FF2B5EF4-FFF2-40B4-BE49-F238E27FC236}">
                <a16:creationId xmlns:a16="http://schemas.microsoft.com/office/drawing/2014/main" id="{C28F55BD-73EC-74FC-2A04-8704398FE4EC}"/>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400" b="1">
                <a:solidFill>
                  <a:schemeClr val="tx1"/>
                </a:solidFill>
                <a:latin typeface="Times New Roman" panose="02020603050405020304" pitchFamily="18" charset="0"/>
                <a:ea typeface="楷体_GB2312" pitchFamily="49" charset="-122"/>
              </a:defRPr>
            </a:lvl1pPr>
            <a:lvl2pPr marL="742950" indent="-285750">
              <a:spcBef>
                <a:spcPct val="20000"/>
              </a:spcBef>
              <a:defRPr sz="2400" b="1">
                <a:solidFill>
                  <a:schemeClr val="tx1"/>
                </a:solidFill>
                <a:latin typeface="Times New Roman" panose="02020603050405020304" pitchFamily="18" charset="0"/>
                <a:ea typeface="楷体_GB2312" pitchFamily="49" charset="-122"/>
              </a:defRPr>
            </a:lvl2pPr>
            <a:lvl3pPr marL="1143000" indent="-228600">
              <a:spcBef>
                <a:spcPct val="20000"/>
              </a:spcBef>
              <a:defRPr sz="2400" b="1">
                <a:solidFill>
                  <a:schemeClr val="tx1"/>
                </a:solidFill>
                <a:latin typeface="Times New Roman" panose="02020603050405020304" pitchFamily="18" charset="0"/>
                <a:ea typeface="楷体_GB2312" pitchFamily="49" charset="-122"/>
              </a:defRPr>
            </a:lvl3pPr>
            <a:lvl4pPr marL="1600200" indent="-228600">
              <a:spcBef>
                <a:spcPct val="20000"/>
              </a:spcBef>
              <a:defRPr sz="2400" b="1">
                <a:solidFill>
                  <a:schemeClr val="tx1"/>
                </a:solidFill>
                <a:latin typeface="Times New Roman" panose="02020603050405020304" pitchFamily="18" charset="0"/>
                <a:ea typeface="楷体_GB2312" pitchFamily="49" charset="-122"/>
              </a:defRPr>
            </a:lvl4pPr>
            <a:lvl5pPr marL="2057400" indent="-228600">
              <a:spcBef>
                <a:spcPct val="20000"/>
              </a:spcBef>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035" name="AutoShape 22">
            <a:hlinkClick r:id="" action="ppaction://hlinkshowjump?jump=nextslide" highlightClick="1"/>
            <a:extLst>
              <a:ext uri="{FF2B5EF4-FFF2-40B4-BE49-F238E27FC236}">
                <a16:creationId xmlns:a16="http://schemas.microsoft.com/office/drawing/2014/main" id="{CE4A3414-7A0D-804A-1FEA-7E3E54ED8B9F}"/>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400" b="1">
                <a:solidFill>
                  <a:schemeClr val="tx1"/>
                </a:solidFill>
                <a:latin typeface="Times New Roman" panose="02020603050405020304" pitchFamily="18" charset="0"/>
                <a:ea typeface="楷体_GB2312" pitchFamily="49" charset="-122"/>
              </a:defRPr>
            </a:lvl1pPr>
            <a:lvl2pPr marL="742950" indent="-285750">
              <a:spcBef>
                <a:spcPct val="20000"/>
              </a:spcBef>
              <a:defRPr sz="2400" b="1">
                <a:solidFill>
                  <a:schemeClr val="tx1"/>
                </a:solidFill>
                <a:latin typeface="Times New Roman" panose="02020603050405020304" pitchFamily="18" charset="0"/>
                <a:ea typeface="楷体_GB2312" pitchFamily="49" charset="-122"/>
              </a:defRPr>
            </a:lvl2pPr>
            <a:lvl3pPr marL="1143000" indent="-228600">
              <a:spcBef>
                <a:spcPct val="20000"/>
              </a:spcBef>
              <a:defRPr sz="2400" b="1">
                <a:solidFill>
                  <a:schemeClr val="tx1"/>
                </a:solidFill>
                <a:latin typeface="Times New Roman" panose="02020603050405020304" pitchFamily="18" charset="0"/>
                <a:ea typeface="楷体_GB2312" pitchFamily="49" charset="-122"/>
              </a:defRPr>
            </a:lvl3pPr>
            <a:lvl4pPr marL="1600200" indent="-228600">
              <a:spcBef>
                <a:spcPct val="20000"/>
              </a:spcBef>
              <a:defRPr sz="2400" b="1">
                <a:solidFill>
                  <a:schemeClr val="tx1"/>
                </a:solidFill>
                <a:latin typeface="Times New Roman" panose="02020603050405020304" pitchFamily="18" charset="0"/>
                <a:ea typeface="楷体_GB2312" pitchFamily="49" charset="-122"/>
              </a:defRPr>
            </a:lvl4pPr>
            <a:lvl5pPr marL="2057400" indent="-228600">
              <a:spcBef>
                <a:spcPct val="20000"/>
              </a:spcBef>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036" name="AutoShape 23">
            <a:hlinkClick r:id="" action="ppaction://hlinkshowjump?jump=lastslide" highlightClick="1"/>
            <a:extLst>
              <a:ext uri="{FF2B5EF4-FFF2-40B4-BE49-F238E27FC236}">
                <a16:creationId xmlns:a16="http://schemas.microsoft.com/office/drawing/2014/main" id="{42F93482-C51C-5418-CCC3-7F79172D9269}"/>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2400" b="1">
                <a:solidFill>
                  <a:schemeClr val="tx1"/>
                </a:solidFill>
                <a:latin typeface="Times New Roman" panose="02020603050405020304" pitchFamily="18" charset="0"/>
                <a:ea typeface="楷体_GB2312" pitchFamily="49" charset="-122"/>
              </a:defRPr>
            </a:lvl1pPr>
            <a:lvl2pPr marL="742950" indent="-285750">
              <a:spcBef>
                <a:spcPct val="20000"/>
              </a:spcBef>
              <a:defRPr sz="2400" b="1">
                <a:solidFill>
                  <a:schemeClr val="tx1"/>
                </a:solidFill>
                <a:latin typeface="Times New Roman" panose="02020603050405020304" pitchFamily="18" charset="0"/>
                <a:ea typeface="楷体_GB2312" pitchFamily="49" charset="-122"/>
              </a:defRPr>
            </a:lvl2pPr>
            <a:lvl3pPr marL="1143000" indent="-228600">
              <a:spcBef>
                <a:spcPct val="20000"/>
              </a:spcBef>
              <a:defRPr sz="2400" b="1">
                <a:solidFill>
                  <a:schemeClr val="tx1"/>
                </a:solidFill>
                <a:latin typeface="Times New Roman" panose="02020603050405020304" pitchFamily="18" charset="0"/>
                <a:ea typeface="楷体_GB2312" pitchFamily="49" charset="-122"/>
              </a:defRPr>
            </a:lvl3pPr>
            <a:lvl4pPr marL="1600200" indent="-228600">
              <a:spcBef>
                <a:spcPct val="20000"/>
              </a:spcBef>
              <a:defRPr sz="2400" b="1">
                <a:solidFill>
                  <a:schemeClr val="tx1"/>
                </a:solidFill>
                <a:latin typeface="Times New Roman" panose="02020603050405020304" pitchFamily="18" charset="0"/>
                <a:ea typeface="楷体_GB2312" pitchFamily="49" charset="-122"/>
              </a:defRPr>
            </a:lvl4pPr>
            <a:lvl5pPr marL="2057400" indent="-228600">
              <a:spcBef>
                <a:spcPct val="20000"/>
              </a:spcBef>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defRPr sz="2400" b="1">
                <a:solidFill>
                  <a:schemeClr val="tx1"/>
                </a:solidFill>
                <a:latin typeface="Times New Roman" panose="02020603050405020304" pitchFamily="18" charset="0"/>
                <a:ea typeface="楷体_GB2312" pitchFamily="49" charset="-122"/>
              </a:defRPr>
            </a:lvl9p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 id="2147483649" r:id="rId12"/>
  </p:sldLayoutIdLst>
  <p:txStyles>
    <p:titleStyle>
      <a:lvl1pPr algn="l" rtl="0" eaLnBrk="0" fontAlgn="base" hangingPunct="0">
        <a:spcBef>
          <a:spcPct val="0"/>
        </a:spcBef>
        <a:spcAft>
          <a:spcPct val="0"/>
        </a:spcAft>
        <a:defRPr sz="2000" kern="1200">
          <a:solidFill>
            <a:schemeClr val="accent1"/>
          </a:solidFill>
          <a:latin typeface="+mj-lt"/>
          <a:ea typeface="+mj-ea"/>
          <a:cs typeface="+mj-cs"/>
        </a:defRPr>
      </a:lvl1pPr>
      <a:lvl2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2pPr>
      <a:lvl3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3pPr>
      <a:lvl4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4pPr>
      <a:lvl5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5pPr>
      <a:lvl6pPr marL="4572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6pPr>
      <a:lvl7pPr marL="9144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7pPr>
      <a:lvl8pPr marL="13716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8pPr>
      <a:lvl9pPr marL="18288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9pPr>
    </p:titleStyle>
    <p:bodyStyle>
      <a:lvl1pPr marL="342900" indent="-342900" algn="l" rtl="0" eaLnBrk="0" fontAlgn="base" hangingPunct="0">
        <a:spcBef>
          <a:spcPct val="20000"/>
        </a:spcBef>
        <a:spcAft>
          <a:spcPct val="0"/>
        </a:spcAft>
        <a:defRPr sz="2800" kern="1200">
          <a:solidFill>
            <a:schemeClr val="tx1"/>
          </a:solidFill>
          <a:effectLst>
            <a:outerShdw blurRad="38100" dist="38100" dir="2700000" algn="tl">
              <a:srgbClr val="FFFFFF"/>
            </a:outerShdw>
          </a:effectLst>
          <a:latin typeface="+mn-lt"/>
          <a:ea typeface="+mn-ea"/>
          <a:cs typeface="+mn-cs"/>
        </a:defRPr>
      </a:lvl1pPr>
      <a:lvl2pPr marL="742950" indent="-285750" algn="l" rtl="0" eaLnBrk="0" fontAlgn="base" hangingPunct="0">
        <a:spcBef>
          <a:spcPct val="20000"/>
        </a:spcBef>
        <a:spcAft>
          <a:spcPct val="0"/>
        </a:spcAft>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slide" Target="slide7.xml"/><Relationship Id="rId4" Type="http://schemas.openxmlformats.org/officeDocument/2006/relationships/slide" Target="slide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emf"/><Relationship Id="rId7"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7.emf"/><Relationship Id="rId5" Type="http://schemas.openxmlformats.org/officeDocument/2006/relationships/image" Target="../media/image5.emf"/><Relationship Id="rId10" Type="http://schemas.openxmlformats.org/officeDocument/2006/relationships/oleObject" Target="../embeddings/oleObject4.bin"/><Relationship Id="rId4" Type="http://schemas.openxmlformats.org/officeDocument/2006/relationships/oleObject" Target="../embeddings/oleObject2.bin"/><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oleObject" Target="../embeddings/oleObject9.bin"/><Relationship Id="rId18" Type="http://schemas.openxmlformats.org/officeDocument/2006/relationships/image" Target="../media/image2.png"/><Relationship Id="rId3" Type="http://schemas.openxmlformats.org/officeDocument/2006/relationships/oleObject" Target="../embeddings/oleObject5.bin"/><Relationship Id="rId7" Type="http://schemas.openxmlformats.org/officeDocument/2006/relationships/image" Target="../media/image10.gif"/><Relationship Id="rId12" Type="http://schemas.openxmlformats.org/officeDocument/2006/relationships/image" Target="../media/image13.wmf"/><Relationship Id="rId17" Type="http://schemas.openxmlformats.org/officeDocument/2006/relationships/image" Target="../media/image3.png"/><Relationship Id="rId2" Type="http://schemas.openxmlformats.org/officeDocument/2006/relationships/notesSlide" Target="../notesSlides/notesSlide3.xml"/><Relationship Id="rId16" Type="http://schemas.openxmlformats.org/officeDocument/2006/relationships/image" Target="../media/image15.emf"/><Relationship Id="rId20" Type="http://schemas.openxmlformats.org/officeDocument/2006/relationships/image" Target="../media/image7.emf"/><Relationship Id="rId1" Type="http://schemas.openxmlformats.org/officeDocument/2006/relationships/slideLayout" Target="../slideLayouts/slideLayout12.xml"/><Relationship Id="rId6" Type="http://schemas.openxmlformats.org/officeDocument/2006/relationships/image" Target="../media/image9.emf"/><Relationship Id="rId11" Type="http://schemas.openxmlformats.org/officeDocument/2006/relationships/oleObject" Target="../embeddings/oleObject8.bin"/><Relationship Id="rId5" Type="http://schemas.openxmlformats.org/officeDocument/2006/relationships/oleObject" Target="../embeddings/oleObject6.bin"/><Relationship Id="rId15" Type="http://schemas.openxmlformats.org/officeDocument/2006/relationships/oleObject" Target="../embeddings/oleObject10.bin"/><Relationship Id="rId10" Type="http://schemas.openxmlformats.org/officeDocument/2006/relationships/image" Target="../media/image12.gif"/><Relationship Id="rId19" Type="http://schemas.openxmlformats.org/officeDocument/2006/relationships/oleObject" Target="../embeddings/oleObject4.bin"/><Relationship Id="rId4" Type="http://schemas.openxmlformats.org/officeDocument/2006/relationships/image" Target="../media/image8.emf"/><Relationship Id="rId9" Type="http://schemas.openxmlformats.org/officeDocument/2006/relationships/image" Target="../media/image11.wmf"/><Relationship Id="rId14" Type="http://schemas.openxmlformats.org/officeDocument/2006/relationships/image" Target="../media/image14.em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wmf"/><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oleObject" Target="../embeddings/oleObject8.bin"/><Relationship Id="rId5" Type="http://schemas.openxmlformats.org/officeDocument/2006/relationships/image" Target="../media/image12.gif"/><Relationship Id="rId4" Type="http://schemas.openxmlformats.org/officeDocument/2006/relationships/image" Target="../media/image16.gi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oleObject" Target="../embeddings/oleObject12.bin"/><Relationship Id="rId4" Type="http://schemas.openxmlformats.org/officeDocument/2006/relationships/image" Target="../media/image17.emf"/></Relationships>
</file>

<file path=ppt/slides/_rels/slide7.xml.rels><?xml version="1.0" encoding="UTF-8" standalone="yes"?>
<Relationships xmlns="http://schemas.openxmlformats.org/package/2006/relationships"><Relationship Id="rId8" Type="http://schemas.openxmlformats.org/officeDocument/2006/relationships/image" Target="../media/image21.emf"/><Relationship Id="rId13" Type="http://schemas.openxmlformats.org/officeDocument/2006/relationships/image" Target="../media/image23.e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oleObject" Target="../embeddings/oleObject17.bin"/><Relationship Id="rId2" Type="http://schemas.openxmlformats.org/officeDocument/2006/relationships/notesSlide" Target="../notesSlides/notesSlide6.xml"/><Relationship Id="rId16" Type="http://schemas.openxmlformats.org/officeDocument/2006/relationships/image" Target="../media/image7.emf"/><Relationship Id="rId1" Type="http://schemas.openxmlformats.org/officeDocument/2006/relationships/slideLayout" Target="../slideLayouts/slideLayout2.xml"/><Relationship Id="rId6" Type="http://schemas.openxmlformats.org/officeDocument/2006/relationships/image" Target="../media/image20.emf"/><Relationship Id="rId11" Type="http://schemas.openxmlformats.org/officeDocument/2006/relationships/image" Target="../media/image3.png"/><Relationship Id="rId5" Type="http://schemas.openxmlformats.org/officeDocument/2006/relationships/oleObject" Target="../embeddings/oleObject14.bin"/><Relationship Id="rId15" Type="http://schemas.openxmlformats.org/officeDocument/2006/relationships/oleObject" Target="../embeddings/oleObject4.bin"/><Relationship Id="rId10" Type="http://schemas.openxmlformats.org/officeDocument/2006/relationships/image" Target="../media/image22.emf"/><Relationship Id="rId4" Type="http://schemas.openxmlformats.org/officeDocument/2006/relationships/image" Target="../media/image19.emf"/><Relationship Id="rId9" Type="http://schemas.openxmlformats.org/officeDocument/2006/relationships/oleObject" Target="../embeddings/oleObject16.bin"/><Relationship Id="rId1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24.gif"/><Relationship Id="rId7" Type="http://schemas.openxmlformats.org/officeDocument/2006/relationships/image" Target="../media/image26.emf"/><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oleObject" Target="../embeddings/oleObject18.bin"/><Relationship Id="rId5" Type="http://schemas.openxmlformats.org/officeDocument/2006/relationships/image" Target="../media/image3.png"/><Relationship Id="rId4" Type="http://schemas.openxmlformats.org/officeDocument/2006/relationships/image" Target="../media/image25.gif"/><Relationship Id="rId9" Type="http://schemas.openxmlformats.org/officeDocument/2006/relationships/image" Target="../media/image27.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28.gif"/><Relationship Id="rId7" Type="http://schemas.openxmlformats.org/officeDocument/2006/relationships/image" Target="../media/image30.emf"/><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oleObject" Target="../embeddings/oleObject20.bin"/><Relationship Id="rId5" Type="http://schemas.openxmlformats.org/officeDocument/2006/relationships/image" Target="../media/image3.png"/><Relationship Id="rId4" Type="http://schemas.openxmlformats.org/officeDocument/2006/relationships/image" Target="../media/image29.gif"/><Relationship Id="rId9" Type="http://schemas.openxmlformats.org/officeDocument/2006/relationships/image" Target="../media/image27.wmf"/></Relationships>
</file>

<file path=ppt/slides/_rels/slide10.xml.rels><?xml version="1.0" encoding="UTF-8" standalone="yes"?>
<Relationships xmlns="http://schemas.openxmlformats.org/package/2006/relationships"><Relationship Id="rId8" Type="http://schemas.openxmlformats.org/officeDocument/2006/relationships/image" Target="../media/image33.emf"/><Relationship Id="rId13" Type="http://schemas.openxmlformats.org/officeDocument/2006/relationships/image" Target="../media/image3.png"/><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35.wmf"/><Relationship Id="rId2" Type="http://schemas.openxmlformats.org/officeDocument/2006/relationships/notesSlide" Target="../notesSlides/notesSlide9.xml"/><Relationship Id="rId16" Type="http://schemas.openxmlformats.org/officeDocument/2006/relationships/image" Target="../media/image7.emf"/><Relationship Id="rId1" Type="http://schemas.openxmlformats.org/officeDocument/2006/relationships/slideLayout" Target="../slideLayouts/slideLayout4.xml"/><Relationship Id="rId6" Type="http://schemas.openxmlformats.org/officeDocument/2006/relationships/image" Target="../media/image32.emf"/><Relationship Id="rId11" Type="http://schemas.openxmlformats.org/officeDocument/2006/relationships/oleObject" Target="../embeddings/oleObject26.bin"/><Relationship Id="rId5" Type="http://schemas.openxmlformats.org/officeDocument/2006/relationships/oleObject" Target="../embeddings/oleObject23.bin"/><Relationship Id="rId15" Type="http://schemas.openxmlformats.org/officeDocument/2006/relationships/oleObject" Target="../embeddings/oleObject4.bin"/><Relationship Id="rId10" Type="http://schemas.openxmlformats.org/officeDocument/2006/relationships/image" Target="../media/image34.emf"/><Relationship Id="rId4" Type="http://schemas.openxmlformats.org/officeDocument/2006/relationships/image" Target="../media/image31.emf"/><Relationship Id="rId9" Type="http://schemas.openxmlformats.org/officeDocument/2006/relationships/oleObject" Target="../embeddings/oleObject25.bin"/><Relationship Id="rId1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gif"/><Relationship Id="rId4" Type="http://schemas.openxmlformats.org/officeDocument/2006/relationships/image" Target="../media/image36.gif"/></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9.png"/><Relationship Id="rId1" Type="http://schemas.openxmlformats.org/officeDocument/2006/relationships/slideLayout" Target="../slideLayouts/slideLayout12.xml"/><Relationship Id="rId5" Type="http://schemas.openxmlformats.org/officeDocument/2006/relationships/image" Target="../media/image40.emf"/><Relationship Id="rId4" Type="http://schemas.openxmlformats.org/officeDocument/2006/relationships/oleObject" Target="../embeddings/oleObject27.bin"/></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2.xml"/><Relationship Id="rId4" Type="http://schemas.openxmlformats.org/officeDocument/2006/relationships/image" Target="../media/image44.png"/></Relationships>
</file>

<file path=ppt/slides/_rels/slide15.xml.rels><?xml version="1.0" encoding="UTF-8" standalone="yes"?>
<Relationships xmlns="http://schemas.openxmlformats.org/package/2006/relationships"><Relationship Id="rId8" Type="http://schemas.openxmlformats.org/officeDocument/2006/relationships/image" Target="../media/image46.emf"/><Relationship Id="rId13" Type="http://schemas.openxmlformats.org/officeDocument/2006/relationships/oleObject" Target="../embeddings/oleObject32.bin"/><Relationship Id="rId18" Type="http://schemas.openxmlformats.org/officeDocument/2006/relationships/image" Target="../media/image51.emf"/><Relationship Id="rId26" Type="http://schemas.openxmlformats.org/officeDocument/2006/relationships/image" Target="../media/image55.emf"/><Relationship Id="rId3" Type="http://schemas.openxmlformats.org/officeDocument/2006/relationships/slideLayout" Target="../slideLayouts/slideLayout2.xml"/><Relationship Id="rId21" Type="http://schemas.openxmlformats.org/officeDocument/2006/relationships/oleObject" Target="../embeddings/oleObject36.bin"/><Relationship Id="rId7" Type="http://schemas.openxmlformats.org/officeDocument/2006/relationships/oleObject" Target="../embeddings/oleObject29.bin"/><Relationship Id="rId12" Type="http://schemas.openxmlformats.org/officeDocument/2006/relationships/image" Target="../media/image48.emf"/><Relationship Id="rId17" Type="http://schemas.openxmlformats.org/officeDocument/2006/relationships/oleObject" Target="../embeddings/oleObject34.bin"/><Relationship Id="rId25" Type="http://schemas.openxmlformats.org/officeDocument/2006/relationships/oleObject" Target="../embeddings/oleObject38.bin"/><Relationship Id="rId2" Type="http://schemas.openxmlformats.org/officeDocument/2006/relationships/tags" Target="../tags/tag3.xml"/><Relationship Id="rId16" Type="http://schemas.openxmlformats.org/officeDocument/2006/relationships/image" Target="../media/image50.emf"/><Relationship Id="rId20" Type="http://schemas.openxmlformats.org/officeDocument/2006/relationships/image" Target="../media/image52.emf"/><Relationship Id="rId29" Type="http://schemas.openxmlformats.org/officeDocument/2006/relationships/oleObject" Target="../embeddings/oleObject4.bin"/><Relationship Id="rId1" Type="http://schemas.openxmlformats.org/officeDocument/2006/relationships/tags" Target="../tags/tag2.xml"/><Relationship Id="rId6" Type="http://schemas.openxmlformats.org/officeDocument/2006/relationships/image" Target="../media/image45.emf"/><Relationship Id="rId11" Type="http://schemas.openxmlformats.org/officeDocument/2006/relationships/oleObject" Target="../embeddings/oleObject31.bin"/><Relationship Id="rId24" Type="http://schemas.openxmlformats.org/officeDocument/2006/relationships/image" Target="../media/image54.emf"/><Relationship Id="rId32" Type="http://schemas.openxmlformats.org/officeDocument/2006/relationships/image" Target="../media/image59.png"/><Relationship Id="rId5" Type="http://schemas.openxmlformats.org/officeDocument/2006/relationships/oleObject" Target="../embeddings/oleObject28.bin"/><Relationship Id="rId15" Type="http://schemas.openxmlformats.org/officeDocument/2006/relationships/oleObject" Target="../embeddings/oleObject33.bin"/><Relationship Id="rId23" Type="http://schemas.openxmlformats.org/officeDocument/2006/relationships/oleObject" Target="../embeddings/oleObject37.bin"/><Relationship Id="rId28" Type="http://schemas.openxmlformats.org/officeDocument/2006/relationships/image" Target="../media/image57.png"/><Relationship Id="rId10" Type="http://schemas.openxmlformats.org/officeDocument/2006/relationships/image" Target="../media/image47.emf"/><Relationship Id="rId19" Type="http://schemas.openxmlformats.org/officeDocument/2006/relationships/oleObject" Target="../embeddings/oleObject35.bin"/><Relationship Id="rId31" Type="http://schemas.openxmlformats.org/officeDocument/2006/relationships/image" Target="../media/image58.png"/><Relationship Id="rId4" Type="http://schemas.openxmlformats.org/officeDocument/2006/relationships/notesSlide" Target="../notesSlides/notesSlide12.xml"/><Relationship Id="rId9" Type="http://schemas.openxmlformats.org/officeDocument/2006/relationships/oleObject" Target="../embeddings/oleObject30.bin"/><Relationship Id="rId14" Type="http://schemas.openxmlformats.org/officeDocument/2006/relationships/image" Target="../media/image49.emf"/><Relationship Id="rId22" Type="http://schemas.openxmlformats.org/officeDocument/2006/relationships/image" Target="../media/image53.emf"/><Relationship Id="rId27" Type="http://schemas.openxmlformats.org/officeDocument/2006/relationships/image" Target="../media/image56.png"/><Relationship Id="rId30" Type="http://schemas.openxmlformats.org/officeDocument/2006/relationships/image" Target="../media/image7.emf"/></Relationships>
</file>

<file path=ppt/slides/_rels/slide16.xml.rels><?xml version="1.0" encoding="UTF-8" standalone="yes"?>
<Relationships xmlns="http://schemas.openxmlformats.org/package/2006/relationships"><Relationship Id="rId3" Type="http://schemas.openxmlformats.org/officeDocument/2006/relationships/image" Target="../media/image60.emf"/><Relationship Id="rId7" Type="http://schemas.openxmlformats.org/officeDocument/2006/relationships/image" Target="../media/image7.emf"/><Relationship Id="rId2" Type="http://schemas.openxmlformats.org/officeDocument/2006/relationships/oleObject" Target="../embeddings/oleObject39.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61.emf"/><Relationship Id="rId4" Type="http://schemas.openxmlformats.org/officeDocument/2006/relationships/oleObject" Target="../embeddings/oleObject40.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a:extLst>
              <a:ext uri="{FF2B5EF4-FFF2-40B4-BE49-F238E27FC236}">
                <a16:creationId xmlns:a16="http://schemas.microsoft.com/office/drawing/2014/main" id="{85FA1751-D190-3C1F-F580-08AFC47F8365}"/>
              </a:ext>
            </a:extLst>
          </p:cNvPr>
          <p:cNvSpPr>
            <a:spLocks noGrp="1"/>
          </p:cNvSpPr>
          <p:nvPr>
            <p:ph type="sldNum" sz="quarter" idx="10"/>
          </p:nvPr>
        </p:nvSpPr>
        <p:spPr/>
        <p:txBody>
          <a:bodyPr/>
          <a:lstStyle/>
          <a:p>
            <a:fld id="{FDCB9B19-CE98-46A7-B9C4-60AB0EE6B4AE}" type="slidenum">
              <a:rPr lang="en-US" altLang="zh-CN"/>
              <a:pPr/>
              <a:t>1</a:t>
            </a:fld>
            <a:endParaRPr lang="en-US" altLang="zh-CN"/>
          </a:p>
        </p:txBody>
      </p:sp>
      <p:sp>
        <p:nvSpPr>
          <p:cNvPr id="78850" name="Rectangle 4">
            <a:extLst>
              <a:ext uri="{FF2B5EF4-FFF2-40B4-BE49-F238E27FC236}">
                <a16:creationId xmlns:a16="http://schemas.microsoft.com/office/drawing/2014/main" id="{9C8E08AE-1129-A018-B33B-C59BFB7A30D7}"/>
              </a:ext>
            </a:extLst>
          </p:cNvPr>
          <p:cNvSpPr>
            <a:spLocks noGrp="1" noChangeArrowheads="1"/>
          </p:cNvSpPr>
          <p:nvPr>
            <p:ph type="title"/>
          </p:nvPr>
        </p:nvSpPr>
        <p:spPr bwMode="auto">
          <a:xfrm>
            <a:off x="374650" y="908050"/>
            <a:ext cx="8229600" cy="4905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2800" b="1">
                <a:solidFill>
                  <a:schemeClr val="bg1"/>
                </a:solidFill>
                <a:latin typeface="Times New Roman" panose="02020603050405020304" pitchFamily="18" charset="0"/>
                <a:ea typeface="幼圆" panose="02010509060101010101" pitchFamily="49" charset="-122"/>
              </a:rPr>
              <a:t>5.4   </a:t>
            </a:r>
            <a:r>
              <a:rPr lang="zh-CN" altLang="en-US" sz="2800" b="1">
                <a:solidFill>
                  <a:schemeClr val="bg1"/>
                </a:solidFill>
                <a:latin typeface="Times New Roman" panose="02020603050405020304" pitchFamily="18" charset="0"/>
                <a:ea typeface="幼圆" panose="02010509060101010101" pitchFamily="49" charset="-122"/>
              </a:rPr>
              <a:t>电磁波的极化</a:t>
            </a:r>
          </a:p>
        </p:txBody>
      </p:sp>
      <p:sp>
        <p:nvSpPr>
          <p:cNvPr id="78851" name="Rectangle 27">
            <a:extLst>
              <a:ext uri="{FF2B5EF4-FFF2-40B4-BE49-F238E27FC236}">
                <a16:creationId xmlns:a16="http://schemas.microsoft.com/office/drawing/2014/main" id="{7EA84105-4EB6-ED03-9757-D50D42D6B5DA}"/>
              </a:ext>
            </a:extLst>
          </p:cNvPr>
          <p:cNvSpPr>
            <a:spLocks noChangeArrowheads="1"/>
          </p:cNvSpPr>
          <p:nvPr/>
        </p:nvSpPr>
        <p:spPr bwMode="auto">
          <a:xfrm>
            <a:off x="2482850" y="1989138"/>
            <a:ext cx="4249738" cy="3168650"/>
          </a:xfrm>
          <a:prstGeom prst="rect">
            <a:avLst/>
          </a:prstGeom>
          <a:solidFill>
            <a:srgbClr val="CCFFFF"/>
          </a:solidFill>
          <a:ln w="19050">
            <a:solidFill>
              <a:srgbClr val="FF0000"/>
            </a:solidFill>
            <a:miter lim="800000"/>
            <a:headEnd/>
            <a:tailEnd/>
          </a:ln>
        </p:spPr>
        <p:txBody>
          <a:bodyPr wrap="none" anchor="ctr"/>
          <a:lstStyle/>
          <a:p>
            <a:pPr>
              <a:spcBef>
                <a:spcPct val="20000"/>
              </a:spcBef>
            </a:pPr>
            <a:endParaRPr lang="zh-CN" altLang="en-US"/>
          </a:p>
        </p:txBody>
      </p:sp>
      <p:sp>
        <p:nvSpPr>
          <p:cNvPr id="78852" name="Text Box 28">
            <a:extLst>
              <a:ext uri="{FF2B5EF4-FFF2-40B4-BE49-F238E27FC236}">
                <a16:creationId xmlns:a16="http://schemas.microsoft.com/office/drawing/2014/main" id="{D8F7E8A5-9802-9B40-181C-70E9E2071A6E}"/>
              </a:ext>
            </a:extLst>
          </p:cNvPr>
          <p:cNvSpPr txBox="1">
            <a:spLocks noChangeArrowheads="1"/>
          </p:cNvSpPr>
          <p:nvPr/>
        </p:nvSpPr>
        <p:spPr bwMode="auto">
          <a:xfrm>
            <a:off x="2987675" y="2082800"/>
            <a:ext cx="4392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a:t>5.4.</a:t>
            </a:r>
            <a:r>
              <a:rPr lang="en-US" altLang="zh-CN">
                <a:ea typeface="宋体" panose="02010600030101010101" pitchFamily="2" charset="-122"/>
              </a:rPr>
              <a:t>1   </a:t>
            </a:r>
            <a:r>
              <a:rPr lang="zh-CN" altLang="en-US">
                <a:hlinkClick r:id="rId3" action="ppaction://hlinksldjump"/>
              </a:rPr>
              <a:t>极化的概念</a:t>
            </a:r>
            <a:r>
              <a:rPr lang="zh-CN" altLang="en-US" sz="2000">
                <a:hlinkClick r:id="rId3" action="ppaction://hlinksldjump"/>
              </a:rPr>
              <a:t>  </a:t>
            </a:r>
            <a:endParaRPr lang="zh-CN" altLang="en-US" sz="2000"/>
          </a:p>
        </p:txBody>
      </p:sp>
      <p:sp>
        <p:nvSpPr>
          <p:cNvPr id="78853" name="Rectangle 29">
            <a:extLst>
              <a:ext uri="{FF2B5EF4-FFF2-40B4-BE49-F238E27FC236}">
                <a16:creationId xmlns:a16="http://schemas.microsoft.com/office/drawing/2014/main" id="{3483A12E-5998-5E12-5827-51F931BA37A5}"/>
              </a:ext>
            </a:extLst>
          </p:cNvPr>
          <p:cNvSpPr>
            <a:spLocks noChangeArrowheads="1"/>
          </p:cNvSpPr>
          <p:nvPr/>
        </p:nvSpPr>
        <p:spPr bwMode="auto">
          <a:xfrm>
            <a:off x="2987675" y="2684463"/>
            <a:ext cx="4392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t>5.4.</a:t>
            </a:r>
            <a:r>
              <a:rPr lang="en-US" altLang="zh-CN">
                <a:ea typeface="宋体" panose="02010600030101010101" pitchFamily="2" charset="-122"/>
              </a:rPr>
              <a:t>2   </a:t>
            </a:r>
            <a:r>
              <a:rPr lang="zh-CN" altLang="en-US">
                <a:hlinkClick r:id="rId4" action="ppaction://hlinksldjump"/>
              </a:rPr>
              <a:t>线极化波</a:t>
            </a:r>
            <a:endParaRPr lang="zh-CN" altLang="en-US"/>
          </a:p>
        </p:txBody>
      </p:sp>
      <p:sp>
        <p:nvSpPr>
          <p:cNvPr id="78854" name="Rectangle 30">
            <a:extLst>
              <a:ext uri="{FF2B5EF4-FFF2-40B4-BE49-F238E27FC236}">
                <a16:creationId xmlns:a16="http://schemas.microsoft.com/office/drawing/2014/main" id="{0399CEBB-18EA-47A4-8E4F-D07B4D0A2BE6}"/>
              </a:ext>
            </a:extLst>
          </p:cNvPr>
          <p:cNvSpPr>
            <a:spLocks noChangeArrowheads="1"/>
          </p:cNvSpPr>
          <p:nvPr/>
        </p:nvSpPr>
        <p:spPr bwMode="auto">
          <a:xfrm>
            <a:off x="2987675" y="3259138"/>
            <a:ext cx="4392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t>5.4.</a:t>
            </a:r>
            <a:r>
              <a:rPr lang="en-US" altLang="zh-CN">
                <a:ea typeface="宋体" panose="02010600030101010101" pitchFamily="2" charset="-122"/>
              </a:rPr>
              <a:t>3   </a:t>
            </a:r>
            <a:r>
              <a:rPr lang="zh-CN" altLang="en-US">
                <a:hlinkClick r:id="rId5" action="ppaction://hlinksldjump"/>
              </a:rPr>
              <a:t>圆极化波</a:t>
            </a:r>
            <a:endParaRPr lang="zh-CN" altLang="en-US"/>
          </a:p>
        </p:txBody>
      </p:sp>
      <p:sp>
        <p:nvSpPr>
          <p:cNvPr id="78855" name="Rectangle 31">
            <a:extLst>
              <a:ext uri="{FF2B5EF4-FFF2-40B4-BE49-F238E27FC236}">
                <a16:creationId xmlns:a16="http://schemas.microsoft.com/office/drawing/2014/main" id="{C284B463-C4FE-7928-B91E-0A4B4B546F14}"/>
              </a:ext>
            </a:extLst>
          </p:cNvPr>
          <p:cNvSpPr>
            <a:spLocks noChangeArrowheads="1"/>
          </p:cNvSpPr>
          <p:nvPr/>
        </p:nvSpPr>
        <p:spPr bwMode="auto">
          <a:xfrm>
            <a:off x="2987675" y="3835400"/>
            <a:ext cx="4392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t>5.4.</a:t>
            </a:r>
            <a:r>
              <a:rPr lang="en-US" altLang="zh-CN">
                <a:ea typeface="宋体" panose="02010600030101010101" pitchFamily="2" charset="-122"/>
              </a:rPr>
              <a:t>4   </a:t>
            </a:r>
            <a:r>
              <a:rPr lang="zh-CN" altLang="en-US">
                <a:hlinkClick r:id="rId6" action="ppaction://hlinksldjump"/>
              </a:rPr>
              <a:t>椭圆极化波</a:t>
            </a:r>
            <a:endParaRPr lang="zh-CN" altLang="en-US"/>
          </a:p>
        </p:txBody>
      </p:sp>
      <p:sp>
        <p:nvSpPr>
          <p:cNvPr id="78856" name="Rectangle 34">
            <a:extLst>
              <a:ext uri="{FF2B5EF4-FFF2-40B4-BE49-F238E27FC236}">
                <a16:creationId xmlns:a16="http://schemas.microsoft.com/office/drawing/2014/main" id="{45C9F362-4914-5285-0034-1E01723CA855}"/>
              </a:ext>
            </a:extLst>
          </p:cNvPr>
          <p:cNvSpPr>
            <a:spLocks noChangeArrowheads="1"/>
          </p:cNvSpPr>
          <p:nvPr/>
        </p:nvSpPr>
        <p:spPr bwMode="auto">
          <a:xfrm>
            <a:off x="2990850" y="4411663"/>
            <a:ext cx="4418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t>5.4.</a:t>
            </a:r>
            <a:r>
              <a:rPr lang="en-US" altLang="zh-CN">
                <a:ea typeface="宋体" panose="02010600030101010101" pitchFamily="2" charset="-122"/>
              </a:rPr>
              <a:t>5   </a:t>
            </a:r>
            <a:r>
              <a:rPr lang="zh-CN" altLang="en-US"/>
              <a:t>极化波的分解</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a:extLst>
              <a:ext uri="{FF2B5EF4-FFF2-40B4-BE49-F238E27FC236}">
                <a16:creationId xmlns:a16="http://schemas.microsoft.com/office/drawing/2014/main" id="{184E2B65-DBE4-9A6E-93EF-09EC6786C275}"/>
              </a:ext>
            </a:extLst>
          </p:cNvPr>
          <p:cNvSpPr>
            <a:spLocks noGrp="1"/>
          </p:cNvSpPr>
          <p:nvPr>
            <p:ph type="sldNum" sz="quarter" idx="10"/>
          </p:nvPr>
        </p:nvSpPr>
        <p:spPr/>
        <p:txBody>
          <a:bodyPr/>
          <a:lstStyle/>
          <a:p>
            <a:fld id="{6221E837-5ED2-4064-888B-A70338ABB900}" type="slidenum">
              <a:rPr lang="en-US" altLang="zh-CN"/>
              <a:pPr/>
              <a:t>2</a:t>
            </a:fld>
            <a:endParaRPr lang="en-US" altLang="zh-CN"/>
          </a:p>
        </p:txBody>
      </p:sp>
      <p:sp>
        <p:nvSpPr>
          <p:cNvPr id="681987" name="Text Box 3">
            <a:extLst>
              <a:ext uri="{FF2B5EF4-FFF2-40B4-BE49-F238E27FC236}">
                <a16:creationId xmlns:a16="http://schemas.microsoft.com/office/drawing/2014/main" id="{43318C73-DBF5-0680-98B1-23086B3575C3}"/>
              </a:ext>
            </a:extLst>
          </p:cNvPr>
          <p:cNvSpPr txBox="1">
            <a:spLocks noChangeArrowheads="1"/>
          </p:cNvSpPr>
          <p:nvPr/>
        </p:nvSpPr>
        <p:spPr bwMode="auto">
          <a:xfrm>
            <a:off x="206375" y="811213"/>
            <a:ext cx="4870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a:solidFill>
                  <a:schemeClr val="bg1"/>
                </a:solidFill>
              </a:rPr>
              <a:t>5.4.</a:t>
            </a:r>
            <a:r>
              <a:rPr lang="en-US" altLang="zh-CN">
                <a:solidFill>
                  <a:schemeClr val="bg1"/>
                </a:solidFill>
                <a:ea typeface="宋体" panose="02010600030101010101" pitchFamily="2" charset="-122"/>
              </a:rPr>
              <a:t>1  </a:t>
            </a:r>
            <a:r>
              <a:rPr lang="zh-CN" altLang="en-US">
                <a:solidFill>
                  <a:schemeClr val="bg1"/>
                </a:solidFill>
                <a:ea typeface="幼圆" panose="02010509060101010101" pitchFamily="49" charset="-122"/>
              </a:rPr>
              <a:t>极化的概念</a:t>
            </a:r>
            <a:r>
              <a:rPr lang="zh-CN" altLang="en-US" sz="2000">
                <a:solidFill>
                  <a:schemeClr val="bg1"/>
                </a:solidFill>
              </a:rPr>
              <a:t>  </a:t>
            </a:r>
          </a:p>
        </p:txBody>
      </p:sp>
      <p:sp>
        <p:nvSpPr>
          <p:cNvPr id="682003" name="Text Box 19">
            <a:extLst>
              <a:ext uri="{FF2B5EF4-FFF2-40B4-BE49-F238E27FC236}">
                <a16:creationId xmlns:a16="http://schemas.microsoft.com/office/drawing/2014/main" id="{3279D694-9711-0CC4-6493-FE7A1F17E21C}"/>
              </a:ext>
            </a:extLst>
          </p:cNvPr>
          <p:cNvSpPr txBox="1">
            <a:spLocks noChangeArrowheads="1"/>
          </p:cNvSpPr>
          <p:nvPr/>
        </p:nvSpPr>
        <p:spPr bwMode="auto">
          <a:xfrm>
            <a:off x="250825" y="3500438"/>
            <a:ext cx="867727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pPr>
            <a:r>
              <a:rPr lang="en-US" altLang="zh-CN">
                <a:solidFill>
                  <a:schemeClr val="bg1"/>
                </a:solidFill>
              </a:rPr>
              <a:t>        </a:t>
            </a:r>
          </a:p>
        </p:txBody>
      </p:sp>
      <p:sp>
        <p:nvSpPr>
          <p:cNvPr id="682004" name="Text Box 20">
            <a:extLst>
              <a:ext uri="{FF2B5EF4-FFF2-40B4-BE49-F238E27FC236}">
                <a16:creationId xmlns:a16="http://schemas.microsoft.com/office/drawing/2014/main" id="{03AA78C8-0BD4-B240-CB6D-BFEF27F878CC}"/>
              </a:ext>
            </a:extLst>
          </p:cNvPr>
          <p:cNvSpPr txBox="1">
            <a:spLocks noChangeArrowheads="1"/>
          </p:cNvSpPr>
          <p:nvPr/>
        </p:nvSpPr>
        <p:spPr bwMode="auto">
          <a:xfrm>
            <a:off x="179388" y="2027238"/>
            <a:ext cx="8640762" cy="151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pPr>
            <a:r>
              <a:rPr lang="en-US" altLang="zh-CN">
                <a:solidFill>
                  <a:schemeClr val="bg1"/>
                </a:solidFill>
              </a:rPr>
              <a:t>        </a:t>
            </a:r>
          </a:p>
          <a:p>
            <a:pPr algn="just">
              <a:lnSpc>
                <a:spcPct val="130000"/>
              </a:lnSpc>
            </a:pPr>
            <a:endParaRPr lang="en-US" altLang="zh-CN">
              <a:solidFill>
                <a:schemeClr val="bg1"/>
              </a:solidFill>
            </a:endParaRPr>
          </a:p>
          <a:p>
            <a:pPr algn="just">
              <a:lnSpc>
                <a:spcPct val="130000"/>
              </a:lnSpc>
            </a:pPr>
            <a:endParaRPr lang="en-US" altLang="zh-CN" b="0"/>
          </a:p>
        </p:txBody>
      </p:sp>
      <p:sp>
        <p:nvSpPr>
          <p:cNvPr id="682005" name="Text Box 21">
            <a:extLst>
              <a:ext uri="{FF2B5EF4-FFF2-40B4-BE49-F238E27FC236}">
                <a16:creationId xmlns:a16="http://schemas.microsoft.com/office/drawing/2014/main" id="{CFBB89D8-5AB5-9001-9FA7-0CFA24EB4ACC}"/>
              </a:ext>
            </a:extLst>
          </p:cNvPr>
          <p:cNvSpPr txBox="1">
            <a:spLocks noChangeArrowheads="1"/>
          </p:cNvSpPr>
          <p:nvPr/>
        </p:nvSpPr>
        <p:spPr bwMode="auto">
          <a:xfrm>
            <a:off x="250825" y="1566863"/>
            <a:ext cx="313055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50000"/>
              </a:spcBef>
              <a:buFontTx/>
              <a:buBlip>
                <a:blip r:embed="rId3"/>
              </a:buBlip>
            </a:pPr>
            <a:r>
              <a:rPr lang="en-US" altLang="zh-CN">
                <a:solidFill>
                  <a:srgbClr val="FF7C80"/>
                </a:solidFill>
              </a:rPr>
              <a:t>    </a:t>
            </a:r>
            <a:r>
              <a:rPr lang="zh-CN" altLang="en-US">
                <a:solidFill>
                  <a:srgbClr val="FF7C80"/>
                </a:solidFill>
                <a:ea typeface="宋体" panose="02010600030101010101" pitchFamily="2" charset="-122"/>
              </a:rPr>
              <a:t>波的极化</a:t>
            </a:r>
            <a:endParaRPr lang="zh-CN" altLang="en-US" b="0">
              <a:solidFill>
                <a:srgbClr val="FF7C80"/>
              </a:solidFill>
              <a:ea typeface="宋体" panose="02010600030101010101" pitchFamily="2" charset="-122"/>
            </a:endParaRPr>
          </a:p>
        </p:txBody>
      </p:sp>
      <p:sp>
        <p:nvSpPr>
          <p:cNvPr id="682006" name="Text Box 22">
            <a:extLst>
              <a:ext uri="{FF2B5EF4-FFF2-40B4-BE49-F238E27FC236}">
                <a16:creationId xmlns:a16="http://schemas.microsoft.com/office/drawing/2014/main" id="{722BF49B-3588-BB56-F682-FA75797DB1A1}"/>
              </a:ext>
            </a:extLst>
          </p:cNvPr>
          <p:cNvSpPr txBox="1">
            <a:spLocks noChangeArrowheads="1"/>
          </p:cNvSpPr>
          <p:nvPr/>
        </p:nvSpPr>
        <p:spPr bwMode="auto">
          <a:xfrm>
            <a:off x="395288" y="2276475"/>
            <a:ext cx="8748712"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4"/>
              </a:buBlip>
            </a:pPr>
            <a:r>
              <a:rPr lang="en-US" altLang="zh-CN">
                <a:solidFill>
                  <a:schemeClr val="bg1"/>
                </a:solidFill>
              </a:rPr>
              <a:t>    </a:t>
            </a:r>
            <a:r>
              <a:rPr lang="zh-CN" altLang="en-US">
                <a:solidFill>
                  <a:schemeClr val="bg1"/>
                </a:solidFill>
              </a:rPr>
              <a:t>波的极化（偏振）：电磁波的电场垂直于传播方向的</a:t>
            </a:r>
            <a:r>
              <a:rPr lang="zh-CN" altLang="en-US">
                <a:solidFill>
                  <a:srgbClr val="FF6600"/>
                </a:solidFill>
              </a:rPr>
              <a:t>振动</a:t>
            </a:r>
            <a:r>
              <a:rPr lang="zh-CN" altLang="en-US">
                <a:solidFill>
                  <a:schemeClr val="bg1"/>
                </a:solidFill>
              </a:rPr>
              <a:t>。</a:t>
            </a:r>
          </a:p>
          <a:p>
            <a:pPr algn="just">
              <a:lnSpc>
                <a:spcPct val="110000"/>
              </a:lnSpc>
              <a:spcBef>
                <a:spcPct val="20000"/>
              </a:spcBef>
            </a:pPr>
            <a:endParaRPr lang="zh-CN" altLang="en-US">
              <a:solidFill>
                <a:schemeClr val="bg1"/>
              </a:solidFill>
            </a:endParaRPr>
          </a:p>
          <a:p>
            <a:pPr algn="just">
              <a:lnSpc>
                <a:spcPct val="110000"/>
              </a:lnSpc>
              <a:spcBef>
                <a:spcPct val="20000"/>
              </a:spcBef>
              <a:buFontTx/>
              <a:buBlip>
                <a:blip r:embed="rId4"/>
              </a:buBlip>
            </a:pPr>
            <a:r>
              <a:rPr lang="zh-CN" altLang="en-US">
                <a:solidFill>
                  <a:schemeClr val="bg1"/>
                </a:solidFill>
              </a:rPr>
              <a:t>    在电磁波传播空间给定点处，电场强度矢量的端点随时间变化的轨迹。</a:t>
            </a:r>
          </a:p>
          <a:p>
            <a:pPr algn="just">
              <a:lnSpc>
                <a:spcPct val="110000"/>
              </a:lnSpc>
              <a:spcBef>
                <a:spcPct val="20000"/>
              </a:spcBef>
            </a:pPr>
            <a:endParaRPr lang="zh-CN" altLang="en-US">
              <a:solidFill>
                <a:schemeClr val="bg1"/>
              </a:solidFill>
            </a:endParaRPr>
          </a:p>
          <a:p>
            <a:pPr algn="just">
              <a:lnSpc>
                <a:spcPct val="110000"/>
              </a:lnSpc>
              <a:spcBef>
                <a:spcPct val="20000"/>
              </a:spcBef>
              <a:buFontTx/>
              <a:buBlip>
                <a:blip r:embed="rId4"/>
              </a:buBlip>
            </a:pPr>
            <a:r>
              <a:rPr lang="zh-CN" altLang="en-US">
                <a:solidFill>
                  <a:schemeClr val="bg1"/>
                </a:solidFill>
              </a:rPr>
              <a:t>    波的极化是电磁理论中的一个重要概念，表征</a:t>
            </a:r>
            <a:r>
              <a:rPr lang="zh-CN" altLang="en-US" u="sng">
                <a:solidFill>
                  <a:srgbClr val="FF0000"/>
                </a:solidFill>
              </a:rPr>
              <a:t>在空间给定点上</a:t>
            </a:r>
            <a:r>
              <a:rPr lang="zh-CN" altLang="en-US">
                <a:solidFill>
                  <a:srgbClr val="FF0000"/>
                </a:solidFill>
              </a:rPr>
              <a:t>电场强度矢量的</a:t>
            </a:r>
            <a:r>
              <a:rPr lang="zh-CN" altLang="en-US" sz="2800">
                <a:solidFill>
                  <a:srgbClr val="FF0000"/>
                </a:solidFill>
              </a:rPr>
              <a:t>取向</a:t>
            </a:r>
            <a:r>
              <a:rPr lang="zh-CN" altLang="en-US" u="sng">
                <a:solidFill>
                  <a:srgbClr val="FF0000"/>
                </a:solidFill>
              </a:rPr>
              <a:t>随时间变化</a:t>
            </a:r>
            <a:r>
              <a:rPr lang="zh-CN" altLang="en-US">
                <a:solidFill>
                  <a:srgbClr val="FF0000"/>
                </a:solidFill>
              </a:rPr>
              <a:t>的特性</a:t>
            </a:r>
            <a:r>
              <a:rPr lang="zh-CN" altLang="en-US">
                <a:solidFill>
                  <a:schemeClr val="bg1"/>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681987"/>
                                        </p:tgtEl>
                                        <p:attrNameLst>
                                          <p:attrName>style.visibility</p:attrName>
                                        </p:attrNameLst>
                                      </p:cBhvr>
                                      <p:to>
                                        <p:strVal val="visible"/>
                                      </p:to>
                                    </p:set>
                                    <p:animEffect transition="in" filter="wipe(up)">
                                      <p:cBhvr>
                                        <p:cTn id="7" dur="2000"/>
                                        <p:tgtEl>
                                          <p:spTgt spid="6819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82005"/>
                                        </p:tgtEl>
                                        <p:attrNameLst>
                                          <p:attrName>style.visibility</p:attrName>
                                        </p:attrNameLst>
                                      </p:cBhvr>
                                      <p:to>
                                        <p:strVal val="visible"/>
                                      </p:to>
                                    </p:set>
                                    <p:animEffect transition="in" filter="wipe(up)">
                                      <p:cBhvr>
                                        <p:cTn id="12" dur="2000"/>
                                        <p:tgtEl>
                                          <p:spTgt spid="6820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82004">
                                            <p:txEl>
                                              <p:pRg st="0" end="0"/>
                                            </p:txEl>
                                          </p:spTgt>
                                        </p:tgtEl>
                                        <p:attrNameLst>
                                          <p:attrName>style.visibility</p:attrName>
                                        </p:attrNameLst>
                                      </p:cBhvr>
                                      <p:to>
                                        <p:strVal val="visible"/>
                                      </p:to>
                                    </p:set>
                                    <p:animEffect transition="in" filter="wipe(up)">
                                      <p:cBhvr>
                                        <p:cTn id="17" dur="2000"/>
                                        <p:tgtEl>
                                          <p:spTgt spid="682004">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82003">
                                            <p:txEl>
                                              <p:pRg st="0" end="0"/>
                                            </p:txEl>
                                          </p:spTgt>
                                        </p:tgtEl>
                                        <p:attrNameLst>
                                          <p:attrName>style.visibility</p:attrName>
                                        </p:attrNameLst>
                                      </p:cBhvr>
                                      <p:to>
                                        <p:strVal val="visible"/>
                                      </p:to>
                                    </p:set>
                                    <p:animEffect transition="in" filter="wipe(up)">
                                      <p:cBhvr>
                                        <p:cTn id="22" dur="2000"/>
                                        <p:tgtEl>
                                          <p:spTgt spid="682003">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82006">
                                            <p:txEl>
                                              <p:pRg st="0" end="0"/>
                                            </p:txEl>
                                          </p:spTgt>
                                        </p:tgtEl>
                                        <p:attrNameLst>
                                          <p:attrName>style.visibility</p:attrName>
                                        </p:attrNameLst>
                                      </p:cBhvr>
                                      <p:to>
                                        <p:strVal val="visible"/>
                                      </p:to>
                                    </p:set>
                                    <p:animEffect transition="in" filter="wipe(up)">
                                      <p:cBhvr>
                                        <p:cTn id="27" dur="2000"/>
                                        <p:tgtEl>
                                          <p:spTgt spid="682006">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682006">
                                            <p:txEl>
                                              <p:pRg st="2" end="2"/>
                                            </p:txEl>
                                          </p:spTgt>
                                        </p:tgtEl>
                                        <p:attrNameLst>
                                          <p:attrName>style.visibility</p:attrName>
                                        </p:attrNameLst>
                                      </p:cBhvr>
                                      <p:to>
                                        <p:strVal val="visible"/>
                                      </p:to>
                                    </p:set>
                                    <p:animEffect transition="in" filter="wipe(up)">
                                      <p:cBhvr>
                                        <p:cTn id="32" dur="2000"/>
                                        <p:tgtEl>
                                          <p:spTgt spid="682006">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682006">
                                            <p:txEl>
                                              <p:pRg st="4" end="4"/>
                                            </p:txEl>
                                          </p:spTgt>
                                        </p:tgtEl>
                                        <p:attrNameLst>
                                          <p:attrName>style.visibility</p:attrName>
                                        </p:attrNameLst>
                                      </p:cBhvr>
                                      <p:to>
                                        <p:strVal val="visible"/>
                                      </p:to>
                                    </p:set>
                                    <p:animEffect transition="in" filter="wipe(up)">
                                      <p:cBhvr>
                                        <p:cTn id="37" dur="2000"/>
                                        <p:tgtEl>
                                          <p:spTgt spid="68200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987" grpId="0"/>
      <p:bldP spid="682003" grpId="0" build="p"/>
      <p:bldP spid="682004" grpId="0" build="p"/>
      <p:bldP spid="682005" grpId="0"/>
      <p:bldP spid="68200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3">
            <a:extLst>
              <a:ext uri="{FF2B5EF4-FFF2-40B4-BE49-F238E27FC236}">
                <a16:creationId xmlns:a16="http://schemas.microsoft.com/office/drawing/2014/main" id="{B4BB1A4B-C2B0-44EB-9DDF-7E7393738827}"/>
              </a:ext>
            </a:extLst>
          </p:cNvPr>
          <p:cNvSpPr>
            <a:spLocks noGrp="1"/>
          </p:cNvSpPr>
          <p:nvPr>
            <p:ph type="sldNum" sz="quarter" idx="10"/>
          </p:nvPr>
        </p:nvSpPr>
        <p:spPr/>
        <p:txBody>
          <a:bodyPr/>
          <a:lstStyle/>
          <a:p>
            <a:fld id="{4C4DA0F2-F4C0-425C-9837-D6B74D310DB1}" type="slidenum">
              <a:rPr lang="en-US" altLang="zh-CN"/>
              <a:pPr/>
              <a:t>3</a:t>
            </a:fld>
            <a:endParaRPr lang="en-US" altLang="zh-CN"/>
          </a:p>
        </p:txBody>
      </p:sp>
      <p:graphicFrame>
        <p:nvGraphicFramePr>
          <p:cNvPr id="689161" name="Object 9">
            <a:extLst>
              <a:ext uri="{FF2B5EF4-FFF2-40B4-BE49-F238E27FC236}">
                <a16:creationId xmlns:a16="http://schemas.microsoft.com/office/drawing/2014/main" id="{07BD513F-022D-F893-56F8-7260E694F42D}"/>
              </a:ext>
            </a:extLst>
          </p:cNvPr>
          <p:cNvGraphicFramePr>
            <a:graphicFrameLocks noChangeAspect="1"/>
          </p:cNvGraphicFramePr>
          <p:nvPr/>
        </p:nvGraphicFramePr>
        <p:xfrm>
          <a:off x="685800" y="1708150"/>
          <a:ext cx="3387725" cy="457200"/>
        </p:xfrm>
        <a:graphic>
          <a:graphicData uri="http://schemas.openxmlformats.org/presentationml/2006/ole">
            <mc:AlternateContent xmlns:mc="http://schemas.openxmlformats.org/markup-compatibility/2006">
              <mc:Choice xmlns:v="urn:schemas-microsoft-com:vml" Requires="v">
                <p:oleObj r:id="rId2" imgW="1400760" imgH="137520" progId="Equation.DSMT4">
                  <p:embed/>
                </p:oleObj>
              </mc:Choice>
              <mc:Fallback>
                <p:oleObj r:id="rId2" imgW="1400760" imgH="137520" progId="Equation.DSMT4">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708150"/>
                        <a:ext cx="3387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89162" name="Object 10">
            <a:extLst>
              <a:ext uri="{FF2B5EF4-FFF2-40B4-BE49-F238E27FC236}">
                <a16:creationId xmlns:a16="http://schemas.microsoft.com/office/drawing/2014/main" id="{51D10ACC-D122-C4AB-3F48-5F16153935CC}"/>
              </a:ext>
            </a:extLst>
          </p:cNvPr>
          <p:cNvGraphicFramePr>
            <a:graphicFrameLocks noChangeAspect="1"/>
          </p:cNvGraphicFramePr>
          <p:nvPr/>
        </p:nvGraphicFramePr>
        <p:xfrm>
          <a:off x="4494213" y="1751013"/>
          <a:ext cx="3246437" cy="484187"/>
        </p:xfrm>
        <a:graphic>
          <a:graphicData uri="http://schemas.openxmlformats.org/presentationml/2006/ole">
            <mc:AlternateContent xmlns:mc="http://schemas.openxmlformats.org/markup-compatibility/2006">
              <mc:Choice xmlns:v="urn:schemas-microsoft-com:vml" Requires="v">
                <p:oleObj r:id="rId4" imgW="1334880" imgH="148680" progId="Equation.DSMT4">
                  <p:embed/>
                </p:oleObj>
              </mc:Choice>
              <mc:Fallback>
                <p:oleObj r:id="rId4" imgW="1334880" imgH="14868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4213" y="1751013"/>
                        <a:ext cx="3246437"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689175" name="Group 23">
            <a:extLst>
              <a:ext uri="{FF2B5EF4-FFF2-40B4-BE49-F238E27FC236}">
                <a16:creationId xmlns:a16="http://schemas.microsoft.com/office/drawing/2014/main" id="{810A0E63-49A2-310B-48A2-4D482E2DF55B}"/>
              </a:ext>
            </a:extLst>
          </p:cNvPr>
          <p:cNvGrpSpPr>
            <a:grpSpLocks/>
          </p:cNvGrpSpPr>
          <p:nvPr/>
        </p:nvGrpSpPr>
        <p:grpSpPr bwMode="auto">
          <a:xfrm>
            <a:off x="-17463" y="1123950"/>
            <a:ext cx="9178926" cy="1001713"/>
            <a:chOff x="349" y="845"/>
            <a:chExt cx="5639" cy="631"/>
          </a:xfrm>
        </p:grpSpPr>
        <p:sp>
          <p:nvSpPr>
            <p:cNvPr id="82949" name="Text Box 11">
              <a:extLst>
                <a:ext uri="{FF2B5EF4-FFF2-40B4-BE49-F238E27FC236}">
                  <a16:creationId xmlns:a16="http://schemas.microsoft.com/office/drawing/2014/main" id="{A43640F6-241C-76F9-2946-1A5D06C75299}"/>
                </a:ext>
              </a:extLst>
            </p:cNvPr>
            <p:cNvSpPr txBox="1">
              <a:spLocks noChangeArrowheads="1"/>
            </p:cNvSpPr>
            <p:nvPr/>
          </p:nvSpPr>
          <p:spPr bwMode="auto">
            <a:xfrm>
              <a:off x="349" y="845"/>
              <a:ext cx="5639" cy="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en-US" altLang="zh-CN">
                  <a:solidFill>
                    <a:schemeClr val="bg1"/>
                  </a:solidFill>
                  <a:latin typeface="楷体_GB2312" pitchFamily="49" charset="-122"/>
                </a:rPr>
                <a:t>     </a:t>
              </a:r>
              <a:r>
                <a:rPr lang="zh-CN" altLang="en-US">
                  <a:solidFill>
                    <a:schemeClr val="bg1"/>
                  </a:solidFill>
                  <a:latin typeface="楷体_GB2312" pitchFamily="49" charset="-122"/>
                </a:rPr>
                <a:t>一般情况下，沿</a:t>
              </a:r>
              <a:r>
                <a:rPr lang="en-US" altLang="zh-CN">
                  <a:solidFill>
                    <a:schemeClr val="bg1"/>
                  </a:solidFill>
                  <a:latin typeface="楷体_GB2312" pitchFamily="49" charset="-122"/>
                </a:rPr>
                <a:t>+</a:t>
              </a:r>
              <a:r>
                <a:rPr lang="en-US" altLang="zh-CN" b="0" i="1">
                  <a:solidFill>
                    <a:schemeClr val="bg1"/>
                  </a:solidFill>
                  <a:latin typeface="楷体_GB2312" pitchFamily="49" charset="-122"/>
                </a:rPr>
                <a:t>z </a:t>
              </a:r>
              <a:r>
                <a:rPr lang="zh-CN" altLang="en-US">
                  <a:solidFill>
                    <a:schemeClr val="bg1"/>
                  </a:solidFill>
                  <a:latin typeface="楷体_GB2312" pitchFamily="49" charset="-122"/>
                </a:rPr>
                <a:t>方向传播的均匀平面波             ，</a:t>
              </a:r>
              <a:endParaRPr lang="en-US" altLang="zh-CN">
                <a:solidFill>
                  <a:schemeClr val="bg1"/>
                </a:solidFill>
                <a:latin typeface="楷体_GB2312" pitchFamily="49" charset="-122"/>
              </a:endParaRPr>
            </a:p>
            <a:p>
              <a:pPr>
                <a:lnSpc>
                  <a:spcPct val="130000"/>
                </a:lnSpc>
              </a:pPr>
              <a:r>
                <a:rPr lang="zh-CN" altLang="en-US">
                  <a:solidFill>
                    <a:schemeClr val="bg1"/>
                  </a:solidFill>
                </a:rPr>
                <a:t>其中 </a:t>
              </a:r>
            </a:p>
          </p:txBody>
        </p:sp>
        <p:graphicFrame>
          <p:nvGraphicFramePr>
            <p:cNvPr id="82950" name="Object 12">
              <a:extLst>
                <a:ext uri="{FF2B5EF4-FFF2-40B4-BE49-F238E27FC236}">
                  <a16:creationId xmlns:a16="http://schemas.microsoft.com/office/drawing/2014/main" id="{5CB892C2-7F3D-F796-5E0F-1B0222537D73}"/>
                </a:ext>
              </a:extLst>
            </p:cNvPr>
            <p:cNvGraphicFramePr>
              <a:graphicFrameLocks noChangeAspect="1"/>
            </p:cNvGraphicFramePr>
            <p:nvPr/>
          </p:nvGraphicFramePr>
          <p:xfrm>
            <a:off x="4349" y="878"/>
            <a:ext cx="1262" cy="335"/>
          </p:xfrm>
          <a:graphic>
            <a:graphicData uri="http://schemas.openxmlformats.org/presentationml/2006/ole">
              <mc:AlternateContent xmlns:mc="http://schemas.openxmlformats.org/markup-compatibility/2006">
                <mc:Choice xmlns:v="urn:schemas-microsoft-com:vml" Requires="v">
                  <p:oleObj r:id="rId6" imgW="807480" imgH="170640" progId="Equation.3">
                    <p:embed/>
                  </p:oleObj>
                </mc:Choice>
                <mc:Fallback>
                  <p:oleObj r:id="rId6" imgW="807480" imgH="170640"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49" y="878"/>
                          <a:ext cx="1262"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689166" name="Rectangle 14">
            <a:extLst>
              <a:ext uri="{FF2B5EF4-FFF2-40B4-BE49-F238E27FC236}">
                <a16:creationId xmlns:a16="http://schemas.microsoft.com/office/drawing/2014/main" id="{5BCA5E90-6938-463E-91C1-30989AF0B1ED}"/>
              </a:ext>
            </a:extLst>
          </p:cNvPr>
          <p:cNvSpPr>
            <a:spLocks noChangeArrowheads="1"/>
          </p:cNvSpPr>
          <p:nvPr/>
        </p:nvSpPr>
        <p:spPr bwMode="auto">
          <a:xfrm>
            <a:off x="225425" y="3216274"/>
            <a:ext cx="8785225" cy="525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nSpc>
                <a:spcPct val="130000"/>
              </a:lnSpc>
            </a:pPr>
            <a:r>
              <a:rPr lang="zh-CN" altLang="en-US" dirty="0">
                <a:solidFill>
                  <a:srgbClr val="FF0000"/>
                </a:solidFill>
              </a:rPr>
              <a:t>电磁波的极化状态取决于</a:t>
            </a:r>
            <a:r>
              <a:rPr lang="en-US" altLang="zh-CN" b="0" i="1" dirty="0">
                <a:solidFill>
                  <a:srgbClr val="FF0000"/>
                </a:solidFill>
              </a:rPr>
              <a:t>E</a:t>
            </a:r>
            <a:r>
              <a:rPr lang="en-US" altLang="zh-CN" i="1" baseline="-25000" dirty="0">
                <a:solidFill>
                  <a:srgbClr val="FF0000"/>
                </a:solidFill>
              </a:rPr>
              <a:t>x </a:t>
            </a:r>
            <a:r>
              <a:rPr lang="zh-CN" altLang="en-US" dirty="0">
                <a:solidFill>
                  <a:srgbClr val="FF0000"/>
                </a:solidFill>
              </a:rPr>
              <a:t>和</a:t>
            </a:r>
            <a:r>
              <a:rPr lang="en-US" altLang="zh-CN" b="0" i="1" dirty="0">
                <a:solidFill>
                  <a:srgbClr val="FF0000"/>
                </a:solidFill>
              </a:rPr>
              <a:t>E</a:t>
            </a:r>
            <a:r>
              <a:rPr lang="en-US" altLang="zh-CN" i="1" baseline="-25000" dirty="0">
                <a:solidFill>
                  <a:srgbClr val="FF0000"/>
                </a:solidFill>
              </a:rPr>
              <a:t>y </a:t>
            </a:r>
            <a:r>
              <a:rPr lang="zh-CN" altLang="en-US" dirty="0">
                <a:solidFill>
                  <a:srgbClr val="FF0000"/>
                </a:solidFill>
              </a:rPr>
              <a:t>的振幅之间和相位差之间的关系：</a:t>
            </a:r>
          </a:p>
        </p:txBody>
      </p:sp>
      <p:sp>
        <p:nvSpPr>
          <p:cNvPr id="689170" name="Text Box 18">
            <a:extLst>
              <a:ext uri="{FF2B5EF4-FFF2-40B4-BE49-F238E27FC236}">
                <a16:creationId xmlns:a16="http://schemas.microsoft.com/office/drawing/2014/main" id="{DE470686-68F2-DE7D-0A44-B890ECCF15E9}"/>
              </a:ext>
            </a:extLst>
          </p:cNvPr>
          <p:cNvSpPr txBox="1">
            <a:spLocks noChangeArrowheads="1"/>
          </p:cNvSpPr>
          <p:nvPr/>
        </p:nvSpPr>
        <p:spPr bwMode="auto">
          <a:xfrm>
            <a:off x="107950" y="549275"/>
            <a:ext cx="4713288"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50000"/>
              </a:spcBef>
              <a:buFontTx/>
              <a:buBlip>
                <a:blip r:embed="rId8"/>
              </a:buBlip>
            </a:pPr>
            <a:r>
              <a:rPr lang="en-US" altLang="zh-CN">
                <a:solidFill>
                  <a:schemeClr val="bg1"/>
                </a:solidFill>
              </a:rPr>
              <a:t>    </a:t>
            </a:r>
            <a:r>
              <a:rPr lang="zh-CN" altLang="en-US">
                <a:solidFill>
                  <a:srgbClr val="FF7C80"/>
                </a:solidFill>
                <a:ea typeface="宋体" panose="02010600030101010101" pitchFamily="2" charset="-122"/>
              </a:rPr>
              <a:t>极化的三种形式</a:t>
            </a:r>
          </a:p>
        </p:txBody>
      </p:sp>
      <p:sp>
        <p:nvSpPr>
          <p:cNvPr id="689171" name="Text Box 19">
            <a:extLst>
              <a:ext uri="{FF2B5EF4-FFF2-40B4-BE49-F238E27FC236}">
                <a16:creationId xmlns:a16="http://schemas.microsoft.com/office/drawing/2014/main" id="{728977FA-FECC-FC0C-2285-55CC7B90FDA3}"/>
              </a:ext>
            </a:extLst>
          </p:cNvPr>
          <p:cNvSpPr txBox="1">
            <a:spLocks noChangeArrowheads="1"/>
          </p:cNvSpPr>
          <p:nvPr/>
        </p:nvSpPr>
        <p:spPr bwMode="auto">
          <a:xfrm>
            <a:off x="-36513" y="3830638"/>
            <a:ext cx="8604251"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9"/>
              </a:buBlip>
            </a:pPr>
            <a:r>
              <a:rPr lang="en-US" altLang="zh-CN">
                <a:solidFill>
                  <a:schemeClr val="bg1"/>
                </a:solidFill>
              </a:rPr>
              <a:t> </a:t>
            </a:r>
            <a:r>
              <a:rPr lang="zh-CN" altLang="en-US">
                <a:solidFill>
                  <a:srgbClr val="FF99FF"/>
                </a:solidFill>
                <a:ea typeface="宋体" panose="02010600030101010101" pitchFamily="2" charset="-122"/>
              </a:rPr>
              <a:t>线极化：</a:t>
            </a:r>
            <a:r>
              <a:rPr lang="zh-CN" altLang="en-US">
                <a:solidFill>
                  <a:schemeClr val="bg1"/>
                </a:solidFill>
              </a:rPr>
              <a:t>电场强度矢量的端点轨迹为直线。</a:t>
            </a:r>
          </a:p>
        </p:txBody>
      </p:sp>
      <p:sp>
        <p:nvSpPr>
          <p:cNvPr id="689172" name="Text Box 20">
            <a:extLst>
              <a:ext uri="{FF2B5EF4-FFF2-40B4-BE49-F238E27FC236}">
                <a16:creationId xmlns:a16="http://schemas.microsoft.com/office/drawing/2014/main" id="{39EB2245-E0A1-60AA-8AA4-DC3B346A15A9}"/>
              </a:ext>
            </a:extLst>
          </p:cNvPr>
          <p:cNvSpPr txBox="1">
            <a:spLocks noChangeArrowheads="1"/>
          </p:cNvSpPr>
          <p:nvPr/>
        </p:nvSpPr>
        <p:spPr bwMode="auto">
          <a:xfrm>
            <a:off x="-36513" y="4584700"/>
            <a:ext cx="6872288"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9"/>
              </a:buBlip>
            </a:pPr>
            <a:r>
              <a:rPr lang="en-US" altLang="zh-CN">
                <a:solidFill>
                  <a:schemeClr val="bg1"/>
                </a:solidFill>
              </a:rPr>
              <a:t> </a:t>
            </a:r>
            <a:r>
              <a:rPr lang="zh-CN" altLang="en-US">
                <a:solidFill>
                  <a:srgbClr val="FF99FF"/>
                </a:solidFill>
                <a:ea typeface="宋体" panose="02010600030101010101" pitchFamily="2" charset="-122"/>
              </a:rPr>
              <a:t>圆极化：</a:t>
            </a:r>
            <a:r>
              <a:rPr lang="zh-CN" altLang="en-US">
                <a:solidFill>
                  <a:schemeClr val="bg1"/>
                </a:solidFill>
              </a:rPr>
              <a:t>电场强度矢量的端点轨迹为圆。</a:t>
            </a:r>
          </a:p>
        </p:txBody>
      </p:sp>
      <p:sp>
        <p:nvSpPr>
          <p:cNvPr id="689173" name="Text Box 21">
            <a:extLst>
              <a:ext uri="{FF2B5EF4-FFF2-40B4-BE49-F238E27FC236}">
                <a16:creationId xmlns:a16="http://schemas.microsoft.com/office/drawing/2014/main" id="{D452153B-D1B9-1BFE-C27A-4766F8E15E5C}"/>
              </a:ext>
            </a:extLst>
          </p:cNvPr>
          <p:cNvSpPr txBox="1">
            <a:spLocks noChangeArrowheads="1"/>
          </p:cNvSpPr>
          <p:nvPr/>
        </p:nvSpPr>
        <p:spPr bwMode="auto">
          <a:xfrm>
            <a:off x="-1588" y="5233988"/>
            <a:ext cx="8424863"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9"/>
              </a:buBlip>
            </a:pPr>
            <a:r>
              <a:rPr lang="en-US" altLang="zh-CN">
                <a:solidFill>
                  <a:schemeClr val="bg1"/>
                </a:solidFill>
              </a:rPr>
              <a:t> </a:t>
            </a:r>
            <a:r>
              <a:rPr lang="zh-CN" altLang="en-US">
                <a:solidFill>
                  <a:srgbClr val="FF99FF"/>
                </a:solidFill>
                <a:ea typeface="宋体" panose="02010600030101010101" pitchFamily="2" charset="-122"/>
              </a:rPr>
              <a:t>椭圆极化：</a:t>
            </a:r>
            <a:r>
              <a:rPr lang="zh-CN" altLang="en-US">
                <a:solidFill>
                  <a:schemeClr val="bg1"/>
                </a:solidFill>
              </a:rPr>
              <a:t>电场强度矢量的端点轨迹为椭圆。</a:t>
            </a:r>
          </a:p>
        </p:txBody>
      </p:sp>
      <p:sp>
        <p:nvSpPr>
          <p:cNvPr id="689176" name="AutoShape 24">
            <a:extLst>
              <a:ext uri="{FF2B5EF4-FFF2-40B4-BE49-F238E27FC236}">
                <a16:creationId xmlns:a16="http://schemas.microsoft.com/office/drawing/2014/main" id="{6FB6CCFC-986C-7373-5BBE-953910B90657}"/>
              </a:ext>
            </a:extLst>
          </p:cNvPr>
          <p:cNvSpPr>
            <a:spLocks noChangeArrowheads="1"/>
          </p:cNvSpPr>
          <p:nvPr/>
        </p:nvSpPr>
        <p:spPr bwMode="auto">
          <a:xfrm>
            <a:off x="7019925" y="1171575"/>
            <a:ext cx="344488" cy="457200"/>
          </a:xfrm>
          <a:prstGeom prst="wedgeRoundRectCallout">
            <a:avLst>
              <a:gd name="adj1" fmla="val -91593"/>
              <a:gd name="adj2" fmla="val -102431"/>
              <a:gd name="adj3" fmla="val 16667"/>
            </a:avLst>
          </a:prstGeom>
          <a:noFill/>
          <a:ln w="2857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endParaRPr lang="zh-CN" altLang="zh-CN" sz="1800" b="0">
              <a:solidFill>
                <a:schemeClr val="bg1"/>
              </a:solidFill>
              <a:latin typeface="Verdana" panose="020B0604030504040204" pitchFamily="34" charset="0"/>
              <a:ea typeface="宋体" panose="02010600030101010101" pitchFamily="2" charset="-122"/>
            </a:endParaRPr>
          </a:p>
        </p:txBody>
      </p:sp>
      <p:sp>
        <p:nvSpPr>
          <p:cNvPr id="689177" name="Text Box 25">
            <a:extLst>
              <a:ext uri="{FF2B5EF4-FFF2-40B4-BE49-F238E27FC236}">
                <a16:creationId xmlns:a16="http://schemas.microsoft.com/office/drawing/2014/main" id="{9B524027-7EF8-C13D-D9E6-52F6BEE6F736}"/>
              </a:ext>
            </a:extLst>
          </p:cNvPr>
          <p:cNvSpPr txBox="1">
            <a:spLocks noChangeArrowheads="1"/>
          </p:cNvSpPr>
          <p:nvPr/>
        </p:nvSpPr>
        <p:spPr bwMode="auto">
          <a:xfrm>
            <a:off x="6516688" y="549275"/>
            <a:ext cx="14589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ctr">
              <a:spcBef>
                <a:spcPct val="50000"/>
              </a:spcBef>
            </a:pPr>
            <a:r>
              <a:rPr lang="zh-CN" altLang="en-US" sz="2000">
                <a:solidFill>
                  <a:srgbClr val="FF9900"/>
                </a:solidFill>
                <a:ea typeface="宋体" panose="02010600030101010101" pitchFamily="2" charset="-122"/>
              </a:rPr>
              <a:t>振动方向</a:t>
            </a:r>
          </a:p>
        </p:txBody>
      </p:sp>
      <p:sp>
        <p:nvSpPr>
          <p:cNvPr id="689178" name="AutoShape 26">
            <a:extLst>
              <a:ext uri="{FF2B5EF4-FFF2-40B4-BE49-F238E27FC236}">
                <a16:creationId xmlns:a16="http://schemas.microsoft.com/office/drawing/2014/main" id="{D2B026BB-3180-4A89-94A1-50F8700FC1A3}"/>
              </a:ext>
            </a:extLst>
          </p:cNvPr>
          <p:cNvSpPr>
            <a:spLocks noChangeArrowheads="1"/>
          </p:cNvSpPr>
          <p:nvPr/>
        </p:nvSpPr>
        <p:spPr bwMode="auto">
          <a:xfrm>
            <a:off x="2655888" y="1700213"/>
            <a:ext cx="574675" cy="420687"/>
          </a:xfrm>
          <a:prstGeom prst="wedgeRoundRectCallout">
            <a:avLst>
              <a:gd name="adj1" fmla="val 37167"/>
              <a:gd name="adj2" fmla="val 105046"/>
              <a:gd name="adj3" fmla="val 16667"/>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endParaRPr lang="zh-CN" altLang="zh-CN" sz="1800" b="0">
              <a:solidFill>
                <a:schemeClr val="bg1"/>
              </a:solidFill>
              <a:latin typeface="Verdana" panose="020B0604030504040204" pitchFamily="34" charset="0"/>
              <a:ea typeface="宋体" panose="02010600030101010101" pitchFamily="2" charset="-122"/>
            </a:endParaRPr>
          </a:p>
        </p:txBody>
      </p:sp>
      <p:sp>
        <p:nvSpPr>
          <p:cNvPr id="689179" name="Text Box 27">
            <a:extLst>
              <a:ext uri="{FF2B5EF4-FFF2-40B4-BE49-F238E27FC236}">
                <a16:creationId xmlns:a16="http://schemas.microsoft.com/office/drawing/2014/main" id="{FE4EC392-E8A7-DE38-BDE4-B0BCFD6C1CC5}"/>
              </a:ext>
            </a:extLst>
          </p:cNvPr>
          <p:cNvSpPr txBox="1">
            <a:spLocks noChangeArrowheads="1"/>
          </p:cNvSpPr>
          <p:nvPr/>
        </p:nvSpPr>
        <p:spPr bwMode="auto">
          <a:xfrm>
            <a:off x="2870200" y="2174875"/>
            <a:ext cx="19510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ctr">
              <a:spcBef>
                <a:spcPct val="50000"/>
              </a:spcBef>
            </a:pPr>
            <a:r>
              <a:rPr lang="zh-CN" altLang="en-US" sz="2000">
                <a:solidFill>
                  <a:srgbClr val="FF00FF"/>
                </a:solidFill>
                <a:ea typeface="宋体" panose="02010600030101010101" pitchFamily="2" charset="-122"/>
              </a:rPr>
              <a:t>传播方向</a:t>
            </a:r>
            <a:r>
              <a:rPr lang="en-US" altLang="zh-CN" sz="2000">
                <a:solidFill>
                  <a:srgbClr val="FF00FF"/>
                </a:solidFill>
                <a:ea typeface="宋体" panose="02010600030101010101" pitchFamily="2" charset="-122"/>
              </a:rPr>
              <a:t>+z</a:t>
            </a:r>
          </a:p>
        </p:txBody>
      </p:sp>
      <p:sp>
        <p:nvSpPr>
          <p:cNvPr id="689180" name="AutoShape 28">
            <a:extLst>
              <a:ext uri="{FF2B5EF4-FFF2-40B4-BE49-F238E27FC236}">
                <a16:creationId xmlns:a16="http://schemas.microsoft.com/office/drawing/2014/main" id="{4E7164AC-BC3D-2D4C-5770-3A25E6E664C0}"/>
              </a:ext>
            </a:extLst>
          </p:cNvPr>
          <p:cNvSpPr>
            <a:spLocks noChangeArrowheads="1"/>
          </p:cNvSpPr>
          <p:nvPr/>
        </p:nvSpPr>
        <p:spPr bwMode="auto">
          <a:xfrm>
            <a:off x="7881938" y="1171575"/>
            <a:ext cx="344487" cy="457200"/>
          </a:xfrm>
          <a:prstGeom prst="wedgeRoundRectCallout">
            <a:avLst>
              <a:gd name="adj1" fmla="val -125662"/>
              <a:gd name="adj2" fmla="val -92361"/>
              <a:gd name="adj3" fmla="val 16667"/>
            </a:avLst>
          </a:prstGeom>
          <a:noFill/>
          <a:ln w="2857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endParaRPr lang="zh-CN" altLang="zh-CN" sz="1800" b="0">
              <a:solidFill>
                <a:schemeClr val="bg1"/>
              </a:solidFill>
              <a:latin typeface="Verdana" panose="020B0604030504040204" pitchFamily="34" charset="0"/>
              <a:ea typeface="宋体" panose="02010600030101010101" pitchFamily="2" charset="-122"/>
            </a:endParaRPr>
          </a:p>
        </p:txBody>
      </p:sp>
      <p:grpSp>
        <p:nvGrpSpPr>
          <p:cNvPr id="82961" name="组合 1">
            <a:extLst>
              <a:ext uri="{FF2B5EF4-FFF2-40B4-BE49-F238E27FC236}">
                <a16:creationId xmlns:a16="http://schemas.microsoft.com/office/drawing/2014/main" id="{8F299680-375C-387B-00AC-EF426CFC9D61}"/>
              </a:ext>
            </a:extLst>
          </p:cNvPr>
          <p:cNvGrpSpPr>
            <a:grpSpLocks/>
          </p:cNvGrpSpPr>
          <p:nvPr/>
        </p:nvGrpSpPr>
        <p:grpSpPr bwMode="auto">
          <a:xfrm>
            <a:off x="6372225" y="4329113"/>
            <a:ext cx="2771775" cy="2509837"/>
            <a:chOff x="5276648" y="3063875"/>
            <a:chExt cx="3816350" cy="3460750"/>
          </a:xfrm>
        </p:grpSpPr>
        <p:grpSp>
          <p:nvGrpSpPr>
            <p:cNvPr id="82962" name="Group 246">
              <a:extLst>
                <a:ext uri="{FF2B5EF4-FFF2-40B4-BE49-F238E27FC236}">
                  <a16:creationId xmlns:a16="http://schemas.microsoft.com/office/drawing/2014/main" id="{E2DC03BB-9619-42B0-C756-3A4C4B9B4C7E}"/>
                </a:ext>
              </a:extLst>
            </p:cNvPr>
            <p:cNvGrpSpPr>
              <a:grpSpLocks/>
            </p:cNvGrpSpPr>
            <p:nvPr/>
          </p:nvGrpSpPr>
          <p:grpSpPr bwMode="auto">
            <a:xfrm>
              <a:off x="5276648" y="3063875"/>
              <a:ext cx="3816350" cy="3460750"/>
              <a:chOff x="3288" y="1842"/>
              <a:chExt cx="2404" cy="2180"/>
            </a:xfrm>
          </p:grpSpPr>
          <p:sp>
            <p:nvSpPr>
              <p:cNvPr id="82963" name="AutoShape 27">
                <a:extLst>
                  <a:ext uri="{FF2B5EF4-FFF2-40B4-BE49-F238E27FC236}">
                    <a16:creationId xmlns:a16="http://schemas.microsoft.com/office/drawing/2014/main" id="{64AD974B-9565-099E-3869-59D69CE17140}"/>
                  </a:ext>
                </a:extLst>
              </p:cNvPr>
              <p:cNvSpPr>
                <a:spLocks noChangeAspect="1" noChangeArrowheads="1"/>
              </p:cNvSpPr>
              <p:nvPr/>
            </p:nvSpPr>
            <p:spPr bwMode="auto">
              <a:xfrm rot="5400000" flipH="1">
                <a:off x="4024" y="2735"/>
                <a:ext cx="1437" cy="464"/>
              </a:xfrm>
              <a:prstGeom prst="parallelogram">
                <a:avLst>
                  <a:gd name="adj" fmla="val 77425"/>
                </a:avLst>
              </a:prstGeom>
              <a:gradFill rotWithShape="1">
                <a:gsLst>
                  <a:gs pos="0">
                    <a:srgbClr val="800080">
                      <a:alpha val="99001"/>
                    </a:srgbClr>
                  </a:gs>
                  <a:gs pos="100000">
                    <a:schemeClr val="bg1"/>
                  </a:gs>
                </a:gsLst>
                <a:lin ang="5400000" scaled="1"/>
              </a:gradFill>
              <a:ln w="28575">
                <a:solidFill>
                  <a:schemeClr val="tx1"/>
                </a:solidFill>
                <a:miter lim="800000"/>
                <a:headEnd/>
                <a:tailEnd/>
              </a:ln>
            </p:spPr>
            <p:txBody>
              <a:bodyPr wrap="none" anchor="ctr"/>
              <a:lstStyle/>
              <a:p>
                <a:pPr>
                  <a:spcBef>
                    <a:spcPct val="20000"/>
                  </a:spcBef>
                </a:pPr>
                <a:endParaRPr lang="zh-CN" altLang="en-US"/>
              </a:p>
            </p:txBody>
          </p:sp>
          <p:sp>
            <p:nvSpPr>
              <p:cNvPr id="82964" name="Rectangle 74">
                <a:extLst>
                  <a:ext uri="{FF2B5EF4-FFF2-40B4-BE49-F238E27FC236}">
                    <a16:creationId xmlns:a16="http://schemas.microsoft.com/office/drawing/2014/main" id="{8DDD413F-F81B-13EB-A532-A9019588329D}"/>
                  </a:ext>
                </a:extLst>
              </p:cNvPr>
              <p:cNvSpPr>
                <a:spLocks noChangeAspect="1" noChangeArrowheads="1"/>
              </p:cNvSpPr>
              <p:nvPr/>
            </p:nvSpPr>
            <p:spPr bwMode="auto">
              <a:xfrm>
                <a:off x="3288" y="1842"/>
                <a:ext cx="2404" cy="218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endParaRPr lang="zh-CN" altLang="en-US"/>
              </a:p>
            </p:txBody>
          </p:sp>
          <p:sp>
            <p:nvSpPr>
              <p:cNvPr id="82965" name="Rectangle 75">
                <a:extLst>
                  <a:ext uri="{FF2B5EF4-FFF2-40B4-BE49-F238E27FC236}">
                    <a16:creationId xmlns:a16="http://schemas.microsoft.com/office/drawing/2014/main" id="{36F98A47-309D-D079-2036-C52FC0F1836F}"/>
                  </a:ext>
                </a:extLst>
              </p:cNvPr>
              <p:cNvSpPr>
                <a:spLocks noChangeAspect="1" noChangeArrowheads="1"/>
              </p:cNvSpPr>
              <p:nvPr/>
            </p:nvSpPr>
            <p:spPr bwMode="auto">
              <a:xfrm>
                <a:off x="3288" y="1842"/>
                <a:ext cx="2404" cy="2180"/>
              </a:xfrm>
              <a:prstGeom prst="rect">
                <a:avLst/>
              </a:prstGeom>
              <a:noFill/>
              <a:ln w="11113">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spcBef>
                    <a:spcPct val="20000"/>
                  </a:spcBef>
                </a:pPr>
                <a:endParaRPr lang="zh-CN" altLang="en-US"/>
              </a:p>
            </p:txBody>
          </p:sp>
          <p:sp>
            <p:nvSpPr>
              <p:cNvPr id="82966" name="Freeform 107">
                <a:extLst>
                  <a:ext uri="{FF2B5EF4-FFF2-40B4-BE49-F238E27FC236}">
                    <a16:creationId xmlns:a16="http://schemas.microsoft.com/office/drawing/2014/main" id="{B77B9D8A-0D09-DC70-43EC-4AC8DF8F8BB8}"/>
                  </a:ext>
                </a:extLst>
              </p:cNvPr>
              <p:cNvSpPr>
                <a:spLocks noChangeAspect="1" noChangeArrowheads="1"/>
              </p:cNvSpPr>
              <p:nvPr/>
            </p:nvSpPr>
            <p:spPr bwMode="auto">
              <a:xfrm>
                <a:off x="3502" y="2011"/>
                <a:ext cx="723" cy="1808"/>
              </a:xfrm>
              <a:custGeom>
                <a:avLst/>
                <a:gdLst>
                  <a:gd name="T0" fmla="*/ 0 w 764"/>
                  <a:gd name="T1" fmla="*/ 648 h 1957"/>
                  <a:gd name="T2" fmla="*/ 764 w 764"/>
                  <a:gd name="T3" fmla="*/ 0 h 1957"/>
                  <a:gd name="T4" fmla="*/ 764 w 764"/>
                  <a:gd name="T5" fmla="*/ 1279 h 1957"/>
                  <a:gd name="T6" fmla="*/ 9 w 764"/>
                  <a:gd name="T7" fmla="*/ 1957 h 1957"/>
                  <a:gd name="T8" fmla="*/ 8 w 764"/>
                  <a:gd name="T9" fmla="*/ 624 h 1957"/>
                  <a:gd name="T10" fmla="*/ 0 w 764"/>
                  <a:gd name="T11" fmla="*/ 648 h 1957"/>
                </a:gdLst>
                <a:ahLst/>
                <a:cxnLst>
                  <a:cxn ang="0">
                    <a:pos x="T0" y="T1"/>
                  </a:cxn>
                  <a:cxn ang="0">
                    <a:pos x="T2" y="T3"/>
                  </a:cxn>
                  <a:cxn ang="0">
                    <a:pos x="T4" y="T5"/>
                  </a:cxn>
                  <a:cxn ang="0">
                    <a:pos x="T6" y="T7"/>
                  </a:cxn>
                  <a:cxn ang="0">
                    <a:pos x="T8" y="T9"/>
                  </a:cxn>
                  <a:cxn ang="0">
                    <a:pos x="T10" y="T11"/>
                  </a:cxn>
                </a:cxnLst>
                <a:rect l="0" t="0" r="r" b="b"/>
                <a:pathLst>
                  <a:path w="764" h="1957">
                    <a:moveTo>
                      <a:pt x="0" y="648"/>
                    </a:moveTo>
                    <a:lnTo>
                      <a:pt x="764" y="0"/>
                    </a:lnTo>
                    <a:lnTo>
                      <a:pt x="764" y="1279"/>
                    </a:lnTo>
                    <a:lnTo>
                      <a:pt x="9" y="1957"/>
                    </a:lnTo>
                    <a:lnTo>
                      <a:pt x="8" y="624"/>
                    </a:lnTo>
                    <a:lnTo>
                      <a:pt x="0" y="648"/>
                    </a:lnTo>
                    <a:close/>
                  </a:path>
                </a:pathLst>
              </a:custGeom>
              <a:solidFill>
                <a:srgbClr val="CCFFFF"/>
              </a:solidFill>
              <a:ln w="9525">
                <a:solidFill>
                  <a:srgbClr val="FF0000"/>
                </a:solidFill>
                <a:round/>
                <a:headEnd/>
                <a:tailEnd/>
              </a:ln>
            </p:spPr>
            <p:txBody>
              <a:bodyPr/>
              <a:lstStyle/>
              <a:p>
                <a:endParaRPr lang="zh-CN" altLang="en-US"/>
              </a:p>
            </p:txBody>
          </p:sp>
          <p:sp>
            <p:nvSpPr>
              <p:cNvPr id="82967" name="Freeform 108">
                <a:extLst>
                  <a:ext uri="{FF2B5EF4-FFF2-40B4-BE49-F238E27FC236}">
                    <a16:creationId xmlns:a16="http://schemas.microsoft.com/office/drawing/2014/main" id="{0FE5BD73-E858-B8B9-AD0C-3F36D081461F}"/>
                  </a:ext>
                </a:extLst>
              </p:cNvPr>
              <p:cNvSpPr>
                <a:spLocks noChangeAspect="1" noChangeArrowheads="1"/>
              </p:cNvSpPr>
              <p:nvPr/>
            </p:nvSpPr>
            <p:spPr bwMode="auto">
              <a:xfrm>
                <a:off x="3716" y="2011"/>
                <a:ext cx="724" cy="1808"/>
              </a:xfrm>
              <a:custGeom>
                <a:avLst/>
                <a:gdLst>
                  <a:gd name="T0" fmla="*/ 0 w 764"/>
                  <a:gd name="T1" fmla="*/ 648 h 1957"/>
                  <a:gd name="T2" fmla="*/ 764 w 764"/>
                  <a:gd name="T3" fmla="*/ 0 h 1957"/>
                  <a:gd name="T4" fmla="*/ 764 w 764"/>
                  <a:gd name="T5" fmla="*/ 1279 h 1957"/>
                  <a:gd name="T6" fmla="*/ 9 w 764"/>
                  <a:gd name="T7" fmla="*/ 1957 h 1957"/>
                  <a:gd name="T8" fmla="*/ 8 w 764"/>
                  <a:gd name="T9" fmla="*/ 624 h 1957"/>
                  <a:gd name="T10" fmla="*/ 0 w 764"/>
                  <a:gd name="T11" fmla="*/ 648 h 1957"/>
                </a:gdLst>
                <a:ahLst/>
                <a:cxnLst>
                  <a:cxn ang="0">
                    <a:pos x="T0" y="T1"/>
                  </a:cxn>
                  <a:cxn ang="0">
                    <a:pos x="T2" y="T3"/>
                  </a:cxn>
                  <a:cxn ang="0">
                    <a:pos x="T4" y="T5"/>
                  </a:cxn>
                  <a:cxn ang="0">
                    <a:pos x="T6" y="T7"/>
                  </a:cxn>
                  <a:cxn ang="0">
                    <a:pos x="T8" y="T9"/>
                  </a:cxn>
                  <a:cxn ang="0">
                    <a:pos x="T10" y="T11"/>
                  </a:cxn>
                </a:cxnLst>
                <a:rect l="0" t="0" r="r" b="b"/>
                <a:pathLst>
                  <a:path w="764" h="1957">
                    <a:moveTo>
                      <a:pt x="0" y="648"/>
                    </a:moveTo>
                    <a:lnTo>
                      <a:pt x="764" y="0"/>
                    </a:lnTo>
                    <a:lnTo>
                      <a:pt x="764" y="1279"/>
                    </a:lnTo>
                    <a:lnTo>
                      <a:pt x="9" y="1957"/>
                    </a:lnTo>
                    <a:lnTo>
                      <a:pt x="8" y="624"/>
                    </a:lnTo>
                    <a:lnTo>
                      <a:pt x="0" y="648"/>
                    </a:lnTo>
                    <a:close/>
                  </a:path>
                </a:pathLst>
              </a:custGeom>
              <a:solidFill>
                <a:srgbClr val="CCFFFF"/>
              </a:solidFill>
              <a:ln w="9525">
                <a:solidFill>
                  <a:srgbClr val="FF0000"/>
                </a:solidFill>
                <a:round/>
                <a:headEnd/>
                <a:tailEnd/>
              </a:ln>
            </p:spPr>
            <p:txBody>
              <a:bodyPr/>
              <a:lstStyle/>
              <a:p>
                <a:endParaRPr lang="zh-CN" altLang="en-US"/>
              </a:p>
            </p:txBody>
          </p:sp>
          <p:sp>
            <p:nvSpPr>
              <p:cNvPr id="82968" name="Freeform 109">
                <a:extLst>
                  <a:ext uri="{FF2B5EF4-FFF2-40B4-BE49-F238E27FC236}">
                    <a16:creationId xmlns:a16="http://schemas.microsoft.com/office/drawing/2014/main" id="{A8E17B80-3146-1096-C4F8-5DCBA032C321}"/>
                  </a:ext>
                </a:extLst>
              </p:cNvPr>
              <p:cNvSpPr>
                <a:spLocks noChangeAspect="1" noChangeArrowheads="1"/>
              </p:cNvSpPr>
              <p:nvPr/>
            </p:nvSpPr>
            <p:spPr bwMode="auto">
              <a:xfrm>
                <a:off x="3936" y="2011"/>
                <a:ext cx="724" cy="1808"/>
              </a:xfrm>
              <a:custGeom>
                <a:avLst/>
                <a:gdLst>
                  <a:gd name="T0" fmla="*/ 0 w 764"/>
                  <a:gd name="T1" fmla="*/ 648 h 1957"/>
                  <a:gd name="T2" fmla="*/ 764 w 764"/>
                  <a:gd name="T3" fmla="*/ 0 h 1957"/>
                  <a:gd name="T4" fmla="*/ 764 w 764"/>
                  <a:gd name="T5" fmla="*/ 1279 h 1957"/>
                  <a:gd name="T6" fmla="*/ 9 w 764"/>
                  <a:gd name="T7" fmla="*/ 1957 h 1957"/>
                  <a:gd name="T8" fmla="*/ 8 w 764"/>
                  <a:gd name="T9" fmla="*/ 624 h 1957"/>
                  <a:gd name="T10" fmla="*/ 0 w 764"/>
                  <a:gd name="T11" fmla="*/ 648 h 1957"/>
                </a:gdLst>
                <a:ahLst/>
                <a:cxnLst>
                  <a:cxn ang="0">
                    <a:pos x="T0" y="T1"/>
                  </a:cxn>
                  <a:cxn ang="0">
                    <a:pos x="T2" y="T3"/>
                  </a:cxn>
                  <a:cxn ang="0">
                    <a:pos x="T4" y="T5"/>
                  </a:cxn>
                  <a:cxn ang="0">
                    <a:pos x="T6" y="T7"/>
                  </a:cxn>
                  <a:cxn ang="0">
                    <a:pos x="T8" y="T9"/>
                  </a:cxn>
                  <a:cxn ang="0">
                    <a:pos x="T10" y="T11"/>
                  </a:cxn>
                </a:cxnLst>
                <a:rect l="0" t="0" r="r" b="b"/>
                <a:pathLst>
                  <a:path w="764" h="1957">
                    <a:moveTo>
                      <a:pt x="0" y="648"/>
                    </a:moveTo>
                    <a:lnTo>
                      <a:pt x="764" y="0"/>
                    </a:lnTo>
                    <a:lnTo>
                      <a:pt x="764" y="1279"/>
                    </a:lnTo>
                    <a:lnTo>
                      <a:pt x="9" y="1957"/>
                    </a:lnTo>
                    <a:lnTo>
                      <a:pt x="8" y="624"/>
                    </a:lnTo>
                    <a:lnTo>
                      <a:pt x="0" y="648"/>
                    </a:lnTo>
                    <a:close/>
                  </a:path>
                </a:pathLst>
              </a:custGeom>
              <a:solidFill>
                <a:srgbClr val="CCFFFF"/>
              </a:solidFill>
              <a:ln w="9525">
                <a:solidFill>
                  <a:srgbClr val="FF0000"/>
                </a:solidFill>
                <a:round/>
                <a:headEnd/>
                <a:tailEnd/>
              </a:ln>
            </p:spPr>
            <p:txBody>
              <a:bodyPr/>
              <a:lstStyle/>
              <a:p>
                <a:endParaRPr lang="zh-CN" altLang="en-US"/>
              </a:p>
            </p:txBody>
          </p:sp>
          <p:sp>
            <p:nvSpPr>
              <p:cNvPr id="82969" name="Freeform 110">
                <a:extLst>
                  <a:ext uri="{FF2B5EF4-FFF2-40B4-BE49-F238E27FC236}">
                    <a16:creationId xmlns:a16="http://schemas.microsoft.com/office/drawing/2014/main" id="{1BF428D4-657F-2C24-7B66-87160B1447AD}"/>
                  </a:ext>
                </a:extLst>
              </p:cNvPr>
              <p:cNvSpPr>
                <a:spLocks noChangeAspect="1" noChangeArrowheads="1"/>
              </p:cNvSpPr>
              <p:nvPr/>
            </p:nvSpPr>
            <p:spPr bwMode="auto">
              <a:xfrm>
                <a:off x="4148" y="2011"/>
                <a:ext cx="723" cy="1808"/>
              </a:xfrm>
              <a:custGeom>
                <a:avLst/>
                <a:gdLst>
                  <a:gd name="T0" fmla="*/ 0 w 764"/>
                  <a:gd name="T1" fmla="*/ 648 h 1957"/>
                  <a:gd name="T2" fmla="*/ 764 w 764"/>
                  <a:gd name="T3" fmla="*/ 0 h 1957"/>
                  <a:gd name="T4" fmla="*/ 764 w 764"/>
                  <a:gd name="T5" fmla="*/ 1279 h 1957"/>
                  <a:gd name="T6" fmla="*/ 9 w 764"/>
                  <a:gd name="T7" fmla="*/ 1957 h 1957"/>
                  <a:gd name="T8" fmla="*/ 8 w 764"/>
                  <a:gd name="T9" fmla="*/ 624 h 1957"/>
                  <a:gd name="T10" fmla="*/ 0 w 764"/>
                  <a:gd name="T11" fmla="*/ 648 h 1957"/>
                </a:gdLst>
                <a:ahLst/>
                <a:cxnLst>
                  <a:cxn ang="0">
                    <a:pos x="T0" y="T1"/>
                  </a:cxn>
                  <a:cxn ang="0">
                    <a:pos x="T2" y="T3"/>
                  </a:cxn>
                  <a:cxn ang="0">
                    <a:pos x="T4" y="T5"/>
                  </a:cxn>
                  <a:cxn ang="0">
                    <a:pos x="T6" y="T7"/>
                  </a:cxn>
                  <a:cxn ang="0">
                    <a:pos x="T8" y="T9"/>
                  </a:cxn>
                  <a:cxn ang="0">
                    <a:pos x="T10" y="T11"/>
                  </a:cxn>
                </a:cxnLst>
                <a:rect l="0" t="0" r="r" b="b"/>
                <a:pathLst>
                  <a:path w="764" h="1957">
                    <a:moveTo>
                      <a:pt x="0" y="648"/>
                    </a:moveTo>
                    <a:lnTo>
                      <a:pt x="764" y="0"/>
                    </a:lnTo>
                    <a:lnTo>
                      <a:pt x="764" y="1279"/>
                    </a:lnTo>
                    <a:lnTo>
                      <a:pt x="9" y="1957"/>
                    </a:lnTo>
                    <a:lnTo>
                      <a:pt x="8" y="624"/>
                    </a:lnTo>
                    <a:lnTo>
                      <a:pt x="0" y="648"/>
                    </a:lnTo>
                    <a:close/>
                  </a:path>
                </a:pathLst>
              </a:custGeom>
              <a:solidFill>
                <a:srgbClr val="CCFFFF"/>
              </a:solidFill>
              <a:ln w="9525">
                <a:solidFill>
                  <a:srgbClr val="FF0000"/>
                </a:solidFill>
                <a:round/>
                <a:headEnd/>
                <a:tailEnd/>
              </a:ln>
            </p:spPr>
            <p:txBody>
              <a:bodyPr/>
              <a:lstStyle/>
              <a:p>
                <a:endParaRPr lang="zh-CN" altLang="en-US"/>
              </a:p>
            </p:txBody>
          </p:sp>
          <p:sp>
            <p:nvSpPr>
              <p:cNvPr id="82970" name="Freeform 111">
                <a:extLst>
                  <a:ext uri="{FF2B5EF4-FFF2-40B4-BE49-F238E27FC236}">
                    <a16:creationId xmlns:a16="http://schemas.microsoft.com/office/drawing/2014/main" id="{B3C0473E-1534-5B48-C16E-0CAB0D92F273}"/>
                  </a:ext>
                </a:extLst>
              </p:cNvPr>
              <p:cNvSpPr>
                <a:spLocks noChangeAspect="1" noChangeArrowheads="1"/>
              </p:cNvSpPr>
              <p:nvPr/>
            </p:nvSpPr>
            <p:spPr bwMode="auto">
              <a:xfrm>
                <a:off x="4377" y="2011"/>
                <a:ext cx="722" cy="1808"/>
              </a:xfrm>
              <a:custGeom>
                <a:avLst/>
                <a:gdLst>
                  <a:gd name="T0" fmla="*/ 0 w 764"/>
                  <a:gd name="T1" fmla="*/ 648 h 1957"/>
                  <a:gd name="T2" fmla="*/ 764 w 764"/>
                  <a:gd name="T3" fmla="*/ 0 h 1957"/>
                  <a:gd name="T4" fmla="*/ 764 w 764"/>
                  <a:gd name="T5" fmla="*/ 1279 h 1957"/>
                  <a:gd name="T6" fmla="*/ 9 w 764"/>
                  <a:gd name="T7" fmla="*/ 1957 h 1957"/>
                  <a:gd name="T8" fmla="*/ 8 w 764"/>
                  <a:gd name="T9" fmla="*/ 624 h 1957"/>
                  <a:gd name="T10" fmla="*/ 0 w 764"/>
                  <a:gd name="T11" fmla="*/ 648 h 1957"/>
                </a:gdLst>
                <a:ahLst/>
                <a:cxnLst>
                  <a:cxn ang="0">
                    <a:pos x="T0" y="T1"/>
                  </a:cxn>
                  <a:cxn ang="0">
                    <a:pos x="T2" y="T3"/>
                  </a:cxn>
                  <a:cxn ang="0">
                    <a:pos x="T4" y="T5"/>
                  </a:cxn>
                  <a:cxn ang="0">
                    <a:pos x="T6" y="T7"/>
                  </a:cxn>
                  <a:cxn ang="0">
                    <a:pos x="T8" y="T9"/>
                  </a:cxn>
                  <a:cxn ang="0">
                    <a:pos x="T10" y="T11"/>
                  </a:cxn>
                </a:cxnLst>
                <a:rect l="0" t="0" r="r" b="b"/>
                <a:pathLst>
                  <a:path w="764" h="1957">
                    <a:moveTo>
                      <a:pt x="0" y="648"/>
                    </a:moveTo>
                    <a:lnTo>
                      <a:pt x="764" y="0"/>
                    </a:lnTo>
                    <a:lnTo>
                      <a:pt x="764" y="1279"/>
                    </a:lnTo>
                    <a:lnTo>
                      <a:pt x="9" y="1957"/>
                    </a:lnTo>
                    <a:lnTo>
                      <a:pt x="8" y="624"/>
                    </a:lnTo>
                    <a:lnTo>
                      <a:pt x="0" y="648"/>
                    </a:lnTo>
                    <a:close/>
                  </a:path>
                </a:pathLst>
              </a:custGeom>
              <a:solidFill>
                <a:srgbClr val="CCFFFF"/>
              </a:solidFill>
              <a:ln w="9525">
                <a:solidFill>
                  <a:srgbClr val="FF0000"/>
                </a:solidFill>
                <a:round/>
                <a:headEnd/>
                <a:tailEnd/>
              </a:ln>
            </p:spPr>
            <p:txBody>
              <a:bodyPr/>
              <a:lstStyle/>
              <a:p>
                <a:endParaRPr lang="zh-CN" altLang="en-US"/>
              </a:p>
            </p:txBody>
          </p:sp>
          <p:sp>
            <p:nvSpPr>
              <p:cNvPr id="82971" name="Freeform 113">
                <a:extLst>
                  <a:ext uri="{FF2B5EF4-FFF2-40B4-BE49-F238E27FC236}">
                    <a16:creationId xmlns:a16="http://schemas.microsoft.com/office/drawing/2014/main" id="{E877340E-33A0-8F51-9544-0A012D152F7F}"/>
                  </a:ext>
                </a:extLst>
              </p:cNvPr>
              <p:cNvSpPr>
                <a:spLocks noChangeAspect="1" noChangeArrowheads="1"/>
              </p:cNvSpPr>
              <p:nvPr/>
            </p:nvSpPr>
            <p:spPr bwMode="auto">
              <a:xfrm>
                <a:off x="4591" y="2011"/>
                <a:ext cx="758" cy="1844"/>
              </a:xfrm>
              <a:custGeom>
                <a:avLst/>
                <a:gdLst>
                  <a:gd name="T0" fmla="*/ 0 w 765"/>
                  <a:gd name="T1" fmla="*/ 633 h 1957"/>
                  <a:gd name="T2" fmla="*/ 765 w 765"/>
                  <a:gd name="T3" fmla="*/ 0 h 1957"/>
                  <a:gd name="T4" fmla="*/ 765 w 765"/>
                  <a:gd name="T5" fmla="*/ 1279 h 1957"/>
                  <a:gd name="T6" fmla="*/ 10 w 765"/>
                  <a:gd name="T7" fmla="*/ 1957 h 1957"/>
                  <a:gd name="T8" fmla="*/ 10 w 765"/>
                  <a:gd name="T9" fmla="*/ 602 h 1957"/>
                  <a:gd name="T10" fmla="*/ 0 w 765"/>
                  <a:gd name="T11" fmla="*/ 633 h 1957"/>
                </a:gdLst>
                <a:ahLst/>
                <a:cxnLst>
                  <a:cxn ang="0">
                    <a:pos x="T0" y="T1"/>
                  </a:cxn>
                  <a:cxn ang="0">
                    <a:pos x="T2" y="T3"/>
                  </a:cxn>
                  <a:cxn ang="0">
                    <a:pos x="T4" y="T5"/>
                  </a:cxn>
                  <a:cxn ang="0">
                    <a:pos x="T6" y="T7"/>
                  </a:cxn>
                  <a:cxn ang="0">
                    <a:pos x="T8" y="T9"/>
                  </a:cxn>
                  <a:cxn ang="0">
                    <a:pos x="T10" y="T11"/>
                  </a:cxn>
                </a:cxnLst>
                <a:rect l="0" t="0" r="r" b="b"/>
                <a:pathLst>
                  <a:path w="765" h="1957">
                    <a:moveTo>
                      <a:pt x="0" y="633"/>
                    </a:moveTo>
                    <a:lnTo>
                      <a:pt x="765" y="0"/>
                    </a:lnTo>
                    <a:lnTo>
                      <a:pt x="765" y="1279"/>
                    </a:lnTo>
                    <a:lnTo>
                      <a:pt x="10" y="1957"/>
                    </a:lnTo>
                    <a:lnTo>
                      <a:pt x="10" y="602"/>
                    </a:lnTo>
                    <a:lnTo>
                      <a:pt x="0" y="633"/>
                    </a:lnTo>
                    <a:close/>
                  </a:path>
                </a:pathLst>
              </a:custGeom>
              <a:solidFill>
                <a:srgbClr val="CCFFFF"/>
              </a:solidFill>
              <a:ln w="9525">
                <a:solidFill>
                  <a:srgbClr val="FF0000"/>
                </a:solidFill>
                <a:round/>
                <a:headEnd/>
                <a:tailEnd/>
              </a:ln>
            </p:spPr>
            <p:txBody>
              <a:bodyPr/>
              <a:lstStyle/>
              <a:p>
                <a:endParaRPr lang="zh-CN" altLang="en-US"/>
              </a:p>
            </p:txBody>
          </p:sp>
          <p:sp>
            <p:nvSpPr>
              <p:cNvPr id="82972" name="Line 127">
                <a:extLst>
                  <a:ext uri="{FF2B5EF4-FFF2-40B4-BE49-F238E27FC236}">
                    <a16:creationId xmlns:a16="http://schemas.microsoft.com/office/drawing/2014/main" id="{D2837958-B1DC-FE4B-2288-CA7569E2A01B}"/>
                  </a:ext>
                </a:extLst>
              </p:cNvPr>
              <p:cNvSpPr>
                <a:spLocks noChangeAspect="1" noChangeShapeType="1"/>
              </p:cNvSpPr>
              <p:nvPr/>
            </p:nvSpPr>
            <p:spPr bwMode="auto">
              <a:xfrm>
                <a:off x="4113" y="2932"/>
                <a:ext cx="814" cy="0"/>
              </a:xfrm>
              <a:prstGeom prst="line">
                <a:avLst/>
              </a:prstGeom>
              <a:noFill/>
              <a:ln w="38100">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3" name="Line 152">
                <a:extLst>
                  <a:ext uri="{FF2B5EF4-FFF2-40B4-BE49-F238E27FC236}">
                    <a16:creationId xmlns:a16="http://schemas.microsoft.com/office/drawing/2014/main" id="{F5094F21-67A9-3075-A1EB-9822F618D90F}"/>
                  </a:ext>
                </a:extLst>
              </p:cNvPr>
              <p:cNvSpPr>
                <a:spLocks noChangeAspect="1" noChangeShapeType="1"/>
              </p:cNvSpPr>
              <p:nvPr/>
            </p:nvSpPr>
            <p:spPr bwMode="auto">
              <a:xfrm flipV="1">
                <a:off x="4384" y="2597"/>
                <a:ext cx="0" cy="117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4" name="Line 153">
                <a:extLst>
                  <a:ext uri="{FF2B5EF4-FFF2-40B4-BE49-F238E27FC236}">
                    <a16:creationId xmlns:a16="http://schemas.microsoft.com/office/drawing/2014/main" id="{625828E1-4D88-68B2-6A1F-135FD32CCAE3}"/>
                  </a:ext>
                </a:extLst>
              </p:cNvPr>
              <p:cNvSpPr>
                <a:spLocks noChangeAspect="1" noChangeShapeType="1"/>
              </p:cNvSpPr>
              <p:nvPr/>
            </p:nvSpPr>
            <p:spPr bwMode="auto">
              <a:xfrm flipV="1">
                <a:off x="4157" y="2597"/>
                <a:ext cx="0" cy="117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5" name="Line 155">
                <a:extLst>
                  <a:ext uri="{FF2B5EF4-FFF2-40B4-BE49-F238E27FC236}">
                    <a16:creationId xmlns:a16="http://schemas.microsoft.com/office/drawing/2014/main" id="{82701BDC-71F4-A9AF-6440-A43D8CF5B124}"/>
                  </a:ext>
                </a:extLst>
              </p:cNvPr>
              <p:cNvSpPr>
                <a:spLocks noChangeAspect="1" noChangeShapeType="1"/>
              </p:cNvSpPr>
              <p:nvPr/>
            </p:nvSpPr>
            <p:spPr bwMode="auto">
              <a:xfrm flipH="1">
                <a:off x="3951" y="2918"/>
                <a:ext cx="164" cy="148"/>
              </a:xfrm>
              <a:prstGeom prst="line">
                <a:avLst/>
              </a:prstGeom>
              <a:noFill/>
              <a:ln w="31750">
                <a:solidFill>
                  <a:srgbClr val="0000FF"/>
                </a:solidFill>
                <a:prstDash val="dash"/>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82976" name="Line 157">
                <a:extLst>
                  <a:ext uri="{FF2B5EF4-FFF2-40B4-BE49-F238E27FC236}">
                    <a16:creationId xmlns:a16="http://schemas.microsoft.com/office/drawing/2014/main" id="{E1A8487F-4116-77E5-F17F-7872205534B0}"/>
                  </a:ext>
                </a:extLst>
              </p:cNvPr>
              <p:cNvSpPr>
                <a:spLocks noChangeAspect="1" noChangeShapeType="1"/>
              </p:cNvSpPr>
              <p:nvPr/>
            </p:nvSpPr>
            <p:spPr bwMode="auto">
              <a:xfrm flipV="1">
                <a:off x="4116" y="2079"/>
                <a:ext cx="0" cy="378"/>
              </a:xfrm>
              <a:prstGeom prst="line">
                <a:avLst/>
              </a:prstGeom>
              <a:noFill/>
              <a:ln w="317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977" name="Line 158">
                <a:extLst>
                  <a:ext uri="{FF2B5EF4-FFF2-40B4-BE49-F238E27FC236}">
                    <a16:creationId xmlns:a16="http://schemas.microsoft.com/office/drawing/2014/main" id="{740E02AA-A30B-3886-F5EB-BC082AD554E2}"/>
                  </a:ext>
                </a:extLst>
              </p:cNvPr>
              <p:cNvSpPr>
                <a:spLocks noChangeAspect="1" noChangeShapeType="1"/>
              </p:cNvSpPr>
              <p:nvPr/>
            </p:nvSpPr>
            <p:spPr bwMode="auto">
              <a:xfrm flipV="1">
                <a:off x="4109" y="2514"/>
                <a:ext cx="0" cy="418"/>
              </a:xfrm>
              <a:prstGeom prst="line">
                <a:avLst/>
              </a:prstGeom>
              <a:noFill/>
              <a:ln w="31750">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8" name="Rectangle 159">
                <a:extLst>
                  <a:ext uri="{FF2B5EF4-FFF2-40B4-BE49-F238E27FC236}">
                    <a16:creationId xmlns:a16="http://schemas.microsoft.com/office/drawing/2014/main" id="{F3C367CE-4DA5-513F-298B-AF8AD48F7D97}"/>
                  </a:ext>
                </a:extLst>
              </p:cNvPr>
              <p:cNvSpPr>
                <a:spLocks noChangeAspect="1" noChangeArrowheads="1"/>
              </p:cNvSpPr>
              <p:nvPr/>
            </p:nvSpPr>
            <p:spPr bwMode="auto">
              <a:xfrm>
                <a:off x="4681" y="2443"/>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i="1">
                    <a:solidFill>
                      <a:srgbClr val="000000"/>
                    </a:solidFill>
                    <a:ea typeface="宋体" panose="02010600030101010101" pitchFamily="2" charset="-122"/>
                  </a:rPr>
                  <a:t>E</a:t>
                </a:r>
                <a:endParaRPr lang="en-US" altLang="zh-CN" sz="2800" b="0">
                  <a:latin typeface="Arial" panose="020B0604020202020204" pitchFamily="34" charset="0"/>
                  <a:ea typeface="宋体" panose="02010600030101010101" pitchFamily="2" charset="-122"/>
                </a:endParaRPr>
              </a:p>
            </p:txBody>
          </p:sp>
          <p:sp>
            <p:nvSpPr>
              <p:cNvPr id="82979" name="Rectangle 160">
                <a:extLst>
                  <a:ext uri="{FF2B5EF4-FFF2-40B4-BE49-F238E27FC236}">
                    <a16:creationId xmlns:a16="http://schemas.microsoft.com/office/drawing/2014/main" id="{905C5737-B228-1E42-ACBE-5E67F370CAFC}"/>
                  </a:ext>
                </a:extLst>
              </p:cNvPr>
              <p:cNvSpPr>
                <a:spLocks noChangeAspect="1" noChangeArrowheads="1"/>
              </p:cNvSpPr>
              <p:nvPr/>
            </p:nvSpPr>
            <p:spPr bwMode="auto">
              <a:xfrm>
                <a:off x="4835" y="3226"/>
                <a:ext cx="11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1800" i="1">
                    <a:solidFill>
                      <a:srgbClr val="000000"/>
                    </a:solidFill>
                    <a:ea typeface="宋体" panose="02010600030101010101" pitchFamily="2" charset="-122"/>
                  </a:rPr>
                  <a:t>H</a:t>
                </a:r>
                <a:endParaRPr lang="en-US" altLang="zh-CN" sz="2800" b="0">
                  <a:latin typeface="Arial" panose="020B0604020202020204" pitchFamily="34" charset="0"/>
                  <a:ea typeface="宋体" panose="02010600030101010101" pitchFamily="2" charset="-122"/>
                </a:endParaRPr>
              </a:p>
            </p:txBody>
          </p:sp>
          <p:sp>
            <p:nvSpPr>
              <p:cNvPr id="82980" name="Rectangle 161">
                <a:extLst>
                  <a:ext uri="{FF2B5EF4-FFF2-40B4-BE49-F238E27FC236}">
                    <a16:creationId xmlns:a16="http://schemas.microsoft.com/office/drawing/2014/main" id="{55CAB6A9-C433-3483-4CA7-8783B6F684B6}"/>
                  </a:ext>
                </a:extLst>
              </p:cNvPr>
              <p:cNvSpPr>
                <a:spLocks noChangeAspect="1" noChangeArrowheads="1"/>
              </p:cNvSpPr>
              <p:nvPr/>
            </p:nvSpPr>
            <p:spPr bwMode="auto">
              <a:xfrm>
                <a:off x="5434" y="2891"/>
                <a:ext cx="13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a:solidFill>
                      <a:srgbClr val="000000"/>
                    </a:solidFill>
                    <a:ea typeface="宋体" panose="02010600030101010101" pitchFamily="2" charset="-122"/>
                  </a:rPr>
                  <a:t>z</a:t>
                </a:r>
                <a:endParaRPr lang="en-US" altLang="zh-CN" sz="2000">
                  <a:latin typeface="Arial" panose="020B0604020202020204" pitchFamily="34" charset="0"/>
                  <a:ea typeface="宋体" panose="02010600030101010101" pitchFamily="2" charset="-122"/>
                </a:endParaRPr>
              </a:p>
            </p:txBody>
          </p:sp>
          <p:sp>
            <p:nvSpPr>
              <p:cNvPr id="82981" name="Freeform 162">
                <a:extLst>
                  <a:ext uri="{FF2B5EF4-FFF2-40B4-BE49-F238E27FC236}">
                    <a16:creationId xmlns:a16="http://schemas.microsoft.com/office/drawing/2014/main" id="{11198E15-8C02-6D9B-E867-26DB3C691125}"/>
                  </a:ext>
                </a:extLst>
              </p:cNvPr>
              <p:cNvSpPr>
                <a:spLocks noChangeAspect="1" noEditPoints="1" noChangeArrowheads="1"/>
              </p:cNvSpPr>
              <p:nvPr/>
            </p:nvSpPr>
            <p:spPr bwMode="auto">
              <a:xfrm>
                <a:off x="5028" y="2849"/>
                <a:ext cx="492" cy="33"/>
              </a:xfrm>
              <a:custGeom>
                <a:avLst/>
                <a:gdLst>
                  <a:gd name="T0" fmla="*/ 0 w 566"/>
                  <a:gd name="T1" fmla="*/ 9 h 38"/>
                  <a:gd name="T2" fmla="*/ 484 w 566"/>
                  <a:gd name="T3" fmla="*/ 9 h 38"/>
                  <a:gd name="T4" fmla="*/ 484 w 566"/>
                  <a:gd name="T5" fmla="*/ 29 h 38"/>
                  <a:gd name="T6" fmla="*/ 0 w 566"/>
                  <a:gd name="T7" fmla="*/ 28 h 38"/>
                  <a:gd name="T8" fmla="*/ 0 w 566"/>
                  <a:gd name="T9" fmla="*/ 9 h 38"/>
                  <a:gd name="T10" fmla="*/ 475 w 566"/>
                  <a:gd name="T11" fmla="*/ 0 h 38"/>
                  <a:gd name="T12" fmla="*/ 566 w 566"/>
                  <a:gd name="T13" fmla="*/ 19 h 38"/>
                  <a:gd name="T14" fmla="*/ 475 w 566"/>
                  <a:gd name="T15" fmla="*/ 38 h 38"/>
                  <a:gd name="T16" fmla="*/ 475 w 566"/>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6" h="38">
                    <a:moveTo>
                      <a:pt x="0" y="9"/>
                    </a:moveTo>
                    <a:lnTo>
                      <a:pt x="484" y="9"/>
                    </a:lnTo>
                    <a:lnTo>
                      <a:pt x="484" y="29"/>
                    </a:lnTo>
                    <a:lnTo>
                      <a:pt x="0" y="28"/>
                    </a:lnTo>
                    <a:lnTo>
                      <a:pt x="0" y="9"/>
                    </a:lnTo>
                    <a:close/>
                    <a:moveTo>
                      <a:pt x="475" y="0"/>
                    </a:moveTo>
                    <a:lnTo>
                      <a:pt x="566" y="19"/>
                    </a:lnTo>
                    <a:lnTo>
                      <a:pt x="475" y="38"/>
                    </a:lnTo>
                    <a:lnTo>
                      <a:pt x="475" y="0"/>
                    </a:lnTo>
                    <a:close/>
                  </a:path>
                </a:pathLst>
              </a:custGeom>
              <a:solidFill>
                <a:srgbClr val="000000"/>
              </a:solidFill>
              <a:ln w="1588">
                <a:solidFill>
                  <a:srgbClr val="000000"/>
                </a:solidFill>
                <a:round/>
                <a:headEnd/>
                <a:tailEnd/>
              </a:ln>
            </p:spPr>
            <p:txBody>
              <a:bodyPr/>
              <a:lstStyle/>
              <a:p>
                <a:endParaRPr lang="zh-CN" altLang="en-US"/>
              </a:p>
            </p:txBody>
          </p:sp>
          <p:sp>
            <p:nvSpPr>
              <p:cNvPr id="82982" name="Rectangle 163">
                <a:extLst>
                  <a:ext uri="{FF2B5EF4-FFF2-40B4-BE49-F238E27FC236}">
                    <a16:creationId xmlns:a16="http://schemas.microsoft.com/office/drawing/2014/main" id="{62940AF7-3D01-EED9-7E5D-A5BE753C0DB3}"/>
                  </a:ext>
                </a:extLst>
              </p:cNvPr>
              <p:cNvSpPr>
                <a:spLocks noChangeAspect="1" noChangeArrowheads="1"/>
              </p:cNvSpPr>
              <p:nvPr/>
            </p:nvSpPr>
            <p:spPr bwMode="auto">
              <a:xfrm>
                <a:off x="5024" y="2676"/>
                <a:ext cx="52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zh-CN" altLang="en-US" sz="1300">
                    <a:solidFill>
                      <a:srgbClr val="000000"/>
                    </a:solidFill>
                    <a:latin typeface="宋体" panose="02010600030101010101" pitchFamily="2" charset="-122"/>
                    <a:ea typeface="宋体" panose="02010600030101010101" pitchFamily="2" charset="-122"/>
                  </a:rPr>
                  <a:t>波传播方向</a:t>
                </a:r>
                <a:endParaRPr lang="zh-CN" altLang="en-US" sz="2800" b="0">
                  <a:latin typeface="Arial" panose="020B0604020202020204" pitchFamily="34" charset="0"/>
                  <a:ea typeface="宋体" panose="02010600030101010101" pitchFamily="2" charset="-122"/>
                </a:endParaRPr>
              </a:p>
            </p:txBody>
          </p:sp>
          <p:sp>
            <p:nvSpPr>
              <p:cNvPr id="82983" name="Rectangle 164">
                <a:extLst>
                  <a:ext uri="{FF2B5EF4-FFF2-40B4-BE49-F238E27FC236}">
                    <a16:creationId xmlns:a16="http://schemas.microsoft.com/office/drawing/2014/main" id="{3270D588-0767-F7E1-2D42-BDF29B93C5E8}"/>
                  </a:ext>
                </a:extLst>
              </p:cNvPr>
              <p:cNvSpPr>
                <a:spLocks noChangeAspect="1" noChangeArrowheads="1"/>
              </p:cNvSpPr>
              <p:nvPr/>
            </p:nvSpPr>
            <p:spPr bwMode="auto">
              <a:xfrm>
                <a:off x="4797" y="2635"/>
                <a:ext cx="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1300">
                    <a:solidFill>
                      <a:srgbClr val="000000"/>
                    </a:solidFill>
                    <a:ea typeface="宋体" panose="02010600030101010101" pitchFamily="2" charset="-122"/>
                  </a:rPr>
                  <a:t> </a:t>
                </a:r>
                <a:endParaRPr lang="en-US" altLang="zh-CN" sz="2800" b="0">
                  <a:latin typeface="Arial" panose="020B0604020202020204" pitchFamily="34" charset="0"/>
                  <a:ea typeface="宋体" panose="02010600030101010101" pitchFamily="2" charset="-122"/>
                </a:endParaRPr>
              </a:p>
            </p:txBody>
          </p:sp>
          <p:sp>
            <p:nvSpPr>
              <p:cNvPr id="82984" name="Text Box 165">
                <a:extLst>
                  <a:ext uri="{FF2B5EF4-FFF2-40B4-BE49-F238E27FC236}">
                    <a16:creationId xmlns:a16="http://schemas.microsoft.com/office/drawing/2014/main" id="{81755326-4B3A-5610-DDD7-D3A13EC167AD}"/>
                  </a:ext>
                </a:extLst>
              </p:cNvPr>
              <p:cNvSpPr txBox="1">
                <a:spLocks noChangeAspect="1" noChangeArrowheads="1"/>
              </p:cNvSpPr>
              <p:nvPr/>
            </p:nvSpPr>
            <p:spPr bwMode="auto">
              <a:xfrm>
                <a:off x="3847" y="3813"/>
                <a:ext cx="128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lgn="ctr">
                  <a:spcBef>
                    <a:spcPct val="20000"/>
                  </a:spcBef>
                </a:pPr>
                <a:r>
                  <a:rPr lang="zh-CN" altLang="en-US" sz="1400">
                    <a:ea typeface="幼圆" panose="02010509060101010101" pitchFamily="49" charset="-122"/>
                  </a:rPr>
                  <a:t>均匀平面波</a:t>
                </a:r>
                <a:endParaRPr lang="zh-CN" altLang="en-US" sz="1400">
                  <a:latin typeface="Arial" panose="020B0604020202020204" pitchFamily="34" charset="0"/>
                  <a:ea typeface="幼圆" panose="02010509060101010101" pitchFamily="49" charset="-122"/>
                </a:endParaRPr>
              </a:p>
            </p:txBody>
          </p:sp>
          <p:sp>
            <p:nvSpPr>
              <p:cNvPr id="82985" name="Text Box 166">
                <a:extLst>
                  <a:ext uri="{FF2B5EF4-FFF2-40B4-BE49-F238E27FC236}">
                    <a16:creationId xmlns:a16="http://schemas.microsoft.com/office/drawing/2014/main" id="{C1BAFE78-E92E-BAAA-A1D5-5F3CAD985A8A}"/>
                  </a:ext>
                </a:extLst>
              </p:cNvPr>
              <p:cNvSpPr txBox="1">
                <a:spLocks noChangeAspect="1" noChangeArrowheads="1"/>
              </p:cNvSpPr>
              <p:nvPr/>
            </p:nvSpPr>
            <p:spPr bwMode="auto">
              <a:xfrm>
                <a:off x="4285" y="1842"/>
                <a:ext cx="1289"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lgn="ctr">
                  <a:spcBef>
                    <a:spcPct val="20000"/>
                  </a:spcBef>
                </a:pPr>
                <a:r>
                  <a:rPr lang="zh-CN" altLang="en-US" sz="1400">
                    <a:ea typeface="幼圆" panose="02010509060101010101" pitchFamily="49" charset="-122"/>
                  </a:rPr>
                  <a:t>波阵面</a:t>
                </a:r>
                <a:endParaRPr lang="zh-CN" altLang="en-US" sz="1400">
                  <a:latin typeface="Arial" panose="020B0604020202020204" pitchFamily="34" charset="0"/>
                  <a:ea typeface="幼圆" panose="02010509060101010101" pitchFamily="49" charset="-122"/>
                </a:endParaRPr>
              </a:p>
            </p:txBody>
          </p:sp>
          <p:sp>
            <p:nvSpPr>
              <p:cNvPr id="82986" name="Rectangle 200">
                <a:extLst>
                  <a:ext uri="{FF2B5EF4-FFF2-40B4-BE49-F238E27FC236}">
                    <a16:creationId xmlns:a16="http://schemas.microsoft.com/office/drawing/2014/main" id="{F7CD15F2-2D22-EC97-294E-FBC001AE9615}"/>
                  </a:ext>
                </a:extLst>
              </p:cNvPr>
              <p:cNvSpPr>
                <a:spLocks noChangeAspect="1" noChangeArrowheads="1"/>
              </p:cNvSpPr>
              <p:nvPr/>
            </p:nvSpPr>
            <p:spPr bwMode="auto">
              <a:xfrm>
                <a:off x="4147" y="201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i="1">
                    <a:solidFill>
                      <a:srgbClr val="000000"/>
                    </a:solidFill>
                    <a:ea typeface="宋体" panose="02010600030101010101" pitchFamily="2" charset="-122"/>
                  </a:rPr>
                  <a:t>x</a:t>
                </a:r>
                <a:endParaRPr lang="en-US" altLang="zh-CN" sz="2000">
                  <a:latin typeface="Arial" panose="020B0604020202020204" pitchFamily="34" charset="0"/>
                  <a:ea typeface="宋体" panose="02010600030101010101" pitchFamily="2" charset="-122"/>
                </a:endParaRPr>
              </a:p>
            </p:txBody>
          </p:sp>
          <p:sp>
            <p:nvSpPr>
              <p:cNvPr id="82987" name="Rectangle 201">
                <a:extLst>
                  <a:ext uri="{FF2B5EF4-FFF2-40B4-BE49-F238E27FC236}">
                    <a16:creationId xmlns:a16="http://schemas.microsoft.com/office/drawing/2014/main" id="{9163F122-C359-F627-F40E-E21CDC60A621}"/>
                  </a:ext>
                </a:extLst>
              </p:cNvPr>
              <p:cNvSpPr>
                <a:spLocks noChangeAspect="1" noChangeArrowheads="1"/>
              </p:cNvSpPr>
              <p:nvPr/>
            </p:nvSpPr>
            <p:spPr bwMode="auto">
              <a:xfrm>
                <a:off x="3564" y="3174"/>
                <a:ext cx="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i="1">
                    <a:solidFill>
                      <a:srgbClr val="000000"/>
                    </a:solidFill>
                    <a:ea typeface="宋体" panose="02010600030101010101" pitchFamily="2" charset="-122"/>
                  </a:rPr>
                  <a:t>y</a:t>
                </a:r>
                <a:endParaRPr lang="en-US" altLang="zh-CN" sz="2000">
                  <a:latin typeface="Arial" panose="020B0604020202020204" pitchFamily="34" charset="0"/>
                  <a:ea typeface="宋体" panose="02010600030101010101" pitchFamily="2" charset="-122"/>
                </a:endParaRPr>
              </a:p>
            </p:txBody>
          </p:sp>
          <p:sp>
            <p:nvSpPr>
              <p:cNvPr id="82988" name="Rectangle 202">
                <a:extLst>
                  <a:ext uri="{FF2B5EF4-FFF2-40B4-BE49-F238E27FC236}">
                    <a16:creationId xmlns:a16="http://schemas.microsoft.com/office/drawing/2014/main" id="{4916C411-0DAA-4D5C-C6A0-BC3376CC8A6C}"/>
                  </a:ext>
                </a:extLst>
              </p:cNvPr>
              <p:cNvSpPr>
                <a:spLocks noChangeAspect="1" noChangeArrowheads="1"/>
              </p:cNvSpPr>
              <p:nvPr/>
            </p:nvSpPr>
            <p:spPr bwMode="auto">
              <a:xfrm>
                <a:off x="3975" y="2808"/>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i="1">
                    <a:solidFill>
                      <a:srgbClr val="000000"/>
                    </a:solidFill>
                    <a:ea typeface="宋体" panose="02010600030101010101" pitchFamily="2" charset="-122"/>
                  </a:rPr>
                  <a:t>o</a:t>
                </a:r>
                <a:endParaRPr lang="en-US" altLang="zh-CN" sz="2000">
                  <a:latin typeface="Arial" panose="020B0604020202020204" pitchFamily="34" charset="0"/>
                  <a:ea typeface="宋体" panose="02010600030101010101" pitchFamily="2" charset="-122"/>
                </a:endParaRPr>
              </a:p>
            </p:txBody>
          </p:sp>
          <p:sp>
            <p:nvSpPr>
              <p:cNvPr id="82989" name="Line 203">
                <a:extLst>
                  <a:ext uri="{FF2B5EF4-FFF2-40B4-BE49-F238E27FC236}">
                    <a16:creationId xmlns:a16="http://schemas.microsoft.com/office/drawing/2014/main" id="{C0BC44E6-8B0D-76B1-6109-B3AC3EDCA0B8}"/>
                  </a:ext>
                </a:extLst>
              </p:cNvPr>
              <p:cNvSpPr>
                <a:spLocks noChangeAspect="1" noChangeShapeType="1"/>
              </p:cNvSpPr>
              <p:nvPr/>
            </p:nvSpPr>
            <p:spPr bwMode="auto">
              <a:xfrm flipV="1">
                <a:off x="3725" y="2597"/>
                <a:ext cx="0" cy="117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90" name="Line 204">
                <a:extLst>
                  <a:ext uri="{FF2B5EF4-FFF2-40B4-BE49-F238E27FC236}">
                    <a16:creationId xmlns:a16="http://schemas.microsoft.com/office/drawing/2014/main" id="{E2791141-C647-B1BD-09D5-DCF9AA131B55}"/>
                  </a:ext>
                </a:extLst>
              </p:cNvPr>
              <p:cNvSpPr>
                <a:spLocks noChangeAspect="1" noChangeShapeType="1"/>
              </p:cNvSpPr>
              <p:nvPr/>
            </p:nvSpPr>
            <p:spPr bwMode="auto">
              <a:xfrm flipV="1">
                <a:off x="3945" y="2597"/>
                <a:ext cx="0" cy="117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2991" name="Group 206">
                <a:extLst>
                  <a:ext uri="{FF2B5EF4-FFF2-40B4-BE49-F238E27FC236}">
                    <a16:creationId xmlns:a16="http://schemas.microsoft.com/office/drawing/2014/main" id="{FD22E895-F56D-3462-E736-52A1E687E74F}"/>
                  </a:ext>
                </a:extLst>
              </p:cNvPr>
              <p:cNvGrpSpPr>
                <a:grpSpLocks noChangeAspect="1"/>
              </p:cNvGrpSpPr>
              <p:nvPr/>
            </p:nvGrpSpPr>
            <p:grpSpPr bwMode="auto">
              <a:xfrm rot="10901517" flipH="1">
                <a:off x="4006" y="3446"/>
                <a:ext cx="643" cy="364"/>
                <a:chOff x="-366" y="1998"/>
                <a:chExt cx="630" cy="255"/>
              </a:xfrm>
            </p:grpSpPr>
            <p:grpSp>
              <p:nvGrpSpPr>
                <p:cNvPr id="82992" name="Group 207">
                  <a:extLst>
                    <a:ext uri="{FF2B5EF4-FFF2-40B4-BE49-F238E27FC236}">
                      <a16:creationId xmlns:a16="http://schemas.microsoft.com/office/drawing/2014/main" id="{01703C1F-B099-F9BB-CF87-E5CB8D360E7F}"/>
                    </a:ext>
                  </a:extLst>
                </p:cNvPr>
                <p:cNvGrpSpPr>
                  <a:grpSpLocks noChangeAspect="1"/>
                </p:cNvGrpSpPr>
                <p:nvPr/>
              </p:nvGrpSpPr>
              <p:grpSpPr bwMode="auto">
                <a:xfrm>
                  <a:off x="-156" y="2004"/>
                  <a:ext cx="210" cy="249"/>
                  <a:chOff x="-558" y="1902"/>
                  <a:chExt cx="210" cy="249"/>
                </a:xfrm>
              </p:grpSpPr>
              <p:sp>
                <p:nvSpPr>
                  <p:cNvPr id="82993" name="Arc 208">
                    <a:extLst>
                      <a:ext uri="{FF2B5EF4-FFF2-40B4-BE49-F238E27FC236}">
                        <a16:creationId xmlns:a16="http://schemas.microsoft.com/office/drawing/2014/main" id="{B0214C60-3FB3-76A4-BD1D-4B42BF376E2E}"/>
                      </a:ext>
                    </a:extLst>
                  </p:cNvPr>
                  <p:cNvSpPr>
                    <a:spLocks noChangeAspect="1" noChangeArrowheads="1"/>
                  </p:cNvSpPr>
                  <p:nvPr/>
                </p:nvSpPr>
                <p:spPr bwMode="auto">
                  <a:xfrm>
                    <a:off x="-558" y="1902"/>
                    <a:ext cx="106" cy="192"/>
                  </a:xfrm>
                  <a:custGeom>
                    <a:avLst/>
                    <a:gdLst>
                      <a:gd name="T0" fmla="*/ -1 w 41051"/>
                      <a:gd name="T1" fmla="*/ 14962 h 21600"/>
                      <a:gd name="T2" fmla="*/ 20555 w 41051"/>
                      <a:gd name="T3" fmla="*/ 0 h 21600"/>
                      <a:gd name="T4" fmla="*/ 41050 w 41051"/>
                      <a:gd name="T5" fmla="*/ 14782 h 21600"/>
                      <a:gd name="T6" fmla="*/ -1 w 41051"/>
                      <a:gd name="T7" fmla="*/ 14962 h 21600"/>
                      <a:gd name="T8" fmla="*/ 20555 w 41051"/>
                      <a:gd name="T9" fmla="*/ 0 h 21600"/>
                      <a:gd name="T10" fmla="*/ 41050 w 41051"/>
                      <a:gd name="T11" fmla="*/ 14782 h 21600"/>
                      <a:gd name="T12" fmla="*/ 20555 w 41051"/>
                      <a:gd name="T13" fmla="*/ 21600 h 21600"/>
                      <a:gd name="T14" fmla="*/ -1 w 41051"/>
                      <a:gd name="T15" fmla="*/ 14962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51" h="21600" fill="none">
                        <a:moveTo>
                          <a:pt x="-1" y="14962"/>
                        </a:moveTo>
                        <a:cubicBezTo>
                          <a:pt x="2879" y="6044"/>
                          <a:pt x="11182" y="-1"/>
                          <a:pt x="20555" y="0"/>
                        </a:cubicBezTo>
                        <a:cubicBezTo>
                          <a:pt x="29857" y="0"/>
                          <a:pt x="38114" y="5955"/>
                          <a:pt x="41050" y="14782"/>
                        </a:cubicBezTo>
                      </a:path>
                      <a:path w="41051" h="21600" stroke="0">
                        <a:moveTo>
                          <a:pt x="-1" y="14962"/>
                        </a:moveTo>
                        <a:cubicBezTo>
                          <a:pt x="2879" y="6044"/>
                          <a:pt x="11182" y="-1"/>
                          <a:pt x="20555" y="0"/>
                        </a:cubicBezTo>
                        <a:cubicBezTo>
                          <a:pt x="29857" y="0"/>
                          <a:pt x="38114" y="5955"/>
                          <a:pt x="41050" y="14782"/>
                        </a:cubicBezTo>
                        <a:lnTo>
                          <a:pt x="20555" y="21600"/>
                        </a:lnTo>
                        <a:lnTo>
                          <a:pt x="-1" y="14962"/>
                        </a:lnTo>
                        <a:close/>
                      </a:path>
                    </a:pathLst>
                  </a:custGeom>
                  <a:noFill/>
                  <a:ln w="38100">
                    <a:solidFill>
                      <a:srgbClr val="66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94" name="Arc 209">
                    <a:extLst>
                      <a:ext uri="{FF2B5EF4-FFF2-40B4-BE49-F238E27FC236}">
                        <a16:creationId xmlns:a16="http://schemas.microsoft.com/office/drawing/2014/main" id="{DD0F0254-09DF-4778-E1C5-7F25E656F14B}"/>
                      </a:ext>
                    </a:extLst>
                  </p:cNvPr>
                  <p:cNvSpPr>
                    <a:spLocks noChangeAspect="1" noChangeArrowheads="1"/>
                  </p:cNvSpPr>
                  <p:nvPr/>
                </p:nvSpPr>
                <p:spPr bwMode="auto">
                  <a:xfrm flipV="1">
                    <a:off x="-452" y="1959"/>
                    <a:ext cx="104" cy="192"/>
                  </a:xfrm>
                  <a:custGeom>
                    <a:avLst/>
                    <a:gdLst>
                      <a:gd name="T0" fmla="*/ -1 w 40133"/>
                      <a:gd name="T1" fmla="*/ 13410 h 21600"/>
                      <a:gd name="T2" fmla="*/ 19987 w 40133"/>
                      <a:gd name="T3" fmla="*/ 0 h 21600"/>
                      <a:gd name="T4" fmla="*/ 40133 w 40133"/>
                      <a:gd name="T5" fmla="*/ 13809 h 21600"/>
                      <a:gd name="T6" fmla="*/ -1 w 40133"/>
                      <a:gd name="T7" fmla="*/ 13410 h 21600"/>
                      <a:gd name="T8" fmla="*/ 19987 w 40133"/>
                      <a:gd name="T9" fmla="*/ 0 h 21600"/>
                      <a:gd name="T10" fmla="*/ 40133 w 40133"/>
                      <a:gd name="T11" fmla="*/ 13809 h 21600"/>
                      <a:gd name="T12" fmla="*/ 19987 w 40133"/>
                      <a:gd name="T13" fmla="*/ 21600 h 21600"/>
                      <a:gd name="T14" fmla="*/ -1 w 40133"/>
                      <a:gd name="T15" fmla="*/ 13410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133" h="21600" fill="none">
                        <a:moveTo>
                          <a:pt x="-1" y="13410"/>
                        </a:moveTo>
                        <a:cubicBezTo>
                          <a:pt x="3323" y="5298"/>
                          <a:pt x="11220" y="-1"/>
                          <a:pt x="19987" y="0"/>
                        </a:cubicBezTo>
                        <a:cubicBezTo>
                          <a:pt x="28910" y="0"/>
                          <a:pt x="36915" y="5487"/>
                          <a:pt x="40133" y="13809"/>
                        </a:cubicBezTo>
                      </a:path>
                      <a:path w="40133" h="21600" stroke="0">
                        <a:moveTo>
                          <a:pt x="-1" y="13410"/>
                        </a:moveTo>
                        <a:cubicBezTo>
                          <a:pt x="3323" y="5298"/>
                          <a:pt x="11220" y="-1"/>
                          <a:pt x="19987" y="0"/>
                        </a:cubicBezTo>
                        <a:cubicBezTo>
                          <a:pt x="28910" y="0"/>
                          <a:pt x="36915" y="5487"/>
                          <a:pt x="40133" y="13809"/>
                        </a:cubicBezTo>
                        <a:lnTo>
                          <a:pt x="19987" y="21600"/>
                        </a:lnTo>
                        <a:lnTo>
                          <a:pt x="-1" y="13410"/>
                        </a:lnTo>
                        <a:close/>
                      </a:path>
                    </a:pathLst>
                  </a:custGeom>
                  <a:noFill/>
                  <a:ln w="38100">
                    <a:solidFill>
                      <a:srgbClr val="66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2995" name="Arc 210">
                  <a:extLst>
                    <a:ext uri="{FF2B5EF4-FFF2-40B4-BE49-F238E27FC236}">
                      <a16:creationId xmlns:a16="http://schemas.microsoft.com/office/drawing/2014/main" id="{67294973-112A-C48E-9ABC-533EBFD4B383}"/>
                    </a:ext>
                  </a:extLst>
                </p:cNvPr>
                <p:cNvSpPr>
                  <a:spLocks noChangeAspect="1" noChangeArrowheads="1"/>
                </p:cNvSpPr>
                <p:nvPr/>
              </p:nvSpPr>
              <p:spPr bwMode="auto">
                <a:xfrm>
                  <a:off x="54" y="1998"/>
                  <a:ext cx="106" cy="192"/>
                </a:xfrm>
                <a:custGeom>
                  <a:avLst/>
                  <a:gdLst>
                    <a:gd name="T0" fmla="*/ -1 w 41051"/>
                    <a:gd name="T1" fmla="*/ 14962 h 21600"/>
                    <a:gd name="T2" fmla="*/ 20555 w 41051"/>
                    <a:gd name="T3" fmla="*/ 0 h 21600"/>
                    <a:gd name="T4" fmla="*/ 41050 w 41051"/>
                    <a:gd name="T5" fmla="*/ 14782 h 21600"/>
                    <a:gd name="T6" fmla="*/ -1 w 41051"/>
                    <a:gd name="T7" fmla="*/ 14962 h 21600"/>
                    <a:gd name="T8" fmla="*/ 20555 w 41051"/>
                    <a:gd name="T9" fmla="*/ 0 h 21600"/>
                    <a:gd name="T10" fmla="*/ 41050 w 41051"/>
                    <a:gd name="T11" fmla="*/ 14782 h 21600"/>
                    <a:gd name="T12" fmla="*/ 20555 w 41051"/>
                    <a:gd name="T13" fmla="*/ 21600 h 21600"/>
                    <a:gd name="T14" fmla="*/ -1 w 41051"/>
                    <a:gd name="T15" fmla="*/ 14962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51" h="21600" fill="none">
                      <a:moveTo>
                        <a:pt x="-1" y="14962"/>
                      </a:moveTo>
                      <a:cubicBezTo>
                        <a:pt x="2879" y="6044"/>
                        <a:pt x="11182" y="-1"/>
                        <a:pt x="20555" y="0"/>
                      </a:cubicBezTo>
                      <a:cubicBezTo>
                        <a:pt x="29857" y="0"/>
                        <a:pt x="38114" y="5955"/>
                        <a:pt x="41050" y="14782"/>
                      </a:cubicBezTo>
                    </a:path>
                    <a:path w="41051" h="21600" stroke="0">
                      <a:moveTo>
                        <a:pt x="-1" y="14962"/>
                      </a:moveTo>
                      <a:cubicBezTo>
                        <a:pt x="2879" y="6044"/>
                        <a:pt x="11182" y="-1"/>
                        <a:pt x="20555" y="0"/>
                      </a:cubicBezTo>
                      <a:cubicBezTo>
                        <a:pt x="29857" y="0"/>
                        <a:pt x="38114" y="5955"/>
                        <a:pt x="41050" y="14782"/>
                      </a:cubicBezTo>
                      <a:lnTo>
                        <a:pt x="20555" y="21600"/>
                      </a:lnTo>
                      <a:lnTo>
                        <a:pt x="-1" y="14962"/>
                      </a:lnTo>
                      <a:close/>
                    </a:path>
                  </a:pathLst>
                </a:custGeom>
                <a:noFill/>
                <a:ln w="38100">
                  <a:solidFill>
                    <a:srgbClr val="66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96" name="Arc 211">
                  <a:extLst>
                    <a:ext uri="{FF2B5EF4-FFF2-40B4-BE49-F238E27FC236}">
                      <a16:creationId xmlns:a16="http://schemas.microsoft.com/office/drawing/2014/main" id="{8076C826-FFE8-E70E-AC61-1934AB8640F0}"/>
                    </a:ext>
                  </a:extLst>
                </p:cNvPr>
                <p:cNvSpPr>
                  <a:spLocks noChangeAspect="1" noChangeArrowheads="1"/>
                </p:cNvSpPr>
                <p:nvPr/>
              </p:nvSpPr>
              <p:spPr bwMode="auto">
                <a:xfrm flipV="1">
                  <a:off x="158" y="2061"/>
                  <a:ext cx="106" cy="192"/>
                </a:xfrm>
                <a:custGeom>
                  <a:avLst/>
                  <a:gdLst>
                    <a:gd name="T0" fmla="*/ -1 w 40937"/>
                    <a:gd name="T1" fmla="*/ 15743 h 21600"/>
                    <a:gd name="T2" fmla="*/ 20791 w 40937"/>
                    <a:gd name="T3" fmla="*/ 0 h 21600"/>
                    <a:gd name="T4" fmla="*/ 40937 w 40937"/>
                    <a:gd name="T5" fmla="*/ 13809 h 21600"/>
                    <a:gd name="T6" fmla="*/ -1 w 40937"/>
                    <a:gd name="T7" fmla="*/ 15743 h 21600"/>
                    <a:gd name="T8" fmla="*/ 20791 w 40937"/>
                    <a:gd name="T9" fmla="*/ 0 h 21600"/>
                    <a:gd name="T10" fmla="*/ 40937 w 40937"/>
                    <a:gd name="T11" fmla="*/ 13809 h 21600"/>
                    <a:gd name="T12" fmla="*/ 20791 w 40937"/>
                    <a:gd name="T13" fmla="*/ 21600 h 21600"/>
                    <a:gd name="T14" fmla="*/ -1 w 40937"/>
                    <a:gd name="T15" fmla="*/ 15743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937" h="21600" fill="none">
                      <a:moveTo>
                        <a:pt x="-1" y="15743"/>
                      </a:moveTo>
                      <a:cubicBezTo>
                        <a:pt x="2622" y="6432"/>
                        <a:pt x="11116" y="-1"/>
                        <a:pt x="20791" y="0"/>
                      </a:cubicBezTo>
                      <a:cubicBezTo>
                        <a:pt x="29714" y="0"/>
                        <a:pt x="37719" y="5487"/>
                        <a:pt x="40937" y="13809"/>
                      </a:cubicBezTo>
                    </a:path>
                    <a:path w="40937" h="21600" stroke="0">
                      <a:moveTo>
                        <a:pt x="-1" y="15743"/>
                      </a:moveTo>
                      <a:cubicBezTo>
                        <a:pt x="2622" y="6432"/>
                        <a:pt x="11116" y="-1"/>
                        <a:pt x="20791" y="0"/>
                      </a:cubicBezTo>
                      <a:cubicBezTo>
                        <a:pt x="29714" y="0"/>
                        <a:pt x="37719" y="5487"/>
                        <a:pt x="40937" y="13809"/>
                      </a:cubicBezTo>
                      <a:lnTo>
                        <a:pt x="20791" y="21600"/>
                      </a:lnTo>
                      <a:lnTo>
                        <a:pt x="-1" y="15743"/>
                      </a:lnTo>
                      <a:close/>
                    </a:path>
                  </a:pathLst>
                </a:custGeom>
                <a:noFill/>
                <a:ln w="38100">
                  <a:solidFill>
                    <a:srgbClr val="660066"/>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2997" name="Group 212">
                  <a:extLst>
                    <a:ext uri="{FF2B5EF4-FFF2-40B4-BE49-F238E27FC236}">
                      <a16:creationId xmlns:a16="http://schemas.microsoft.com/office/drawing/2014/main" id="{99705771-8A08-CE7E-9D66-BF1B59A39607}"/>
                    </a:ext>
                  </a:extLst>
                </p:cNvPr>
                <p:cNvGrpSpPr>
                  <a:grpSpLocks noChangeAspect="1"/>
                </p:cNvGrpSpPr>
                <p:nvPr/>
              </p:nvGrpSpPr>
              <p:grpSpPr bwMode="auto">
                <a:xfrm>
                  <a:off x="-366" y="2004"/>
                  <a:ext cx="210" cy="249"/>
                  <a:chOff x="-558" y="1902"/>
                  <a:chExt cx="210" cy="249"/>
                </a:xfrm>
              </p:grpSpPr>
              <p:sp>
                <p:nvSpPr>
                  <p:cNvPr id="82998" name="Arc 213">
                    <a:extLst>
                      <a:ext uri="{FF2B5EF4-FFF2-40B4-BE49-F238E27FC236}">
                        <a16:creationId xmlns:a16="http://schemas.microsoft.com/office/drawing/2014/main" id="{AE753EBB-241E-64F2-2D44-5CD33834AF7E}"/>
                      </a:ext>
                    </a:extLst>
                  </p:cNvPr>
                  <p:cNvSpPr>
                    <a:spLocks noChangeAspect="1" noChangeArrowheads="1"/>
                  </p:cNvSpPr>
                  <p:nvPr/>
                </p:nvSpPr>
                <p:spPr bwMode="auto">
                  <a:xfrm>
                    <a:off x="-558" y="1902"/>
                    <a:ext cx="106" cy="192"/>
                  </a:xfrm>
                  <a:custGeom>
                    <a:avLst/>
                    <a:gdLst>
                      <a:gd name="T0" fmla="*/ -1 w 41051"/>
                      <a:gd name="T1" fmla="*/ 14962 h 21600"/>
                      <a:gd name="T2" fmla="*/ 20555 w 41051"/>
                      <a:gd name="T3" fmla="*/ 0 h 21600"/>
                      <a:gd name="T4" fmla="*/ 41050 w 41051"/>
                      <a:gd name="T5" fmla="*/ 14782 h 21600"/>
                      <a:gd name="T6" fmla="*/ -1 w 41051"/>
                      <a:gd name="T7" fmla="*/ 14962 h 21600"/>
                      <a:gd name="T8" fmla="*/ 20555 w 41051"/>
                      <a:gd name="T9" fmla="*/ 0 h 21600"/>
                      <a:gd name="T10" fmla="*/ 41050 w 41051"/>
                      <a:gd name="T11" fmla="*/ 14782 h 21600"/>
                      <a:gd name="T12" fmla="*/ 20555 w 41051"/>
                      <a:gd name="T13" fmla="*/ 21600 h 21600"/>
                      <a:gd name="T14" fmla="*/ -1 w 41051"/>
                      <a:gd name="T15" fmla="*/ 14962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51" h="21600" fill="none">
                        <a:moveTo>
                          <a:pt x="-1" y="14962"/>
                        </a:moveTo>
                        <a:cubicBezTo>
                          <a:pt x="2879" y="6044"/>
                          <a:pt x="11182" y="-1"/>
                          <a:pt x="20555" y="0"/>
                        </a:cubicBezTo>
                        <a:cubicBezTo>
                          <a:pt x="29857" y="0"/>
                          <a:pt x="38114" y="5955"/>
                          <a:pt x="41050" y="14782"/>
                        </a:cubicBezTo>
                      </a:path>
                      <a:path w="41051" h="21600" stroke="0">
                        <a:moveTo>
                          <a:pt x="-1" y="14962"/>
                        </a:moveTo>
                        <a:cubicBezTo>
                          <a:pt x="2879" y="6044"/>
                          <a:pt x="11182" y="-1"/>
                          <a:pt x="20555" y="0"/>
                        </a:cubicBezTo>
                        <a:cubicBezTo>
                          <a:pt x="29857" y="0"/>
                          <a:pt x="38114" y="5955"/>
                          <a:pt x="41050" y="14782"/>
                        </a:cubicBezTo>
                        <a:lnTo>
                          <a:pt x="20555" y="21600"/>
                        </a:lnTo>
                        <a:lnTo>
                          <a:pt x="-1" y="14962"/>
                        </a:lnTo>
                        <a:close/>
                      </a:path>
                    </a:pathLst>
                  </a:custGeom>
                  <a:noFill/>
                  <a:ln w="38100">
                    <a:solidFill>
                      <a:srgbClr val="66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99" name="Arc 214">
                    <a:extLst>
                      <a:ext uri="{FF2B5EF4-FFF2-40B4-BE49-F238E27FC236}">
                        <a16:creationId xmlns:a16="http://schemas.microsoft.com/office/drawing/2014/main" id="{30791CD7-4AC7-617A-8DD2-336B002B2922}"/>
                      </a:ext>
                    </a:extLst>
                  </p:cNvPr>
                  <p:cNvSpPr>
                    <a:spLocks noChangeAspect="1" noChangeArrowheads="1"/>
                  </p:cNvSpPr>
                  <p:nvPr/>
                </p:nvSpPr>
                <p:spPr bwMode="auto">
                  <a:xfrm flipV="1">
                    <a:off x="-452" y="1959"/>
                    <a:ext cx="104" cy="192"/>
                  </a:xfrm>
                  <a:custGeom>
                    <a:avLst/>
                    <a:gdLst>
                      <a:gd name="T0" fmla="*/ -1 w 40133"/>
                      <a:gd name="T1" fmla="*/ 13410 h 21600"/>
                      <a:gd name="T2" fmla="*/ 19987 w 40133"/>
                      <a:gd name="T3" fmla="*/ 0 h 21600"/>
                      <a:gd name="T4" fmla="*/ 40133 w 40133"/>
                      <a:gd name="T5" fmla="*/ 13809 h 21600"/>
                      <a:gd name="T6" fmla="*/ -1 w 40133"/>
                      <a:gd name="T7" fmla="*/ 13410 h 21600"/>
                      <a:gd name="T8" fmla="*/ 19987 w 40133"/>
                      <a:gd name="T9" fmla="*/ 0 h 21600"/>
                      <a:gd name="T10" fmla="*/ 40133 w 40133"/>
                      <a:gd name="T11" fmla="*/ 13809 h 21600"/>
                      <a:gd name="T12" fmla="*/ 19987 w 40133"/>
                      <a:gd name="T13" fmla="*/ 21600 h 21600"/>
                      <a:gd name="T14" fmla="*/ -1 w 40133"/>
                      <a:gd name="T15" fmla="*/ 13410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133" h="21600" fill="none">
                        <a:moveTo>
                          <a:pt x="-1" y="13410"/>
                        </a:moveTo>
                        <a:cubicBezTo>
                          <a:pt x="3323" y="5298"/>
                          <a:pt x="11220" y="-1"/>
                          <a:pt x="19987" y="0"/>
                        </a:cubicBezTo>
                        <a:cubicBezTo>
                          <a:pt x="28910" y="0"/>
                          <a:pt x="36915" y="5487"/>
                          <a:pt x="40133" y="13809"/>
                        </a:cubicBezTo>
                      </a:path>
                      <a:path w="40133" h="21600" stroke="0">
                        <a:moveTo>
                          <a:pt x="-1" y="13410"/>
                        </a:moveTo>
                        <a:cubicBezTo>
                          <a:pt x="3323" y="5298"/>
                          <a:pt x="11220" y="-1"/>
                          <a:pt x="19987" y="0"/>
                        </a:cubicBezTo>
                        <a:cubicBezTo>
                          <a:pt x="28910" y="0"/>
                          <a:pt x="36915" y="5487"/>
                          <a:pt x="40133" y="13809"/>
                        </a:cubicBezTo>
                        <a:lnTo>
                          <a:pt x="19987" y="21600"/>
                        </a:lnTo>
                        <a:lnTo>
                          <a:pt x="-1" y="13410"/>
                        </a:lnTo>
                        <a:close/>
                      </a:path>
                    </a:pathLst>
                  </a:custGeom>
                  <a:noFill/>
                  <a:ln w="38100">
                    <a:solidFill>
                      <a:srgbClr val="66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83000" name="Group 215">
                <a:extLst>
                  <a:ext uri="{FF2B5EF4-FFF2-40B4-BE49-F238E27FC236}">
                    <a16:creationId xmlns:a16="http://schemas.microsoft.com/office/drawing/2014/main" id="{93B5FF68-8EFF-8276-7665-04FB09DF8638}"/>
                  </a:ext>
                </a:extLst>
              </p:cNvPr>
              <p:cNvGrpSpPr>
                <a:grpSpLocks/>
              </p:cNvGrpSpPr>
              <p:nvPr/>
            </p:nvGrpSpPr>
            <p:grpSpPr bwMode="auto">
              <a:xfrm>
                <a:off x="3349" y="3424"/>
                <a:ext cx="655" cy="378"/>
                <a:chOff x="3521" y="3526"/>
                <a:chExt cx="514" cy="299"/>
              </a:xfrm>
            </p:grpSpPr>
            <p:grpSp>
              <p:nvGrpSpPr>
                <p:cNvPr id="83001" name="Group 216">
                  <a:extLst>
                    <a:ext uri="{FF2B5EF4-FFF2-40B4-BE49-F238E27FC236}">
                      <a16:creationId xmlns:a16="http://schemas.microsoft.com/office/drawing/2014/main" id="{7D6F81B3-DD76-2616-651B-03F798889A51}"/>
                    </a:ext>
                  </a:extLst>
                </p:cNvPr>
                <p:cNvGrpSpPr>
                  <a:grpSpLocks/>
                </p:cNvGrpSpPr>
                <p:nvPr/>
              </p:nvGrpSpPr>
              <p:grpSpPr bwMode="auto">
                <a:xfrm rot="10901517" flipH="1">
                  <a:off x="3692" y="3532"/>
                  <a:ext cx="171" cy="284"/>
                  <a:chOff x="-558" y="1902"/>
                  <a:chExt cx="210" cy="249"/>
                </a:xfrm>
              </p:grpSpPr>
              <p:sp>
                <p:nvSpPr>
                  <p:cNvPr id="83002" name="Arc 217">
                    <a:extLst>
                      <a:ext uri="{FF2B5EF4-FFF2-40B4-BE49-F238E27FC236}">
                        <a16:creationId xmlns:a16="http://schemas.microsoft.com/office/drawing/2014/main" id="{A0D9C989-2440-D440-547B-668D55B741CE}"/>
                      </a:ext>
                    </a:extLst>
                  </p:cNvPr>
                  <p:cNvSpPr>
                    <a:spLocks noChangeArrowheads="1"/>
                  </p:cNvSpPr>
                  <p:nvPr/>
                </p:nvSpPr>
                <p:spPr bwMode="auto">
                  <a:xfrm>
                    <a:off x="-558" y="1902"/>
                    <a:ext cx="106" cy="192"/>
                  </a:xfrm>
                  <a:custGeom>
                    <a:avLst/>
                    <a:gdLst>
                      <a:gd name="T0" fmla="*/ -1 w 41051"/>
                      <a:gd name="T1" fmla="*/ 14962 h 21600"/>
                      <a:gd name="T2" fmla="*/ 20555 w 41051"/>
                      <a:gd name="T3" fmla="*/ 0 h 21600"/>
                      <a:gd name="T4" fmla="*/ 41050 w 41051"/>
                      <a:gd name="T5" fmla="*/ 14782 h 21600"/>
                      <a:gd name="T6" fmla="*/ -1 w 41051"/>
                      <a:gd name="T7" fmla="*/ 14962 h 21600"/>
                      <a:gd name="T8" fmla="*/ 20555 w 41051"/>
                      <a:gd name="T9" fmla="*/ 0 h 21600"/>
                      <a:gd name="T10" fmla="*/ 41050 w 41051"/>
                      <a:gd name="T11" fmla="*/ 14782 h 21600"/>
                      <a:gd name="T12" fmla="*/ 20555 w 41051"/>
                      <a:gd name="T13" fmla="*/ 21600 h 21600"/>
                      <a:gd name="T14" fmla="*/ -1 w 41051"/>
                      <a:gd name="T15" fmla="*/ 14962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51" h="21600" fill="none">
                        <a:moveTo>
                          <a:pt x="-1" y="14962"/>
                        </a:moveTo>
                        <a:cubicBezTo>
                          <a:pt x="2879" y="6044"/>
                          <a:pt x="11182" y="-1"/>
                          <a:pt x="20555" y="0"/>
                        </a:cubicBezTo>
                        <a:cubicBezTo>
                          <a:pt x="29857" y="0"/>
                          <a:pt x="38114" y="5955"/>
                          <a:pt x="41050" y="14782"/>
                        </a:cubicBezTo>
                      </a:path>
                      <a:path w="41051" h="21600" stroke="0">
                        <a:moveTo>
                          <a:pt x="-1" y="14962"/>
                        </a:moveTo>
                        <a:cubicBezTo>
                          <a:pt x="2879" y="6044"/>
                          <a:pt x="11182" y="-1"/>
                          <a:pt x="20555" y="0"/>
                        </a:cubicBezTo>
                        <a:cubicBezTo>
                          <a:pt x="29857" y="0"/>
                          <a:pt x="38114" y="5955"/>
                          <a:pt x="41050" y="14782"/>
                        </a:cubicBezTo>
                        <a:lnTo>
                          <a:pt x="20555" y="21600"/>
                        </a:lnTo>
                        <a:lnTo>
                          <a:pt x="-1" y="14962"/>
                        </a:lnTo>
                        <a:close/>
                      </a:path>
                    </a:pathLst>
                  </a:custGeom>
                  <a:noFill/>
                  <a:ln w="38100">
                    <a:solidFill>
                      <a:srgbClr val="66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03" name="Arc 218">
                    <a:extLst>
                      <a:ext uri="{FF2B5EF4-FFF2-40B4-BE49-F238E27FC236}">
                        <a16:creationId xmlns:a16="http://schemas.microsoft.com/office/drawing/2014/main" id="{38A9752A-FC9D-642F-A2DE-8AA93861302D}"/>
                      </a:ext>
                    </a:extLst>
                  </p:cNvPr>
                  <p:cNvSpPr>
                    <a:spLocks noChangeArrowheads="1"/>
                  </p:cNvSpPr>
                  <p:nvPr/>
                </p:nvSpPr>
                <p:spPr bwMode="auto">
                  <a:xfrm flipV="1">
                    <a:off x="-452" y="1959"/>
                    <a:ext cx="104" cy="192"/>
                  </a:xfrm>
                  <a:custGeom>
                    <a:avLst/>
                    <a:gdLst>
                      <a:gd name="T0" fmla="*/ -1 w 40133"/>
                      <a:gd name="T1" fmla="*/ 13410 h 21600"/>
                      <a:gd name="T2" fmla="*/ 19987 w 40133"/>
                      <a:gd name="T3" fmla="*/ 0 h 21600"/>
                      <a:gd name="T4" fmla="*/ 40133 w 40133"/>
                      <a:gd name="T5" fmla="*/ 13809 h 21600"/>
                      <a:gd name="T6" fmla="*/ -1 w 40133"/>
                      <a:gd name="T7" fmla="*/ 13410 h 21600"/>
                      <a:gd name="T8" fmla="*/ 19987 w 40133"/>
                      <a:gd name="T9" fmla="*/ 0 h 21600"/>
                      <a:gd name="T10" fmla="*/ 40133 w 40133"/>
                      <a:gd name="T11" fmla="*/ 13809 h 21600"/>
                      <a:gd name="T12" fmla="*/ 19987 w 40133"/>
                      <a:gd name="T13" fmla="*/ 21600 h 21600"/>
                      <a:gd name="T14" fmla="*/ -1 w 40133"/>
                      <a:gd name="T15" fmla="*/ 13410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133" h="21600" fill="none">
                        <a:moveTo>
                          <a:pt x="-1" y="13410"/>
                        </a:moveTo>
                        <a:cubicBezTo>
                          <a:pt x="3323" y="5298"/>
                          <a:pt x="11220" y="-1"/>
                          <a:pt x="19987" y="0"/>
                        </a:cubicBezTo>
                        <a:cubicBezTo>
                          <a:pt x="28910" y="0"/>
                          <a:pt x="36915" y="5487"/>
                          <a:pt x="40133" y="13809"/>
                        </a:cubicBezTo>
                      </a:path>
                      <a:path w="40133" h="21600" stroke="0">
                        <a:moveTo>
                          <a:pt x="-1" y="13410"/>
                        </a:moveTo>
                        <a:cubicBezTo>
                          <a:pt x="3323" y="5298"/>
                          <a:pt x="11220" y="-1"/>
                          <a:pt x="19987" y="0"/>
                        </a:cubicBezTo>
                        <a:cubicBezTo>
                          <a:pt x="28910" y="0"/>
                          <a:pt x="36915" y="5487"/>
                          <a:pt x="40133" y="13809"/>
                        </a:cubicBezTo>
                        <a:lnTo>
                          <a:pt x="19987" y="21600"/>
                        </a:lnTo>
                        <a:lnTo>
                          <a:pt x="-1" y="13410"/>
                        </a:lnTo>
                        <a:close/>
                      </a:path>
                    </a:pathLst>
                  </a:custGeom>
                  <a:noFill/>
                  <a:ln w="38100">
                    <a:solidFill>
                      <a:srgbClr val="66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3004" name="Arc 219">
                  <a:extLst>
                    <a:ext uri="{FF2B5EF4-FFF2-40B4-BE49-F238E27FC236}">
                      <a16:creationId xmlns:a16="http://schemas.microsoft.com/office/drawing/2014/main" id="{C8092D54-E48C-7839-CBE9-E9F5045EF541}"/>
                    </a:ext>
                  </a:extLst>
                </p:cNvPr>
                <p:cNvSpPr>
                  <a:spLocks noChangeArrowheads="1"/>
                </p:cNvSpPr>
                <p:nvPr/>
              </p:nvSpPr>
              <p:spPr bwMode="auto">
                <a:xfrm rot="10901517" flipH="1">
                  <a:off x="3862" y="3606"/>
                  <a:ext cx="86" cy="219"/>
                </a:xfrm>
                <a:custGeom>
                  <a:avLst/>
                  <a:gdLst>
                    <a:gd name="T0" fmla="*/ -1 w 41051"/>
                    <a:gd name="T1" fmla="*/ 14962 h 21600"/>
                    <a:gd name="T2" fmla="*/ 20555 w 41051"/>
                    <a:gd name="T3" fmla="*/ 0 h 21600"/>
                    <a:gd name="T4" fmla="*/ 41050 w 41051"/>
                    <a:gd name="T5" fmla="*/ 14782 h 21600"/>
                    <a:gd name="T6" fmla="*/ -1 w 41051"/>
                    <a:gd name="T7" fmla="*/ 14962 h 21600"/>
                    <a:gd name="T8" fmla="*/ 20555 w 41051"/>
                    <a:gd name="T9" fmla="*/ 0 h 21600"/>
                    <a:gd name="T10" fmla="*/ 41050 w 41051"/>
                    <a:gd name="T11" fmla="*/ 14782 h 21600"/>
                    <a:gd name="T12" fmla="*/ 20555 w 41051"/>
                    <a:gd name="T13" fmla="*/ 21600 h 21600"/>
                    <a:gd name="T14" fmla="*/ -1 w 41051"/>
                    <a:gd name="T15" fmla="*/ 14962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51" h="21600" fill="none">
                      <a:moveTo>
                        <a:pt x="-1" y="14962"/>
                      </a:moveTo>
                      <a:cubicBezTo>
                        <a:pt x="2879" y="6044"/>
                        <a:pt x="11182" y="-1"/>
                        <a:pt x="20555" y="0"/>
                      </a:cubicBezTo>
                      <a:cubicBezTo>
                        <a:pt x="29857" y="0"/>
                        <a:pt x="38114" y="5955"/>
                        <a:pt x="41050" y="14782"/>
                      </a:cubicBezTo>
                    </a:path>
                    <a:path w="41051" h="21600" stroke="0">
                      <a:moveTo>
                        <a:pt x="-1" y="14962"/>
                      </a:moveTo>
                      <a:cubicBezTo>
                        <a:pt x="2879" y="6044"/>
                        <a:pt x="11182" y="-1"/>
                        <a:pt x="20555" y="0"/>
                      </a:cubicBezTo>
                      <a:cubicBezTo>
                        <a:pt x="29857" y="0"/>
                        <a:pt x="38114" y="5955"/>
                        <a:pt x="41050" y="14782"/>
                      </a:cubicBezTo>
                      <a:lnTo>
                        <a:pt x="20555" y="21600"/>
                      </a:lnTo>
                      <a:lnTo>
                        <a:pt x="-1" y="14962"/>
                      </a:lnTo>
                      <a:close/>
                    </a:path>
                  </a:pathLst>
                </a:custGeom>
                <a:noFill/>
                <a:ln w="38100">
                  <a:solidFill>
                    <a:srgbClr val="66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05" name="Arc 220">
                  <a:extLst>
                    <a:ext uri="{FF2B5EF4-FFF2-40B4-BE49-F238E27FC236}">
                      <a16:creationId xmlns:a16="http://schemas.microsoft.com/office/drawing/2014/main" id="{F92A3A8B-2BEB-3C05-6626-57B71967ECAA}"/>
                    </a:ext>
                  </a:extLst>
                </p:cNvPr>
                <p:cNvSpPr>
                  <a:spLocks noChangeArrowheads="1"/>
                </p:cNvSpPr>
                <p:nvPr/>
              </p:nvSpPr>
              <p:spPr bwMode="auto">
                <a:xfrm rot="-10698483" flipH="1" flipV="1">
                  <a:off x="3949" y="3537"/>
                  <a:ext cx="86" cy="219"/>
                </a:xfrm>
                <a:custGeom>
                  <a:avLst/>
                  <a:gdLst>
                    <a:gd name="T0" fmla="*/ -1 w 40937"/>
                    <a:gd name="T1" fmla="*/ 15743 h 21600"/>
                    <a:gd name="T2" fmla="*/ 20791 w 40937"/>
                    <a:gd name="T3" fmla="*/ 0 h 21600"/>
                    <a:gd name="T4" fmla="*/ 40937 w 40937"/>
                    <a:gd name="T5" fmla="*/ 13809 h 21600"/>
                    <a:gd name="T6" fmla="*/ -1 w 40937"/>
                    <a:gd name="T7" fmla="*/ 15743 h 21600"/>
                    <a:gd name="T8" fmla="*/ 20791 w 40937"/>
                    <a:gd name="T9" fmla="*/ 0 h 21600"/>
                    <a:gd name="T10" fmla="*/ 40937 w 40937"/>
                    <a:gd name="T11" fmla="*/ 13809 h 21600"/>
                    <a:gd name="T12" fmla="*/ 20791 w 40937"/>
                    <a:gd name="T13" fmla="*/ 21600 h 21600"/>
                    <a:gd name="T14" fmla="*/ -1 w 40937"/>
                    <a:gd name="T15" fmla="*/ 15743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937" h="21600" fill="none">
                      <a:moveTo>
                        <a:pt x="-1" y="15743"/>
                      </a:moveTo>
                      <a:cubicBezTo>
                        <a:pt x="2622" y="6432"/>
                        <a:pt x="11116" y="-1"/>
                        <a:pt x="20791" y="0"/>
                      </a:cubicBezTo>
                      <a:cubicBezTo>
                        <a:pt x="29714" y="0"/>
                        <a:pt x="37719" y="5487"/>
                        <a:pt x="40937" y="13809"/>
                      </a:cubicBezTo>
                    </a:path>
                    <a:path w="40937" h="21600" stroke="0">
                      <a:moveTo>
                        <a:pt x="-1" y="15743"/>
                      </a:moveTo>
                      <a:cubicBezTo>
                        <a:pt x="2622" y="6432"/>
                        <a:pt x="11116" y="-1"/>
                        <a:pt x="20791" y="0"/>
                      </a:cubicBezTo>
                      <a:cubicBezTo>
                        <a:pt x="29714" y="0"/>
                        <a:pt x="37719" y="5487"/>
                        <a:pt x="40937" y="13809"/>
                      </a:cubicBezTo>
                      <a:lnTo>
                        <a:pt x="20791" y="21600"/>
                      </a:lnTo>
                      <a:lnTo>
                        <a:pt x="-1" y="15743"/>
                      </a:lnTo>
                      <a:close/>
                    </a:path>
                  </a:pathLst>
                </a:custGeom>
                <a:noFill/>
                <a:ln w="38100">
                  <a:solidFill>
                    <a:srgbClr val="66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3006" name="Group 221">
                  <a:extLst>
                    <a:ext uri="{FF2B5EF4-FFF2-40B4-BE49-F238E27FC236}">
                      <a16:creationId xmlns:a16="http://schemas.microsoft.com/office/drawing/2014/main" id="{A5172045-C5AE-7AFD-2AF8-791B79F4F8C1}"/>
                    </a:ext>
                  </a:extLst>
                </p:cNvPr>
                <p:cNvGrpSpPr>
                  <a:grpSpLocks/>
                </p:cNvGrpSpPr>
                <p:nvPr/>
              </p:nvGrpSpPr>
              <p:grpSpPr bwMode="auto">
                <a:xfrm rot="10901517" flipH="1">
                  <a:off x="3521" y="3526"/>
                  <a:ext cx="171" cy="284"/>
                  <a:chOff x="-558" y="1902"/>
                  <a:chExt cx="210" cy="249"/>
                </a:xfrm>
              </p:grpSpPr>
              <p:sp>
                <p:nvSpPr>
                  <p:cNvPr id="83007" name="Arc 222">
                    <a:extLst>
                      <a:ext uri="{FF2B5EF4-FFF2-40B4-BE49-F238E27FC236}">
                        <a16:creationId xmlns:a16="http://schemas.microsoft.com/office/drawing/2014/main" id="{8467AE88-EF2D-2B34-8731-1AAA1EF840BF}"/>
                      </a:ext>
                    </a:extLst>
                  </p:cNvPr>
                  <p:cNvSpPr>
                    <a:spLocks noChangeArrowheads="1"/>
                  </p:cNvSpPr>
                  <p:nvPr/>
                </p:nvSpPr>
                <p:spPr bwMode="auto">
                  <a:xfrm>
                    <a:off x="-558" y="1902"/>
                    <a:ext cx="106" cy="192"/>
                  </a:xfrm>
                  <a:custGeom>
                    <a:avLst/>
                    <a:gdLst>
                      <a:gd name="T0" fmla="*/ -1 w 41051"/>
                      <a:gd name="T1" fmla="*/ 14962 h 21600"/>
                      <a:gd name="T2" fmla="*/ 20555 w 41051"/>
                      <a:gd name="T3" fmla="*/ 0 h 21600"/>
                      <a:gd name="T4" fmla="*/ 41050 w 41051"/>
                      <a:gd name="T5" fmla="*/ 14782 h 21600"/>
                      <a:gd name="T6" fmla="*/ -1 w 41051"/>
                      <a:gd name="T7" fmla="*/ 14962 h 21600"/>
                      <a:gd name="T8" fmla="*/ 20555 w 41051"/>
                      <a:gd name="T9" fmla="*/ 0 h 21600"/>
                      <a:gd name="T10" fmla="*/ 41050 w 41051"/>
                      <a:gd name="T11" fmla="*/ 14782 h 21600"/>
                      <a:gd name="T12" fmla="*/ 20555 w 41051"/>
                      <a:gd name="T13" fmla="*/ 21600 h 21600"/>
                      <a:gd name="T14" fmla="*/ -1 w 41051"/>
                      <a:gd name="T15" fmla="*/ 14962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51" h="21600" fill="none">
                        <a:moveTo>
                          <a:pt x="-1" y="14962"/>
                        </a:moveTo>
                        <a:cubicBezTo>
                          <a:pt x="2879" y="6044"/>
                          <a:pt x="11182" y="-1"/>
                          <a:pt x="20555" y="0"/>
                        </a:cubicBezTo>
                        <a:cubicBezTo>
                          <a:pt x="29857" y="0"/>
                          <a:pt x="38114" y="5955"/>
                          <a:pt x="41050" y="14782"/>
                        </a:cubicBezTo>
                      </a:path>
                      <a:path w="41051" h="21600" stroke="0">
                        <a:moveTo>
                          <a:pt x="-1" y="14962"/>
                        </a:moveTo>
                        <a:cubicBezTo>
                          <a:pt x="2879" y="6044"/>
                          <a:pt x="11182" y="-1"/>
                          <a:pt x="20555" y="0"/>
                        </a:cubicBezTo>
                        <a:cubicBezTo>
                          <a:pt x="29857" y="0"/>
                          <a:pt x="38114" y="5955"/>
                          <a:pt x="41050" y="14782"/>
                        </a:cubicBezTo>
                        <a:lnTo>
                          <a:pt x="20555" y="21600"/>
                        </a:lnTo>
                        <a:lnTo>
                          <a:pt x="-1" y="14962"/>
                        </a:lnTo>
                        <a:close/>
                      </a:path>
                    </a:pathLst>
                  </a:custGeom>
                  <a:noFill/>
                  <a:ln w="38100">
                    <a:solidFill>
                      <a:srgbClr val="66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008" name="Arc 223">
                    <a:extLst>
                      <a:ext uri="{FF2B5EF4-FFF2-40B4-BE49-F238E27FC236}">
                        <a16:creationId xmlns:a16="http://schemas.microsoft.com/office/drawing/2014/main" id="{AB6AE6F9-500D-05C6-B06A-97EC0F247FDE}"/>
                      </a:ext>
                    </a:extLst>
                  </p:cNvPr>
                  <p:cNvSpPr>
                    <a:spLocks noChangeArrowheads="1"/>
                  </p:cNvSpPr>
                  <p:nvPr/>
                </p:nvSpPr>
                <p:spPr bwMode="auto">
                  <a:xfrm flipV="1">
                    <a:off x="-452" y="1959"/>
                    <a:ext cx="104" cy="192"/>
                  </a:xfrm>
                  <a:custGeom>
                    <a:avLst/>
                    <a:gdLst>
                      <a:gd name="T0" fmla="*/ -1 w 40133"/>
                      <a:gd name="T1" fmla="*/ 13410 h 21600"/>
                      <a:gd name="T2" fmla="*/ 19987 w 40133"/>
                      <a:gd name="T3" fmla="*/ 0 h 21600"/>
                      <a:gd name="T4" fmla="*/ 40133 w 40133"/>
                      <a:gd name="T5" fmla="*/ 13809 h 21600"/>
                      <a:gd name="T6" fmla="*/ -1 w 40133"/>
                      <a:gd name="T7" fmla="*/ 13410 h 21600"/>
                      <a:gd name="T8" fmla="*/ 19987 w 40133"/>
                      <a:gd name="T9" fmla="*/ 0 h 21600"/>
                      <a:gd name="T10" fmla="*/ 40133 w 40133"/>
                      <a:gd name="T11" fmla="*/ 13809 h 21600"/>
                      <a:gd name="T12" fmla="*/ 19987 w 40133"/>
                      <a:gd name="T13" fmla="*/ 21600 h 21600"/>
                      <a:gd name="T14" fmla="*/ -1 w 40133"/>
                      <a:gd name="T15" fmla="*/ 13410 h 21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133" h="21600" fill="none">
                        <a:moveTo>
                          <a:pt x="-1" y="13410"/>
                        </a:moveTo>
                        <a:cubicBezTo>
                          <a:pt x="3323" y="5298"/>
                          <a:pt x="11220" y="-1"/>
                          <a:pt x="19987" y="0"/>
                        </a:cubicBezTo>
                        <a:cubicBezTo>
                          <a:pt x="28910" y="0"/>
                          <a:pt x="36915" y="5487"/>
                          <a:pt x="40133" y="13809"/>
                        </a:cubicBezTo>
                      </a:path>
                      <a:path w="40133" h="21600" stroke="0">
                        <a:moveTo>
                          <a:pt x="-1" y="13410"/>
                        </a:moveTo>
                        <a:cubicBezTo>
                          <a:pt x="3323" y="5298"/>
                          <a:pt x="11220" y="-1"/>
                          <a:pt x="19987" y="0"/>
                        </a:cubicBezTo>
                        <a:cubicBezTo>
                          <a:pt x="28910" y="0"/>
                          <a:pt x="36915" y="5487"/>
                          <a:pt x="40133" y="13809"/>
                        </a:cubicBezTo>
                        <a:lnTo>
                          <a:pt x="19987" y="21600"/>
                        </a:lnTo>
                        <a:lnTo>
                          <a:pt x="-1" y="13410"/>
                        </a:lnTo>
                        <a:close/>
                      </a:path>
                    </a:pathLst>
                  </a:custGeom>
                  <a:noFill/>
                  <a:ln w="38100">
                    <a:solidFill>
                      <a:srgbClr val="66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83009" name="Line 238">
                <a:extLst>
                  <a:ext uri="{FF2B5EF4-FFF2-40B4-BE49-F238E27FC236}">
                    <a16:creationId xmlns:a16="http://schemas.microsoft.com/office/drawing/2014/main" id="{C2B46EC0-5ACA-5F74-8B6E-421908CFB0BA}"/>
                  </a:ext>
                </a:extLst>
              </p:cNvPr>
              <p:cNvSpPr>
                <a:spLocks noChangeAspect="1" noChangeShapeType="1"/>
              </p:cNvSpPr>
              <p:nvPr/>
            </p:nvSpPr>
            <p:spPr bwMode="auto">
              <a:xfrm flipH="1">
                <a:off x="3566" y="3077"/>
                <a:ext cx="371" cy="338"/>
              </a:xfrm>
              <a:prstGeom prst="line">
                <a:avLst/>
              </a:prstGeom>
              <a:noFill/>
              <a:ln w="317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3010" name="Line 239">
                <a:extLst>
                  <a:ext uri="{FF2B5EF4-FFF2-40B4-BE49-F238E27FC236}">
                    <a16:creationId xmlns:a16="http://schemas.microsoft.com/office/drawing/2014/main" id="{CEC87B71-1B5F-7902-1BF0-22AB5C3D19E1}"/>
                  </a:ext>
                </a:extLst>
              </p:cNvPr>
              <p:cNvSpPr>
                <a:spLocks noChangeAspect="1" noChangeShapeType="1"/>
              </p:cNvSpPr>
              <p:nvPr/>
            </p:nvSpPr>
            <p:spPr bwMode="auto">
              <a:xfrm>
                <a:off x="5006" y="2933"/>
                <a:ext cx="472" cy="0"/>
              </a:xfrm>
              <a:prstGeom prst="line">
                <a:avLst/>
              </a:prstGeom>
              <a:noFill/>
              <a:ln w="381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cxnSp>
          <p:nvCxnSpPr>
            <p:cNvPr id="83011" name="直接箭头连接符 127">
              <a:extLst>
                <a:ext uri="{FF2B5EF4-FFF2-40B4-BE49-F238E27FC236}">
                  <a16:creationId xmlns:a16="http://schemas.microsoft.com/office/drawing/2014/main" id="{FEE22453-C306-9922-B03C-DC0C6EA62DEE}"/>
                </a:ext>
              </a:extLst>
            </p:cNvPr>
            <p:cNvCxnSpPr>
              <a:cxnSpLocks noChangeShapeType="1"/>
              <a:stCxn id="82981" idx="3"/>
            </p:cNvCxnSpPr>
            <p:nvPr/>
          </p:nvCxnSpPr>
          <p:spPr bwMode="auto">
            <a:xfrm flipH="1" flipV="1">
              <a:off x="7672187" y="4262441"/>
              <a:ext cx="366710" cy="422104"/>
            </a:xfrm>
            <a:prstGeom prst="straightConnector1">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83012" name="直接箭头连接符 128">
              <a:extLst>
                <a:ext uri="{FF2B5EF4-FFF2-40B4-BE49-F238E27FC236}">
                  <a16:creationId xmlns:a16="http://schemas.microsoft.com/office/drawing/2014/main" id="{254A36F2-CE53-4C28-4742-60ACBB1EA04D}"/>
                </a:ext>
              </a:extLst>
            </p:cNvPr>
            <p:cNvCxnSpPr>
              <a:cxnSpLocks noChangeShapeType="1"/>
              <a:stCxn id="82981" idx="3"/>
            </p:cNvCxnSpPr>
            <p:nvPr/>
          </p:nvCxnSpPr>
          <p:spPr bwMode="auto">
            <a:xfrm flipH="1">
              <a:off x="7808552" y="4687808"/>
              <a:ext cx="233083" cy="601618"/>
            </a:xfrm>
            <a:prstGeom prst="straightConnector1">
              <a:avLst/>
            </a:prstGeom>
            <a:noFill/>
            <a:ln w="38100">
              <a:solidFill>
                <a:srgbClr val="FF00FF"/>
              </a:solidFill>
              <a:round/>
              <a:headEnd/>
              <a:tailEnd type="triangle" w="med" len="med"/>
            </a:ln>
            <a:extLst>
              <a:ext uri="{909E8E84-426E-40DD-AFC4-6F175D3DCCD1}">
                <a14:hiddenFill xmlns:a14="http://schemas.microsoft.com/office/drawing/2010/main">
                  <a:noFill/>
                </a14:hiddenFill>
              </a:ext>
            </a:extLst>
          </p:spPr>
        </p:cxnSp>
        <p:cxnSp>
          <p:nvCxnSpPr>
            <p:cNvPr id="83013" name="直接箭头连接符 129">
              <a:extLst>
                <a:ext uri="{FF2B5EF4-FFF2-40B4-BE49-F238E27FC236}">
                  <a16:creationId xmlns:a16="http://schemas.microsoft.com/office/drawing/2014/main" id="{44C732CE-F9B1-2790-12AA-C24B2E7D6541}"/>
                </a:ext>
              </a:extLst>
            </p:cNvPr>
            <p:cNvCxnSpPr>
              <a:cxnSpLocks noChangeShapeType="1"/>
              <a:stCxn id="82981" idx="3"/>
            </p:cNvCxnSpPr>
            <p:nvPr/>
          </p:nvCxnSpPr>
          <p:spPr bwMode="auto">
            <a:xfrm flipV="1">
              <a:off x="8032548" y="3983038"/>
              <a:ext cx="3175" cy="687386"/>
            </a:xfrm>
            <a:prstGeom prst="straightConnector1">
              <a:avLst/>
            </a:prstGeom>
            <a:noFill/>
            <a:ln w="9525">
              <a:solidFill>
                <a:srgbClr val="FF0000"/>
              </a:solidFill>
              <a:prstDash val="sysDash"/>
              <a:round/>
              <a:headEnd/>
              <a:tailEnd type="triangle" w="med" len="med"/>
            </a:ln>
            <a:extLst>
              <a:ext uri="{909E8E84-426E-40DD-AFC4-6F175D3DCCD1}">
                <a14:hiddenFill xmlns:a14="http://schemas.microsoft.com/office/drawing/2010/main">
                  <a:noFill/>
                </a14:hiddenFill>
              </a:ext>
            </a:extLst>
          </p:spPr>
        </p:cxnSp>
        <p:cxnSp>
          <p:nvCxnSpPr>
            <p:cNvPr id="83014" name="直接箭头连接符 130">
              <a:extLst>
                <a:ext uri="{FF2B5EF4-FFF2-40B4-BE49-F238E27FC236}">
                  <a16:creationId xmlns:a16="http://schemas.microsoft.com/office/drawing/2014/main" id="{14450CAB-F6FB-2C9F-F2FF-05A375702BFA}"/>
                </a:ext>
              </a:extLst>
            </p:cNvPr>
            <p:cNvCxnSpPr>
              <a:cxnSpLocks noChangeShapeType="1"/>
              <a:stCxn id="82981" idx="3"/>
            </p:cNvCxnSpPr>
            <p:nvPr/>
          </p:nvCxnSpPr>
          <p:spPr bwMode="auto">
            <a:xfrm flipH="1">
              <a:off x="7688853" y="4684545"/>
              <a:ext cx="338933" cy="397756"/>
            </a:xfrm>
            <a:prstGeom prst="straightConnector1">
              <a:avLst/>
            </a:prstGeom>
            <a:noFill/>
            <a:ln w="9525">
              <a:solidFill>
                <a:srgbClr val="FF0000"/>
              </a:solidFill>
              <a:prstDash val="sysDash"/>
              <a:round/>
              <a:headEnd/>
              <a:tailEnd type="triangle" w="med" len="med"/>
            </a:ln>
            <a:extLst>
              <a:ext uri="{909E8E84-426E-40DD-AFC4-6F175D3DCCD1}">
                <a14:hiddenFill xmlns:a14="http://schemas.microsoft.com/office/drawing/2010/main">
                  <a:noFill/>
                </a14:hiddenFill>
              </a:ext>
            </a:extLst>
          </p:spPr>
        </p:cxnSp>
        <p:cxnSp>
          <p:nvCxnSpPr>
            <p:cNvPr id="83015" name="直接连接符 131">
              <a:extLst>
                <a:ext uri="{FF2B5EF4-FFF2-40B4-BE49-F238E27FC236}">
                  <a16:creationId xmlns:a16="http://schemas.microsoft.com/office/drawing/2014/main" id="{E1D2638A-9035-D949-ACB2-3CE85302232F}"/>
                </a:ext>
              </a:extLst>
            </p:cNvPr>
            <p:cNvCxnSpPr>
              <a:cxnSpLocks noChangeShapeType="1"/>
              <a:stCxn id="82981" idx="3"/>
            </p:cNvCxnSpPr>
            <p:nvPr/>
          </p:nvCxnSpPr>
          <p:spPr bwMode="auto">
            <a:xfrm flipV="1">
              <a:off x="7683499" y="3983037"/>
              <a:ext cx="354922" cy="293521"/>
            </a:xfrm>
            <a:prstGeom prst="line">
              <a:avLst/>
            </a:prstGeom>
            <a:noFill/>
            <a:ln w="9525">
              <a:solidFill>
                <a:srgbClr val="FF0000"/>
              </a:solidFill>
              <a:prstDash val="sysDash"/>
              <a:round/>
              <a:headEnd/>
              <a:tailEnd/>
            </a:ln>
            <a:extLst>
              <a:ext uri="{909E8E84-426E-40DD-AFC4-6F175D3DCCD1}">
                <a14:hiddenFill xmlns:a14="http://schemas.microsoft.com/office/drawing/2010/main">
                  <a:noFill/>
                </a14:hiddenFill>
              </a:ext>
            </a:extLst>
          </p:spPr>
        </p:cxnSp>
        <p:cxnSp>
          <p:nvCxnSpPr>
            <p:cNvPr id="83016" name="直接连接符 132">
              <a:extLst>
                <a:ext uri="{FF2B5EF4-FFF2-40B4-BE49-F238E27FC236}">
                  <a16:creationId xmlns:a16="http://schemas.microsoft.com/office/drawing/2014/main" id="{9C55CB6D-A673-68EB-2A62-55BFFA4F703E}"/>
                </a:ext>
              </a:extLst>
            </p:cNvPr>
            <p:cNvCxnSpPr>
              <a:cxnSpLocks noChangeShapeType="1"/>
              <a:stCxn id="82981" idx="3"/>
            </p:cNvCxnSpPr>
            <p:nvPr/>
          </p:nvCxnSpPr>
          <p:spPr bwMode="auto">
            <a:xfrm flipH="1" flipV="1">
              <a:off x="7687269" y="4322764"/>
              <a:ext cx="6348" cy="762420"/>
            </a:xfrm>
            <a:prstGeom prst="line">
              <a:avLst/>
            </a:prstGeom>
            <a:noFill/>
            <a:ln w="9525">
              <a:solidFill>
                <a:srgbClr val="FF0000"/>
              </a:solidFill>
              <a:prstDash val="sysDash"/>
              <a:round/>
              <a:headEnd/>
              <a:tailEnd/>
            </a:ln>
            <a:extLst>
              <a:ext uri="{909E8E84-426E-40DD-AFC4-6F175D3DCCD1}">
                <a14:hiddenFill xmlns:a14="http://schemas.microsoft.com/office/drawing/2010/main">
                  <a:noFill/>
                </a14:hiddenFill>
              </a:ext>
            </a:extLst>
          </p:spPr>
        </p:cxnSp>
        <p:cxnSp>
          <p:nvCxnSpPr>
            <p:cNvPr id="83017" name="直接连接符 133">
              <a:extLst>
                <a:ext uri="{FF2B5EF4-FFF2-40B4-BE49-F238E27FC236}">
                  <a16:creationId xmlns:a16="http://schemas.microsoft.com/office/drawing/2014/main" id="{CF432BB0-8E7E-5050-282F-0CA0EFD429A6}"/>
                </a:ext>
              </a:extLst>
            </p:cNvPr>
            <p:cNvCxnSpPr>
              <a:cxnSpLocks noChangeShapeType="1"/>
              <a:stCxn id="82981" idx="3"/>
            </p:cNvCxnSpPr>
            <p:nvPr/>
          </p:nvCxnSpPr>
          <p:spPr bwMode="auto">
            <a:xfrm flipV="1">
              <a:off x="7683500" y="4040188"/>
              <a:ext cx="341111" cy="2460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cxnSp>
        <p:sp>
          <p:nvSpPr>
            <p:cNvPr id="83018" name="Text Box 252">
              <a:extLst>
                <a:ext uri="{FF2B5EF4-FFF2-40B4-BE49-F238E27FC236}">
                  <a16:creationId xmlns:a16="http://schemas.microsoft.com/office/drawing/2014/main" id="{E92012C9-AF2D-9FB4-1B25-FF8EFB95A8AE}"/>
                </a:ext>
              </a:extLst>
            </p:cNvPr>
            <p:cNvSpPr txBox="1">
              <a:spLocks noChangeArrowheads="1"/>
            </p:cNvSpPr>
            <p:nvPr/>
          </p:nvSpPr>
          <p:spPr bwMode="auto">
            <a:xfrm>
              <a:off x="7944839" y="3692895"/>
              <a:ext cx="608013" cy="343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pPr>
              <a:r>
                <a:rPr lang="en-US" altLang="zh-CN" sz="1600">
                  <a:solidFill>
                    <a:srgbClr val="FF8383"/>
                  </a:solidFill>
                </a:rPr>
                <a:t>Ex</a:t>
              </a:r>
              <a:endParaRPr lang="zh-CN" altLang="en-US" sz="1600">
                <a:solidFill>
                  <a:schemeClr val="bg1"/>
                </a:solidFill>
              </a:endParaRPr>
            </a:p>
          </p:txBody>
        </p:sp>
        <p:sp>
          <p:nvSpPr>
            <p:cNvPr id="83019" name="Text Box 252">
              <a:extLst>
                <a:ext uri="{FF2B5EF4-FFF2-40B4-BE49-F238E27FC236}">
                  <a16:creationId xmlns:a16="http://schemas.microsoft.com/office/drawing/2014/main" id="{8D099DA6-B9D4-F124-BF95-6133A28FEA8A}"/>
                </a:ext>
              </a:extLst>
            </p:cNvPr>
            <p:cNvSpPr txBox="1">
              <a:spLocks noChangeArrowheads="1"/>
            </p:cNvSpPr>
            <p:nvPr/>
          </p:nvSpPr>
          <p:spPr bwMode="auto">
            <a:xfrm>
              <a:off x="7373216" y="4972845"/>
              <a:ext cx="608013" cy="343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pPr>
              <a:r>
                <a:rPr lang="en-US" altLang="zh-CN" sz="1600">
                  <a:solidFill>
                    <a:srgbClr val="FF8383"/>
                  </a:solidFill>
                </a:rPr>
                <a:t>Ey</a:t>
              </a:r>
              <a:endParaRPr lang="zh-CN" altLang="en-US" sz="1600">
                <a:solidFill>
                  <a:schemeClr val="bg1"/>
                </a:solidFill>
              </a:endParaRPr>
            </a:p>
          </p:txBody>
        </p:sp>
      </p:grpSp>
      <p:graphicFrame>
        <p:nvGraphicFramePr>
          <p:cNvPr id="83020" name="Object 12">
            <a:extLst>
              <a:ext uri="{FF2B5EF4-FFF2-40B4-BE49-F238E27FC236}">
                <a16:creationId xmlns:a16="http://schemas.microsoft.com/office/drawing/2014/main" id="{DB6CE083-C651-EDBD-A721-9331C75B1596}"/>
              </a:ext>
            </a:extLst>
          </p:cNvPr>
          <p:cNvGraphicFramePr>
            <a:graphicFrameLocks noChangeAspect="1"/>
          </p:cNvGraphicFramePr>
          <p:nvPr>
            <p:extLst>
              <p:ext uri="{D42A27DB-BD31-4B8C-83A1-F6EECF244321}">
                <p14:modId xmlns:p14="http://schemas.microsoft.com/office/powerpoint/2010/main" val="1447936890"/>
              </p:ext>
            </p:extLst>
          </p:nvPr>
        </p:nvGraphicFramePr>
        <p:xfrm>
          <a:off x="447675" y="2565400"/>
          <a:ext cx="7569200" cy="638175"/>
        </p:xfrm>
        <a:graphic>
          <a:graphicData uri="http://schemas.openxmlformats.org/presentationml/2006/ole">
            <mc:AlternateContent xmlns:mc="http://schemas.openxmlformats.org/markup-compatibility/2006">
              <mc:Choice xmlns:v="urn:schemas-microsoft-com:vml" Requires="v">
                <p:oleObj r:id="rId10" imgW="2917080" imgH="214560" progId="Equation.3">
                  <p:embed/>
                </p:oleObj>
              </mc:Choice>
              <mc:Fallback>
                <p:oleObj r:id="rId10" imgW="2917080" imgH="214560" progId="Equation.3">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7675" y="2565400"/>
                        <a:ext cx="7569200" cy="638175"/>
                      </a:xfrm>
                      <a:prstGeom prst="rect">
                        <a:avLst/>
                      </a:prstGeom>
                      <a:solidFill>
                        <a:schemeClr val="accent1">
                          <a:lumMod val="90000"/>
                        </a:schemeClr>
                      </a:solid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689170"/>
                                        </p:tgtEl>
                                        <p:attrNameLst>
                                          <p:attrName>style.visibility</p:attrName>
                                        </p:attrNameLst>
                                      </p:cBhvr>
                                      <p:to>
                                        <p:strVal val="visible"/>
                                      </p:to>
                                    </p:set>
                                    <p:animEffect transition="in" filter="wipe(up)">
                                      <p:cBhvr>
                                        <p:cTn id="7" dur="2000"/>
                                        <p:tgtEl>
                                          <p:spTgt spid="6891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89175"/>
                                        </p:tgtEl>
                                        <p:attrNameLst>
                                          <p:attrName>style.visibility</p:attrName>
                                        </p:attrNameLst>
                                      </p:cBhvr>
                                      <p:to>
                                        <p:strVal val="visible"/>
                                      </p:to>
                                    </p:set>
                                    <p:animEffect transition="in" filter="wipe(up)">
                                      <p:cBhvr>
                                        <p:cTn id="12" dur="2000"/>
                                        <p:tgtEl>
                                          <p:spTgt spid="6891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89161"/>
                                        </p:tgtEl>
                                        <p:attrNameLst>
                                          <p:attrName>style.visibility</p:attrName>
                                        </p:attrNameLst>
                                      </p:cBhvr>
                                      <p:to>
                                        <p:strVal val="visible"/>
                                      </p:to>
                                    </p:set>
                                    <p:animEffect transition="in" filter="wipe(up)">
                                      <p:cBhvr>
                                        <p:cTn id="17" dur="2000"/>
                                        <p:tgtEl>
                                          <p:spTgt spid="689161"/>
                                        </p:tgtEl>
                                      </p:cBhvr>
                                    </p:animEffect>
                                  </p:childTnLst>
                                </p:cTn>
                              </p:par>
                              <p:par>
                                <p:cTn id="18" presetID="22" presetClass="entr" presetSubtype="1" fill="hold" nodeType="withEffect">
                                  <p:stCondLst>
                                    <p:cond delay="0"/>
                                  </p:stCondLst>
                                  <p:childTnLst>
                                    <p:set>
                                      <p:cBhvr>
                                        <p:cTn id="19" dur="1" fill="hold">
                                          <p:stCondLst>
                                            <p:cond delay="0"/>
                                          </p:stCondLst>
                                        </p:cTn>
                                        <p:tgtEl>
                                          <p:spTgt spid="689162"/>
                                        </p:tgtEl>
                                        <p:attrNameLst>
                                          <p:attrName>style.visibility</p:attrName>
                                        </p:attrNameLst>
                                      </p:cBhvr>
                                      <p:to>
                                        <p:strVal val="visible"/>
                                      </p:to>
                                    </p:set>
                                    <p:animEffect transition="in" filter="wipe(up)">
                                      <p:cBhvr>
                                        <p:cTn id="20" dur="2000"/>
                                        <p:tgtEl>
                                          <p:spTgt spid="68916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689166">
                                            <p:txEl>
                                              <p:pRg st="0" end="0"/>
                                            </p:txEl>
                                          </p:spTgt>
                                        </p:tgtEl>
                                        <p:attrNameLst>
                                          <p:attrName>style.visibility</p:attrName>
                                        </p:attrNameLst>
                                      </p:cBhvr>
                                      <p:to>
                                        <p:strVal val="visible"/>
                                      </p:to>
                                    </p:set>
                                    <p:animEffect transition="in" filter="wipe(up)">
                                      <p:cBhvr>
                                        <p:cTn id="25" dur="2000"/>
                                        <p:tgtEl>
                                          <p:spTgt spid="689166">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689171">
                                            <p:txEl>
                                              <p:pRg st="0" end="0"/>
                                            </p:txEl>
                                          </p:spTgt>
                                        </p:tgtEl>
                                        <p:attrNameLst>
                                          <p:attrName>style.visibility</p:attrName>
                                        </p:attrNameLst>
                                      </p:cBhvr>
                                      <p:to>
                                        <p:strVal val="visible"/>
                                      </p:to>
                                    </p:set>
                                    <p:animEffect transition="in" filter="wipe(up)">
                                      <p:cBhvr>
                                        <p:cTn id="30" dur="2000"/>
                                        <p:tgtEl>
                                          <p:spTgt spid="689171">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689172">
                                            <p:txEl>
                                              <p:pRg st="0" end="0"/>
                                            </p:txEl>
                                          </p:spTgt>
                                        </p:tgtEl>
                                        <p:attrNameLst>
                                          <p:attrName>style.visibility</p:attrName>
                                        </p:attrNameLst>
                                      </p:cBhvr>
                                      <p:to>
                                        <p:strVal val="visible"/>
                                      </p:to>
                                    </p:set>
                                    <p:animEffect transition="in" filter="wipe(up)">
                                      <p:cBhvr>
                                        <p:cTn id="35" dur="2000"/>
                                        <p:tgtEl>
                                          <p:spTgt spid="689172">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689173">
                                            <p:txEl>
                                              <p:pRg st="0" end="0"/>
                                            </p:txEl>
                                          </p:spTgt>
                                        </p:tgtEl>
                                        <p:attrNameLst>
                                          <p:attrName>style.visibility</p:attrName>
                                        </p:attrNameLst>
                                      </p:cBhvr>
                                      <p:to>
                                        <p:strVal val="visible"/>
                                      </p:to>
                                    </p:set>
                                    <p:animEffect transition="in" filter="wipe(up)">
                                      <p:cBhvr>
                                        <p:cTn id="40" dur="2000"/>
                                        <p:tgtEl>
                                          <p:spTgt spid="689173">
                                            <p:txEl>
                                              <p:pRg st="0" end="0"/>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689176"/>
                                        </p:tgtEl>
                                        <p:attrNameLst>
                                          <p:attrName>style.visibility</p:attrName>
                                        </p:attrNameLst>
                                      </p:cBhvr>
                                      <p:to>
                                        <p:strVal val="visible"/>
                                      </p:to>
                                    </p:set>
                                    <p:animEffect transition="in" filter="fade">
                                      <p:cBhvr>
                                        <p:cTn id="45" dur="1000"/>
                                        <p:tgtEl>
                                          <p:spTgt spid="689176"/>
                                        </p:tgtEl>
                                      </p:cBhvr>
                                    </p:animEffect>
                                  </p:childTnLst>
                                </p:cTn>
                              </p:par>
                            </p:childTnLst>
                          </p:cTn>
                        </p:par>
                        <p:par>
                          <p:cTn id="46" fill="hold" nodeType="afterGroup">
                            <p:stCondLst>
                              <p:cond delay="1000"/>
                            </p:stCondLst>
                            <p:childTnLst>
                              <p:par>
                                <p:cTn id="47" presetID="10" presetClass="entr" presetSubtype="0" fill="hold" grpId="0" nodeType="afterEffect">
                                  <p:stCondLst>
                                    <p:cond delay="0"/>
                                  </p:stCondLst>
                                  <p:childTnLst>
                                    <p:set>
                                      <p:cBhvr>
                                        <p:cTn id="48" dur="1" fill="hold">
                                          <p:stCondLst>
                                            <p:cond delay="0"/>
                                          </p:stCondLst>
                                        </p:cTn>
                                        <p:tgtEl>
                                          <p:spTgt spid="689177"/>
                                        </p:tgtEl>
                                        <p:attrNameLst>
                                          <p:attrName>style.visibility</p:attrName>
                                        </p:attrNameLst>
                                      </p:cBhvr>
                                      <p:to>
                                        <p:strVal val="visible"/>
                                      </p:to>
                                    </p:set>
                                    <p:animEffect transition="in" filter="fade">
                                      <p:cBhvr>
                                        <p:cTn id="49" dur="1000"/>
                                        <p:tgtEl>
                                          <p:spTgt spid="68917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689178"/>
                                        </p:tgtEl>
                                        <p:attrNameLst>
                                          <p:attrName>style.visibility</p:attrName>
                                        </p:attrNameLst>
                                      </p:cBhvr>
                                      <p:to>
                                        <p:strVal val="visible"/>
                                      </p:to>
                                    </p:set>
                                    <p:animEffect transition="in" filter="fade">
                                      <p:cBhvr>
                                        <p:cTn id="54" dur="1000"/>
                                        <p:tgtEl>
                                          <p:spTgt spid="689178"/>
                                        </p:tgtEl>
                                      </p:cBhvr>
                                    </p:animEffect>
                                  </p:childTnLst>
                                </p:cTn>
                              </p:par>
                            </p:childTnLst>
                          </p:cTn>
                        </p:par>
                        <p:par>
                          <p:cTn id="55" fill="hold" nodeType="afterGroup">
                            <p:stCondLst>
                              <p:cond delay="1000"/>
                            </p:stCondLst>
                            <p:childTnLst>
                              <p:par>
                                <p:cTn id="56" presetID="10" presetClass="entr" presetSubtype="0" fill="hold" grpId="0" nodeType="afterEffect">
                                  <p:stCondLst>
                                    <p:cond delay="0"/>
                                  </p:stCondLst>
                                  <p:childTnLst>
                                    <p:set>
                                      <p:cBhvr>
                                        <p:cTn id="57" dur="1" fill="hold">
                                          <p:stCondLst>
                                            <p:cond delay="0"/>
                                          </p:stCondLst>
                                        </p:cTn>
                                        <p:tgtEl>
                                          <p:spTgt spid="689179"/>
                                        </p:tgtEl>
                                        <p:attrNameLst>
                                          <p:attrName>style.visibility</p:attrName>
                                        </p:attrNameLst>
                                      </p:cBhvr>
                                      <p:to>
                                        <p:strVal val="visible"/>
                                      </p:to>
                                    </p:set>
                                    <p:animEffect transition="in" filter="fade">
                                      <p:cBhvr>
                                        <p:cTn id="58" dur="1000"/>
                                        <p:tgtEl>
                                          <p:spTgt spid="689179"/>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689180"/>
                                        </p:tgtEl>
                                        <p:attrNameLst>
                                          <p:attrName>style.visibility</p:attrName>
                                        </p:attrNameLst>
                                      </p:cBhvr>
                                      <p:to>
                                        <p:strVal val="visible"/>
                                      </p:to>
                                    </p:set>
                                    <p:animEffect transition="in" filter="fade">
                                      <p:cBhvr>
                                        <p:cTn id="63" dur="1000"/>
                                        <p:tgtEl>
                                          <p:spTgt spid="689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9170" grpId="0"/>
      <p:bldP spid="689171" grpId="0" build="p"/>
      <p:bldP spid="689172" grpId="0" build="p"/>
      <p:bldP spid="689173" grpId="0" build="p"/>
      <p:bldP spid="689176" grpId="0" animBg="1"/>
      <p:bldP spid="689177" grpId="0"/>
      <p:bldP spid="689178" grpId="0" animBg="1"/>
      <p:bldP spid="689179" grpId="0"/>
      <p:bldP spid="68918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2">
            <a:extLst>
              <a:ext uri="{FF2B5EF4-FFF2-40B4-BE49-F238E27FC236}">
                <a16:creationId xmlns:a16="http://schemas.microsoft.com/office/drawing/2014/main" id="{C68FD754-D491-EBD8-DD41-FD6A4500BE85}"/>
              </a:ext>
            </a:extLst>
          </p:cNvPr>
          <p:cNvSpPr>
            <a:spLocks noGrp="1"/>
          </p:cNvSpPr>
          <p:nvPr>
            <p:ph type="sldNum" sz="quarter" idx="10"/>
          </p:nvPr>
        </p:nvSpPr>
        <p:spPr/>
        <p:txBody>
          <a:bodyPr/>
          <a:lstStyle/>
          <a:p>
            <a:fld id="{6E670D3E-3D5F-4874-BEE5-0CA151FFECA0}" type="slidenum">
              <a:rPr lang="en-US" altLang="zh-CN"/>
              <a:pPr/>
              <a:t>4</a:t>
            </a:fld>
            <a:endParaRPr lang="en-US" altLang="zh-CN"/>
          </a:p>
        </p:txBody>
      </p:sp>
      <p:sp>
        <p:nvSpPr>
          <p:cNvPr id="541707" name="Rectangle 1035">
            <a:extLst>
              <a:ext uri="{FF2B5EF4-FFF2-40B4-BE49-F238E27FC236}">
                <a16:creationId xmlns:a16="http://schemas.microsoft.com/office/drawing/2014/main" id="{A0E794DC-C98F-4863-126C-30AC066466C4}"/>
              </a:ext>
            </a:extLst>
          </p:cNvPr>
          <p:cNvSpPr>
            <a:spLocks noChangeArrowheads="1"/>
          </p:cNvSpPr>
          <p:nvPr/>
        </p:nvSpPr>
        <p:spPr bwMode="auto">
          <a:xfrm>
            <a:off x="107950" y="476250"/>
            <a:ext cx="3527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solidFill>
                  <a:schemeClr val="bg1"/>
                </a:solidFill>
              </a:rPr>
              <a:t>5.4.</a:t>
            </a:r>
            <a:r>
              <a:rPr lang="en-US" altLang="zh-CN">
                <a:solidFill>
                  <a:schemeClr val="bg1"/>
                </a:solidFill>
                <a:ea typeface="宋体" panose="02010600030101010101" pitchFamily="2" charset="-122"/>
              </a:rPr>
              <a:t>2  </a:t>
            </a:r>
            <a:r>
              <a:rPr lang="zh-CN" altLang="en-US">
                <a:solidFill>
                  <a:schemeClr val="bg1"/>
                </a:solidFill>
                <a:ea typeface="幼圆" panose="02010509060101010101" pitchFamily="49" charset="-122"/>
              </a:rPr>
              <a:t>线极化波</a:t>
            </a:r>
          </a:p>
        </p:txBody>
      </p:sp>
      <p:graphicFrame>
        <p:nvGraphicFramePr>
          <p:cNvPr id="541711" name="Object 1039">
            <a:extLst>
              <a:ext uri="{FF2B5EF4-FFF2-40B4-BE49-F238E27FC236}">
                <a16:creationId xmlns:a16="http://schemas.microsoft.com/office/drawing/2014/main" id="{EE08A180-6890-8B90-EB17-033922A94CC7}"/>
              </a:ext>
            </a:extLst>
          </p:cNvPr>
          <p:cNvGraphicFramePr>
            <a:graphicFrameLocks noChangeAspect="1"/>
          </p:cNvGraphicFramePr>
          <p:nvPr/>
        </p:nvGraphicFramePr>
        <p:xfrm>
          <a:off x="611188" y="2060575"/>
          <a:ext cx="6048375" cy="609600"/>
        </p:xfrm>
        <a:graphic>
          <a:graphicData uri="http://schemas.openxmlformats.org/presentationml/2006/ole">
            <mc:AlternateContent xmlns:mc="http://schemas.openxmlformats.org/markup-compatibility/2006">
              <mc:Choice xmlns:v="urn:schemas-microsoft-com:vml" Requires="v">
                <p:oleObj r:id="rId3" imgW="2598480" imgH="203400" progId="Equation.DSMT4">
                  <p:embed/>
                </p:oleObj>
              </mc:Choice>
              <mc:Fallback>
                <p:oleObj r:id="rId3" imgW="2598480" imgH="203400" progId="Equation.DSMT4">
                  <p:embed/>
                  <p:pic>
                    <p:nvPicPr>
                      <p:cNvPr id="0" name="Object 10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2060575"/>
                        <a:ext cx="60483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1714" name="Object 1042">
            <a:extLst>
              <a:ext uri="{FF2B5EF4-FFF2-40B4-BE49-F238E27FC236}">
                <a16:creationId xmlns:a16="http://schemas.microsoft.com/office/drawing/2014/main" id="{AAA75CB8-2C7E-21B8-FAF9-3C31981DE2CB}"/>
              </a:ext>
            </a:extLst>
          </p:cNvPr>
          <p:cNvGraphicFramePr>
            <a:graphicFrameLocks noChangeAspect="1"/>
          </p:cNvGraphicFramePr>
          <p:nvPr/>
        </p:nvGraphicFramePr>
        <p:xfrm>
          <a:off x="755650" y="3141663"/>
          <a:ext cx="4056063" cy="915987"/>
        </p:xfrm>
        <a:graphic>
          <a:graphicData uri="http://schemas.openxmlformats.org/presentationml/2006/ole">
            <mc:AlternateContent xmlns:mc="http://schemas.openxmlformats.org/markup-compatibility/2006">
              <mc:Choice xmlns:v="urn:schemas-microsoft-com:vml" Requires="v">
                <p:oleObj r:id="rId5" imgW="1752480" imgH="335520" progId="Equation.DSMT4">
                  <p:embed/>
                </p:oleObj>
              </mc:Choice>
              <mc:Fallback>
                <p:oleObj r:id="rId5" imgW="1752480" imgH="335520" progId="Equation.DSMT4">
                  <p:embed/>
                  <p:pic>
                    <p:nvPicPr>
                      <p:cNvPr id="0" name="Object 10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3141663"/>
                        <a:ext cx="4056063"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541719" name="Picture 1047" descr="3">
            <a:extLst>
              <a:ext uri="{FF2B5EF4-FFF2-40B4-BE49-F238E27FC236}">
                <a16:creationId xmlns:a16="http://schemas.microsoft.com/office/drawing/2014/main" id="{0FF9E09E-75BB-C1A7-799A-4545662865E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8488" y="979240"/>
            <a:ext cx="2016125"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1723" name="Rectangle 1051">
            <a:extLst>
              <a:ext uri="{FF2B5EF4-FFF2-40B4-BE49-F238E27FC236}">
                <a16:creationId xmlns:a16="http://schemas.microsoft.com/office/drawing/2014/main" id="{D4C0A1B9-A8CB-9BBB-E401-F2BE27F95672}"/>
              </a:ext>
            </a:extLst>
          </p:cNvPr>
          <p:cNvSpPr>
            <a:spLocks noChangeArrowheads="1"/>
          </p:cNvSpPr>
          <p:nvPr/>
        </p:nvSpPr>
        <p:spPr bwMode="auto">
          <a:xfrm>
            <a:off x="6948488" y="979240"/>
            <a:ext cx="2014537" cy="201771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pPr>
            <a:endParaRPr lang="zh-CN" altLang="en-US"/>
          </a:p>
        </p:txBody>
      </p:sp>
      <p:graphicFrame>
        <p:nvGraphicFramePr>
          <p:cNvPr id="541739" name="Object 1067">
            <a:extLst>
              <a:ext uri="{FF2B5EF4-FFF2-40B4-BE49-F238E27FC236}">
                <a16:creationId xmlns:a16="http://schemas.microsoft.com/office/drawing/2014/main" id="{6E8C3DE0-804B-1647-8620-2BF3C96A253D}"/>
              </a:ext>
            </a:extLst>
          </p:cNvPr>
          <p:cNvGraphicFramePr>
            <a:graphicFrameLocks noChangeAspect="1"/>
          </p:cNvGraphicFramePr>
          <p:nvPr>
            <p:extLst>
              <p:ext uri="{D42A27DB-BD31-4B8C-83A1-F6EECF244321}">
                <p14:modId xmlns:p14="http://schemas.microsoft.com/office/powerpoint/2010/main" val="1997154310"/>
              </p:ext>
            </p:extLst>
          </p:nvPr>
        </p:nvGraphicFramePr>
        <p:xfrm>
          <a:off x="7351713" y="2636590"/>
          <a:ext cx="1293812" cy="360362"/>
        </p:xfrm>
        <a:graphic>
          <a:graphicData uri="http://schemas.openxmlformats.org/presentationml/2006/ole">
            <mc:AlternateContent xmlns:mc="http://schemas.openxmlformats.org/markup-compatibility/2006">
              <mc:Choice xmlns:v="urn:schemas-microsoft-com:vml" Requires="v">
                <p:oleObj r:id="rId8" imgW="672808" imgH="241195" progId="Equation.3">
                  <p:embed/>
                </p:oleObj>
              </mc:Choice>
              <mc:Fallback>
                <p:oleObj r:id="rId8" imgW="672808" imgH="241195" progId="Equation.3">
                  <p:embed/>
                  <p:pic>
                    <p:nvPicPr>
                      <p:cNvPr id="0" name="Object 106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51713" y="2636590"/>
                        <a:ext cx="1293812" cy="360362"/>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541765" name="Group 1093">
            <a:extLst>
              <a:ext uri="{FF2B5EF4-FFF2-40B4-BE49-F238E27FC236}">
                <a16:creationId xmlns:a16="http://schemas.microsoft.com/office/drawing/2014/main" id="{878FADC1-E60A-42E4-C520-3D32B61C03C4}"/>
              </a:ext>
            </a:extLst>
          </p:cNvPr>
          <p:cNvGrpSpPr>
            <a:grpSpLocks/>
          </p:cNvGrpSpPr>
          <p:nvPr/>
        </p:nvGrpSpPr>
        <p:grpSpPr bwMode="auto">
          <a:xfrm>
            <a:off x="6948488" y="3067471"/>
            <a:ext cx="2014537" cy="2017713"/>
            <a:chOff x="4377" y="1797"/>
            <a:chExt cx="1269" cy="1271"/>
          </a:xfrm>
        </p:grpSpPr>
        <p:pic>
          <p:nvPicPr>
            <p:cNvPr id="83977" name="Picture 1048" descr="3">
              <a:extLst>
                <a:ext uri="{FF2B5EF4-FFF2-40B4-BE49-F238E27FC236}">
                  <a16:creationId xmlns:a16="http://schemas.microsoft.com/office/drawing/2014/main" id="{4C258C13-87E9-579C-6538-DA59EE5CAE8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77" y="1797"/>
              <a:ext cx="1269" cy="1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8" name="Rectangle 1052">
              <a:extLst>
                <a:ext uri="{FF2B5EF4-FFF2-40B4-BE49-F238E27FC236}">
                  <a16:creationId xmlns:a16="http://schemas.microsoft.com/office/drawing/2014/main" id="{D06E70D6-0E84-3003-CB65-DDCD598A72F3}"/>
                </a:ext>
              </a:extLst>
            </p:cNvPr>
            <p:cNvSpPr>
              <a:spLocks noChangeArrowheads="1"/>
            </p:cNvSpPr>
            <p:nvPr/>
          </p:nvSpPr>
          <p:spPr bwMode="auto">
            <a:xfrm>
              <a:off x="4377" y="1797"/>
              <a:ext cx="1269" cy="127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pPr>
              <a:endParaRPr lang="zh-CN" altLang="en-US"/>
            </a:p>
          </p:txBody>
        </p:sp>
        <p:graphicFrame>
          <p:nvGraphicFramePr>
            <p:cNvPr id="83979" name="Object 1072">
              <a:extLst>
                <a:ext uri="{FF2B5EF4-FFF2-40B4-BE49-F238E27FC236}">
                  <a16:creationId xmlns:a16="http://schemas.microsoft.com/office/drawing/2014/main" id="{D7534E74-9002-88DD-125A-99512630533C}"/>
                </a:ext>
              </a:extLst>
            </p:cNvPr>
            <p:cNvGraphicFramePr>
              <a:graphicFrameLocks noChangeAspect="1"/>
            </p:cNvGraphicFramePr>
            <p:nvPr/>
          </p:nvGraphicFramePr>
          <p:xfrm>
            <a:off x="4542" y="2841"/>
            <a:ext cx="977" cy="227"/>
          </p:xfrm>
          <a:graphic>
            <a:graphicData uri="http://schemas.openxmlformats.org/presentationml/2006/ole">
              <mc:AlternateContent xmlns:mc="http://schemas.openxmlformats.org/markup-compatibility/2006">
                <mc:Choice xmlns:v="urn:schemas-microsoft-com:vml" Requires="v">
                  <p:oleObj r:id="rId11" imgW="774364" imgH="241195" progId="Equation.DSMT4">
                    <p:embed/>
                  </p:oleObj>
                </mc:Choice>
                <mc:Fallback>
                  <p:oleObj r:id="rId11" imgW="774364" imgH="241195" progId="Equation.DSMT4">
                    <p:embed/>
                    <p:pic>
                      <p:nvPicPr>
                        <p:cNvPr id="0" name="Object 107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42" y="2841"/>
                          <a:ext cx="977" cy="227"/>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541753" name="Group 1081">
            <a:extLst>
              <a:ext uri="{FF2B5EF4-FFF2-40B4-BE49-F238E27FC236}">
                <a16:creationId xmlns:a16="http://schemas.microsoft.com/office/drawing/2014/main" id="{359CEF67-262F-642E-06CA-F54957F28537}"/>
              </a:ext>
            </a:extLst>
          </p:cNvPr>
          <p:cNvGrpSpPr>
            <a:grpSpLocks/>
          </p:cNvGrpSpPr>
          <p:nvPr/>
        </p:nvGrpSpPr>
        <p:grpSpPr bwMode="auto">
          <a:xfrm>
            <a:off x="4643438" y="1071563"/>
            <a:ext cx="1936750" cy="1204912"/>
            <a:chOff x="2925" y="675"/>
            <a:chExt cx="1220" cy="759"/>
          </a:xfrm>
        </p:grpSpPr>
        <p:sp>
          <p:nvSpPr>
            <p:cNvPr id="83981" name="Line 1078">
              <a:extLst>
                <a:ext uri="{FF2B5EF4-FFF2-40B4-BE49-F238E27FC236}">
                  <a16:creationId xmlns:a16="http://schemas.microsoft.com/office/drawing/2014/main" id="{D089A5D5-3B86-6C3E-23EE-0179517F3434}"/>
                </a:ext>
              </a:extLst>
            </p:cNvPr>
            <p:cNvSpPr>
              <a:spLocks noChangeShapeType="1"/>
            </p:cNvSpPr>
            <p:nvPr/>
          </p:nvSpPr>
          <p:spPr bwMode="auto">
            <a:xfrm>
              <a:off x="3606" y="981"/>
              <a:ext cx="136" cy="45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82" name="Rectangle 1080">
              <a:extLst>
                <a:ext uri="{FF2B5EF4-FFF2-40B4-BE49-F238E27FC236}">
                  <a16:creationId xmlns:a16="http://schemas.microsoft.com/office/drawing/2014/main" id="{BB935B56-4838-0F2C-5D5D-C93B8C417E35}"/>
                </a:ext>
              </a:extLst>
            </p:cNvPr>
            <p:cNvSpPr>
              <a:spLocks noChangeArrowheads="1"/>
            </p:cNvSpPr>
            <p:nvPr/>
          </p:nvSpPr>
          <p:spPr bwMode="auto">
            <a:xfrm>
              <a:off x="2925" y="675"/>
              <a:ext cx="1220" cy="268"/>
            </a:xfrm>
            <a:prstGeom prst="rect">
              <a:avLst/>
            </a:prstGeom>
            <a:solidFill>
              <a:srgbClr val="CCFFFF"/>
            </a:solidFill>
            <a:ln w="28575">
              <a:solidFill>
                <a:srgbClr val="FF0000"/>
              </a:solidFill>
              <a:miter lim="800000"/>
              <a:headEnd/>
              <a:tailEnd/>
            </a:ln>
          </p:spPr>
          <p:txBody>
            <a:bodyPr>
              <a:spAutoFit/>
            </a:bodyPr>
            <a:lstStyle/>
            <a:p>
              <a:pPr algn="ctr">
                <a:spcBef>
                  <a:spcPct val="50000"/>
                </a:spcBef>
              </a:pPr>
              <a:r>
                <a:rPr lang="zh-CN" altLang="en-US" sz="2000">
                  <a:solidFill>
                    <a:srgbClr val="990000"/>
                  </a:solidFill>
                  <a:ea typeface="宋体" panose="02010600030101010101" pitchFamily="2" charset="-122"/>
                </a:rPr>
                <a:t>随时间变化</a:t>
              </a:r>
            </a:p>
          </p:txBody>
        </p:sp>
      </p:grpSp>
      <p:grpSp>
        <p:nvGrpSpPr>
          <p:cNvPr id="541766" name="Group 1094">
            <a:extLst>
              <a:ext uri="{FF2B5EF4-FFF2-40B4-BE49-F238E27FC236}">
                <a16:creationId xmlns:a16="http://schemas.microsoft.com/office/drawing/2014/main" id="{E840AD3C-7C5A-A893-E658-0F3B7A94E4F9}"/>
              </a:ext>
            </a:extLst>
          </p:cNvPr>
          <p:cNvGrpSpPr>
            <a:grpSpLocks/>
          </p:cNvGrpSpPr>
          <p:nvPr/>
        </p:nvGrpSpPr>
        <p:grpSpPr bwMode="auto">
          <a:xfrm>
            <a:off x="107950" y="981075"/>
            <a:ext cx="5759450" cy="512763"/>
            <a:chOff x="68" y="618"/>
            <a:chExt cx="3628" cy="323"/>
          </a:xfrm>
        </p:grpSpPr>
        <p:graphicFrame>
          <p:nvGraphicFramePr>
            <p:cNvPr id="83984" name="Object 1038">
              <a:extLst>
                <a:ext uri="{FF2B5EF4-FFF2-40B4-BE49-F238E27FC236}">
                  <a16:creationId xmlns:a16="http://schemas.microsoft.com/office/drawing/2014/main" id="{CECAAE51-2F7B-BBD5-990C-B57910F85EB1}"/>
                </a:ext>
              </a:extLst>
            </p:cNvPr>
            <p:cNvGraphicFramePr>
              <a:graphicFrameLocks noChangeAspect="1"/>
            </p:cNvGraphicFramePr>
            <p:nvPr/>
          </p:nvGraphicFramePr>
          <p:xfrm>
            <a:off x="937" y="621"/>
            <a:ext cx="862" cy="320"/>
          </p:xfrm>
          <a:graphic>
            <a:graphicData uri="http://schemas.openxmlformats.org/presentationml/2006/ole">
              <mc:AlternateContent xmlns:mc="http://schemas.openxmlformats.org/markup-compatibility/2006">
                <mc:Choice xmlns:v="urn:schemas-microsoft-com:vml" Requires="v">
                  <p:oleObj r:id="rId13" imgW="522000" imgH="148680" progId="Equation.DSMT4">
                    <p:embed/>
                  </p:oleObj>
                </mc:Choice>
                <mc:Fallback>
                  <p:oleObj r:id="rId13" imgW="522000" imgH="148680" progId="Equation.DSMT4">
                    <p:embed/>
                    <p:pic>
                      <p:nvPicPr>
                        <p:cNvPr id="0" name="Object 103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37" y="621"/>
                          <a:ext cx="862"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3985" name="Object 1044">
              <a:extLst>
                <a:ext uri="{FF2B5EF4-FFF2-40B4-BE49-F238E27FC236}">
                  <a16:creationId xmlns:a16="http://schemas.microsoft.com/office/drawing/2014/main" id="{C9030A4D-C670-D688-C62D-47A18F81B2D1}"/>
                </a:ext>
              </a:extLst>
            </p:cNvPr>
            <p:cNvGraphicFramePr>
              <a:graphicFrameLocks noChangeAspect="1"/>
            </p:cNvGraphicFramePr>
            <p:nvPr/>
          </p:nvGraphicFramePr>
          <p:xfrm>
            <a:off x="2094" y="678"/>
            <a:ext cx="264" cy="208"/>
          </p:xfrm>
          <a:graphic>
            <a:graphicData uri="http://schemas.openxmlformats.org/presentationml/2006/ole">
              <mc:AlternateContent xmlns:mc="http://schemas.openxmlformats.org/markup-compatibility/2006">
                <mc:Choice xmlns:v="urn:schemas-microsoft-com:vml" Requires="v">
                  <p:oleObj r:id="rId15" imgW="126360" imgH="82440" progId="Equation.DSMT4">
                    <p:embed/>
                  </p:oleObj>
                </mc:Choice>
                <mc:Fallback>
                  <p:oleObj r:id="rId15" imgW="126360" imgH="82440" progId="Equation.DSMT4">
                    <p:embed/>
                    <p:pic>
                      <p:nvPicPr>
                        <p:cNvPr id="0" name="Object 104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94" y="678"/>
                          <a:ext cx="26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3986" name="Text Box 1083">
              <a:extLst>
                <a:ext uri="{FF2B5EF4-FFF2-40B4-BE49-F238E27FC236}">
                  <a16:creationId xmlns:a16="http://schemas.microsoft.com/office/drawing/2014/main" id="{5D22873B-4652-4D12-AB10-5C862E134F1B}"/>
                </a:ext>
              </a:extLst>
            </p:cNvPr>
            <p:cNvSpPr txBox="1">
              <a:spLocks noChangeArrowheads="1"/>
            </p:cNvSpPr>
            <p:nvPr/>
          </p:nvSpPr>
          <p:spPr bwMode="auto">
            <a:xfrm>
              <a:off x="68" y="618"/>
              <a:ext cx="3628"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17"/>
                </a:buBlip>
              </a:pPr>
              <a:r>
                <a:rPr lang="en-US" altLang="zh-CN">
                  <a:solidFill>
                    <a:schemeClr val="bg1"/>
                  </a:solidFill>
                </a:rPr>
                <a:t>   </a:t>
              </a:r>
              <a:r>
                <a:rPr lang="zh-CN" altLang="en-US">
                  <a:solidFill>
                    <a:srgbClr val="FF99FF"/>
                  </a:solidFill>
                  <a:ea typeface="宋体" panose="02010600030101010101" pitchFamily="2" charset="-122"/>
                </a:rPr>
                <a:t>条件：</a:t>
              </a:r>
              <a:r>
                <a:rPr lang="zh-CN" altLang="en-US">
                  <a:solidFill>
                    <a:schemeClr val="bg1"/>
                  </a:solidFill>
                </a:rPr>
                <a:t>                  或</a:t>
              </a:r>
            </a:p>
          </p:txBody>
        </p:sp>
      </p:grpSp>
      <p:sp>
        <p:nvSpPr>
          <p:cNvPr id="541757" name="Text Box 1085">
            <a:extLst>
              <a:ext uri="{FF2B5EF4-FFF2-40B4-BE49-F238E27FC236}">
                <a16:creationId xmlns:a16="http://schemas.microsoft.com/office/drawing/2014/main" id="{60676845-9BA8-2647-2D57-F85AEA86147F}"/>
              </a:ext>
            </a:extLst>
          </p:cNvPr>
          <p:cNvSpPr txBox="1">
            <a:spLocks noChangeArrowheads="1"/>
          </p:cNvSpPr>
          <p:nvPr/>
        </p:nvSpPr>
        <p:spPr bwMode="auto">
          <a:xfrm>
            <a:off x="107950" y="1557338"/>
            <a:ext cx="59404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17"/>
              </a:buBlip>
            </a:pPr>
            <a:r>
              <a:rPr lang="en-US" altLang="zh-CN">
                <a:solidFill>
                  <a:schemeClr val="bg1"/>
                </a:solidFill>
              </a:rPr>
              <a:t>    </a:t>
            </a:r>
            <a:r>
              <a:rPr lang="zh-CN" altLang="en-US">
                <a:solidFill>
                  <a:schemeClr val="bg1"/>
                </a:solidFill>
              </a:rPr>
              <a:t>合成波电场的模</a:t>
            </a:r>
          </a:p>
        </p:txBody>
      </p:sp>
      <p:sp>
        <p:nvSpPr>
          <p:cNvPr id="541758" name="Text Box 1086">
            <a:extLst>
              <a:ext uri="{FF2B5EF4-FFF2-40B4-BE49-F238E27FC236}">
                <a16:creationId xmlns:a16="http://schemas.microsoft.com/office/drawing/2014/main" id="{76198005-4707-BD41-3977-B619D099FEF4}"/>
              </a:ext>
            </a:extLst>
          </p:cNvPr>
          <p:cNvSpPr txBox="1">
            <a:spLocks noChangeArrowheads="1"/>
          </p:cNvSpPr>
          <p:nvPr/>
        </p:nvSpPr>
        <p:spPr bwMode="auto">
          <a:xfrm>
            <a:off x="49213" y="2719388"/>
            <a:ext cx="59404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17"/>
              </a:buBlip>
            </a:pPr>
            <a:r>
              <a:rPr lang="en-US" altLang="zh-CN">
                <a:solidFill>
                  <a:schemeClr val="bg1"/>
                </a:solidFill>
              </a:rPr>
              <a:t>    </a:t>
            </a:r>
            <a:r>
              <a:rPr lang="zh-CN" altLang="en-US">
                <a:solidFill>
                  <a:schemeClr val="bg1"/>
                </a:solidFill>
              </a:rPr>
              <a:t>合成波电场与</a:t>
            </a:r>
            <a:r>
              <a:rPr lang="en-US" altLang="zh-CN">
                <a:solidFill>
                  <a:schemeClr val="bg1"/>
                </a:solidFill>
              </a:rPr>
              <a:t>+ </a:t>
            </a:r>
            <a:r>
              <a:rPr lang="en-US" altLang="zh-CN" i="1">
                <a:solidFill>
                  <a:schemeClr val="bg1"/>
                </a:solidFill>
              </a:rPr>
              <a:t>x </a:t>
            </a:r>
            <a:r>
              <a:rPr lang="zh-CN" altLang="en-US">
                <a:solidFill>
                  <a:schemeClr val="bg1"/>
                </a:solidFill>
              </a:rPr>
              <a:t>轴的夹角</a:t>
            </a:r>
          </a:p>
        </p:txBody>
      </p:sp>
      <p:sp>
        <p:nvSpPr>
          <p:cNvPr id="541759" name="Text Box 1087">
            <a:extLst>
              <a:ext uri="{FF2B5EF4-FFF2-40B4-BE49-F238E27FC236}">
                <a16:creationId xmlns:a16="http://schemas.microsoft.com/office/drawing/2014/main" id="{3503A10D-C346-9A3A-D542-8972E897EBC0}"/>
              </a:ext>
            </a:extLst>
          </p:cNvPr>
          <p:cNvSpPr txBox="1">
            <a:spLocks noChangeArrowheads="1"/>
          </p:cNvSpPr>
          <p:nvPr/>
        </p:nvSpPr>
        <p:spPr bwMode="auto">
          <a:xfrm>
            <a:off x="107950" y="4005263"/>
            <a:ext cx="669607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5000"/>
              </a:lnSpc>
              <a:buFontTx/>
              <a:buBlip>
                <a:blip r:embed="rId18"/>
              </a:buBlip>
            </a:pPr>
            <a:r>
              <a:rPr lang="en-US" altLang="zh-CN">
                <a:solidFill>
                  <a:schemeClr val="bg1"/>
                </a:solidFill>
              </a:rPr>
              <a:t>    </a:t>
            </a:r>
            <a:r>
              <a:rPr lang="zh-CN" altLang="en-US">
                <a:solidFill>
                  <a:srgbClr val="FF99FF"/>
                </a:solidFill>
                <a:ea typeface="宋体" panose="02010600030101010101" pitchFamily="2" charset="-122"/>
              </a:rPr>
              <a:t>特点：</a:t>
            </a:r>
            <a:r>
              <a:rPr lang="zh-CN" altLang="en-US">
                <a:solidFill>
                  <a:schemeClr val="bg1"/>
                </a:solidFill>
              </a:rPr>
              <a:t>合成波电场的大小随时间变化，但其矢端轨迹与</a:t>
            </a:r>
            <a:r>
              <a:rPr lang="en-US" altLang="zh-CN" i="1">
                <a:solidFill>
                  <a:schemeClr val="bg1"/>
                </a:solidFill>
              </a:rPr>
              <a:t>x </a:t>
            </a:r>
            <a:r>
              <a:rPr lang="zh-CN" altLang="en-US">
                <a:solidFill>
                  <a:schemeClr val="bg1"/>
                </a:solidFill>
              </a:rPr>
              <a:t>轴的夹角始终保持不变。</a:t>
            </a:r>
            <a:r>
              <a:rPr lang="zh-CN" altLang="en-US" b="0"/>
              <a:t> </a:t>
            </a:r>
          </a:p>
        </p:txBody>
      </p:sp>
      <p:sp>
        <p:nvSpPr>
          <p:cNvPr id="541760" name="Text Box 1088">
            <a:extLst>
              <a:ext uri="{FF2B5EF4-FFF2-40B4-BE49-F238E27FC236}">
                <a16:creationId xmlns:a16="http://schemas.microsoft.com/office/drawing/2014/main" id="{144910FA-6742-B5AE-90E3-D0335DD52A34}"/>
              </a:ext>
            </a:extLst>
          </p:cNvPr>
          <p:cNvSpPr txBox="1">
            <a:spLocks noChangeArrowheads="1"/>
          </p:cNvSpPr>
          <p:nvPr/>
        </p:nvSpPr>
        <p:spPr bwMode="auto">
          <a:xfrm>
            <a:off x="107950" y="5013325"/>
            <a:ext cx="8928100" cy="15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5000"/>
              </a:lnSpc>
              <a:buFontTx/>
              <a:buBlip>
                <a:blip r:embed="rId18"/>
              </a:buBlip>
            </a:pPr>
            <a:r>
              <a:rPr lang="en-US" altLang="zh-CN" dirty="0">
                <a:solidFill>
                  <a:schemeClr val="bg1"/>
                </a:solidFill>
              </a:rPr>
              <a:t>    </a:t>
            </a:r>
            <a:r>
              <a:rPr lang="zh-CN" altLang="en-US" dirty="0">
                <a:solidFill>
                  <a:srgbClr val="FF99FF"/>
                </a:solidFill>
                <a:ea typeface="宋体" panose="02010600030101010101" pitchFamily="2" charset="-122"/>
              </a:rPr>
              <a:t>结论：</a:t>
            </a:r>
            <a:r>
              <a:rPr lang="zh-CN" altLang="en-US" dirty="0">
                <a:solidFill>
                  <a:schemeClr val="bg1"/>
                </a:solidFill>
              </a:rPr>
              <a:t>任何</a:t>
            </a:r>
            <a:r>
              <a:rPr lang="zh-CN" altLang="en-US" u="sng" dirty="0">
                <a:solidFill>
                  <a:schemeClr val="bg1"/>
                </a:solidFill>
              </a:rPr>
              <a:t>两个</a:t>
            </a:r>
            <a:r>
              <a:rPr lang="zh-CN" altLang="en-US" dirty="0">
                <a:solidFill>
                  <a:schemeClr val="bg1"/>
                </a:solidFill>
              </a:rPr>
              <a:t>同频率、同传播方向且极化方向互相垂直的                   </a:t>
            </a:r>
            <a:r>
              <a:rPr lang="zh-CN" altLang="en-US" u="sng" dirty="0">
                <a:solidFill>
                  <a:schemeClr val="bg1"/>
                </a:solidFill>
              </a:rPr>
              <a:t>线极化波</a:t>
            </a:r>
            <a:r>
              <a:rPr lang="zh-CN" altLang="en-US" dirty="0">
                <a:solidFill>
                  <a:schemeClr val="bg1"/>
                </a:solidFill>
              </a:rPr>
              <a:t>，当它们的</a:t>
            </a:r>
            <a:r>
              <a:rPr lang="zh-CN" altLang="en-US" dirty="0">
                <a:solidFill>
                  <a:srgbClr val="FF0000"/>
                </a:solidFill>
              </a:rPr>
              <a:t>相位相同或相差为</a:t>
            </a:r>
            <a:r>
              <a:rPr lang="en-US" altLang="zh-CN" dirty="0">
                <a:solidFill>
                  <a:srgbClr val="FF0000"/>
                </a:solidFill>
              </a:rPr>
              <a:t>±</a:t>
            </a:r>
            <a:r>
              <a:rPr lang="el-GR" altLang="zh-CN" dirty="0">
                <a:solidFill>
                  <a:srgbClr val="FF0000"/>
                </a:solidFill>
                <a:latin typeface="楷体_GB2312" pitchFamily="49" charset="-122"/>
              </a:rPr>
              <a:t>π</a:t>
            </a:r>
            <a:r>
              <a:rPr lang="zh-CN" altLang="en-US" dirty="0">
                <a:solidFill>
                  <a:schemeClr val="bg1"/>
                </a:solidFill>
              </a:rPr>
              <a:t>时，</a:t>
            </a:r>
            <a:r>
              <a:rPr lang="zh-CN" altLang="en-US" u="sng" dirty="0">
                <a:solidFill>
                  <a:schemeClr val="bg1"/>
                </a:solidFill>
              </a:rPr>
              <a:t>其合成波</a:t>
            </a:r>
            <a:r>
              <a:rPr lang="zh-CN" altLang="en-US" dirty="0">
                <a:solidFill>
                  <a:schemeClr val="bg1"/>
                </a:solidFill>
              </a:rPr>
              <a:t>为线极化波。</a:t>
            </a:r>
          </a:p>
        </p:txBody>
      </p:sp>
      <p:grpSp>
        <p:nvGrpSpPr>
          <p:cNvPr id="541764" name="Group 1092">
            <a:extLst>
              <a:ext uri="{FF2B5EF4-FFF2-40B4-BE49-F238E27FC236}">
                <a16:creationId xmlns:a16="http://schemas.microsoft.com/office/drawing/2014/main" id="{BE3A2DC1-4AD6-5D57-E93B-8E9CC367384E}"/>
              </a:ext>
            </a:extLst>
          </p:cNvPr>
          <p:cNvGrpSpPr>
            <a:grpSpLocks/>
          </p:cNvGrpSpPr>
          <p:nvPr/>
        </p:nvGrpSpPr>
        <p:grpSpPr bwMode="auto">
          <a:xfrm>
            <a:off x="4787900" y="3068638"/>
            <a:ext cx="1649413" cy="431800"/>
            <a:chOff x="3016" y="1933"/>
            <a:chExt cx="1039" cy="272"/>
          </a:xfrm>
        </p:grpSpPr>
        <p:sp>
          <p:nvSpPr>
            <p:cNvPr id="83992" name="Line 1090">
              <a:extLst>
                <a:ext uri="{FF2B5EF4-FFF2-40B4-BE49-F238E27FC236}">
                  <a16:creationId xmlns:a16="http://schemas.microsoft.com/office/drawing/2014/main" id="{57897A5D-C6FC-9748-BE70-A80C67898EAE}"/>
                </a:ext>
              </a:extLst>
            </p:cNvPr>
            <p:cNvSpPr>
              <a:spLocks noChangeShapeType="1"/>
            </p:cNvSpPr>
            <p:nvPr/>
          </p:nvSpPr>
          <p:spPr bwMode="auto">
            <a:xfrm flipH="1">
              <a:off x="3016" y="2069"/>
              <a:ext cx="499" cy="13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93" name="Rectangle 1091">
              <a:extLst>
                <a:ext uri="{FF2B5EF4-FFF2-40B4-BE49-F238E27FC236}">
                  <a16:creationId xmlns:a16="http://schemas.microsoft.com/office/drawing/2014/main" id="{E8F15238-FC76-61F5-9E65-8BDA18EAB89A}"/>
                </a:ext>
              </a:extLst>
            </p:cNvPr>
            <p:cNvSpPr>
              <a:spLocks noChangeArrowheads="1"/>
            </p:cNvSpPr>
            <p:nvPr/>
          </p:nvSpPr>
          <p:spPr bwMode="auto">
            <a:xfrm>
              <a:off x="3379" y="1933"/>
              <a:ext cx="676" cy="268"/>
            </a:xfrm>
            <a:prstGeom prst="rect">
              <a:avLst/>
            </a:prstGeom>
            <a:solidFill>
              <a:srgbClr val="CCFFFF"/>
            </a:solidFill>
            <a:ln w="28575">
              <a:solidFill>
                <a:srgbClr val="FF0000"/>
              </a:solidFill>
              <a:miter lim="800000"/>
              <a:headEnd/>
              <a:tailEnd/>
            </a:ln>
          </p:spPr>
          <p:txBody>
            <a:bodyPr>
              <a:spAutoFit/>
            </a:bodyPr>
            <a:lstStyle/>
            <a:p>
              <a:pPr algn="ctr">
                <a:spcBef>
                  <a:spcPct val="50000"/>
                </a:spcBef>
              </a:pPr>
              <a:r>
                <a:rPr lang="zh-CN" altLang="en-US" sz="2000">
                  <a:solidFill>
                    <a:srgbClr val="990000"/>
                  </a:solidFill>
                  <a:ea typeface="宋体" panose="02010600030101010101" pitchFamily="2" charset="-122"/>
                </a:rPr>
                <a:t>常数</a:t>
              </a:r>
            </a:p>
          </p:txBody>
        </p:sp>
      </p:grpSp>
      <p:graphicFrame>
        <p:nvGraphicFramePr>
          <p:cNvPr id="2" name="Object 12">
            <a:extLst>
              <a:ext uri="{FF2B5EF4-FFF2-40B4-BE49-F238E27FC236}">
                <a16:creationId xmlns:a16="http://schemas.microsoft.com/office/drawing/2014/main" id="{927CC55C-153B-F114-D9CF-83383CFE5FE6}"/>
              </a:ext>
            </a:extLst>
          </p:cNvPr>
          <p:cNvGraphicFramePr>
            <a:graphicFrameLocks noChangeAspect="1"/>
          </p:cNvGraphicFramePr>
          <p:nvPr>
            <p:extLst>
              <p:ext uri="{D42A27DB-BD31-4B8C-83A1-F6EECF244321}">
                <p14:modId xmlns:p14="http://schemas.microsoft.com/office/powerpoint/2010/main" val="2100224174"/>
              </p:ext>
            </p:extLst>
          </p:nvPr>
        </p:nvGraphicFramePr>
        <p:xfrm>
          <a:off x="2267744" y="343701"/>
          <a:ext cx="6876256" cy="579751"/>
        </p:xfrm>
        <a:graphic>
          <a:graphicData uri="http://schemas.openxmlformats.org/presentationml/2006/ole">
            <mc:AlternateContent xmlns:mc="http://schemas.openxmlformats.org/markup-compatibility/2006">
              <mc:Choice xmlns:v="urn:schemas-microsoft-com:vml" Requires="v">
                <p:oleObj r:id="rId19" imgW="2917080" imgH="214560" progId="Equation.3">
                  <p:embed/>
                </p:oleObj>
              </mc:Choice>
              <mc:Fallback>
                <p:oleObj r:id="rId19" imgW="2917080" imgH="214560" progId="Equation.3">
                  <p:embed/>
                  <p:pic>
                    <p:nvPicPr>
                      <p:cNvPr id="83020" name="Object 12">
                        <a:extLst>
                          <a:ext uri="{FF2B5EF4-FFF2-40B4-BE49-F238E27FC236}">
                            <a16:creationId xmlns:a16="http://schemas.microsoft.com/office/drawing/2014/main" id="{DB6CE083-C651-EDBD-A721-9331C75B1596}"/>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67744" y="343701"/>
                        <a:ext cx="6876256" cy="579751"/>
                      </a:xfrm>
                      <a:prstGeom prst="rect">
                        <a:avLst/>
                      </a:prstGeom>
                      <a:solidFill>
                        <a:schemeClr val="accent1">
                          <a:lumMod val="90000"/>
                        </a:schemeClr>
                      </a:solid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41707"/>
                                        </p:tgtEl>
                                        <p:attrNameLst>
                                          <p:attrName>style.visibility</p:attrName>
                                        </p:attrNameLst>
                                      </p:cBhvr>
                                      <p:to>
                                        <p:strVal val="visible"/>
                                      </p:to>
                                    </p:set>
                                    <p:animEffect transition="in" filter="wipe(up)">
                                      <p:cBhvr>
                                        <p:cTn id="7" dur="2000"/>
                                        <p:tgtEl>
                                          <p:spTgt spid="5417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41766"/>
                                        </p:tgtEl>
                                        <p:attrNameLst>
                                          <p:attrName>style.visibility</p:attrName>
                                        </p:attrNameLst>
                                      </p:cBhvr>
                                      <p:to>
                                        <p:strVal val="visible"/>
                                      </p:to>
                                    </p:set>
                                    <p:animEffect transition="in" filter="wipe(up)">
                                      <p:cBhvr>
                                        <p:cTn id="12" dur="2000"/>
                                        <p:tgtEl>
                                          <p:spTgt spid="5417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41757">
                                            <p:txEl>
                                              <p:pRg st="0" end="0"/>
                                            </p:txEl>
                                          </p:spTgt>
                                        </p:tgtEl>
                                        <p:attrNameLst>
                                          <p:attrName>style.visibility</p:attrName>
                                        </p:attrNameLst>
                                      </p:cBhvr>
                                      <p:to>
                                        <p:strVal val="visible"/>
                                      </p:to>
                                    </p:set>
                                    <p:animEffect transition="in" filter="wipe(up)">
                                      <p:cBhvr>
                                        <p:cTn id="17" dur="2000"/>
                                        <p:tgtEl>
                                          <p:spTgt spid="541757">
                                            <p:txEl>
                                              <p:pRg st="0" end="0"/>
                                            </p:txEl>
                                          </p:spTgt>
                                        </p:tgtEl>
                                      </p:cBhvr>
                                    </p:animEffect>
                                  </p:childTnLst>
                                </p:cTn>
                              </p:par>
                            </p:childTnLst>
                          </p:cTn>
                        </p:par>
                        <p:par>
                          <p:cTn id="18" fill="hold" nodeType="afterGroup">
                            <p:stCondLst>
                              <p:cond delay="2000"/>
                            </p:stCondLst>
                            <p:childTnLst>
                              <p:par>
                                <p:cTn id="19" presetID="22" presetClass="entr" presetSubtype="1" fill="hold" nodeType="afterEffect">
                                  <p:stCondLst>
                                    <p:cond delay="0"/>
                                  </p:stCondLst>
                                  <p:childTnLst>
                                    <p:set>
                                      <p:cBhvr>
                                        <p:cTn id="20" dur="1" fill="hold">
                                          <p:stCondLst>
                                            <p:cond delay="0"/>
                                          </p:stCondLst>
                                        </p:cTn>
                                        <p:tgtEl>
                                          <p:spTgt spid="541711"/>
                                        </p:tgtEl>
                                        <p:attrNameLst>
                                          <p:attrName>style.visibility</p:attrName>
                                        </p:attrNameLst>
                                      </p:cBhvr>
                                      <p:to>
                                        <p:strVal val="visible"/>
                                      </p:to>
                                    </p:set>
                                    <p:animEffect transition="in" filter="wipe(up)">
                                      <p:cBhvr>
                                        <p:cTn id="21" dur="2000"/>
                                        <p:tgtEl>
                                          <p:spTgt spid="54171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nodeType="clickEffect">
                                  <p:stCondLst>
                                    <p:cond delay="0"/>
                                  </p:stCondLst>
                                  <p:childTnLst>
                                    <p:set>
                                      <p:cBhvr>
                                        <p:cTn id="25" dur="1" fill="hold">
                                          <p:stCondLst>
                                            <p:cond delay="0"/>
                                          </p:stCondLst>
                                        </p:cTn>
                                        <p:tgtEl>
                                          <p:spTgt spid="541753"/>
                                        </p:tgtEl>
                                        <p:attrNameLst>
                                          <p:attrName>style.visibility</p:attrName>
                                        </p:attrNameLst>
                                      </p:cBhvr>
                                      <p:to>
                                        <p:strVal val="visible"/>
                                      </p:to>
                                    </p:set>
                                    <p:animEffect transition="in" filter="fade">
                                      <p:cBhvr>
                                        <p:cTn id="26" dur="2000"/>
                                        <p:tgtEl>
                                          <p:spTgt spid="54175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541758">
                                            <p:txEl>
                                              <p:pRg st="0" end="0"/>
                                            </p:txEl>
                                          </p:spTgt>
                                        </p:tgtEl>
                                        <p:attrNameLst>
                                          <p:attrName>style.visibility</p:attrName>
                                        </p:attrNameLst>
                                      </p:cBhvr>
                                      <p:to>
                                        <p:strVal val="visible"/>
                                      </p:to>
                                    </p:set>
                                    <p:animEffect transition="in" filter="wipe(up)">
                                      <p:cBhvr>
                                        <p:cTn id="31" dur="2000"/>
                                        <p:tgtEl>
                                          <p:spTgt spid="541758">
                                            <p:txEl>
                                              <p:pRg st="0" end="0"/>
                                            </p:txEl>
                                          </p:spTgt>
                                        </p:tgtEl>
                                      </p:cBhvr>
                                    </p:animEffect>
                                  </p:childTnLst>
                                </p:cTn>
                              </p:par>
                            </p:childTnLst>
                          </p:cTn>
                        </p:par>
                        <p:par>
                          <p:cTn id="32" fill="hold" nodeType="afterGroup">
                            <p:stCondLst>
                              <p:cond delay="2000"/>
                            </p:stCondLst>
                            <p:childTnLst>
                              <p:par>
                                <p:cTn id="33" presetID="22" presetClass="entr" presetSubtype="1" fill="hold" nodeType="afterEffect">
                                  <p:stCondLst>
                                    <p:cond delay="0"/>
                                  </p:stCondLst>
                                  <p:childTnLst>
                                    <p:set>
                                      <p:cBhvr>
                                        <p:cTn id="34" dur="1" fill="hold">
                                          <p:stCondLst>
                                            <p:cond delay="0"/>
                                          </p:stCondLst>
                                        </p:cTn>
                                        <p:tgtEl>
                                          <p:spTgt spid="541714"/>
                                        </p:tgtEl>
                                        <p:attrNameLst>
                                          <p:attrName>style.visibility</p:attrName>
                                        </p:attrNameLst>
                                      </p:cBhvr>
                                      <p:to>
                                        <p:strVal val="visible"/>
                                      </p:to>
                                    </p:set>
                                    <p:animEffect transition="in" filter="wipe(up)">
                                      <p:cBhvr>
                                        <p:cTn id="35" dur="2000"/>
                                        <p:tgtEl>
                                          <p:spTgt spid="54171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nodeType="clickEffect">
                                  <p:stCondLst>
                                    <p:cond delay="0"/>
                                  </p:stCondLst>
                                  <p:childTnLst>
                                    <p:set>
                                      <p:cBhvr>
                                        <p:cTn id="39" dur="1" fill="hold">
                                          <p:stCondLst>
                                            <p:cond delay="0"/>
                                          </p:stCondLst>
                                        </p:cTn>
                                        <p:tgtEl>
                                          <p:spTgt spid="541764"/>
                                        </p:tgtEl>
                                        <p:attrNameLst>
                                          <p:attrName>style.visibility</p:attrName>
                                        </p:attrNameLst>
                                      </p:cBhvr>
                                      <p:to>
                                        <p:strVal val="visible"/>
                                      </p:to>
                                    </p:set>
                                    <p:animEffect transition="in" filter="fade">
                                      <p:cBhvr>
                                        <p:cTn id="40" dur="2000"/>
                                        <p:tgtEl>
                                          <p:spTgt spid="54176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0" presetClass="entr" presetSubtype="0" fill="hold" nodeType="clickEffect">
                                  <p:stCondLst>
                                    <p:cond delay="0"/>
                                  </p:stCondLst>
                                  <p:childTnLst>
                                    <p:set>
                                      <p:cBhvr>
                                        <p:cTn id="44" dur="1" fill="hold">
                                          <p:stCondLst>
                                            <p:cond delay="0"/>
                                          </p:stCondLst>
                                        </p:cTn>
                                        <p:tgtEl>
                                          <p:spTgt spid="541719"/>
                                        </p:tgtEl>
                                        <p:attrNameLst>
                                          <p:attrName>style.visibility</p:attrName>
                                        </p:attrNameLst>
                                      </p:cBhvr>
                                      <p:to>
                                        <p:strVal val="visible"/>
                                      </p:to>
                                    </p:set>
                                    <p:animEffect transition="in" filter="fade">
                                      <p:cBhvr>
                                        <p:cTn id="45" dur="2000"/>
                                        <p:tgtEl>
                                          <p:spTgt spid="5417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41723"/>
                                        </p:tgtEl>
                                        <p:attrNameLst>
                                          <p:attrName>style.visibility</p:attrName>
                                        </p:attrNameLst>
                                      </p:cBhvr>
                                      <p:to>
                                        <p:strVal val="visible"/>
                                      </p:to>
                                    </p:set>
                                    <p:animEffect transition="in" filter="fade">
                                      <p:cBhvr>
                                        <p:cTn id="48" dur="2000"/>
                                        <p:tgtEl>
                                          <p:spTgt spid="541723"/>
                                        </p:tgtEl>
                                      </p:cBhvr>
                                    </p:animEffect>
                                  </p:childTnLst>
                                </p:cTn>
                              </p:par>
                              <p:par>
                                <p:cTn id="49" presetID="10" presetClass="entr" presetSubtype="0" fill="hold" nodeType="withEffect">
                                  <p:stCondLst>
                                    <p:cond delay="0"/>
                                  </p:stCondLst>
                                  <p:childTnLst>
                                    <p:set>
                                      <p:cBhvr>
                                        <p:cTn id="50" dur="1" fill="hold">
                                          <p:stCondLst>
                                            <p:cond delay="0"/>
                                          </p:stCondLst>
                                        </p:cTn>
                                        <p:tgtEl>
                                          <p:spTgt spid="541739"/>
                                        </p:tgtEl>
                                        <p:attrNameLst>
                                          <p:attrName>style.visibility</p:attrName>
                                        </p:attrNameLst>
                                      </p:cBhvr>
                                      <p:to>
                                        <p:strVal val="visible"/>
                                      </p:to>
                                    </p:set>
                                    <p:animEffect transition="in" filter="fade">
                                      <p:cBhvr>
                                        <p:cTn id="51" dur="2000"/>
                                        <p:tgtEl>
                                          <p:spTgt spid="541739"/>
                                        </p:tgtEl>
                                      </p:cBhvr>
                                    </p:animEffect>
                                  </p:childTnLst>
                                </p:cTn>
                              </p:par>
                              <p:par>
                                <p:cTn id="52" presetID="10" presetClass="entr" presetSubtype="0" fill="hold" nodeType="withEffect">
                                  <p:stCondLst>
                                    <p:cond delay="0"/>
                                  </p:stCondLst>
                                  <p:childTnLst>
                                    <p:set>
                                      <p:cBhvr>
                                        <p:cTn id="53" dur="1" fill="hold">
                                          <p:stCondLst>
                                            <p:cond delay="0"/>
                                          </p:stCondLst>
                                        </p:cTn>
                                        <p:tgtEl>
                                          <p:spTgt spid="541765"/>
                                        </p:tgtEl>
                                        <p:attrNameLst>
                                          <p:attrName>style.visibility</p:attrName>
                                        </p:attrNameLst>
                                      </p:cBhvr>
                                      <p:to>
                                        <p:strVal val="visible"/>
                                      </p:to>
                                    </p:set>
                                    <p:animEffect transition="in" filter="fade">
                                      <p:cBhvr>
                                        <p:cTn id="54" dur="2000"/>
                                        <p:tgtEl>
                                          <p:spTgt spid="54176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541759"/>
                                        </p:tgtEl>
                                        <p:attrNameLst>
                                          <p:attrName>style.visibility</p:attrName>
                                        </p:attrNameLst>
                                      </p:cBhvr>
                                      <p:to>
                                        <p:strVal val="visible"/>
                                      </p:to>
                                    </p:set>
                                    <p:animEffect transition="in" filter="wipe(up)">
                                      <p:cBhvr>
                                        <p:cTn id="59" dur="2000"/>
                                        <p:tgtEl>
                                          <p:spTgt spid="54175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541760"/>
                                        </p:tgtEl>
                                        <p:attrNameLst>
                                          <p:attrName>style.visibility</p:attrName>
                                        </p:attrNameLst>
                                      </p:cBhvr>
                                      <p:to>
                                        <p:strVal val="visible"/>
                                      </p:to>
                                    </p:set>
                                    <p:animEffect transition="in" filter="wipe(up)">
                                      <p:cBhvr>
                                        <p:cTn id="64" dur="3000"/>
                                        <p:tgtEl>
                                          <p:spTgt spid="541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1707" grpId="0"/>
      <p:bldP spid="541723" grpId="0" animBg="1"/>
      <p:bldP spid="541757" grpId="0" build="p"/>
      <p:bldP spid="541758" grpId="0" build="p"/>
      <p:bldP spid="541759" grpId="0"/>
      <p:bldP spid="54176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灯片编号占位符 1">
            <a:extLst>
              <a:ext uri="{FF2B5EF4-FFF2-40B4-BE49-F238E27FC236}">
                <a16:creationId xmlns:a16="http://schemas.microsoft.com/office/drawing/2014/main" id="{9F427D88-5CA4-B1DC-20B1-517C4440A686}"/>
              </a:ext>
            </a:extLst>
          </p:cNvPr>
          <p:cNvSpPr>
            <a:spLocks noGrp="1"/>
          </p:cNvSpPr>
          <p:nvPr>
            <p:ph type="sldNum" sz="quarter" idx="10"/>
          </p:nvPr>
        </p:nvSpPr>
        <p:spPr/>
        <p:txBody>
          <a:bodyPr/>
          <a:lstStyle/>
          <a:p>
            <a:fld id="{D87A80D9-A37A-4452-B203-35602611D9A0}" type="slidenum">
              <a:rPr lang="en-US" altLang="zh-CN"/>
              <a:pPr/>
              <a:t>5</a:t>
            </a:fld>
            <a:endParaRPr lang="en-US" altLang="zh-CN"/>
          </a:p>
        </p:txBody>
      </p:sp>
      <p:grpSp>
        <p:nvGrpSpPr>
          <p:cNvPr id="86018" name="Group 2">
            <a:extLst>
              <a:ext uri="{FF2B5EF4-FFF2-40B4-BE49-F238E27FC236}">
                <a16:creationId xmlns:a16="http://schemas.microsoft.com/office/drawing/2014/main" id="{3C097C92-7B49-E4DC-C374-B9DEB9544854}"/>
              </a:ext>
            </a:extLst>
          </p:cNvPr>
          <p:cNvGrpSpPr>
            <a:grpSpLocks/>
          </p:cNvGrpSpPr>
          <p:nvPr/>
        </p:nvGrpSpPr>
        <p:grpSpPr bwMode="auto">
          <a:xfrm>
            <a:off x="42777" y="1060591"/>
            <a:ext cx="3581400" cy="2895600"/>
            <a:chOff x="912" y="576"/>
            <a:chExt cx="2256" cy="1824"/>
          </a:xfrm>
        </p:grpSpPr>
        <p:grpSp>
          <p:nvGrpSpPr>
            <p:cNvPr id="86019" name="Group 3">
              <a:extLst>
                <a:ext uri="{FF2B5EF4-FFF2-40B4-BE49-F238E27FC236}">
                  <a16:creationId xmlns:a16="http://schemas.microsoft.com/office/drawing/2014/main" id="{3AEB0E94-E247-D63F-1055-332E657EAB08}"/>
                </a:ext>
              </a:extLst>
            </p:cNvPr>
            <p:cNvGrpSpPr>
              <a:grpSpLocks/>
            </p:cNvGrpSpPr>
            <p:nvPr/>
          </p:nvGrpSpPr>
          <p:grpSpPr bwMode="auto">
            <a:xfrm>
              <a:off x="1152" y="720"/>
              <a:ext cx="1968" cy="1536"/>
              <a:chOff x="1152" y="720"/>
              <a:chExt cx="1824" cy="1392"/>
            </a:xfrm>
          </p:grpSpPr>
          <p:sp>
            <p:nvSpPr>
              <p:cNvPr id="86020" name="Line 4">
                <a:extLst>
                  <a:ext uri="{FF2B5EF4-FFF2-40B4-BE49-F238E27FC236}">
                    <a16:creationId xmlns:a16="http://schemas.microsoft.com/office/drawing/2014/main" id="{01007D04-2201-C8D8-842B-1CC5CACABBE3}"/>
                  </a:ext>
                </a:extLst>
              </p:cNvPr>
              <p:cNvSpPr>
                <a:spLocks noChangeShapeType="1"/>
              </p:cNvSpPr>
              <p:nvPr/>
            </p:nvSpPr>
            <p:spPr bwMode="auto">
              <a:xfrm>
                <a:off x="1152" y="720"/>
                <a:ext cx="0" cy="1008"/>
              </a:xfrm>
              <a:prstGeom prst="line">
                <a:avLst/>
              </a:prstGeom>
              <a:noFill/>
              <a:ln w="19050">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6021" name="Line 5">
                <a:extLst>
                  <a:ext uri="{FF2B5EF4-FFF2-40B4-BE49-F238E27FC236}">
                    <a16:creationId xmlns:a16="http://schemas.microsoft.com/office/drawing/2014/main" id="{5BAD6EAD-2D8A-8C78-493E-4D2D183F620A}"/>
                  </a:ext>
                </a:extLst>
              </p:cNvPr>
              <p:cNvSpPr>
                <a:spLocks noChangeShapeType="1"/>
              </p:cNvSpPr>
              <p:nvPr/>
            </p:nvSpPr>
            <p:spPr bwMode="auto">
              <a:xfrm flipH="1">
                <a:off x="1152" y="864"/>
                <a:ext cx="1824" cy="864"/>
              </a:xfrm>
              <a:prstGeom prst="line">
                <a:avLst/>
              </a:prstGeom>
              <a:noFill/>
              <a:ln w="19050">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6022" name="Line 6">
                <a:extLst>
                  <a:ext uri="{FF2B5EF4-FFF2-40B4-BE49-F238E27FC236}">
                    <a16:creationId xmlns:a16="http://schemas.microsoft.com/office/drawing/2014/main" id="{A777D050-B3F7-B99A-CDBF-D5E8691133A6}"/>
                  </a:ext>
                </a:extLst>
              </p:cNvPr>
              <p:cNvSpPr>
                <a:spLocks noChangeShapeType="1"/>
              </p:cNvSpPr>
              <p:nvPr/>
            </p:nvSpPr>
            <p:spPr bwMode="auto">
              <a:xfrm flipH="1" flipV="1">
                <a:off x="1152" y="1728"/>
                <a:ext cx="336" cy="384"/>
              </a:xfrm>
              <a:prstGeom prst="line">
                <a:avLst/>
              </a:prstGeom>
              <a:noFill/>
              <a:ln w="19050">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
          <p:nvSpPr>
            <p:cNvPr id="86023" name="Text Box 7">
              <a:extLst>
                <a:ext uri="{FF2B5EF4-FFF2-40B4-BE49-F238E27FC236}">
                  <a16:creationId xmlns:a16="http://schemas.microsoft.com/office/drawing/2014/main" id="{52724298-B781-811A-6282-BAB01E700994}"/>
                </a:ext>
              </a:extLst>
            </p:cNvPr>
            <p:cNvSpPr txBox="1">
              <a:spLocks noChangeArrowheads="1"/>
            </p:cNvSpPr>
            <p:nvPr/>
          </p:nvSpPr>
          <p:spPr bwMode="auto">
            <a:xfrm>
              <a:off x="1248" y="2112"/>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i="1">
                  <a:solidFill>
                    <a:schemeClr val="bg1"/>
                  </a:solidFill>
                  <a:ea typeface="宋体" panose="02010600030101010101" pitchFamily="2" charset="-122"/>
                </a:rPr>
                <a:t>y</a:t>
              </a:r>
            </a:p>
          </p:txBody>
        </p:sp>
        <p:sp>
          <p:nvSpPr>
            <p:cNvPr id="86024" name="Text Box 8">
              <a:extLst>
                <a:ext uri="{FF2B5EF4-FFF2-40B4-BE49-F238E27FC236}">
                  <a16:creationId xmlns:a16="http://schemas.microsoft.com/office/drawing/2014/main" id="{8D9B05B3-17B0-EDF6-8BA1-5865E27BCC7A}"/>
                </a:ext>
              </a:extLst>
            </p:cNvPr>
            <p:cNvSpPr txBox="1">
              <a:spLocks noChangeArrowheads="1"/>
            </p:cNvSpPr>
            <p:nvPr/>
          </p:nvSpPr>
          <p:spPr bwMode="auto">
            <a:xfrm>
              <a:off x="2976" y="576"/>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i="1">
                  <a:solidFill>
                    <a:schemeClr val="bg1"/>
                  </a:solidFill>
                  <a:ea typeface="宋体" panose="02010600030101010101" pitchFamily="2" charset="-122"/>
                </a:rPr>
                <a:t>z</a:t>
              </a:r>
            </a:p>
          </p:txBody>
        </p:sp>
        <p:sp>
          <p:nvSpPr>
            <p:cNvPr id="86025" name="Text Box 9">
              <a:extLst>
                <a:ext uri="{FF2B5EF4-FFF2-40B4-BE49-F238E27FC236}">
                  <a16:creationId xmlns:a16="http://schemas.microsoft.com/office/drawing/2014/main" id="{1E6A3BCA-BDA1-6B1A-B9E6-098E906DC066}"/>
                </a:ext>
              </a:extLst>
            </p:cNvPr>
            <p:cNvSpPr txBox="1">
              <a:spLocks noChangeArrowheads="1"/>
            </p:cNvSpPr>
            <p:nvPr/>
          </p:nvSpPr>
          <p:spPr bwMode="auto">
            <a:xfrm>
              <a:off x="912" y="576"/>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i="1">
                  <a:solidFill>
                    <a:schemeClr val="bg1"/>
                  </a:solidFill>
                  <a:ea typeface="宋体" panose="02010600030101010101" pitchFamily="2" charset="-122"/>
                </a:rPr>
                <a:t>x</a:t>
              </a:r>
            </a:p>
          </p:txBody>
        </p:sp>
        <p:sp>
          <p:nvSpPr>
            <p:cNvPr id="86026" name="Text Box 10">
              <a:extLst>
                <a:ext uri="{FF2B5EF4-FFF2-40B4-BE49-F238E27FC236}">
                  <a16:creationId xmlns:a16="http://schemas.microsoft.com/office/drawing/2014/main" id="{472F048B-4647-7894-B08C-8FB5EA826C58}"/>
                </a:ext>
              </a:extLst>
            </p:cNvPr>
            <p:cNvSpPr txBox="1">
              <a:spLocks noChangeArrowheads="1"/>
            </p:cNvSpPr>
            <p:nvPr/>
          </p:nvSpPr>
          <p:spPr bwMode="auto">
            <a:xfrm>
              <a:off x="912" y="1680"/>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i="1">
                  <a:solidFill>
                    <a:schemeClr val="bg1"/>
                  </a:solidFill>
                  <a:ea typeface="宋体" panose="02010600030101010101" pitchFamily="2" charset="-122"/>
                </a:rPr>
                <a:t>o</a:t>
              </a:r>
            </a:p>
          </p:txBody>
        </p:sp>
      </p:grpSp>
      <p:grpSp>
        <p:nvGrpSpPr>
          <p:cNvPr id="752651" name="Group 11">
            <a:extLst>
              <a:ext uri="{FF2B5EF4-FFF2-40B4-BE49-F238E27FC236}">
                <a16:creationId xmlns:a16="http://schemas.microsoft.com/office/drawing/2014/main" id="{9F811F00-EDF9-B821-DB9A-FF8CB3F8A472}"/>
              </a:ext>
            </a:extLst>
          </p:cNvPr>
          <p:cNvGrpSpPr>
            <a:grpSpLocks/>
          </p:cNvGrpSpPr>
          <p:nvPr/>
        </p:nvGrpSpPr>
        <p:grpSpPr bwMode="auto">
          <a:xfrm>
            <a:off x="333289" y="1646379"/>
            <a:ext cx="2384425" cy="1585912"/>
            <a:chOff x="1152" y="947"/>
            <a:chExt cx="1502" cy="999"/>
          </a:xfrm>
        </p:grpSpPr>
        <p:grpSp>
          <p:nvGrpSpPr>
            <p:cNvPr id="86028" name="Group 12">
              <a:extLst>
                <a:ext uri="{FF2B5EF4-FFF2-40B4-BE49-F238E27FC236}">
                  <a16:creationId xmlns:a16="http://schemas.microsoft.com/office/drawing/2014/main" id="{4A930CA4-CF12-0CE0-3D73-C003A187C747}"/>
                </a:ext>
              </a:extLst>
            </p:cNvPr>
            <p:cNvGrpSpPr>
              <a:grpSpLocks/>
            </p:cNvGrpSpPr>
            <p:nvPr/>
          </p:nvGrpSpPr>
          <p:grpSpPr bwMode="auto">
            <a:xfrm>
              <a:off x="1152" y="947"/>
              <a:ext cx="1502" cy="999"/>
              <a:chOff x="1152" y="947"/>
              <a:chExt cx="1502" cy="999"/>
            </a:xfrm>
          </p:grpSpPr>
          <p:sp>
            <p:nvSpPr>
              <p:cNvPr id="86029" name="Freeform 13">
                <a:extLst>
                  <a:ext uri="{FF2B5EF4-FFF2-40B4-BE49-F238E27FC236}">
                    <a16:creationId xmlns:a16="http://schemas.microsoft.com/office/drawing/2014/main" id="{48B1A251-6CC5-06AD-E001-A7F1466DC3FA}"/>
                  </a:ext>
                </a:extLst>
              </p:cNvPr>
              <p:cNvSpPr>
                <a:spLocks noChangeArrowheads="1"/>
              </p:cNvSpPr>
              <p:nvPr/>
            </p:nvSpPr>
            <p:spPr bwMode="auto">
              <a:xfrm>
                <a:off x="1914" y="1115"/>
                <a:ext cx="740" cy="831"/>
              </a:xfrm>
              <a:custGeom>
                <a:avLst/>
                <a:gdLst>
                  <a:gd name="T0" fmla="*/ 0 w 740"/>
                  <a:gd name="T1" fmla="*/ 362 h 831"/>
                  <a:gd name="T2" fmla="*/ 471 w 740"/>
                  <a:gd name="T3" fmla="*/ 771 h 831"/>
                  <a:gd name="T4" fmla="*/ 740 w 740"/>
                  <a:gd name="T5" fmla="*/ 0 h 831"/>
                </a:gdLst>
                <a:ahLst/>
                <a:cxnLst>
                  <a:cxn ang="0">
                    <a:pos x="T0" y="T1"/>
                  </a:cxn>
                  <a:cxn ang="0">
                    <a:pos x="T2" y="T3"/>
                  </a:cxn>
                  <a:cxn ang="0">
                    <a:pos x="T4" y="T5"/>
                  </a:cxn>
                </a:cxnLst>
                <a:rect l="0" t="0" r="r" b="b"/>
                <a:pathLst>
                  <a:path w="740" h="831">
                    <a:moveTo>
                      <a:pt x="0" y="362"/>
                    </a:moveTo>
                    <a:cubicBezTo>
                      <a:pt x="78" y="432"/>
                      <a:pt x="348" y="831"/>
                      <a:pt x="471" y="771"/>
                    </a:cubicBezTo>
                    <a:cubicBezTo>
                      <a:pt x="594" y="711"/>
                      <a:pt x="684" y="161"/>
                      <a:pt x="740" y="0"/>
                    </a:cubicBezTo>
                  </a:path>
                </a:pathLst>
              </a:custGeom>
              <a:noFill/>
              <a:ln w="28575">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030" name="Freeform 14">
                <a:extLst>
                  <a:ext uri="{FF2B5EF4-FFF2-40B4-BE49-F238E27FC236}">
                    <a16:creationId xmlns:a16="http://schemas.microsoft.com/office/drawing/2014/main" id="{45B403A6-BF8B-5DB7-3A14-97EC86E80CD3}"/>
                  </a:ext>
                </a:extLst>
              </p:cNvPr>
              <p:cNvSpPr>
                <a:spLocks noChangeArrowheads="1"/>
              </p:cNvSpPr>
              <p:nvPr/>
            </p:nvSpPr>
            <p:spPr bwMode="auto">
              <a:xfrm>
                <a:off x="1152" y="947"/>
                <a:ext cx="753" cy="877"/>
              </a:xfrm>
              <a:custGeom>
                <a:avLst/>
                <a:gdLst>
                  <a:gd name="T0" fmla="*/ 0 w 753"/>
                  <a:gd name="T1" fmla="*/ 877 h 877"/>
                  <a:gd name="T2" fmla="*/ 360 w 753"/>
                  <a:gd name="T3" fmla="*/ 61 h 877"/>
                  <a:gd name="T4" fmla="*/ 753 w 753"/>
                  <a:gd name="T5" fmla="*/ 512 h 877"/>
                </a:gdLst>
                <a:ahLst/>
                <a:cxnLst>
                  <a:cxn ang="0">
                    <a:pos x="T0" y="T1"/>
                  </a:cxn>
                  <a:cxn ang="0">
                    <a:pos x="T2" y="T3"/>
                  </a:cxn>
                  <a:cxn ang="0">
                    <a:pos x="T4" y="T5"/>
                  </a:cxn>
                </a:cxnLst>
                <a:rect l="0" t="0" r="r" b="b"/>
                <a:pathLst>
                  <a:path w="753" h="877">
                    <a:moveTo>
                      <a:pt x="0" y="877"/>
                    </a:moveTo>
                    <a:cubicBezTo>
                      <a:pt x="120" y="469"/>
                      <a:pt x="235" y="122"/>
                      <a:pt x="360" y="61"/>
                    </a:cubicBezTo>
                    <a:cubicBezTo>
                      <a:pt x="485" y="0"/>
                      <a:pt x="671" y="418"/>
                      <a:pt x="753" y="512"/>
                    </a:cubicBezTo>
                  </a:path>
                </a:pathLst>
              </a:custGeom>
              <a:noFill/>
              <a:ln w="28575">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6031" name="Line 15">
              <a:extLst>
                <a:ext uri="{FF2B5EF4-FFF2-40B4-BE49-F238E27FC236}">
                  <a16:creationId xmlns:a16="http://schemas.microsoft.com/office/drawing/2014/main" id="{EBFEFA2A-08DF-66C5-B752-0DF9DE997A1D}"/>
                </a:ext>
              </a:extLst>
            </p:cNvPr>
            <p:cNvSpPr>
              <a:spLocks noChangeShapeType="1"/>
            </p:cNvSpPr>
            <p:nvPr/>
          </p:nvSpPr>
          <p:spPr bwMode="auto">
            <a:xfrm>
              <a:off x="1536" y="1008"/>
              <a:ext cx="0" cy="634"/>
            </a:xfrm>
            <a:prstGeom prst="line">
              <a:avLst/>
            </a:prstGeom>
            <a:noFill/>
            <a:ln w="19050">
              <a:solidFill>
                <a:srgbClr val="FF99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32" name="Line 16">
              <a:extLst>
                <a:ext uri="{FF2B5EF4-FFF2-40B4-BE49-F238E27FC236}">
                  <a16:creationId xmlns:a16="http://schemas.microsoft.com/office/drawing/2014/main" id="{26991801-427B-CC40-15A2-10BFF5A9AA9D}"/>
                </a:ext>
              </a:extLst>
            </p:cNvPr>
            <p:cNvSpPr>
              <a:spLocks noChangeShapeType="1"/>
            </p:cNvSpPr>
            <p:nvPr/>
          </p:nvSpPr>
          <p:spPr bwMode="auto">
            <a:xfrm flipH="1">
              <a:off x="1403" y="1132"/>
              <a:ext cx="1" cy="587"/>
            </a:xfrm>
            <a:prstGeom prst="line">
              <a:avLst/>
            </a:prstGeom>
            <a:noFill/>
            <a:ln w="19050">
              <a:solidFill>
                <a:srgbClr val="FF99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33" name="Line 17">
              <a:extLst>
                <a:ext uri="{FF2B5EF4-FFF2-40B4-BE49-F238E27FC236}">
                  <a16:creationId xmlns:a16="http://schemas.microsoft.com/office/drawing/2014/main" id="{BD7F2FD8-12EB-8727-FDEC-C0598C942CEB}"/>
                </a:ext>
              </a:extLst>
            </p:cNvPr>
            <p:cNvSpPr>
              <a:spLocks noChangeShapeType="1"/>
            </p:cNvSpPr>
            <p:nvPr/>
          </p:nvSpPr>
          <p:spPr bwMode="auto">
            <a:xfrm>
              <a:off x="1296" y="1366"/>
              <a:ext cx="0" cy="383"/>
            </a:xfrm>
            <a:prstGeom prst="line">
              <a:avLst/>
            </a:prstGeom>
            <a:noFill/>
            <a:ln w="19050">
              <a:solidFill>
                <a:srgbClr val="FF9900"/>
              </a:solidFill>
              <a:round/>
              <a:headEnd type="triangle"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86034" name="Line 18">
              <a:extLst>
                <a:ext uri="{FF2B5EF4-FFF2-40B4-BE49-F238E27FC236}">
                  <a16:creationId xmlns:a16="http://schemas.microsoft.com/office/drawing/2014/main" id="{69309C76-47CC-69EE-0891-CB9B31E9BAD6}"/>
                </a:ext>
              </a:extLst>
            </p:cNvPr>
            <p:cNvSpPr>
              <a:spLocks noChangeShapeType="1"/>
            </p:cNvSpPr>
            <p:nvPr/>
          </p:nvSpPr>
          <p:spPr bwMode="auto">
            <a:xfrm>
              <a:off x="1653" y="1099"/>
              <a:ext cx="0" cy="485"/>
            </a:xfrm>
            <a:prstGeom prst="line">
              <a:avLst/>
            </a:prstGeom>
            <a:noFill/>
            <a:ln w="19050">
              <a:solidFill>
                <a:srgbClr val="FF99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35" name="Line 19">
              <a:extLst>
                <a:ext uri="{FF2B5EF4-FFF2-40B4-BE49-F238E27FC236}">
                  <a16:creationId xmlns:a16="http://schemas.microsoft.com/office/drawing/2014/main" id="{B9866C6E-9ED0-384E-DB74-766451C475AA}"/>
                </a:ext>
              </a:extLst>
            </p:cNvPr>
            <p:cNvSpPr>
              <a:spLocks noChangeShapeType="1"/>
            </p:cNvSpPr>
            <p:nvPr/>
          </p:nvSpPr>
          <p:spPr bwMode="auto">
            <a:xfrm>
              <a:off x="1776" y="1265"/>
              <a:ext cx="0" cy="271"/>
            </a:xfrm>
            <a:prstGeom prst="line">
              <a:avLst/>
            </a:prstGeom>
            <a:noFill/>
            <a:ln w="19050">
              <a:solidFill>
                <a:srgbClr val="FF99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36" name="Line 20">
              <a:extLst>
                <a:ext uri="{FF2B5EF4-FFF2-40B4-BE49-F238E27FC236}">
                  <a16:creationId xmlns:a16="http://schemas.microsoft.com/office/drawing/2014/main" id="{3AC4EB91-E253-11AE-66CF-D9A0742D83D6}"/>
                </a:ext>
              </a:extLst>
            </p:cNvPr>
            <p:cNvSpPr>
              <a:spLocks noChangeShapeType="1"/>
            </p:cNvSpPr>
            <p:nvPr/>
          </p:nvSpPr>
          <p:spPr bwMode="auto">
            <a:xfrm flipH="1">
              <a:off x="2340" y="1248"/>
              <a:ext cx="0" cy="652"/>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37" name="Line 21">
              <a:extLst>
                <a:ext uri="{FF2B5EF4-FFF2-40B4-BE49-F238E27FC236}">
                  <a16:creationId xmlns:a16="http://schemas.microsoft.com/office/drawing/2014/main" id="{3B37BACA-2674-A005-2538-88C9B77CE9CB}"/>
                </a:ext>
              </a:extLst>
            </p:cNvPr>
            <p:cNvSpPr>
              <a:spLocks noChangeShapeType="1"/>
            </p:cNvSpPr>
            <p:nvPr/>
          </p:nvSpPr>
          <p:spPr bwMode="auto">
            <a:xfrm>
              <a:off x="2227" y="1341"/>
              <a:ext cx="0" cy="475"/>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38" name="Line 22">
              <a:extLst>
                <a:ext uri="{FF2B5EF4-FFF2-40B4-BE49-F238E27FC236}">
                  <a16:creationId xmlns:a16="http://schemas.microsoft.com/office/drawing/2014/main" id="{C91462E8-CB68-D3C6-248B-BD21554ECA7A}"/>
                </a:ext>
              </a:extLst>
            </p:cNvPr>
            <p:cNvSpPr>
              <a:spLocks noChangeShapeType="1"/>
            </p:cNvSpPr>
            <p:nvPr/>
          </p:nvSpPr>
          <p:spPr bwMode="auto">
            <a:xfrm>
              <a:off x="2093" y="1415"/>
              <a:ext cx="1" cy="261"/>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39" name="Line 23">
              <a:extLst>
                <a:ext uri="{FF2B5EF4-FFF2-40B4-BE49-F238E27FC236}">
                  <a16:creationId xmlns:a16="http://schemas.microsoft.com/office/drawing/2014/main" id="{30844488-9600-0D81-2369-CC9C44EC083E}"/>
                </a:ext>
              </a:extLst>
            </p:cNvPr>
            <p:cNvSpPr>
              <a:spLocks noChangeShapeType="1"/>
            </p:cNvSpPr>
            <p:nvPr/>
          </p:nvSpPr>
          <p:spPr bwMode="auto">
            <a:xfrm>
              <a:off x="2448" y="1200"/>
              <a:ext cx="0" cy="624"/>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40" name="Line 24">
              <a:extLst>
                <a:ext uri="{FF2B5EF4-FFF2-40B4-BE49-F238E27FC236}">
                  <a16:creationId xmlns:a16="http://schemas.microsoft.com/office/drawing/2014/main" id="{24ED7510-75C1-EC50-CD4E-60D6CCFEC128}"/>
                </a:ext>
              </a:extLst>
            </p:cNvPr>
            <p:cNvSpPr>
              <a:spLocks noChangeShapeType="1"/>
            </p:cNvSpPr>
            <p:nvPr/>
          </p:nvSpPr>
          <p:spPr bwMode="auto">
            <a:xfrm>
              <a:off x="2544" y="1152"/>
              <a:ext cx="0" cy="355"/>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sp>
        <p:nvSpPr>
          <p:cNvPr id="86041" name="Text Box 25">
            <a:extLst>
              <a:ext uri="{FF2B5EF4-FFF2-40B4-BE49-F238E27FC236}">
                <a16:creationId xmlns:a16="http://schemas.microsoft.com/office/drawing/2014/main" id="{3AEFD7A9-A943-2CAC-7B88-21812E28CB8B}"/>
              </a:ext>
            </a:extLst>
          </p:cNvPr>
          <p:cNvSpPr txBox="1">
            <a:spLocks noChangeArrowheads="1"/>
          </p:cNvSpPr>
          <p:nvPr/>
        </p:nvSpPr>
        <p:spPr bwMode="auto">
          <a:xfrm>
            <a:off x="968289" y="1179654"/>
            <a:ext cx="400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i="1">
                <a:solidFill>
                  <a:schemeClr val="bg1"/>
                </a:solidFill>
                <a:latin typeface="Verdana" panose="020B0604030504040204" pitchFamily="34" charset="0"/>
                <a:ea typeface="宋体" panose="02010600030101010101" pitchFamily="2" charset="-122"/>
              </a:rPr>
              <a:t>E</a:t>
            </a:r>
          </a:p>
        </p:txBody>
      </p:sp>
      <p:sp>
        <p:nvSpPr>
          <p:cNvPr id="86042" name="Text Box 26">
            <a:extLst>
              <a:ext uri="{FF2B5EF4-FFF2-40B4-BE49-F238E27FC236}">
                <a16:creationId xmlns:a16="http://schemas.microsoft.com/office/drawing/2014/main" id="{CFA53A5F-012F-DC96-2F11-FA08BE74F603}"/>
              </a:ext>
            </a:extLst>
          </p:cNvPr>
          <p:cNvSpPr txBox="1">
            <a:spLocks noChangeArrowheads="1"/>
          </p:cNvSpPr>
          <p:nvPr/>
        </p:nvSpPr>
        <p:spPr bwMode="auto">
          <a:xfrm>
            <a:off x="1144502" y="3283091"/>
            <a:ext cx="1563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i="1">
                <a:solidFill>
                  <a:schemeClr val="bg1"/>
                </a:solidFill>
                <a:ea typeface="宋体" panose="02010600030101010101" pitchFamily="2" charset="-122"/>
              </a:rPr>
              <a:t>t=const</a:t>
            </a:r>
          </a:p>
        </p:txBody>
      </p:sp>
      <p:grpSp>
        <p:nvGrpSpPr>
          <p:cNvPr id="752667" name="Group 27">
            <a:extLst>
              <a:ext uri="{FF2B5EF4-FFF2-40B4-BE49-F238E27FC236}">
                <a16:creationId xmlns:a16="http://schemas.microsoft.com/office/drawing/2014/main" id="{CA0CB1C3-7ADF-C4D5-ED9A-3679A4CA75D2}"/>
              </a:ext>
            </a:extLst>
          </p:cNvPr>
          <p:cNvGrpSpPr>
            <a:grpSpLocks/>
          </p:cNvGrpSpPr>
          <p:nvPr/>
        </p:nvGrpSpPr>
        <p:grpSpPr bwMode="auto">
          <a:xfrm>
            <a:off x="485689" y="1598754"/>
            <a:ext cx="2384425" cy="1585912"/>
            <a:chOff x="1152" y="947"/>
            <a:chExt cx="1502" cy="999"/>
          </a:xfrm>
        </p:grpSpPr>
        <p:grpSp>
          <p:nvGrpSpPr>
            <p:cNvPr id="86044" name="Group 28">
              <a:extLst>
                <a:ext uri="{FF2B5EF4-FFF2-40B4-BE49-F238E27FC236}">
                  <a16:creationId xmlns:a16="http://schemas.microsoft.com/office/drawing/2014/main" id="{D34C00A5-716A-278D-F9EC-5310CE5D0F13}"/>
                </a:ext>
              </a:extLst>
            </p:cNvPr>
            <p:cNvGrpSpPr>
              <a:grpSpLocks/>
            </p:cNvGrpSpPr>
            <p:nvPr/>
          </p:nvGrpSpPr>
          <p:grpSpPr bwMode="auto">
            <a:xfrm>
              <a:off x="1152" y="947"/>
              <a:ext cx="1502" cy="999"/>
              <a:chOff x="1152" y="947"/>
              <a:chExt cx="1502" cy="999"/>
            </a:xfrm>
          </p:grpSpPr>
          <p:sp>
            <p:nvSpPr>
              <p:cNvPr id="86045" name="Freeform 29">
                <a:extLst>
                  <a:ext uri="{FF2B5EF4-FFF2-40B4-BE49-F238E27FC236}">
                    <a16:creationId xmlns:a16="http://schemas.microsoft.com/office/drawing/2014/main" id="{98CE88D6-F126-A204-DAA9-EFF79E2E5203}"/>
                  </a:ext>
                </a:extLst>
              </p:cNvPr>
              <p:cNvSpPr>
                <a:spLocks noChangeArrowheads="1"/>
              </p:cNvSpPr>
              <p:nvPr/>
            </p:nvSpPr>
            <p:spPr bwMode="auto">
              <a:xfrm>
                <a:off x="1914" y="1115"/>
                <a:ext cx="740" cy="831"/>
              </a:xfrm>
              <a:custGeom>
                <a:avLst/>
                <a:gdLst>
                  <a:gd name="T0" fmla="*/ 0 w 740"/>
                  <a:gd name="T1" fmla="*/ 362 h 831"/>
                  <a:gd name="T2" fmla="*/ 471 w 740"/>
                  <a:gd name="T3" fmla="*/ 771 h 831"/>
                  <a:gd name="T4" fmla="*/ 740 w 740"/>
                  <a:gd name="T5" fmla="*/ 0 h 831"/>
                </a:gdLst>
                <a:ahLst/>
                <a:cxnLst>
                  <a:cxn ang="0">
                    <a:pos x="T0" y="T1"/>
                  </a:cxn>
                  <a:cxn ang="0">
                    <a:pos x="T2" y="T3"/>
                  </a:cxn>
                  <a:cxn ang="0">
                    <a:pos x="T4" y="T5"/>
                  </a:cxn>
                </a:cxnLst>
                <a:rect l="0" t="0" r="r" b="b"/>
                <a:pathLst>
                  <a:path w="740" h="831">
                    <a:moveTo>
                      <a:pt x="0" y="362"/>
                    </a:moveTo>
                    <a:cubicBezTo>
                      <a:pt x="78" y="432"/>
                      <a:pt x="348" y="831"/>
                      <a:pt x="471" y="771"/>
                    </a:cubicBezTo>
                    <a:cubicBezTo>
                      <a:pt x="594" y="711"/>
                      <a:pt x="684" y="161"/>
                      <a:pt x="740" y="0"/>
                    </a:cubicBezTo>
                  </a:path>
                </a:pathLst>
              </a:custGeom>
              <a:noFill/>
              <a:ln w="28575">
                <a:solidFill>
                  <a:srgbClr val="CC00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046" name="Freeform 30">
                <a:extLst>
                  <a:ext uri="{FF2B5EF4-FFF2-40B4-BE49-F238E27FC236}">
                    <a16:creationId xmlns:a16="http://schemas.microsoft.com/office/drawing/2014/main" id="{45562AB8-2246-B9A8-81FF-B7F97F98C773}"/>
                  </a:ext>
                </a:extLst>
              </p:cNvPr>
              <p:cNvSpPr>
                <a:spLocks noChangeArrowheads="1"/>
              </p:cNvSpPr>
              <p:nvPr/>
            </p:nvSpPr>
            <p:spPr bwMode="auto">
              <a:xfrm>
                <a:off x="1152" y="947"/>
                <a:ext cx="753" cy="877"/>
              </a:xfrm>
              <a:custGeom>
                <a:avLst/>
                <a:gdLst>
                  <a:gd name="T0" fmla="*/ 0 w 753"/>
                  <a:gd name="T1" fmla="*/ 877 h 877"/>
                  <a:gd name="T2" fmla="*/ 360 w 753"/>
                  <a:gd name="T3" fmla="*/ 61 h 877"/>
                  <a:gd name="T4" fmla="*/ 753 w 753"/>
                  <a:gd name="T5" fmla="*/ 512 h 877"/>
                </a:gdLst>
                <a:ahLst/>
                <a:cxnLst>
                  <a:cxn ang="0">
                    <a:pos x="T0" y="T1"/>
                  </a:cxn>
                  <a:cxn ang="0">
                    <a:pos x="T2" y="T3"/>
                  </a:cxn>
                  <a:cxn ang="0">
                    <a:pos x="T4" y="T5"/>
                  </a:cxn>
                </a:cxnLst>
                <a:rect l="0" t="0" r="r" b="b"/>
                <a:pathLst>
                  <a:path w="753" h="877">
                    <a:moveTo>
                      <a:pt x="0" y="877"/>
                    </a:moveTo>
                    <a:cubicBezTo>
                      <a:pt x="120" y="469"/>
                      <a:pt x="235" y="122"/>
                      <a:pt x="360" y="61"/>
                    </a:cubicBezTo>
                    <a:cubicBezTo>
                      <a:pt x="485" y="0"/>
                      <a:pt x="671" y="418"/>
                      <a:pt x="753" y="512"/>
                    </a:cubicBezTo>
                  </a:path>
                </a:pathLst>
              </a:custGeom>
              <a:noFill/>
              <a:ln w="28575">
                <a:solidFill>
                  <a:srgbClr val="CC00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6047" name="Line 31">
              <a:extLst>
                <a:ext uri="{FF2B5EF4-FFF2-40B4-BE49-F238E27FC236}">
                  <a16:creationId xmlns:a16="http://schemas.microsoft.com/office/drawing/2014/main" id="{40C79BE3-C78E-5FFE-2CB9-B3422895922A}"/>
                </a:ext>
              </a:extLst>
            </p:cNvPr>
            <p:cNvSpPr>
              <a:spLocks noChangeShapeType="1"/>
            </p:cNvSpPr>
            <p:nvPr/>
          </p:nvSpPr>
          <p:spPr bwMode="auto">
            <a:xfrm>
              <a:off x="1536" y="1008"/>
              <a:ext cx="0" cy="634"/>
            </a:xfrm>
            <a:prstGeom prst="line">
              <a:avLst/>
            </a:prstGeom>
            <a:noFill/>
            <a:ln w="19050">
              <a:solidFill>
                <a:srgbClr val="CC0099"/>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48" name="Line 32">
              <a:extLst>
                <a:ext uri="{FF2B5EF4-FFF2-40B4-BE49-F238E27FC236}">
                  <a16:creationId xmlns:a16="http://schemas.microsoft.com/office/drawing/2014/main" id="{44ECFA32-1844-BD02-6ED5-168F31A0F02F}"/>
                </a:ext>
              </a:extLst>
            </p:cNvPr>
            <p:cNvSpPr>
              <a:spLocks noChangeShapeType="1"/>
            </p:cNvSpPr>
            <p:nvPr/>
          </p:nvSpPr>
          <p:spPr bwMode="auto">
            <a:xfrm flipH="1">
              <a:off x="1403" y="1132"/>
              <a:ext cx="1" cy="587"/>
            </a:xfrm>
            <a:prstGeom prst="line">
              <a:avLst/>
            </a:prstGeom>
            <a:noFill/>
            <a:ln w="19050">
              <a:solidFill>
                <a:srgbClr val="CC0099"/>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49" name="Line 33">
              <a:extLst>
                <a:ext uri="{FF2B5EF4-FFF2-40B4-BE49-F238E27FC236}">
                  <a16:creationId xmlns:a16="http://schemas.microsoft.com/office/drawing/2014/main" id="{1DFEA753-E604-AFA1-A512-EFD936B5EA8E}"/>
                </a:ext>
              </a:extLst>
            </p:cNvPr>
            <p:cNvSpPr>
              <a:spLocks noChangeShapeType="1"/>
            </p:cNvSpPr>
            <p:nvPr/>
          </p:nvSpPr>
          <p:spPr bwMode="auto">
            <a:xfrm>
              <a:off x="1296" y="1366"/>
              <a:ext cx="0" cy="383"/>
            </a:xfrm>
            <a:prstGeom prst="line">
              <a:avLst/>
            </a:prstGeom>
            <a:noFill/>
            <a:ln w="19050">
              <a:solidFill>
                <a:srgbClr val="CC0099"/>
              </a:solidFill>
              <a:round/>
              <a:headEnd type="triangle"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86050" name="Line 34">
              <a:extLst>
                <a:ext uri="{FF2B5EF4-FFF2-40B4-BE49-F238E27FC236}">
                  <a16:creationId xmlns:a16="http://schemas.microsoft.com/office/drawing/2014/main" id="{896732BF-A889-9715-E4CD-B3F8C43789D5}"/>
                </a:ext>
              </a:extLst>
            </p:cNvPr>
            <p:cNvSpPr>
              <a:spLocks noChangeShapeType="1"/>
            </p:cNvSpPr>
            <p:nvPr/>
          </p:nvSpPr>
          <p:spPr bwMode="auto">
            <a:xfrm>
              <a:off x="1653" y="1099"/>
              <a:ext cx="0" cy="485"/>
            </a:xfrm>
            <a:prstGeom prst="line">
              <a:avLst/>
            </a:prstGeom>
            <a:noFill/>
            <a:ln w="19050">
              <a:solidFill>
                <a:srgbClr val="CC0099"/>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51" name="Line 35">
              <a:extLst>
                <a:ext uri="{FF2B5EF4-FFF2-40B4-BE49-F238E27FC236}">
                  <a16:creationId xmlns:a16="http://schemas.microsoft.com/office/drawing/2014/main" id="{190F6793-2230-B244-F9FF-692AE0D89B43}"/>
                </a:ext>
              </a:extLst>
            </p:cNvPr>
            <p:cNvSpPr>
              <a:spLocks noChangeShapeType="1"/>
            </p:cNvSpPr>
            <p:nvPr/>
          </p:nvSpPr>
          <p:spPr bwMode="auto">
            <a:xfrm>
              <a:off x="1776" y="1265"/>
              <a:ext cx="0" cy="271"/>
            </a:xfrm>
            <a:prstGeom prst="line">
              <a:avLst/>
            </a:prstGeom>
            <a:noFill/>
            <a:ln w="19050">
              <a:solidFill>
                <a:srgbClr val="CC0099"/>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52" name="Line 36">
              <a:extLst>
                <a:ext uri="{FF2B5EF4-FFF2-40B4-BE49-F238E27FC236}">
                  <a16:creationId xmlns:a16="http://schemas.microsoft.com/office/drawing/2014/main" id="{6D879357-AD0B-0238-10E3-D79B036D9155}"/>
                </a:ext>
              </a:extLst>
            </p:cNvPr>
            <p:cNvSpPr>
              <a:spLocks noChangeShapeType="1"/>
            </p:cNvSpPr>
            <p:nvPr/>
          </p:nvSpPr>
          <p:spPr bwMode="auto">
            <a:xfrm flipH="1">
              <a:off x="2340" y="1248"/>
              <a:ext cx="0" cy="652"/>
            </a:xfrm>
            <a:prstGeom prst="line">
              <a:avLst/>
            </a:prstGeom>
            <a:noFill/>
            <a:ln w="19050">
              <a:solidFill>
                <a:srgbClr val="CC0099"/>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53" name="Line 37">
              <a:extLst>
                <a:ext uri="{FF2B5EF4-FFF2-40B4-BE49-F238E27FC236}">
                  <a16:creationId xmlns:a16="http://schemas.microsoft.com/office/drawing/2014/main" id="{C187402E-E538-EEE2-FF81-9B96DE56F1AC}"/>
                </a:ext>
              </a:extLst>
            </p:cNvPr>
            <p:cNvSpPr>
              <a:spLocks noChangeShapeType="1"/>
            </p:cNvSpPr>
            <p:nvPr/>
          </p:nvSpPr>
          <p:spPr bwMode="auto">
            <a:xfrm>
              <a:off x="2227" y="1341"/>
              <a:ext cx="0" cy="475"/>
            </a:xfrm>
            <a:prstGeom prst="line">
              <a:avLst/>
            </a:prstGeom>
            <a:noFill/>
            <a:ln w="19050">
              <a:solidFill>
                <a:srgbClr val="CC0099"/>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54" name="Line 38">
              <a:extLst>
                <a:ext uri="{FF2B5EF4-FFF2-40B4-BE49-F238E27FC236}">
                  <a16:creationId xmlns:a16="http://schemas.microsoft.com/office/drawing/2014/main" id="{9B96DD5B-3D67-F646-8EF5-BCD7C4EF262C}"/>
                </a:ext>
              </a:extLst>
            </p:cNvPr>
            <p:cNvSpPr>
              <a:spLocks noChangeShapeType="1"/>
            </p:cNvSpPr>
            <p:nvPr/>
          </p:nvSpPr>
          <p:spPr bwMode="auto">
            <a:xfrm>
              <a:off x="2093" y="1415"/>
              <a:ext cx="1" cy="261"/>
            </a:xfrm>
            <a:prstGeom prst="line">
              <a:avLst/>
            </a:prstGeom>
            <a:noFill/>
            <a:ln w="19050">
              <a:solidFill>
                <a:srgbClr val="CC0099"/>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55" name="Line 39">
              <a:extLst>
                <a:ext uri="{FF2B5EF4-FFF2-40B4-BE49-F238E27FC236}">
                  <a16:creationId xmlns:a16="http://schemas.microsoft.com/office/drawing/2014/main" id="{5960E612-CDA0-0242-CD5E-EF2748519289}"/>
                </a:ext>
              </a:extLst>
            </p:cNvPr>
            <p:cNvSpPr>
              <a:spLocks noChangeShapeType="1"/>
            </p:cNvSpPr>
            <p:nvPr/>
          </p:nvSpPr>
          <p:spPr bwMode="auto">
            <a:xfrm>
              <a:off x="2448" y="1200"/>
              <a:ext cx="0" cy="624"/>
            </a:xfrm>
            <a:prstGeom prst="line">
              <a:avLst/>
            </a:prstGeom>
            <a:noFill/>
            <a:ln w="19050">
              <a:solidFill>
                <a:srgbClr val="CC0099"/>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56" name="Line 40">
              <a:extLst>
                <a:ext uri="{FF2B5EF4-FFF2-40B4-BE49-F238E27FC236}">
                  <a16:creationId xmlns:a16="http://schemas.microsoft.com/office/drawing/2014/main" id="{2EC7ED25-726C-53A7-E91D-BE691C5CA9ED}"/>
                </a:ext>
              </a:extLst>
            </p:cNvPr>
            <p:cNvSpPr>
              <a:spLocks noChangeShapeType="1"/>
            </p:cNvSpPr>
            <p:nvPr/>
          </p:nvSpPr>
          <p:spPr bwMode="auto">
            <a:xfrm>
              <a:off x="2544" y="1152"/>
              <a:ext cx="0" cy="355"/>
            </a:xfrm>
            <a:prstGeom prst="line">
              <a:avLst/>
            </a:prstGeom>
            <a:noFill/>
            <a:ln w="19050">
              <a:solidFill>
                <a:srgbClr val="CC0099"/>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52681" name="Group 41">
            <a:extLst>
              <a:ext uri="{FF2B5EF4-FFF2-40B4-BE49-F238E27FC236}">
                <a16:creationId xmlns:a16="http://schemas.microsoft.com/office/drawing/2014/main" id="{3A5295C5-FA3F-9382-8B8B-6C86CBCC64DC}"/>
              </a:ext>
            </a:extLst>
          </p:cNvPr>
          <p:cNvGrpSpPr>
            <a:grpSpLocks/>
          </p:cNvGrpSpPr>
          <p:nvPr/>
        </p:nvGrpSpPr>
        <p:grpSpPr bwMode="auto">
          <a:xfrm>
            <a:off x="671427" y="1498741"/>
            <a:ext cx="2384425" cy="1585913"/>
            <a:chOff x="1152" y="947"/>
            <a:chExt cx="1502" cy="999"/>
          </a:xfrm>
        </p:grpSpPr>
        <p:grpSp>
          <p:nvGrpSpPr>
            <p:cNvPr id="86058" name="Group 42">
              <a:extLst>
                <a:ext uri="{FF2B5EF4-FFF2-40B4-BE49-F238E27FC236}">
                  <a16:creationId xmlns:a16="http://schemas.microsoft.com/office/drawing/2014/main" id="{DD81C38B-343F-DDDB-41AE-6B8399E61E00}"/>
                </a:ext>
              </a:extLst>
            </p:cNvPr>
            <p:cNvGrpSpPr>
              <a:grpSpLocks/>
            </p:cNvGrpSpPr>
            <p:nvPr/>
          </p:nvGrpSpPr>
          <p:grpSpPr bwMode="auto">
            <a:xfrm>
              <a:off x="1152" y="947"/>
              <a:ext cx="1502" cy="999"/>
              <a:chOff x="1152" y="947"/>
              <a:chExt cx="1502" cy="999"/>
            </a:xfrm>
          </p:grpSpPr>
          <p:sp>
            <p:nvSpPr>
              <p:cNvPr id="86059" name="Freeform 43">
                <a:extLst>
                  <a:ext uri="{FF2B5EF4-FFF2-40B4-BE49-F238E27FC236}">
                    <a16:creationId xmlns:a16="http://schemas.microsoft.com/office/drawing/2014/main" id="{31EC0753-89E1-462E-4831-6A55EFCBD6BF}"/>
                  </a:ext>
                </a:extLst>
              </p:cNvPr>
              <p:cNvSpPr>
                <a:spLocks noChangeArrowheads="1"/>
              </p:cNvSpPr>
              <p:nvPr/>
            </p:nvSpPr>
            <p:spPr bwMode="auto">
              <a:xfrm>
                <a:off x="1914" y="1115"/>
                <a:ext cx="740" cy="831"/>
              </a:xfrm>
              <a:custGeom>
                <a:avLst/>
                <a:gdLst>
                  <a:gd name="T0" fmla="*/ 0 w 740"/>
                  <a:gd name="T1" fmla="*/ 362 h 831"/>
                  <a:gd name="T2" fmla="*/ 471 w 740"/>
                  <a:gd name="T3" fmla="*/ 771 h 831"/>
                  <a:gd name="T4" fmla="*/ 740 w 740"/>
                  <a:gd name="T5" fmla="*/ 0 h 831"/>
                </a:gdLst>
                <a:ahLst/>
                <a:cxnLst>
                  <a:cxn ang="0">
                    <a:pos x="T0" y="T1"/>
                  </a:cxn>
                  <a:cxn ang="0">
                    <a:pos x="T2" y="T3"/>
                  </a:cxn>
                  <a:cxn ang="0">
                    <a:pos x="T4" y="T5"/>
                  </a:cxn>
                </a:cxnLst>
                <a:rect l="0" t="0" r="r" b="b"/>
                <a:pathLst>
                  <a:path w="740" h="831">
                    <a:moveTo>
                      <a:pt x="0" y="362"/>
                    </a:moveTo>
                    <a:cubicBezTo>
                      <a:pt x="78" y="432"/>
                      <a:pt x="348" y="831"/>
                      <a:pt x="471" y="771"/>
                    </a:cubicBezTo>
                    <a:cubicBezTo>
                      <a:pt x="594" y="711"/>
                      <a:pt x="684" y="161"/>
                      <a:pt x="740" y="0"/>
                    </a:cubicBezTo>
                  </a:path>
                </a:pathLst>
              </a:custGeom>
              <a:noFill/>
              <a:ln w="28575">
                <a:solidFill>
                  <a:srgbClr val="33CC3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060" name="Freeform 44">
                <a:extLst>
                  <a:ext uri="{FF2B5EF4-FFF2-40B4-BE49-F238E27FC236}">
                    <a16:creationId xmlns:a16="http://schemas.microsoft.com/office/drawing/2014/main" id="{523FA341-7F0C-5DA7-FCB7-105CF0D0F623}"/>
                  </a:ext>
                </a:extLst>
              </p:cNvPr>
              <p:cNvSpPr>
                <a:spLocks noChangeArrowheads="1"/>
              </p:cNvSpPr>
              <p:nvPr/>
            </p:nvSpPr>
            <p:spPr bwMode="auto">
              <a:xfrm>
                <a:off x="1152" y="947"/>
                <a:ext cx="753" cy="877"/>
              </a:xfrm>
              <a:custGeom>
                <a:avLst/>
                <a:gdLst>
                  <a:gd name="T0" fmla="*/ 0 w 753"/>
                  <a:gd name="T1" fmla="*/ 877 h 877"/>
                  <a:gd name="T2" fmla="*/ 360 w 753"/>
                  <a:gd name="T3" fmla="*/ 61 h 877"/>
                  <a:gd name="T4" fmla="*/ 753 w 753"/>
                  <a:gd name="T5" fmla="*/ 512 h 877"/>
                </a:gdLst>
                <a:ahLst/>
                <a:cxnLst>
                  <a:cxn ang="0">
                    <a:pos x="T0" y="T1"/>
                  </a:cxn>
                  <a:cxn ang="0">
                    <a:pos x="T2" y="T3"/>
                  </a:cxn>
                  <a:cxn ang="0">
                    <a:pos x="T4" y="T5"/>
                  </a:cxn>
                </a:cxnLst>
                <a:rect l="0" t="0" r="r" b="b"/>
                <a:pathLst>
                  <a:path w="753" h="877">
                    <a:moveTo>
                      <a:pt x="0" y="877"/>
                    </a:moveTo>
                    <a:cubicBezTo>
                      <a:pt x="120" y="469"/>
                      <a:pt x="235" y="122"/>
                      <a:pt x="360" y="61"/>
                    </a:cubicBezTo>
                    <a:cubicBezTo>
                      <a:pt x="485" y="0"/>
                      <a:pt x="671" y="418"/>
                      <a:pt x="753" y="512"/>
                    </a:cubicBezTo>
                  </a:path>
                </a:pathLst>
              </a:custGeom>
              <a:noFill/>
              <a:ln w="28575">
                <a:solidFill>
                  <a:srgbClr val="33CC33"/>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6061" name="Line 45">
              <a:extLst>
                <a:ext uri="{FF2B5EF4-FFF2-40B4-BE49-F238E27FC236}">
                  <a16:creationId xmlns:a16="http://schemas.microsoft.com/office/drawing/2014/main" id="{49ED96C6-2860-E6D4-E289-5EECBC2B5EBA}"/>
                </a:ext>
              </a:extLst>
            </p:cNvPr>
            <p:cNvSpPr>
              <a:spLocks noChangeShapeType="1"/>
            </p:cNvSpPr>
            <p:nvPr/>
          </p:nvSpPr>
          <p:spPr bwMode="auto">
            <a:xfrm>
              <a:off x="1536" y="1008"/>
              <a:ext cx="0" cy="634"/>
            </a:xfrm>
            <a:prstGeom prst="line">
              <a:avLst/>
            </a:prstGeom>
            <a:noFill/>
            <a:ln w="19050">
              <a:solidFill>
                <a:srgbClr val="33CC33"/>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62" name="Line 46">
              <a:extLst>
                <a:ext uri="{FF2B5EF4-FFF2-40B4-BE49-F238E27FC236}">
                  <a16:creationId xmlns:a16="http://schemas.microsoft.com/office/drawing/2014/main" id="{E8CD8086-308C-6162-2F16-98B8D19970A0}"/>
                </a:ext>
              </a:extLst>
            </p:cNvPr>
            <p:cNvSpPr>
              <a:spLocks noChangeShapeType="1"/>
            </p:cNvSpPr>
            <p:nvPr/>
          </p:nvSpPr>
          <p:spPr bwMode="auto">
            <a:xfrm flipH="1">
              <a:off x="1403" y="1132"/>
              <a:ext cx="1" cy="587"/>
            </a:xfrm>
            <a:prstGeom prst="line">
              <a:avLst/>
            </a:prstGeom>
            <a:noFill/>
            <a:ln w="19050">
              <a:solidFill>
                <a:srgbClr val="33CC33"/>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63" name="Line 47">
              <a:extLst>
                <a:ext uri="{FF2B5EF4-FFF2-40B4-BE49-F238E27FC236}">
                  <a16:creationId xmlns:a16="http://schemas.microsoft.com/office/drawing/2014/main" id="{9EE38E46-79D5-6193-2102-777B3E9A4157}"/>
                </a:ext>
              </a:extLst>
            </p:cNvPr>
            <p:cNvSpPr>
              <a:spLocks noChangeShapeType="1"/>
            </p:cNvSpPr>
            <p:nvPr/>
          </p:nvSpPr>
          <p:spPr bwMode="auto">
            <a:xfrm>
              <a:off x="1296" y="1366"/>
              <a:ext cx="0" cy="383"/>
            </a:xfrm>
            <a:prstGeom prst="line">
              <a:avLst/>
            </a:prstGeom>
            <a:noFill/>
            <a:ln w="19050">
              <a:solidFill>
                <a:srgbClr val="33CC33"/>
              </a:solidFill>
              <a:round/>
              <a:headEnd type="triangle"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86064" name="Line 48">
              <a:extLst>
                <a:ext uri="{FF2B5EF4-FFF2-40B4-BE49-F238E27FC236}">
                  <a16:creationId xmlns:a16="http://schemas.microsoft.com/office/drawing/2014/main" id="{154C17B8-279D-4DEE-E89C-DD3336C5554F}"/>
                </a:ext>
              </a:extLst>
            </p:cNvPr>
            <p:cNvSpPr>
              <a:spLocks noChangeShapeType="1"/>
            </p:cNvSpPr>
            <p:nvPr/>
          </p:nvSpPr>
          <p:spPr bwMode="auto">
            <a:xfrm>
              <a:off x="1653" y="1099"/>
              <a:ext cx="0" cy="485"/>
            </a:xfrm>
            <a:prstGeom prst="line">
              <a:avLst/>
            </a:prstGeom>
            <a:noFill/>
            <a:ln w="19050">
              <a:solidFill>
                <a:srgbClr val="33CC33"/>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65" name="Line 49">
              <a:extLst>
                <a:ext uri="{FF2B5EF4-FFF2-40B4-BE49-F238E27FC236}">
                  <a16:creationId xmlns:a16="http://schemas.microsoft.com/office/drawing/2014/main" id="{439C1CBF-C159-F14A-7BAC-CF1A658AE427}"/>
                </a:ext>
              </a:extLst>
            </p:cNvPr>
            <p:cNvSpPr>
              <a:spLocks noChangeShapeType="1"/>
            </p:cNvSpPr>
            <p:nvPr/>
          </p:nvSpPr>
          <p:spPr bwMode="auto">
            <a:xfrm>
              <a:off x="1776" y="1265"/>
              <a:ext cx="0" cy="271"/>
            </a:xfrm>
            <a:prstGeom prst="line">
              <a:avLst/>
            </a:prstGeom>
            <a:noFill/>
            <a:ln w="19050">
              <a:solidFill>
                <a:srgbClr val="33CC33"/>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66" name="Line 50">
              <a:extLst>
                <a:ext uri="{FF2B5EF4-FFF2-40B4-BE49-F238E27FC236}">
                  <a16:creationId xmlns:a16="http://schemas.microsoft.com/office/drawing/2014/main" id="{3F874E4A-4693-887B-23D4-76D3724F2621}"/>
                </a:ext>
              </a:extLst>
            </p:cNvPr>
            <p:cNvSpPr>
              <a:spLocks noChangeShapeType="1"/>
            </p:cNvSpPr>
            <p:nvPr/>
          </p:nvSpPr>
          <p:spPr bwMode="auto">
            <a:xfrm flipH="1">
              <a:off x="2340" y="1248"/>
              <a:ext cx="0" cy="652"/>
            </a:xfrm>
            <a:prstGeom prst="line">
              <a:avLst/>
            </a:prstGeom>
            <a:noFill/>
            <a:ln w="19050">
              <a:solidFill>
                <a:srgbClr val="33CC33"/>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67" name="Line 51">
              <a:extLst>
                <a:ext uri="{FF2B5EF4-FFF2-40B4-BE49-F238E27FC236}">
                  <a16:creationId xmlns:a16="http://schemas.microsoft.com/office/drawing/2014/main" id="{E5D07B7B-39B5-6932-62B4-BFFF0F792B78}"/>
                </a:ext>
              </a:extLst>
            </p:cNvPr>
            <p:cNvSpPr>
              <a:spLocks noChangeShapeType="1"/>
            </p:cNvSpPr>
            <p:nvPr/>
          </p:nvSpPr>
          <p:spPr bwMode="auto">
            <a:xfrm>
              <a:off x="2227" y="1341"/>
              <a:ext cx="0" cy="475"/>
            </a:xfrm>
            <a:prstGeom prst="line">
              <a:avLst/>
            </a:prstGeom>
            <a:noFill/>
            <a:ln w="19050">
              <a:solidFill>
                <a:srgbClr val="33CC33"/>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68" name="Line 52">
              <a:extLst>
                <a:ext uri="{FF2B5EF4-FFF2-40B4-BE49-F238E27FC236}">
                  <a16:creationId xmlns:a16="http://schemas.microsoft.com/office/drawing/2014/main" id="{76A8B518-C0AA-7327-7EC3-B28AB2FEBF52}"/>
                </a:ext>
              </a:extLst>
            </p:cNvPr>
            <p:cNvSpPr>
              <a:spLocks noChangeShapeType="1"/>
            </p:cNvSpPr>
            <p:nvPr/>
          </p:nvSpPr>
          <p:spPr bwMode="auto">
            <a:xfrm>
              <a:off x="2093" y="1415"/>
              <a:ext cx="1" cy="261"/>
            </a:xfrm>
            <a:prstGeom prst="line">
              <a:avLst/>
            </a:prstGeom>
            <a:noFill/>
            <a:ln w="19050">
              <a:solidFill>
                <a:srgbClr val="33CC33"/>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69" name="Line 53">
              <a:extLst>
                <a:ext uri="{FF2B5EF4-FFF2-40B4-BE49-F238E27FC236}">
                  <a16:creationId xmlns:a16="http://schemas.microsoft.com/office/drawing/2014/main" id="{B5E602FA-30E8-CB80-B07B-36477F43CB96}"/>
                </a:ext>
              </a:extLst>
            </p:cNvPr>
            <p:cNvSpPr>
              <a:spLocks noChangeShapeType="1"/>
            </p:cNvSpPr>
            <p:nvPr/>
          </p:nvSpPr>
          <p:spPr bwMode="auto">
            <a:xfrm>
              <a:off x="2448" y="1200"/>
              <a:ext cx="0" cy="624"/>
            </a:xfrm>
            <a:prstGeom prst="line">
              <a:avLst/>
            </a:prstGeom>
            <a:noFill/>
            <a:ln w="19050">
              <a:solidFill>
                <a:srgbClr val="33CC33"/>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70" name="Line 54">
              <a:extLst>
                <a:ext uri="{FF2B5EF4-FFF2-40B4-BE49-F238E27FC236}">
                  <a16:creationId xmlns:a16="http://schemas.microsoft.com/office/drawing/2014/main" id="{BA4FE2B8-80BA-C8A2-88C3-E81D2619B8A4}"/>
                </a:ext>
              </a:extLst>
            </p:cNvPr>
            <p:cNvSpPr>
              <a:spLocks noChangeShapeType="1"/>
            </p:cNvSpPr>
            <p:nvPr/>
          </p:nvSpPr>
          <p:spPr bwMode="auto">
            <a:xfrm>
              <a:off x="2544" y="1152"/>
              <a:ext cx="0" cy="355"/>
            </a:xfrm>
            <a:prstGeom prst="line">
              <a:avLst/>
            </a:prstGeom>
            <a:noFill/>
            <a:ln w="19050">
              <a:solidFill>
                <a:srgbClr val="33CC33"/>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52695" name="Group 55">
            <a:extLst>
              <a:ext uri="{FF2B5EF4-FFF2-40B4-BE49-F238E27FC236}">
                <a16:creationId xmlns:a16="http://schemas.microsoft.com/office/drawing/2014/main" id="{85C43ADD-BCB7-4390-7214-81314DDA1D87}"/>
              </a:ext>
            </a:extLst>
          </p:cNvPr>
          <p:cNvGrpSpPr>
            <a:grpSpLocks/>
          </p:cNvGrpSpPr>
          <p:nvPr/>
        </p:nvGrpSpPr>
        <p:grpSpPr bwMode="auto">
          <a:xfrm>
            <a:off x="857164" y="1427304"/>
            <a:ext cx="2384425" cy="1585912"/>
            <a:chOff x="1152" y="947"/>
            <a:chExt cx="1502" cy="999"/>
          </a:xfrm>
        </p:grpSpPr>
        <p:grpSp>
          <p:nvGrpSpPr>
            <p:cNvPr id="86072" name="Group 56">
              <a:extLst>
                <a:ext uri="{FF2B5EF4-FFF2-40B4-BE49-F238E27FC236}">
                  <a16:creationId xmlns:a16="http://schemas.microsoft.com/office/drawing/2014/main" id="{8D71D17A-21F5-FCA8-C97A-0270611D4D08}"/>
                </a:ext>
              </a:extLst>
            </p:cNvPr>
            <p:cNvGrpSpPr>
              <a:grpSpLocks/>
            </p:cNvGrpSpPr>
            <p:nvPr/>
          </p:nvGrpSpPr>
          <p:grpSpPr bwMode="auto">
            <a:xfrm>
              <a:off x="1152" y="947"/>
              <a:ext cx="1502" cy="999"/>
              <a:chOff x="1152" y="947"/>
              <a:chExt cx="1502" cy="999"/>
            </a:xfrm>
          </p:grpSpPr>
          <p:sp>
            <p:nvSpPr>
              <p:cNvPr id="86073" name="Freeform 57">
                <a:extLst>
                  <a:ext uri="{FF2B5EF4-FFF2-40B4-BE49-F238E27FC236}">
                    <a16:creationId xmlns:a16="http://schemas.microsoft.com/office/drawing/2014/main" id="{821C1527-3B2E-78EF-8743-5DB75A5955FB}"/>
                  </a:ext>
                </a:extLst>
              </p:cNvPr>
              <p:cNvSpPr>
                <a:spLocks noChangeArrowheads="1"/>
              </p:cNvSpPr>
              <p:nvPr/>
            </p:nvSpPr>
            <p:spPr bwMode="auto">
              <a:xfrm>
                <a:off x="1914" y="1115"/>
                <a:ext cx="740" cy="831"/>
              </a:xfrm>
              <a:custGeom>
                <a:avLst/>
                <a:gdLst>
                  <a:gd name="T0" fmla="*/ 0 w 740"/>
                  <a:gd name="T1" fmla="*/ 362 h 831"/>
                  <a:gd name="T2" fmla="*/ 471 w 740"/>
                  <a:gd name="T3" fmla="*/ 771 h 831"/>
                  <a:gd name="T4" fmla="*/ 740 w 740"/>
                  <a:gd name="T5" fmla="*/ 0 h 831"/>
                </a:gdLst>
                <a:ahLst/>
                <a:cxnLst>
                  <a:cxn ang="0">
                    <a:pos x="T0" y="T1"/>
                  </a:cxn>
                  <a:cxn ang="0">
                    <a:pos x="T2" y="T3"/>
                  </a:cxn>
                  <a:cxn ang="0">
                    <a:pos x="T4" y="T5"/>
                  </a:cxn>
                </a:cxnLst>
                <a:rect l="0" t="0" r="r" b="b"/>
                <a:pathLst>
                  <a:path w="740" h="831">
                    <a:moveTo>
                      <a:pt x="0" y="362"/>
                    </a:moveTo>
                    <a:cubicBezTo>
                      <a:pt x="78" y="432"/>
                      <a:pt x="348" y="831"/>
                      <a:pt x="471" y="771"/>
                    </a:cubicBezTo>
                    <a:cubicBezTo>
                      <a:pt x="594" y="711"/>
                      <a:pt x="684" y="161"/>
                      <a:pt x="740" y="0"/>
                    </a:cubicBezTo>
                  </a:path>
                </a:pathLst>
              </a:custGeom>
              <a:noFill/>
              <a:ln w="28575">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074" name="Freeform 58">
                <a:extLst>
                  <a:ext uri="{FF2B5EF4-FFF2-40B4-BE49-F238E27FC236}">
                    <a16:creationId xmlns:a16="http://schemas.microsoft.com/office/drawing/2014/main" id="{1C89FB50-5C84-22A3-4F63-49ED7E45563D}"/>
                  </a:ext>
                </a:extLst>
              </p:cNvPr>
              <p:cNvSpPr>
                <a:spLocks noChangeArrowheads="1"/>
              </p:cNvSpPr>
              <p:nvPr/>
            </p:nvSpPr>
            <p:spPr bwMode="auto">
              <a:xfrm>
                <a:off x="1152" y="947"/>
                <a:ext cx="753" cy="877"/>
              </a:xfrm>
              <a:custGeom>
                <a:avLst/>
                <a:gdLst>
                  <a:gd name="T0" fmla="*/ 0 w 753"/>
                  <a:gd name="T1" fmla="*/ 877 h 877"/>
                  <a:gd name="T2" fmla="*/ 360 w 753"/>
                  <a:gd name="T3" fmla="*/ 61 h 877"/>
                  <a:gd name="T4" fmla="*/ 753 w 753"/>
                  <a:gd name="T5" fmla="*/ 512 h 877"/>
                </a:gdLst>
                <a:ahLst/>
                <a:cxnLst>
                  <a:cxn ang="0">
                    <a:pos x="T0" y="T1"/>
                  </a:cxn>
                  <a:cxn ang="0">
                    <a:pos x="T2" y="T3"/>
                  </a:cxn>
                  <a:cxn ang="0">
                    <a:pos x="T4" y="T5"/>
                  </a:cxn>
                </a:cxnLst>
                <a:rect l="0" t="0" r="r" b="b"/>
                <a:pathLst>
                  <a:path w="753" h="877">
                    <a:moveTo>
                      <a:pt x="0" y="877"/>
                    </a:moveTo>
                    <a:cubicBezTo>
                      <a:pt x="120" y="469"/>
                      <a:pt x="235" y="122"/>
                      <a:pt x="360" y="61"/>
                    </a:cubicBezTo>
                    <a:cubicBezTo>
                      <a:pt x="485" y="0"/>
                      <a:pt x="671" y="418"/>
                      <a:pt x="753" y="512"/>
                    </a:cubicBezTo>
                  </a:path>
                </a:pathLst>
              </a:custGeom>
              <a:noFill/>
              <a:ln w="28575">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6075" name="Line 59">
              <a:extLst>
                <a:ext uri="{FF2B5EF4-FFF2-40B4-BE49-F238E27FC236}">
                  <a16:creationId xmlns:a16="http://schemas.microsoft.com/office/drawing/2014/main" id="{1AA51256-FDBB-1296-4221-821BFB6ED2B0}"/>
                </a:ext>
              </a:extLst>
            </p:cNvPr>
            <p:cNvSpPr>
              <a:spLocks noChangeShapeType="1"/>
            </p:cNvSpPr>
            <p:nvPr/>
          </p:nvSpPr>
          <p:spPr bwMode="auto">
            <a:xfrm>
              <a:off x="1536" y="1008"/>
              <a:ext cx="0" cy="634"/>
            </a:xfrm>
            <a:prstGeom prst="line">
              <a:avLst/>
            </a:prstGeom>
            <a:noFill/>
            <a:ln w="19050">
              <a:solidFill>
                <a:srgbClr val="0000CC"/>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76" name="Line 60">
              <a:extLst>
                <a:ext uri="{FF2B5EF4-FFF2-40B4-BE49-F238E27FC236}">
                  <a16:creationId xmlns:a16="http://schemas.microsoft.com/office/drawing/2014/main" id="{9A371F42-D7D1-B823-FB5B-A09B653C00EA}"/>
                </a:ext>
              </a:extLst>
            </p:cNvPr>
            <p:cNvSpPr>
              <a:spLocks noChangeShapeType="1"/>
            </p:cNvSpPr>
            <p:nvPr/>
          </p:nvSpPr>
          <p:spPr bwMode="auto">
            <a:xfrm flipH="1">
              <a:off x="1403" y="1132"/>
              <a:ext cx="1" cy="587"/>
            </a:xfrm>
            <a:prstGeom prst="line">
              <a:avLst/>
            </a:prstGeom>
            <a:noFill/>
            <a:ln w="19050">
              <a:solidFill>
                <a:srgbClr val="0000CC"/>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77" name="Line 61">
              <a:extLst>
                <a:ext uri="{FF2B5EF4-FFF2-40B4-BE49-F238E27FC236}">
                  <a16:creationId xmlns:a16="http://schemas.microsoft.com/office/drawing/2014/main" id="{AAE6854D-A509-785A-610F-2525DCCB67E9}"/>
                </a:ext>
              </a:extLst>
            </p:cNvPr>
            <p:cNvSpPr>
              <a:spLocks noChangeShapeType="1"/>
            </p:cNvSpPr>
            <p:nvPr/>
          </p:nvSpPr>
          <p:spPr bwMode="auto">
            <a:xfrm>
              <a:off x="1296" y="1366"/>
              <a:ext cx="0" cy="383"/>
            </a:xfrm>
            <a:prstGeom prst="line">
              <a:avLst/>
            </a:prstGeom>
            <a:noFill/>
            <a:ln w="19050">
              <a:solidFill>
                <a:srgbClr val="0000CC"/>
              </a:solidFill>
              <a:round/>
              <a:headEnd type="triangle"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86078" name="Line 62">
              <a:extLst>
                <a:ext uri="{FF2B5EF4-FFF2-40B4-BE49-F238E27FC236}">
                  <a16:creationId xmlns:a16="http://schemas.microsoft.com/office/drawing/2014/main" id="{89887B7B-45C5-10D4-D14F-31C21F6E879B}"/>
                </a:ext>
              </a:extLst>
            </p:cNvPr>
            <p:cNvSpPr>
              <a:spLocks noChangeShapeType="1"/>
            </p:cNvSpPr>
            <p:nvPr/>
          </p:nvSpPr>
          <p:spPr bwMode="auto">
            <a:xfrm>
              <a:off x="1653" y="1099"/>
              <a:ext cx="0" cy="485"/>
            </a:xfrm>
            <a:prstGeom prst="line">
              <a:avLst/>
            </a:prstGeom>
            <a:noFill/>
            <a:ln w="19050">
              <a:solidFill>
                <a:srgbClr val="0000CC"/>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79" name="Line 63">
              <a:extLst>
                <a:ext uri="{FF2B5EF4-FFF2-40B4-BE49-F238E27FC236}">
                  <a16:creationId xmlns:a16="http://schemas.microsoft.com/office/drawing/2014/main" id="{BA275152-DABD-C631-0898-160960D487CA}"/>
                </a:ext>
              </a:extLst>
            </p:cNvPr>
            <p:cNvSpPr>
              <a:spLocks noChangeShapeType="1"/>
            </p:cNvSpPr>
            <p:nvPr/>
          </p:nvSpPr>
          <p:spPr bwMode="auto">
            <a:xfrm>
              <a:off x="1776" y="1265"/>
              <a:ext cx="0" cy="271"/>
            </a:xfrm>
            <a:prstGeom prst="line">
              <a:avLst/>
            </a:prstGeom>
            <a:noFill/>
            <a:ln w="19050">
              <a:solidFill>
                <a:srgbClr val="0000CC"/>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80" name="Line 64">
              <a:extLst>
                <a:ext uri="{FF2B5EF4-FFF2-40B4-BE49-F238E27FC236}">
                  <a16:creationId xmlns:a16="http://schemas.microsoft.com/office/drawing/2014/main" id="{C31E2122-65C0-9E8C-CA54-454C7CC583C6}"/>
                </a:ext>
              </a:extLst>
            </p:cNvPr>
            <p:cNvSpPr>
              <a:spLocks noChangeShapeType="1"/>
            </p:cNvSpPr>
            <p:nvPr/>
          </p:nvSpPr>
          <p:spPr bwMode="auto">
            <a:xfrm flipH="1">
              <a:off x="2340" y="1248"/>
              <a:ext cx="0" cy="652"/>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81" name="Line 65">
              <a:extLst>
                <a:ext uri="{FF2B5EF4-FFF2-40B4-BE49-F238E27FC236}">
                  <a16:creationId xmlns:a16="http://schemas.microsoft.com/office/drawing/2014/main" id="{D79803B1-4850-D1A0-0917-9223BF0E295E}"/>
                </a:ext>
              </a:extLst>
            </p:cNvPr>
            <p:cNvSpPr>
              <a:spLocks noChangeShapeType="1"/>
            </p:cNvSpPr>
            <p:nvPr/>
          </p:nvSpPr>
          <p:spPr bwMode="auto">
            <a:xfrm>
              <a:off x="2227" y="1341"/>
              <a:ext cx="0" cy="475"/>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82" name="Line 66">
              <a:extLst>
                <a:ext uri="{FF2B5EF4-FFF2-40B4-BE49-F238E27FC236}">
                  <a16:creationId xmlns:a16="http://schemas.microsoft.com/office/drawing/2014/main" id="{E7E6AC97-50A4-7AF7-61C8-A29915C7CB6B}"/>
                </a:ext>
              </a:extLst>
            </p:cNvPr>
            <p:cNvSpPr>
              <a:spLocks noChangeShapeType="1"/>
            </p:cNvSpPr>
            <p:nvPr/>
          </p:nvSpPr>
          <p:spPr bwMode="auto">
            <a:xfrm>
              <a:off x="2093" y="1415"/>
              <a:ext cx="1" cy="261"/>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83" name="Line 67">
              <a:extLst>
                <a:ext uri="{FF2B5EF4-FFF2-40B4-BE49-F238E27FC236}">
                  <a16:creationId xmlns:a16="http://schemas.microsoft.com/office/drawing/2014/main" id="{7E3AF291-55B6-63D2-F8A6-146FB256429C}"/>
                </a:ext>
              </a:extLst>
            </p:cNvPr>
            <p:cNvSpPr>
              <a:spLocks noChangeShapeType="1"/>
            </p:cNvSpPr>
            <p:nvPr/>
          </p:nvSpPr>
          <p:spPr bwMode="auto">
            <a:xfrm>
              <a:off x="2448" y="1200"/>
              <a:ext cx="0" cy="624"/>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84" name="Line 68">
              <a:extLst>
                <a:ext uri="{FF2B5EF4-FFF2-40B4-BE49-F238E27FC236}">
                  <a16:creationId xmlns:a16="http://schemas.microsoft.com/office/drawing/2014/main" id="{D109F2B1-DF20-7638-4D51-2FE764D1B8A5}"/>
                </a:ext>
              </a:extLst>
            </p:cNvPr>
            <p:cNvSpPr>
              <a:spLocks noChangeShapeType="1"/>
            </p:cNvSpPr>
            <p:nvPr/>
          </p:nvSpPr>
          <p:spPr bwMode="auto">
            <a:xfrm>
              <a:off x="2544" y="1152"/>
              <a:ext cx="0" cy="355"/>
            </a:xfrm>
            <a:prstGeom prst="line">
              <a:avLst/>
            </a:prstGeom>
            <a:noFill/>
            <a:ln w="19050">
              <a:solidFill>
                <a:srgbClr val="0000CC"/>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52709" name="Group 69">
            <a:extLst>
              <a:ext uri="{FF2B5EF4-FFF2-40B4-BE49-F238E27FC236}">
                <a16:creationId xmlns:a16="http://schemas.microsoft.com/office/drawing/2014/main" id="{875C0416-423E-AB87-FA58-9F16CD217355}"/>
              </a:ext>
            </a:extLst>
          </p:cNvPr>
          <p:cNvGrpSpPr>
            <a:grpSpLocks/>
          </p:cNvGrpSpPr>
          <p:nvPr/>
        </p:nvGrpSpPr>
        <p:grpSpPr bwMode="auto">
          <a:xfrm>
            <a:off x="1128627" y="1284429"/>
            <a:ext cx="2384425" cy="1585912"/>
            <a:chOff x="1152" y="947"/>
            <a:chExt cx="1502" cy="999"/>
          </a:xfrm>
        </p:grpSpPr>
        <p:grpSp>
          <p:nvGrpSpPr>
            <p:cNvPr id="86086" name="Group 70">
              <a:extLst>
                <a:ext uri="{FF2B5EF4-FFF2-40B4-BE49-F238E27FC236}">
                  <a16:creationId xmlns:a16="http://schemas.microsoft.com/office/drawing/2014/main" id="{938ED808-70A0-BC71-89A6-4DE5947334F2}"/>
                </a:ext>
              </a:extLst>
            </p:cNvPr>
            <p:cNvGrpSpPr>
              <a:grpSpLocks/>
            </p:cNvGrpSpPr>
            <p:nvPr/>
          </p:nvGrpSpPr>
          <p:grpSpPr bwMode="auto">
            <a:xfrm>
              <a:off x="1152" y="947"/>
              <a:ext cx="1502" cy="999"/>
              <a:chOff x="1152" y="947"/>
              <a:chExt cx="1502" cy="999"/>
            </a:xfrm>
          </p:grpSpPr>
          <p:sp>
            <p:nvSpPr>
              <p:cNvPr id="86087" name="Freeform 71">
                <a:extLst>
                  <a:ext uri="{FF2B5EF4-FFF2-40B4-BE49-F238E27FC236}">
                    <a16:creationId xmlns:a16="http://schemas.microsoft.com/office/drawing/2014/main" id="{CF9E564E-A612-FB7C-8DF9-4AAF2F39FFE4}"/>
                  </a:ext>
                </a:extLst>
              </p:cNvPr>
              <p:cNvSpPr>
                <a:spLocks noChangeArrowheads="1"/>
              </p:cNvSpPr>
              <p:nvPr/>
            </p:nvSpPr>
            <p:spPr bwMode="auto">
              <a:xfrm>
                <a:off x="1914" y="1115"/>
                <a:ext cx="740" cy="831"/>
              </a:xfrm>
              <a:custGeom>
                <a:avLst/>
                <a:gdLst>
                  <a:gd name="T0" fmla="*/ 0 w 740"/>
                  <a:gd name="T1" fmla="*/ 362 h 831"/>
                  <a:gd name="T2" fmla="*/ 471 w 740"/>
                  <a:gd name="T3" fmla="*/ 771 h 831"/>
                  <a:gd name="T4" fmla="*/ 740 w 740"/>
                  <a:gd name="T5" fmla="*/ 0 h 831"/>
                </a:gdLst>
                <a:ahLst/>
                <a:cxnLst>
                  <a:cxn ang="0">
                    <a:pos x="T0" y="T1"/>
                  </a:cxn>
                  <a:cxn ang="0">
                    <a:pos x="T2" y="T3"/>
                  </a:cxn>
                  <a:cxn ang="0">
                    <a:pos x="T4" y="T5"/>
                  </a:cxn>
                </a:cxnLst>
                <a:rect l="0" t="0" r="r" b="b"/>
                <a:pathLst>
                  <a:path w="740" h="831">
                    <a:moveTo>
                      <a:pt x="0" y="362"/>
                    </a:moveTo>
                    <a:cubicBezTo>
                      <a:pt x="78" y="432"/>
                      <a:pt x="348" y="831"/>
                      <a:pt x="471" y="771"/>
                    </a:cubicBezTo>
                    <a:cubicBezTo>
                      <a:pt x="594" y="711"/>
                      <a:pt x="684" y="161"/>
                      <a:pt x="740" y="0"/>
                    </a:cubicBezTo>
                  </a:path>
                </a:pathLst>
              </a:custGeom>
              <a:noFill/>
              <a:ln w="28575">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088" name="Freeform 72">
                <a:extLst>
                  <a:ext uri="{FF2B5EF4-FFF2-40B4-BE49-F238E27FC236}">
                    <a16:creationId xmlns:a16="http://schemas.microsoft.com/office/drawing/2014/main" id="{235E57A3-9A25-95A8-71AA-DD0079AC2748}"/>
                  </a:ext>
                </a:extLst>
              </p:cNvPr>
              <p:cNvSpPr>
                <a:spLocks noChangeArrowheads="1"/>
              </p:cNvSpPr>
              <p:nvPr/>
            </p:nvSpPr>
            <p:spPr bwMode="auto">
              <a:xfrm>
                <a:off x="1152" y="947"/>
                <a:ext cx="753" cy="877"/>
              </a:xfrm>
              <a:custGeom>
                <a:avLst/>
                <a:gdLst>
                  <a:gd name="T0" fmla="*/ 0 w 753"/>
                  <a:gd name="T1" fmla="*/ 877 h 877"/>
                  <a:gd name="T2" fmla="*/ 360 w 753"/>
                  <a:gd name="T3" fmla="*/ 61 h 877"/>
                  <a:gd name="T4" fmla="*/ 753 w 753"/>
                  <a:gd name="T5" fmla="*/ 512 h 877"/>
                </a:gdLst>
                <a:ahLst/>
                <a:cxnLst>
                  <a:cxn ang="0">
                    <a:pos x="T0" y="T1"/>
                  </a:cxn>
                  <a:cxn ang="0">
                    <a:pos x="T2" y="T3"/>
                  </a:cxn>
                  <a:cxn ang="0">
                    <a:pos x="T4" y="T5"/>
                  </a:cxn>
                </a:cxnLst>
                <a:rect l="0" t="0" r="r" b="b"/>
                <a:pathLst>
                  <a:path w="753" h="877">
                    <a:moveTo>
                      <a:pt x="0" y="877"/>
                    </a:moveTo>
                    <a:cubicBezTo>
                      <a:pt x="120" y="469"/>
                      <a:pt x="235" y="122"/>
                      <a:pt x="360" y="61"/>
                    </a:cubicBezTo>
                    <a:cubicBezTo>
                      <a:pt x="485" y="0"/>
                      <a:pt x="671" y="418"/>
                      <a:pt x="753" y="512"/>
                    </a:cubicBezTo>
                  </a:path>
                </a:pathLst>
              </a:custGeom>
              <a:noFill/>
              <a:ln w="28575">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6089" name="Line 73">
              <a:extLst>
                <a:ext uri="{FF2B5EF4-FFF2-40B4-BE49-F238E27FC236}">
                  <a16:creationId xmlns:a16="http://schemas.microsoft.com/office/drawing/2014/main" id="{2D2E01BF-CB8B-3A43-CFF0-2590117DA60C}"/>
                </a:ext>
              </a:extLst>
            </p:cNvPr>
            <p:cNvSpPr>
              <a:spLocks noChangeShapeType="1"/>
            </p:cNvSpPr>
            <p:nvPr/>
          </p:nvSpPr>
          <p:spPr bwMode="auto">
            <a:xfrm>
              <a:off x="1536" y="1008"/>
              <a:ext cx="0" cy="634"/>
            </a:xfrm>
            <a:prstGeom prst="line">
              <a:avLst/>
            </a:prstGeom>
            <a:noFill/>
            <a:ln w="19050">
              <a:solidFill>
                <a:srgbClr val="FF99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90" name="Line 74">
              <a:extLst>
                <a:ext uri="{FF2B5EF4-FFF2-40B4-BE49-F238E27FC236}">
                  <a16:creationId xmlns:a16="http://schemas.microsoft.com/office/drawing/2014/main" id="{903C7BBA-14C5-710C-F968-30D24E78922B}"/>
                </a:ext>
              </a:extLst>
            </p:cNvPr>
            <p:cNvSpPr>
              <a:spLocks noChangeShapeType="1"/>
            </p:cNvSpPr>
            <p:nvPr/>
          </p:nvSpPr>
          <p:spPr bwMode="auto">
            <a:xfrm flipH="1">
              <a:off x="1403" y="1132"/>
              <a:ext cx="1" cy="587"/>
            </a:xfrm>
            <a:prstGeom prst="line">
              <a:avLst/>
            </a:prstGeom>
            <a:noFill/>
            <a:ln w="19050">
              <a:solidFill>
                <a:srgbClr val="FF99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91" name="Line 75">
              <a:extLst>
                <a:ext uri="{FF2B5EF4-FFF2-40B4-BE49-F238E27FC236}">
                  <a16:creationId xmlns:a16="http://schemas.microsoft.com/office/drawing/2014/main" id="{8102F3A5-42DC-9199-A6B9-9C8508E62AA1}"/>
                </a:ext>
              </a:extLst>
            </p:cNvPr>
            <p:cNvSpPr>
              <a:spLocks noChangeShapeType="1"/>
            </p:cNvSpPr>
            <p:nvPr/>
          </p:nvSpPr>
          <p:spPr bwMode="auto">
            <a:xfrm>
              <a:off x="1296" y="1366"/>
              <a:ext cx="0" cy="383"/>
            </a:xfrm>
            <a:prstGeom prst="line">
              <a:avLst/>
            </a:prstGeom>
            <a:noFill/>
            <a:ln w="19050">
              <a:solidFill>
                <a:srgbClr val="FF9900"/>
              </a:solidFill>
              <a:round/>
              <a:headEnd type="triangle"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86092" name="Line 76">
              <a:extLst>
                <a:ext uri="{FF2B5EF4-FFF2-40B4-BE49-F238E27FC236}">
                  <a16:creationId xmlns:a16="http://schemas.microsoft.com/office/drawing/2014/main" id="{5DDE85BD-679E-FF9D-9602-40E71F36E2F3}"/>
                </a:ext>
              </a:extLst>
            </p:cNvPr>
            <p:cNvSpPr>
              <a:spLocks noChangeShapeType="1"/>
            </p:cNvSpPr>
            <p:nvPr/>
          </p:nvSpPr>
          <p:spPr bwMode="auto">
            <a:xfrm>
              <a:off x="1653" y="1099"/>
              <a:ext cx="0" cy="485"/>
            </a:xfrm>
            <a:prstGeom prst="line">
              <a:avLst/>
            </a:prstGeom>
            <a:noFill/>
            <a:ln w="19050">
              <a:solidFill>
                <a:srgbClr val="FF99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93" name="Line 77">
              <a:extLst>
                <a:ext uri="{FF2B5EF4-FFF2-40B4-BE49-F238E27FC236}">
                  <a16:creationId xmlns:a16="http://schemas.microsoft.com/office/drawing/2014/main" id="{52FC3FD7-E8B0-60FD-4E69-AC981461A743}"/>
                </a:ext>
              </a:extLst>
            </p:cNvPr>
            <p:cNvSpPr>
              <a:spLocks noChangeShapeType="1"/>
            </p:cNvSpPr>
            <p:nvPr/>
          </p:nvSpPr>
          <p:spPr bwMode="auto">
            <a:xfrm>
              <a:off x="1776" y="1265"/>
              <a:ext cx="0" cy="271"/>
            </a:xfrm>
            <a:prstGeom prst="line">
              <a:avLst/>
            </a:prstGeom>
            <a:noFill/>
            <a:ln w="19050">
              <a:solidFill>
                <a:srgbClr val="FF99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094" name="Line 78">
              <a:extLst>
                <a:ext uri="{FF2B5EF4-FFF2-40B4-BE49-F238E27FC236}">
                  <a16:creationId xmlns:a16="http://schemas.microsoft.com/office/drawing/2014/main" id="{A82A55A3-94DB-2793-2800-FE78DD422C09}"/>
                </a:ext>
              </a:extLst>
            </p:cNvPr>
            <p:cNvSpPr>
              <a:spLocks noChangeShapeType="1"/>
            </p:cNvSpPr>
            <p:nvPr/>
          </p:nvSpPr>
          <p:spPr bwMode="auto">
            <a:xfrm flipH="1">
              <a:off x="2340" y="1248"/>
              <a:ext cx="0" cy="652"/>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95" name="Line 79">
              <a:extLst>
                <a:ext uri="{FF2B5EF4-FFF2-40B4-BE49-F238E27FC236}">
                  <a16:creationId xmlns:a16="http://schemas.microsoft.com/office/drawing/2014/main" id="{A1BE9222-32EA-3A47-41C5-3DD66840C619}"/>
                </a:ext>
              </a:extLst>
            </p:cNvPr>
            <p:cNvSpPr>
              <a:spLocks noChangeShapeType="1"/>
            </p:cNvSpPr>
            <p:nvPr/>
          </p:nvSpPr>
          <p:spPr bwMode="auto">
            <a:xfrm>
              <a:off x="2227" y="1341"/>
              <a:ext cx="0" cy="475"/>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96" name="Line 80">
              <a:extLst>
                <a:ext uri="{FF2B5EF4-FFF2-40B4-BE49-F238E27FC236}">
                  <a16:creationId xmlns:a16="http://schemas.microsoft.com/office/drawing/2014/main" id="{0D66762B-2FC5-35A5-5368-71685E3CA290}"/>
                </a:ext>
              </a:extLst>
            </p:cNvPr>
            <p:cNvSpPr>
              <a:spLocks noChangeShapeType="1"/>
            </p:cNvSpPr>
            <p:nvPr/>
          </p:nvSpPr>
          <p:spPr bwMode="auto">
            <a:xfrm>
              <a:off x="2093" y="1415"/>
              <a:ext cx="1" cy="261"/>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97" name="Line 81">
              <a:extLst>
                <a:ext uri="{FF2B5EF4-FFF2-40B4-BE49-F238E27FC236}">
                  <a16:creationId xmlns:a16="http://schemas.microsoft.com/office/drawing/2014/main" id="{AF8B2C05-9DDA-9E6B-95FC-42BEC7B3FBF4}"/>
                </a:ext>
              </a:extLst>
            </p:cNvPr>
            <p:cNvSpPr>
              <a:spLocks noChangeShapeType="1"/>
            </p:cNvSpPr>
            <p:nvPr/>
          </p:nvSpPr>
          <p:spPr bwMode="auto">
            <a:xfrm>
              <a:off x="2448" y="1200"/>
              <a:ext cx="0" cy="624"/>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098" name="Line 82">
              <a:extLst>
                <a:ext uri="{FF2B5EF4-FFF2-40B4-BE49-F238E27FC236}">
                  <a16:creationId xmlns:a16="http://schemas.microsoft.com/office/drawing/2014/main" id="{59C0E6B6-8712-1561-2BF6-936BDD43230B}"/>
                </a:ext>
              </a:extLst>
            </p:cNvPr>
            <p:cNvSpPr>
              <a:spLocks noChangeShapeType="1"/>
            </p:cNvSpPr>
            <p:nvPr/>
          </p:nvSpPr>
          <p:spPr bwMode="auto">
            <a:xfrm>
              <a:off x="2544" y="1152"/>
              <a:ext cx="0" cy="355"/>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52723" name="Group 83">
            <a:extLst>
              <a:ext uri="{FF2B5EF4-FFF2-40B4-BE49-F238E27FC236}">
                <a16:creationId xmlns:a16="http://schemas.microsoft.com/office/drawing/2014/main" id="{A2F060EA-4237-E286-DEC8-193F375874DC}"/>
              </a:ext>
            </a:extLst>
          </p:cNvPr>
          <p:cNvGrpSpPr>
            <a:grpSpLocks/>
          </p:cNvGrpSpPr>
          <p:nvPr/>
        </p:nvGrpSpPr>
        <p:grpSpPr bwMode="auto">
          <a:xfrm>
            <a:off x="1485814" y="1112979"/>
            <a:ext cx="2384425" cy="1585912"/>
            <a:chOff x="1152" y="947"/>
            <a:chExt cx="1502" cy="999"/>
          </a:xfrm>
        </p:grpSpPr>
        <p:grpSp>
          <p:nvGrpSpPr>
            <p:cNvPr id="86100" name="Group 84">
              <a:extLst>
                <a:ext uri="{FF2B5EF4-FFF2-40B4-BE49-F238E27FC236}">
                  <a16:creationId xmlns:a16="http://schemas.microsoft.com/office/drawing/2014/main" id="{F9255205-E7D0-9EF7-028B-4427E666C488}"/>
                </a:ext>
              </a:extLst>
            </p:cNvPr>
            <p:cNvGrpSpPr>
              <a:grpSpLocks/>
            </p:cNvGrpSpPr>
            <p:nvPr/>
          </p:nvGrpSpPr>
          <p:grpSpPr bwMode="auto">
            <a:xfrm>
              <a:off x="1152" y="947"/>
              <a:ext cx="1502" cy="999"/>
              <a:chOff x="1152" y="947"/>
              <a:chExt cx="1502" cy="999"/>
            </a:xfrm>
          </p:grpSpPr>
          <p:sp>
            <p:nvSpPr>
              <p:cNvPr id="86101" name="Freeform 85">
                <a:extLst>
                  <a:ext uri="{FF2B5EF4-FFF2-40B4-BE49-F238E27FC236}">
                    <a16:creationId xmlns:a16="http://schemas.microsoft.com/office/drawing/2014/main" id="{DF71B0B5-4E2C-EE21-8CF6-1763FE2C7C2E}"/>
                  </a:ext>
                </a:extLst>
              </p:cNvPr>
              <p:cNvSpPr>
                <a:spLocks noChangeArrowheads="1"/>
              </p:cNvSpPr>
              <p:nvPr/>
            </p:nvSpPr>
            <p:spPr bwMode="auto">
              <a:xfrm>
                <a:off x="1914" y="1115"/>
                <a:ext cx="740" cy="831"/>
              </a:xfrm>
              <a:custGeom>
                <a:avLst/>
                <a:gdLst>
                  <a:gd name="T0" fmla="*/ 0 w 740"/>
                  <a:gd name="T1" fmla="*/ 362 h 831"/>
                  <a:gd name="T2" fmla="*/ 471 w 740"/>
                  <a:gd name="T3" fmla="*/ 771 h 831"/>
                  <a:gd name="T4" fmla="*/ 740 w 740"/>
                  <a:gd name="T5" fmla="*/ 0 h 831"/>
                </a:gdLst>
                <a:ahLst/>
                <a:cxnLst>
                  <a:cxn ang="0">
                    <a:pos x="T0" y="T1"/>
                  </a:cxn>
                  <a:cxn ang="0">
                    <a:pos x="T2" y="T3"/>
                  </a:cxn>
                  <a:cxn ang="0">
                    <a:pos x="T4" y="T5"/>
                  </a:cxn>
                </a:cxnLst>
                <a:rect l="0" t="0" r="r" b="b"/>
                <a:pathLst>
                  <a:path w="740" h="831">
                    <a:moveTo>
                      <a:pt x="0" y="362"/>
                    </a:moveTo>
                    <a:cubicBezTo>
                      <a:pt x="78" y="432"/>
                      <a:pt x="348" y="831"/>
                      <a:pt x="471" y="771"/>
                    </a:cubicBezTo>
                    <a:cubicBezTo>
                      <a:pt x="594" y="711"/>
                      <a:pt x="684" y="161"/>
                      <a:pt x="740" y="0"/>
                    </a:cubicBezTo>
                  </a:path>
                </a:pathLst>
              </a:custGeom>
              <a:noFill/>
              <a:ln w="28575">
                <a:solidFill>
                  <a:srgbClr val="9966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102" name="Freeform 86">
                <a:extLst>
                  <a:ext uri="{FF2B5EF4-FFF2-40B4-BE49-F238E27FC236}">
                    <a16:creationId xmlns:a16="http://schemas.microsoft.com/office/drawing/2014/main" id="{EF4E871C-9F4F-7DDC-016C-9F6A70A43994}"/>
                  </a:ext>
                </a:extLst>
              </p:cNvPr>
              <p:cNvSpPr>
                <a:spLocks noChangeArrowheads="1"/>
              </p:cNvSpPr>
              <p:nvPr/>
            </p:nvSpPr>
            <p:spPr bwMode="auto">
              <a:xfrm>
                <a:off x="1152" y="947"/>
                <a:ext cx="753" cy="877"/>
              </a:xfrm>
              <a:custGeom>
                <a:avLst/>
                <a:gdLst>
                  <a:gd name="T0" fmla="*/ 0 w 753"/>
                  <a:gd name="T1" fmla="*/ 877 h 877"/>
                  <a:gd name="T2" fmla="*/ 360 w 753"/>
                  <a:gd name="T3" fmla="*/ 61 h 877"/>
                  <a:gd name="T4" fmla="*/ 753 w 753"/>
                  <a:gd name="T5" fmla="*/ 512 h 877"/>
                </a:gdLst>
                <a:ahLst/>
                <a:cxnLst>
                  <a:cxn ang="0">
                    <a:pos x="T0" y="T1"/>
                  </a:cxn>
                  <a:cxn ang="0">
                    <a:pos x="T2" y="T3"/>
                  </a:cxn>
                  <a:cxn ang="0">
                    <a:pos x="T4" y="T5"/>
                  </a:cxn>
                </a:cxnLst>
                <a:rect l="0" t="0" r="r" b="b"/>
                <a:pathLst>
                  <a:path w="753" h="877">
                    <a:moveTo>
                      <a:pt x="0" y="877"/>
                    </a:moveTo>
                    <a:cubicBezTo>
                      <a:pt x="120" y="469"/>
                      <a:pt x="235" y="122"/>
                      <a:pt x="360" y="61"/>
                    </a:cubicBezTo>
                    <a:cubicBezTo>
                      <a:pt x="485" y="0"/>
                      <a:pt x="671" y="418"/>
                      <a:pt x="753" y="512"/>
                    </a:cubicBezTo>
                  </a:path>
                </a:pathLst>
              </a:custGeom>
              <a:noFill/>
              <a:ln w="28575">
                <a:solidFill>
                  <a:srgbClr val="9966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6103" name="Line 87">
              <a:extLst>
                <a:ext uri="{FF2B5EF4-FFF2-40B4-BE49-F238E27FC236}">
                  <a16:creationId xmlns:a16="http://schemas.microsoft.com/office/drawing/2014/main" id="{A4F6DC1A-91B1-8B98-B6CA-1CE87D6AAF61}"/>
                </a:ext>
              </a:extLst>
            </p:cNvPr>
            <p:cNvSpPr>
              <a:spLocks noChangeShapeType="1"/>
            </p:cNvSpPr>
            <p:nvPr/>
          </p:nvSpPr>
          <p:spPr bwMode="auto">
            <a:xfrm>
              <a:off x="1536" y="1008"/>
              <a:ext cx="0" cy="634"/>
            </a:xfrm>
            <a:prstGeom prst="line">
              <a:avLst/>
            </a:prstGeom>
            <a:noFill/>
            <a:ln w="19050">
              <a:solidFill>
                <a:srgbClr val="9966FF"/>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104" name="Line 88">
              <a:extLst>
                <a:ext uri="{FF2B5EF4-FFF2-40B4-BE49-F238E27FC236}">
                  <a16:creationId xmlns:a16="http://schemas.microsoft.com/office/drawing/2014/main" id="{CBFF30D7-44E4-A56A-3FD1-95071726F6E6}"/>
                </a:ext>
              </a:extLst>
            </p:cNvPr>
            <p:cNvSpPr>
              <a:spLocks noChangeShapeType="1"/>
            </p:cNvSpPr>
            <p:nvPr/>
          </p:nvSpPr>
          <p:spPr bwMode="auto">
            <a:xfrm flipH="1">
              <a:off x="1403" y="1132"/>
              <a:ext cx="1" cy="587"/>
            </a:xfrm>
            <a:prstGeom prst="line">
              <a:avLst/>
            </a:prstGeom>
            <a:noFill/>
            <a:ln w="19050">
              <a:solidFill>
                <a:srgbClr val="9966FF"/>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105" name="Line 89">
              <a:extLst>
                <a:ext uri="{FF2B5EF4-FFF2-40B4-BE49-F238E27FC236}">
                  <a16:creationId xmlns:a16="http://schemas.microsoft.com/office/drawing/2014/main" id="{93710125-4C67-7221-315B-C0F74DCFD6AE}"/>
                </a:ext>
              </a:extLst>
            </p:cNvPr>
            <p:cNvSpPr>
              <a:spLocks noChangeShapeType="1"/>
            </p:cNvSpPr>
            <p:nvPr/>
          </p:nvSpPr>
          <p:spPr bwMode="auto">
            <a:xfrm>
              <a:off x="1296" y="1366"/>
              <a:ext cx="0" cy="383"/>
            </a:xfrm>
            <a:prstGeom prst="line">
              <a:avLst/>
            </a:prstGeom>
            <a:noFill/>
            <a:ln w="19050">
              <a:solidFill>
                <a:srgbClr val="9966FF"/>
              </a:solidFill>
              <a:round/>
              <a:headEnd type="triangle"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86106" name="Line 90">
              <a:extLst>
                <a:ext uri="{FF2B5EF4-FFF2-40B4-BE49-F238E27FC236}">
                  <a16:creationId xmlns:a16="http://schemas.microsoft.com/office/drawing/2014/main" id="{1961E17A-B437-FB8F-D03D-542484BDCC5A}"/>
                </a:ext>
              </a:extLst>
            </p:cNvPr>
            <p:cNvSpPr>
              <a:spLocks noChangeShapeType="1"/>
            </p:cNvSpPr>
            <p:nvPr/>
          </p:nvSpPr>
          <p:spPr bwMode="auto">
            <a:xfrm>
              <a:off x="1653" y="1099"/>
              <a:ext cx="0" cy="485"/>
            </a:xfrm>
            <a:prstGeom prst="line">
              <a:avLst/>
            </a:prstGeom>
            <a:noFill/>
            <a:ln w="19050">
              <a:solidFill>
                <a:srgbClr val="9966FF"/>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107" name="Line 91">
              <a:extLst>
                <a:ext uri="{FF2B5EF4-FFF2-40B4-BE49-F238E27FC236}">
                  <a16:creationId xmlns:a16="http://schemas.microsoft.com/office/drawing/2014/main" id="{120CB8F6-B204-D90B-9780-5380FDD771B1}"/>
                </a:ext>
              </a:extLst>
            </p:cNvPr>
            <p:cNvSpPr>
              <a:spLocks noChangeShapeType="1"/>
            </p:cNvSpPr>
            <p:nvPr/>
          </p:nvSpPr>
          <p:spPr bwMode="auto">
            <a:xfrm>
              <a:off x="1776" y="1265"/>
              <a:ext cx="0" cy="271"/>
            </a:xfrm>
            <a:prstGeom prst="line">
              <a:avLst/>
            </a:prstGeom>
            <a:noFill/>
            <a:ln w="19050">
              <a:solidFill>
                <a:srgbClr val="9966FF"/>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108" name="Line 92">
              <a:extLst>
                <a:ext uri="{FF2B5EF4-FFF2-40B4-BE49-F238E27FC236}">
                  <a16:creationId xmlns:a16="http://schemas.microsoft.com/office/drawing/2014/main" id="{F0DC27CB-4DF1-63DA-4B19-8CC6E986B1F5}"/>
                </a:ext>
              </a:extLst>
            </p:cNvPr>
            <p:cNvSpPr>
              <a:spLocks noChangeShapeType="1"/>
            </p:cNvSpPr>
            <p:nvPr/>
          </p:nvSpPr>
          <p:spPr bwMode="auto">
            <a:xfrm flipH="1">
              <a:off x="2340" y="1248"/>
              <a:ext cx="0" cy="652"/>
            </a:xfrm>
            <a:prstGeom prst="line">
              <a:avLst/>
            </a:prstGeom>
            <a:noFill/>
            <a:ln w="19050">
              <a:solidFill>
                <a:srgbClr val="9966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109" name="Line 93">
              <a:extLst>
                <a:ext uri="{FF2B5EF4-FFF2-40B4-BE49-F238E27FC236}">
                  <a16:creationId xmlns:a16="http://schemas.microsoft.com/office/drawing/2014/main" id="{1CD9AC17-1179-BEDE-B83F-1949D747117E}"/>
                </a:ext>
              </a:extLst>
            </p:cNvPr>
            <p:cNvSpPr>
              <a:spLocks noChangeShapeType="1"/>
            </p:cNvSpPr>
            <p:nvPr/>
          </p:nvSpPr>
          <p:spPr bwMode="auto">
            <a:xfrm>
              <a:off x="2227" y="1341"/>
              <a:ext cx="0" cy="475"/>
            </a:xfrm>
            <a:prstGeom prst="line">
              <a:avLst/>
            </a:prstGeom>
            <a:noFill/>
            <a:ln w="19050">
              <a:solidFill>
                <a:srgbClr val="9966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110" name="Line 94">
              <a:extLst>
                <a:ext uri="{FF2B5EF4-FFF2-40B4-BE49-F238E27FC236}">
                  <a16:creationId xmlns:a16="http://schemas.microsoft.com/office/drawing/2014/main" id="{CFFB4D52-1E6C-E9C6-7B53-50D21FC54C0C}"/>
                </a:ext>
              </a:extLst>
            </p:cNvPr>
            <p:cNvSpPr>
              <a:spLocks noChangeShapeType="1"/>
            </p:cNvSpPr>
            <p:nvPr/>
          </p:nvSpPr>
          <p:spPr bwMode="auto">
            <a:xfrm>
              <a:off x="2093" y="1415"/>
              <a:ext cx="1" cy="261"/>
            </a:xfrm>
            <a:prstGeom prst="line">
              <a:avLst/>
            </a:prstGeom>
            <a:noFill/>
            <a:ln w="19050">
              <a:solidFill>
                <a:srgbClr val="9966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111" name="Line 95">
              <a:extLst>
                <a:ext uri="{FF2B5EF4-FFF2-40B4-BE49-F238E27FC236}">
                  <a16:creationId xmlns:a16="http://schemas.microsoft.com/office/drawing/2014/main" id="{0485FE6D-8B51-FA82-2E12-84E51BF444AB}"/>
                </a:ext>
              </a:extLst>
            </p:cNvPr>
            <p:cNvSpPr>
              <a:spLocks noChangeShapeType="1"/>
            </p:cNvSpPr>
            <p:nvPr/>
          </p:nvSpPr>
          <p:spPr bwMode="auto">
            <a:xfrm>
              <a:off x="2448" y="1200"/>
              <a:ext cx="0" cy="624"/>
            </a:xfrm>
            <a:prstGeom prst="line">
              <a:avLst/>
            </a:prstGeom>
            <a:noFill/>
            <a:ln w="19050">
              <a:solidFill>
                <a:srgbClr val="9966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112" name="Line 96">
              <a:extLst>
                <a:ext uri="{FF2B5EF4-FFF2-40B4-BE49-F238E27FC236}">
                  <a16:creationId xmlns:a16="http://schemas.microsoft.com/office/drawing/2014/main" id="{5E715218-E570-B5BD-B175-7A447D5D6CE9}"/>
                </a:ext>
              </a:extLst>
            </p:cNvPr>
            <p:cNvSpPr>
              <a:spLocks noChangeShapeType="1"/>
            </p:cNvSpPr>
            <p:nvPr/>
          </p:nvSpPr>
          <p:spPr bwMode="auto">
            <a:xfrm>
              <a:off x="2544" y="1152"/>
              <a:ext cx="0" cy="355"/>
            </a:xfrm>
            <a:prstGeom prst="line">
              <a:avLst/>
            </a:prstGeom>
            <a:noFill/>
            <a:ln w="19050">
              <a:solidFill>
                <a:srgbClr val="9966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52737" name="Group 97">
            <a:extLst>
              <a:ext uri="{FF2B5EF4-FFF2-40B4-BE49-F238E27FC236}">
                <a16:creationId xmlns:a16="http://schemas.microsoft.com/office/drawing/2014/main" id="{C99A5153-29C5-2572-7355-BF5E93C46B9E}"/>
              </a:ext>
            </a:extLst>
          </p:cNvPr>
          <p:cNvGrpSpPr>
            <a:grpSpLocks/>
          </p:cNvGrpSpPr>
          <p:nvPr/>
        </p:nvGrpSpPr>
        <p:grpSpPr bwMode="auto">
          <a:xfrm>
            <a:off x="1814427" y="955816"/>
            <a:ext cx="2384425" cy="1585913"/>
            <a:chOff x="1152" y="947"/>
            <a:chExt cx="1502" cy="999"/>
          </a:xfrm>
        </p:grpSpPr>
        <p:grpSp>
          <p:nvGrpSpPr>
            <p:cNvPr id="86114" name="Group 98">
              <a:extLst>
                <a:ext uri="{FF2B5EF4-FFF2-40B4-BE49-F238E27FC236}">
                  <a16:creationId xmlns:a16="http://schemas.microsoft.com/office/drawing/2014/main" id="{09E9CE35-461F-79D7-D45A-EFC06C26E9C1}"/>
                </a:ext>
              </a:extLst>
            </p:cNvPr>
            <p:cNvGrpSpPr>
              <a:grpSpLocks/>
            </p:cNvGrpSpPr>
            <p:nvPr/>
          </p:nvGrpSpPr>
          <p:grpSpPr bwMode="auto">
            <a:xfrm>
              <a:off x="1152" y="947"/>
              <a:ext cx="1502" cy="999"/>
              <a:chOff x="1152" y="947"/>
              <a:chExt cx="1502" cy="999"/>
            </a:xfrm>
          </p:grpSpPr>
          <p:sp>
            <p:nvSpPr>
              <p:cNvPr id="86115" name="Freeform 99">
                <a:extLst>
                  <a:ext uri="{FF2B5EF4-FFF2-40B4-BE49-F238E27FC236}">
                    <a16:creationId xmlns:a16="http://schemas.microsoft.com/office/drawing/2014/main" id="{7A57944F-1EEB-F353-A789-A1E181AE91C4}"/>
                  </a:ext>
                </a:extLst>
              </p:cNvPr>
              <p:cNvSpPr>
                <a:spLocks noChangeArrowheads="1"/>
              </p:cNvSpPr>
              <p:nvPr/>
            </p:nvSpPr>
            <p:spPr bwMode="auto">
              <a:xfrm>
                <a:off x="1914" y="1115"/>
                <a:ext cx="740" cy="831"/>
              </a:xfrm>
              <a:custGeom>
                <a:avLst/>
                <a:gdLst>
                  <a:gd name="T0" fmla="*/ 0 w 740"/>
                  <a:gd name="T1" fmla="*/ 362 h 831"/>
                  <a:gd name="T2" fmla="*/ 471 w 740"/>
                  <a:gd name="T3" fmla="*/ 771 h 831"/>
                  <a:gd name="T4" fmla="*/ 740 w 740"/>
                  <a:gd name="T5" fmla="*/ 0 h 831"/>
                </a:gdLst>
                <a:ahLst/>
                <a:cxnLst>
                  <a:cxn ang="0">
                    <a:pos x="T0" y="T1"/>
                  </a:cxn>
                  <a:cxn ang="0">
                    <a:pos x="T2" y="T3"/>
                  </a:cxn>
                  <a:cxn ang="0">
                    <a:pos x="T4" y="T5"/>
                  </a:cxn>
                </a:cxnLst>
                <a:rect l="0" t="0" r="r" b="b"/>
                <a:pathLst>
                  <a:path w="740" h="831">
                    <a:moveTo>
                      <a:pt x="0" y="362"/>
                    </a:moveTo>
                    <a:cubicBezTo>
                      <a:pt x="78" y="432"/>
                      <a:pt x="348" y="831"/>
                      <a:pt x="471" y="771"/>
                    </a:cubicBezTo>
                    <a:cubicBezTo>
                      <a:pt x="594" y="711"/>
                      <a:pt x="684" y="161"/>
                      <a:pt x="740" y="0"/>
                    </a:cubicBezTo>
                  </a:path>
                </a:pathLst>
              </a:custGeom>
              <a:noFill/>
              <a:ln w="28575">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116" name="Freeform 100">
                <a:extLst>
                  <a:ext uri="{FF2B5EF4-FFF2-40B4-BE49-F238E27FC236}">
                    <a16:creationId xmlns:a16="http://schemas.microsoft.com/office/drawing/2014/main" id="{CAE973EE-55AB-9550-47D8-F47029B110BC}"/>
                  </a:ext>
                </a:extLst>
              </p:cNvPr>
              <p:cNvSpPr>
                <a:spLocks noChangeArrowheads="1"/>
              </p:cNvSpPr>
              <p:nvPr/>
            </p:nvSpPr>
            <p:spPr bwMode="auto">
              <a:xfrm>
                <a:off x="1152" y="947"/>
                <a:ext cx="753" cy="877"/>
              </a:xfrm>
              <a:custGeom>
                <a:avLst/>
                <a:gdLst>
                  <a:gd name="T0" fmla="*/ 0 w 753"/>
                  <a:gd name="T1" fmla="*/ 877 h 877"/>
                  <a:gd name="T2" fmla="*/ 360 w 753"/>
                  <a:gd name="T3" fmla="*/ 61 h 877"/>
                  <a:gd name="T4" fmla="*/ 753 w 753"/>
                  <a:gd name="T5" fmla="*/ 512 h 877"/>
                </a:gdLst>
                <a:ahLst/>
                <a:cxnLst>
                  <a:cxn ang="0">
                    <a:pos x="T0" y="T1"/>
                  </a:cxn>
                  <a:cxn ang="0">
                    <a:pos x="T2" y="T3"/>
                  </a:cxn>
                  <a:cxn ang="0">
                    <a:pos x="T4" y="T5"/>
                  </a:cxn>
                </a:cxnLst>
                <a:rect l="0" t="0" r="r" b="b"/>
                <a:pathLst>
                  <a:path w="753" h="877">
                    <a:moveTo>
                      <a:pt x="0" y="877"/>
                    </a:moveTo>
                    <a:cubicBezTo>
                      <a:pt x="120" y="469"/>
                      <a:pt x="235" y="122"/>
                      <a:pt x="360" y="61"/>
                    </a:cubicBezTo>
                    <a:cubicBezTo>
                      <a:pt x="485" y="0"/>
                      <a:pt x="671" y="418"/>
                      <a:pt x="753" y="512"/>
                    </a:cubicBezTo>
                  </a:path>
                </a:pathLst>
              </a:custGeom>
              <a:noFill/>
              <a:ln w="28575">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6117" name="Line 101">
              <a:extLst>
                <a:ext uri="{FF2B5EF4-FFF2-40B4-BE49-F238E27FC236}">
                  <a16:creationId xmlns:a16="http://schemas.microsoft.com/office/drawing/2014/main" id="{16942EF7-63BA-DDA9-1CA5-7E243AD75885}"/>
                </a:ext>
              </a:extLst>
            </p:cNvPr>
            <p:cNvSpPr>
              <a:spLocks noChangeShapeType="1"/>
            </p:cNvSpPr>
            <p:nvPr/>
          </p:nvSpPr>
          <p:spPr bwMode="auto">
            <a:xfrm>
              <a:off x="1536" y="1008"/>
              <a:ext cx="0" cy="634"/>
            </a:xfrm>
            <a:prstGeom prst="line">
              <a:avLst/>
            </a:prstGeom>
            <a:noFill/>
            <a:ln w="19050">
              <a:solidFill>
                <a:srgbClr val="CC00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118" name="Line 102">
              <a:extLst>
                <a:ext uri="{FF2B5EF4-FFF2-40B4-BE49-F238E27FC236}">
                  <a16:creationId xmlns:a16="http://schemas.microsoft.com/office/drawing/2014/main" id="{B69D4C9B-1606-44E9-B4EF-343D81FCD004}"/>
                </a:ext>
              </a:extLst>
            </p:cNvPr>
            <p:cNvSpPr>
              <a:spLocks noChangeShapeType="1"/>
            </p:cNvSpPr>
            <p:nvPr/>
          </p:nvSpPr>
          <p:spPr bwMode="auto">
            <a:xfrm flipH="1">
              <a:off x="1403" y="1132"/>
              <a:ext cx="1" cy="587"/>
            </a:xfrm>
            <a:prstGeom prst="line">
              <a:avLst/>
            </a:prstGeom>
            <a:noFill/>
            <a:ln w="19050">
              <a:solidFill>
                <a:srgbClr val="CC00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119" name="Line 103">
              <a:extLst>
                <a:ext uri="{FF2B5EF4-FFF2-40B4-BE49-F238E27FC236}">
                  <a16:creationId xmlns:a16="http://schemas.microsoft.com/office/drawing/2014/main" id="{42B77A5A-881F-F36A-A858-67A2E14EBCD4}"/>
                </a:ext>
              </a:extLst>
            </p:cNvPr>
            <p:cNvSpPr>
              <a:spLocks noChangeShapeType="1"/>
            </p:cNvSpPr>
            <p:nvPr/>
          </p:nvSpPr>
          <p:spPr bwMode="auto">
            <a:xfrm>
              <a:off x="1296" y="1366"/>
              <a:ext cx="0" cy="383"/>
            </a:xfrm>
            <a:prstGeom prst="line">
              <a:avLst/>
            </a:prstGeom>
            <a:noFill/>
            <a:ln w="19050">
              <a:solidFill>
                <a:srgbClr val="CC0000"/>
              </a:solidFill>
              <a:round/>
              <a:headEnd type="triangle"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86120" name="Line 104">
              <a:extLst>
                <a:ext uri="{FF2B5EF4-FFF2-40B4-BE49-F238E27FC236}">
                  <a16:creationId xmlns:a16="http://schemas.microsoft.com/office/drawing/2014/main" id="{24E885D5-6CD1-469A-1E61-EB9D1494F003}"/>
                </a:ext>
              </a:extLst>
            </p:cNvPr>
            <p:cNvSpPr>
              <a:spLocks noChangeShapeType="1"/>
            </p:cNvSpPr>
            <p:nvPr/>
          </p:nvSpPr>
          <p:spPr bwMode="auto">
            <a:xfrm>
              <a:off x="1653" y="1099"/>
              <a:ext cx="0" cy="485"/>
            </a:xfrm>
            <a:prstGeom prst="line">
              <a:avLst/>
            </a:prstGeom>
            <a:noFill/>
            <a:ln w="19050">
              <a:solidFill>
                <a:srgbClr val="CC00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121" name="Line 105">
              <a:extLst>
                <a:ext uri="{FF2B5EF4-FFF2-40B4-BE49-F238E27FC236}">
                  <a16:creationId xmlns:a16="http://schemas.microsoft.com/office/drawing/2014/main" id="{DACAFF31-12DA-C5AC-D8FF-85E624168743}"/>
                </a:ext>
              </a:extLst>
            </p:cNvPr>
            <p:cNvSpPr>
              <a:spLocks noChangeShapeType="1"/>
            </p:cNvSpPr>
            <p:nvPr/>
          </p:nvSpPr>
          <p:spPr bwMode="auto">
            <a:xfrm>
              <a:off x="1776" y="1265"/>
              <a:ext cx="0" cy="271"/>
            </a:xfrm>
            <a:prstGeom prst="line">
              <a:avLst/>
            </a:prstGeom>
            <a:noFill/>
            <a:ln w="19050">
              <a:solidFill>
                <a:srgbClr val="CC00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122" name="Line 106">
              <a:extLst>
                <a:ext uri="{FF2B5EF4-FFF2-40B4-BE49-F238E27FC236}">
                  <a16:creationId xmlns:a16="http://schemas.microsoft.com/office/drawing/2014/main" id="{46C3DADA-28F3-5295-F0AA-72681AA617F4}"/>
                </a:ext>
              </a:extLst>
            </p:cNvPr>
            <p:cNvSpPr>
              <a:spLocks noChangeShapeType="1"/>
            </p:cNvSpPr>
            <p:nvPr/>
          </p:nvSpPr>
          <p:spPr bwMode="auto">
            <a:xfrm flipH="1">
              <a:off x="2340" y="1248"/>
              <a:ext cx="0" cy="652"/>
            </a:xfrm>
            <a:prstGeom prst="line">
              <a:avLst/>
            </a:prstGeom>
            <a:noFill/>
            <a:ln w="19050">
              <a:solidFill>
                <a:srgbClr val="CC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123" name="Line 107">
              <a:extLst>
                <a:ext uri="{FF2B5EF4-FFF2-40B4-BE49-F238E27FC236}">
                  <a16:creationId xmlns:a16="http://schemas.microsoft.com/office/drawing/2014/main" id="{7F28DB7D-4BBB-283D-A51C-4D9F28E9721B}"/>
                </a:ext>
              </a:extLst>
            </p:cNvPr>
            <p:cNvSpPr>
              <a:spLocks noChangeShapeType="1"/>
            </p:cNvSpPr>
            <p:nvPr/>
          </p:nvSpPr>
          <p:spPr bwMode="auto">
            <a:xfrm>
              <a:off x="2227" y="1341"/>
              <a:ext cx="0" cy="475"/>
            </a:xfrm>
            <a:prstGeom prst="line">
              <a:avLst/>
            </a:prstGeom>
            <a:noFill/>
            <a:ln w="19050">
              <a:solidFill>
                <a:srgbClr val="CC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124" name="Line 108">
              <a:extLst>
                <a:ext uri="{FF2B5EF4-FFF2-40B4-BE49-F238E27FC236}">
                  <a16:creationId xmlns:a16="http://schemas.microsoft.com/office/drawing/2014/main" id="{CCA2F1A4-A55A-3F69-C5AB-3FC6746B24F2}"/>
                </a:ext>
              </a:extLst>
            </p:cNvPr>
            <p:cNvSpPr>
              <a:spLocks noChangeShapeType="1"/>
            </p:cNvSpPr>
            <p:nvPr/>
          </p:nvSpPr>
          <p:spPr bwMode="auto">
            <a:xfrm>
              <a:off x="2093" y="1415"/>
              <a:ext cx="1" cy="261"/>
            </a:xfrm>
            <a:prstGeom prst="line">
              <a:avLst/>
            </a:prstGeom>
            <a:noFill/>
            <a:ln w="19050">
              <a:solidFill>
                <a:srgbClr val="CC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125" name="Line 109">
              <a:extLst>
                <a:ext uri="{FF2B5EF4-FFF2-40B4-BE49-F238E27FC236}">
                  <a16:creationId xmlns:a16="http://schemas.microsoft.com/office/drawing/2014/main" id="{CB885591-0B92-9E30-AB2E-9F35F8FECB59}"/>
                </a:ext>
              </a:extLst>
            </p:cNvPr>
            <p:cNvSpPr>
              <a:spLocks noChangeShapeType="1"/>
            </p:cNvSpPr>
            <p:nvPr/>
          </p:nvSpPr>
          <p:spPr bwMode="auto">
            <a:xfrm>
              <a:off x="2448" y="1200"/>
              <a:ext cx="0" cy="624"/>
            </a:xfrm>
            <a:prstGeom prst="line">
              <a:avLst/>
            </a:prstGeom>
            <a:noFill/>
            <a:ln w="19050">
              <a:solidFill>
                <a:srgbClr val="CC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126" name="Line 110">
              <a:extLst>
                <a:ext uri="{FF2B5EF4-FFF2-40B4-BE49-F238E27FC236}">
                  <a16:creationId xmlns:a16="http://schemas.microsoft.com/office/drawing/2014/main" id="{032AD646-3B78-81E1-6219-E5E987D94E0C}"/>
                </a:ext>
              </a:extLst>
            </p:cNvPr>
            <p:cNvSpPr>
              <a:spLocks noChangeShapeType="1"/>
            </p:cNvSpPr>
            <p:nvPr/>
          </p:nvSpPr>
          <p:spPr bwMode="auto">
            <a:xfrm>
              <a:off x="2544" y="1152"/>
              <a:ext cx="0" cy="355"/>
            </a:xfrm>
            <a:prstGeom prst="line">
              <a:avLst/>
            </a:prstGeom>
            <a:noFill/>
            <a:ln w="19050">
              <a:solidFill>
                <a:srgbClr val="CC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52752" name="Group 112">
            <a:extLst>
              <a:ext uri="{FF2B5EF4-FFF2-40B4-BE49-F238E27FC236}">
                <a16:creationId xmlns:a16="http://schemas.microsoft.com/office/drawing/2014/main" id="{464F8D3C-0DDD-C88B-1793-B4CAF2413152}"/>
              </a:ext>
            </a:extLst>
          </p:cNvPr>
          <p:cNvGrpSpPr>
            <a:grpSpLocks/>
          </p:cNvGrpSpPr>
          <p:nvPr/>
        </p:nvGrpSpPr>
        <p:grpSpPr bwMode="auto">
          <a:xfrm>
            <a:off x="342814" y="1627329"/>
            <a:ext cx="2384425" cy="1585912"/>
            <a:chOff x="1152" y="947"/>
            <a:chExt cx="1502" cy="999"/>
          </a:xfrm>
        </p:grpSpPr>
        <p:grpSp>
          <p:nvGrpSpPr>
            <p:cNvPr id="86128" name="Group 113">
              <a:extLst>
                <a:ext uri="{FF2B5EF4-FFF2-40B4-BE49-F238E27FC236}">
                  <a16:creationId xmlns:a16="http://schemas.microsoft.com/office/drawing/2014/main" id="{1571228F-BC8C-27EE-717D-63E9020BEDB4}"/>
                </a:ext>
              </a:extLst>
            </p:cNvPr>
            <p:cNvGrpSpPr>
              <a:grpSpLocks/>
            </p:cNvGrpSpPr>
            <p:nvPr/>
          </p:nvGrpSpPr>
          <p:grpSpPr bwMode="auto">
            <a:xfrm>
              <a:off x="1152" y="947"/>
              <a:ext cx="1502" cy="999"/>
              <a:chOff x="1152" y="947"/>
              <a:chExt cx="1502" cy="999"/>
            </a:xfrm>
          </p:grpSpPr>
          <p:sp>
            <p:nvSpPr>
              <p:cNvPr id="86129" name="Freeform 114">
                <a:extLst>
                  <a:ext uri="{FF2B5EF4-FFF2-40B4-BE49-F238E27FC236}">
                    <a16:creationId xmlns:a16="http://schemas.microsoft.com/office/drawing/2014/main" id="{9BDB4C55-C8B7-FD10-393B-C63920E56370}"/>
                  </a:ext>
                </a:extLst>
              </p:cNvPr>
              <p:cNvSpPr>
                <a:spLocks noChangeArrowheads="1"/>
              </p:cNvSpPr>
              <p:nvPr/>
            </p:nvSpPr>
            <p:spPr bwMode="auto">
              <a:xfrm>
                <a:off x="1914" y="1115"/>
                <a:ext cx="740" cy="831"/>
              </a:xfrm>
              <a:custGeom>
                <a:avLst/>
                <a:gdLst>
                  <a:gd name="T0" fmla="*/ 0 w 740"/>
                  <a:gd name="T1" fmla="*/ 362 h 831"/>
                  <a:gd name="T2" fmla="*/ 471 w 740"/>
                  <a:gd name="T3" fmla="*/ 771 h 831"/>
                  <a:gd name="T4" fmla="*/ 740 w 740"/>
                  <a:gd name="T5" fmla="*/ 0 h 831"/>
                </a:gdLst>
                <a:ahLst/>
                <a:cxnLst>
                  <a:cxn ang="0">
                    <a:pos x="T0" y="T1"/>
                  </a:cxn>
                  <a:cxn ang="0">
                    <a:pos x="T2" y="T3"/>
                  </a:cxn>
                  <a:cxn ang="0">
                    <a:pos x="T4" y="T5"/>
                  </a:cxn>
                </a:cxnLst>
                <a:rect l="0" t="0" r="r" b="b"/>
                <a:pathLst>
                  <a:path w="740" h="831">
                    <a:moveTo>
                      <a:pt x="0" y="362"/>
                    </a:moveTo>
                    <a:cubicBezTo>
                      <a:pt x="78" y="432"/>
                      <a:pt x="348" y="831"/>
                      <a:pt x="471" y="771"/>
                    </a:cubicBezTo>
                    <a:cubicBezTo>
                      <a:pt x="594" y="711"/>
                      <a:pt x="684" y="161"/>
                      <a:pt x="740" y="0"/>
                    </a:cubicBezTo>
                  </a:path>
                </a:pathLst>
              </a:custGeom>
              <a:noFill/>
              <a:ln w="28575">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130" name="Freeform 115">
                <a:extLst>
                  <a:ext uri="{FF2B5EF4-FFF2-40B4-BE49-F238E27FC236}">
                    <a16:creationId xmlns:a16="http://schemas.microsoft.com/office/drawing/2014/main" id="{4469BFF4-6410-0327-298F-8BCD1B34D515}"/>
                  </a:ext>
                </a:extLst>
              </p:cNvPr>
              <p:cNvSpPr>
                <a:spLocks noChangeArrowheads="1"/>
              </p:cNvSpPr>
              <p:nvPr/>
            </p:nvSpPr>
            <p:spPr bwMode="auto">
              <a:xfrm>
                <a:off x="1152" y="947"/>
                <a:ext cx="753" cy="877"/>
              </a:xfrm>
              <a:custGeom>
                <a:avLst/>
                <a:gdLst>
                  <a:gd name="T0" fmla="*/ 0 w 753"/>
                  <a:gd name="T1" fmla="*/ 877 h 877"/>
                  <a:gd name="T2" fmla="*/ 360 w 753"/>
                  <a:gd name="T3" fmla="*/ 61 h 877"/>
                  <a:gd name="T4" fmla="*/ 753 w 753"/>
                  <a:gd name="T5" fmla="*/ 512 h 877"/>
                </a:gdLst>
                <a:ahLst/>
                <a:cxnLst>
                  <a:cxn ang="0">
                    <a:pos x="T0" y="T1"/>
                  </a:cxn>
                  <a:cxn ang="0">
                    <a:pos x="T2" y="T3"/>
                  </a:cxn>
                  <a:cxn ang="0">
                    <a:pos x="T4" y="T5"/>
                  </a:cxn>
                </a:cxnLst>
                <a:rect l="0" t="0" r="r" b="b"/>
                <a:pathLst>
                  <a:path w="753" h="877">
                    <a:moveTo>
                      <a:pt x="0" y="877"/>
                    </a:moveTo>
                    <a:cubicBezTo>
                      <a:pt x="120" y="469"/>
                      <a:pt x="235" y="122"/>
                      <a:pt x="360" y="61"/>
                    </a:cubicBezTo>
                    <a:cubicBezTo>
                      <a:pt x="485" y="0"/>
                      <a:pt x="671" y="418"/>
                      <a:pt x="753" y="512"/>
                    </a:cubicBezTo>
                  </a:path>
                </a:pathLst>
              </a:custGeom>
              <a:noFill/>
              <a:ln w="28575">
                <a:solidFill>
                  <a:srgbClr val="CC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6131" name="Line 116">
              <a:extLst>
                <a:ext uri="{FF2B5EF4-FFF2-40B4-BE49-F238E27FC236}">
                  <a16:creationId xmlns:a16="http://schemas.microsoft.com/office/drawing/2014/main" id="{03F4E2D9-B65C-4541-FE88-0473B7BE3DAF}"/>
                </a:ext>
              </a:extLst>
            </p:cNvPr>
            <p:cNvSpPr>
              <a:spLocks noChangeShapeType="1"/>
            </p:cNvSpPr>
            <p:nvPr/>
          </p:nvSpPr>
          <p:spPr bwMode="auto">
            <a:xfrm>
              <a:off x="1536" y="1008"/>
              <a:ext cx="0" cy="634"/>
            </a:xfrm>
            <a:prstGeom prst="line">
              <a:avLst/>
            </a:prstGeom>
            <a:noFill/>
            <a:ln w="19050">
              <a:solidFill>
                <a:srgbClr val="FF99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132" name="Line 117">
              <a:extLst>
                <a:ext uri="{FF2B5EF4-FFF2-40B4-BE49-F238E27FC236}">
                  <a16:creationId xmlns:a16="http://schemas.microsoft.com/office/drawing/2014/main" id="{554390DC-1A11-2302-AB95-40E95A053AF5}"/>
                </a:ext>
              </a:extLst>
            </p:cNvPr>
            <p:cNvSpPr>
              <a:spLocks noChangeShapeType="1"/>
            </p:cNvSpPr>
            <p:nvPr/>
          </p:nvSpPr>
          <p:spPr bwMode="auto">
            <a:xfrm flipH="1">
              <a:off x="1403" y="1132"/>
              <a:ext cx="1" cy="587"/>
            </a:xfrm>
            <a:prstGeom prst="line">
              <a:avLst/>
            </a:prstGeom>
            <a:noFill/>
            <a:ln w="19050">
              <a:solidFill>
                <a:srgbClr val="FF99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133" name="Line 118">
              <a:extLst>
                <a:ext uri="{FF2B5EF4-FFF2-40B4-BE49-F238E27FC236}">
                  <a16:creationId xmlns:a16="http://schemas.microsoft.com/office/drawing/2014/main" id="{80373012-3550-94E5-A42D-40AF674C68A7}"/>
                </a:ext>
              </a:extLst>
            </p:cNvPr>
            <p:cNvSpPr>
              <a:spLocks noChangeShapeType="1"/>
            </p:cNvSpPr>
            <p:nvPr/>
          </p:nvSpPr>
          <p:spPr bwMode="auto">
            <a:xfrm>
              <a:off x="1296" y="1366"/>
              <a:ext cx="0" cy="383"/>
            </a:xfrm>
            <a:prstGeom prst="line">
              <a:avLst/>
            </a:prstGeom>
            <a:noFill/>
            <a:ln w="19050">
              <a:solidFill>
                <a:srgbClr val="FF9900"/>
              </a:solidFill>
              <a:round/>
              <a:headEnd type="triangle"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86134" name="Line 119">
              <a:extLst>
                <a:ext uri="{FF2B5EF4-FFF2-40B4-BE49-F238E27FC236}">
                  <a16:creationId xmlns:a16="http://schemas.microsoft.com/office/drawing/2014/main" id="{2165DCB0-0008-DD8C-068F-2B16168185E4}"/>
                </a:ext>
              </a:extLst>
            </p:cNvPr>
            <p:cNvSpPr>
              <a:spLocks noChangeShapeType="1"/>
            </p:cNvSpPr>
            <p:nvPr/>
          </p:nvSpPr>
          <p:spPr bwMode="auto">
            <a:xfrm>
              <a:off x="1653" y="1099"/>
              <a:ext cx="0" cy="485"/>
            </a:xfrm>
            <a:prstGeom prst="line">
              <a:avLst/>
            </a:prstGeom>
            <a:noFill/>
            <a:ln w="19050">
              <a:solidFill>
                <a:srgbClr val="FF99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135" name="Line 120">
              <a:extLst>
                <a:ext uri="{FF2B5EF4-FFF2-40B4-BE49-F238E27FC236}">
                  <a16:creationId xmlns:a16="http://schemas.microsoft.com/office/drawing/2014/main" id="{A329DDCE-3206-8D94-01DF-539152DFD210}"/>
                </a:ext>
              </a:extLst>
            </p:cNvPr>
            <p:cNvSpPr>
              <a:spLocks noChangeShapeType="1"/>
            </p:cNvSpPr>
            <p:nvPr/>
          </p:nvSpPr>
          <p:spPr bwMode="auto">
            <a:xfrm>
              <a:off x="1776" y="1265"/>
              <a:ext cx="0" cy="271"/>
            </a:xfrm>
            <a:prstGeom prst="line">
              <a:avLst/>
            </a:prstGeom>
            <a:noFill/>
            <a:ln w="19050">
              <a:solidFill>
                <a:srgbClr val="FF9900"/>
              </a:solidFill>
              <a:round/>
              <a:headEnd type="triangle" w="sm" len="lg"/>
              <a:tailEnd/>
            </a:ln>
            <a:extLst>
              <a:ext uri="{909E8E84-426E-40DD-AFC4-6F175D3DCCD1}">
                <a14:hiddenFill xmlns:a14="http://schemas.microsoft.com/office/drawing/2010/main">
                  <a:noFill/>
                </a14:hiddenFill>
              </a:ext>
            </a:extLst>
          </p:spPr>
          <p:txBody>
            <a:bodyPr/>
            <a:lstStyle/>
            <a:p>
              <a:endParaRPr lang="zh-CN" altLang="en-US"/>
            </a:p>
          </p:txBody>
        </p:sp>
        <p:sp>
          <p:nvSpPr>
            <p:cNvPr id="86136" name="Line 121">
              <a:extLst>
                <a:ext uri="{FF2B5EF4-FFF2-40B4-BE49-F238E27FC236}">
                  <a16:creationId xmlns:a16="http://schemas.microsoft.com/office/drawing/2014/main" id="{F029B575-08F9-2B5A-B987-85FA70E8D045}"/>
                </a:ext>
              </a:extLst>
            </p:cNvPr>
            <p:cNvSpPr>
              <a:spLocks noChangeShapeType="1"/>
            </p:cNvSpPr>
            <p:nvPr/>
          </p:nvSpPr>
          <p:spPr bwMode="auto">
            <a:xfrm flipH="1">
              <a:off x="2340" y="1248"/>
              <a:ext cx="0" cy="652"/>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137" name="Line 122">
              <a:extLst>
                <a:ext uri="{FF2B5EF4-FFF2-40B4-BE49-F238E27FC236}">
                  <a16:creationId xmlns:a16="http://schemas.microsoft.com/office/drawing/2014/main" id="{3D094C48-6787-0EDA-B429-02F48A9E013A}"/>
                </a:ext>
              </a:extLst>
            </p:cNvPr>
            <p:cNvSpPr>
              <a:spLocks noChangeShapeType="1"/>
            </p:cNvSpPr>
            <p:nvPr/>
          </p:nvSpPr>
          <p:spPr bwMode="auto">
            <a:xfrm>
              <a:off x="2227" y="1341"/>
              <a:ext cx="0" cy="475"/>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138" name="Line 123">
              <a:extLst>
                <a:ext uri="{FF2B5EF4-FFF2-40B4-BE49-F238E27FC236}">
                  <a16:creationId xmlns:a16="http://schemas.microsoft.com/office/drawing/2014/main" id="{AEBE2CA7-0395-EB7C-8A08-A21CE6264E9B}"/>
                </a:ext>
              </a:extLst>
            </p:cNvPr>
            <p:cNvSpPr>
              <a:spLocks noChangeShapeType="1"/>
            </p:cNvSpPr>
            <p:nvPr/>
          </p:nvSpPr>
          <p:spPr bwMode="auto">
            <a:xfrm>
              <a:off x="2093" y="1415"/>
              <a:ext cx="1" cy="261"/>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139" name="Line 124">
              <a:extLst>
                <a:ext uri="{FF2B5EF4-FFF2-40B4-BE49-F238E27FC236}">
                  <a16:creationId xmlns:a16="http://schemas.microsoft.com/office/drawing/2014/main" id="{145EFD94-6750-6DB8-43E2-B7CB148435A0}"/>
                </a:ext>
              </a:extLst>
            </p:cNvPr>
            <p:cNvSpPr>
              <a:spLocks noChangeShapeType="1"/>
            </p:cNvSpPr>
            <p:nvPr/>
          </p:nvSpPr>
          <p:spPr bwMode="auto">
            <a:xfrm>
              <a:off x="2448" y="1200"/>
              <a:ext cx="0" cy="624"/>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86140" name="Line 125">
              <a:extLst>
                <a:ext uri="{FF2B5EF4-FFF2-40B4-BE49-F238E27FC236}">
                  <a16:creationId xmlns:a16="http://schemas.microsoft.com/office/drawing/2014/main" id="{B2B210FC-2987-2B16-D8BE-BC517C810661}"/>
                </a:ext>
              </a:extLst>
            </p:cNvPr>
            <p:cNvSpPr>
              <a:spLocks noChangeShapeType="1"/>
            </p:cNvSpPr>
            <p:nvPr/>
          </p:nvSpPr>
          <p:spPr bwMode="auto">
            <a:xfrm>
              <a:off x="2544" y="1152"/>
              <a:ext cx="0" cy="355"/>
            </a:xfrm>
            <a:prstGeom prst="line">
              <a:avLst/>
            </a:prstGeom>
            <a:noFill/>
            <a:ln w="19050">
              <a:solidFill>
                <a:srgbClr val="FF99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52766" name="Group 126">
            <a:extLst>
              <a:ext uri="{FF2B5EF4-FFF2-40B4-BE49-F238E27FC236}">
                <a16:creationId xmlns:a16="http://schemas.microsoft.com/office/drawing/2014/main" id="{CC0D156E-C3BC-D2D2-CF8D-B65DDECC03A5}"/>
              </a:ext>
            </a:extLst>
          </p:cNvPr>
          <p:cNvGrpSpPr>
            <a:grpSpLocks/>
          </p:cNvGrpSpPr>
          <p:nvPr/>
        </p:nvGrpSpPr>
        <p:grpSpPr bwMode="auto">
          <a:xfrm>
            <a:off x="4287953" y="1045943"/>
            <a:ext cx="2516188" cy="2339975"/>
            <a:chOff x="3324" y="320"/>
            <a:chExt cx="1585" cy="1474"/>
          </a:xfrm>
        </p:grpSpPr>
        <p:sp>
          <p:nvSpPr>
            <p:cNvPr id="86142" name="Line 127">
              <a:extLst>
                <a:ext uri="{FF2B5EF4-FFF2-40B4-BE49-F238E27FC236}">
                  <a16:creationId xmlns:a16="http://schemas.microsoft.com/office/drawing/2014/main" id="{E20E81BF-3173-6A77-244E-40BC069BD88E}"/>
                </a:ext>
              </a:extLst>
            </p:cNvPr>
            <p:cNvSpPr>
              <a:spLocks noChangeShapeType="1"/>
            </p:cNvSpPr>
            <p:nvPr/>
          </p:nvSpPr>
          <p:spPr bwMode="auto">
            <a:xfrm>
              <a:off x="4203" y="366"/>
              <a:ext cx="0" cy="1428"/>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6143" name="Line 128">
              <a:extLst>
                <a:ext uri="{FF2B5EF4-FFF2-40B4-BE49-F238E27FC236}">
                  <a16:creationId xmlns:a16="http://schemas.microsoft.com/office/drawing/2014/main" id="{1532D989-3D71-48A5-2436-D97CBC35C2F4}"/>
                </a:ext>
              </a:extLst>
            </p:cNvPr>
            <p:cNvSpPr>
              <a:spLocks noChangeShapeType="1"/>
            </p:cNvSpPr>
            <p:nvPr/>
          </p:nvSpPr>
          <p:spPr bwMode="auto">
            <a:xfrm flipV="1">
              <a:off x="3435" y="1093"/>
              <a:ext cx="1474" cy="3"/>
            </a:xfrm>
            <a:prstGeom prst="line">
              <a:avLst/>
            </a:prstGeom>
            <a:noFill/>
            <a:ln w="19050">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6144" name="Text Box 129">
              <a:extLst>
                <a:ext uri="{FF2B5EF4-FFF2-40B4-BE49-F238E27FC236}">
                  <a16:creationId xmlns:a16="http://schemas.microsoft.com/office/drawing/2014/main" id="{FF0E504D-224F-2612-F646-EB6E479F65A0}"/>
                </a:ext>
              </a:extLst>
            </p:cNvPr>
            <p:cNvSpPr txBox="1">
              <a:spLocks noChangeArrowheads="1"/>
            </p:cNvSpPr>
            <p:nvPr/>
          </p:nvSpPr>
          <p:spPr bwMode="auto">
            <a:xfrm>
              <a:off x="3324" y="824"/>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i="1">
                  <a:solidFill>
                    <a:schemeClr val="bg1"/>
                  </a:solidFill>
                  <a:ea typeface="宋体" panose="02010600030101010101" pitchFamily="2" charset="-122"/>
                </a:rPr>
                <a:t>y</a:t>
              </a:r>
            </a:p>
          </p:txBody>
        </p:sp>
        <p:sp>
          <p:nvSpPr>
            <p:cNvPr id="86145" name="Text Box 130">
              <a:extLst>
                <a:ext uri="{FF2B5EF4-FFF2-40B4-BE49-F238E27FC236}">
                  <a16:creationId xmlns:a16="http://schemas.microsoft.com/office/drawing/2014/main" id="{270527A0-33D1-68DB-38D8-649E1F00102E}"/>
                </a:ext>
              </a:extLst>
            </p:cNvPr>
            <p:cNvSpPr txBox="1">
              <a:spLocks noChangeArrowheads="1"/>
            </p:cNvSpPr>
            <p:nvPr/>
          </p:nvSpPr>
          <p:spPr bwMode="auto">
            <a:xfrm>
              <a:off x="3973" y="320"/>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i="1">
                  <a:solidFill>
                    <a:schemeClr val="bg1"/>
                  </a:solidFill>
                  <a:ea typeface="宋体" panose="02010600030101010101" pitchFamily="2" charset="-122"/>
                </a:rPr>
                <a:t>x</a:t>
              </a:r>
            </a:p>
          </p:txBody>
        </p:sp>
        <p:sp>
          <p:nvSpPr>
            <p:cNvPr id="86146" name="Text Box 131">
              <a:extLst>
                <a:ext uri="{FF2B5EF4-FFF2-40B4-BE49-F238E27FC236}">
                  <a16:creationId xmlns:a16="http://schemas.microsoft.com/office/drawing/2014/main" id="{ED1BFD0F-E2C0-E068-9DF8-B27F486B5270}"/>
                </a:ext>
              </a:extLst>
            </p:cNvPr>
            <p:cNvSpPr txBox="1">
              <a:spLocks noChangeArrowheads="1"/>
            </p:cNvSpPr>
            <p:nvPr/>
          </p:nvSpPr>
          <p:spPr bwMode="auto">
            <a:xfrm>
              <a:off x="4205" y="1024"/>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i="1">
                  <a:solidFill>
                    <a:schemeClr val="bg1"/>
                  </a:solidFill>
                  <a:ea typeface="宋体" panose="02010600030101010101" pitchFamily="2" charset="-122"/>
                </a:rPr>
                <a:t>o</a:t>
              </a:r>
            </a:p>
          </p:txBody>
        </p:sp>
      </p:grpSp>
      <p:sp>
        <p:nvSpPr>
          <p:cNvPr id="752772" name="Line 132">
            <a:extLst>
              <a:ext uri="{FF2B5EF4-FFF2-40B4-BE49-F238E27FC236}">
                <a16:creationId xmlns:a16="http://schemas.microsoft.com/office/drawing/2014/main" id="{4E41B69F-7C12-D6D8-BA2C-66B778075186}"/>
              </a:ext>
            </a:extLst>
          </p:cNvPr>
          <p:cNvSpPr>
            <a:spLocks noChangeShapeType="1"/>
          </p:cNvSpPr>
          <p:nvPr/>
        </p:nvSpPr>
        <p:spPr bwMode="auto">
          <a:xfrm>
            <a:off x="5677016" y="2277843"/>
            <a:ext cx="1587" cy="1077913"/>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73" name="Line 133">
            <a:extLst>
              <a:ext uri="{FF2B5EF4-FFF2-40B4-BE49-F238E27FC236}">
                <a16:creationId xmlns:a16="http://schemas.microsoft.com/office/drawing/2014/main" id="{6E787896-E154-B20F-EF34-AC6BD4557CFE}"/>
              </a:ext>
            </a:extLst>
          </p:cNvPr>
          <p:cNvSpPr>
            <a:spLocks noChangeShapeType="1"/>
          </p:cNvSpPr>
          <p:nvPr/>
        </p:nvSpPr>
        <p:spPr bwMode="auto">
          <a:xfrm flipH="1" flipV="1">
            <a:off x="5670666" y="1176118"/>
            <a:ext cx="4762" cy="1122363"/>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74" name="Line 134">
            <a:extLst>
              <a:ext uri="{FF2B5EF4-FFF2-40B4-BE49-F238E27FC236}">
                <a16:creationId xmlns:a16="http://schemas.microsoft.com/office/drawing/2014/main" id="{094C7493-2824-7C2C-4D7B-A18FF694EA72}"/>
              </a:ext>
            </a:extLst>
          </p:cNvPr>
          <p:cNvSpPr>
            <a:spLocks noChangeShapeType="1"/>
          </p:cNvSpPr>
          <p:nvPr/>
        </p:nvSpPr>
        <p:spPr bwMode="auto">
          <a:xfrm>
            <a:off x="5672253" y="2287368"/>
            <a:ext cx="1588" cy="76835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75" name="Line 135">
            <a:extLst>
              <a:ext uri="{FF2B5EF4-FFF2-40B4-BE49-F238E27FC236}">
                <a16:creationId xmlns:a16="http://schemas.microsoft.com/office/drawing/2014/main" id="{5167EC68-B162-9F8A-D3B4-B8DFEB1D31A5}"/>
              </a:ext>
            </a:extLst>
          </p:cNvPr>
          <p:cNvSpPr>
            <a:spLocks noChangeShapeType="1"/>
          </p:cNvSpPr>
          <p:nvPr/>
        </p:nvSpPr>
        <p:spPr bwMode="auto">
          <a:xfrm>
            <a:off x="5672253" y="2287368"/>
            <a:ext cx="0" cy="517525"/>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76" name="Line 136">
            <a:extLst>
              <a:ext uri="{FF2B5EF4-FFF2-40B4-BE49-F238E27FC236}">
                <a16:creationId xmlns:a16="http://schemas.microsoft.com/office/drawing/2014/main" id="{D19581CE-E9A8-831F-8C5E-44B64FEC4E7B}"/>
              </a:ext>
            </a:extLst>
          </p:cNvPr>
          <p:cNvSpPr>
            <a:spLocks noChangeShapeType="1"/>
          </p:cNvSpPr>
          <p:nvPr/>
        </p:nvSpPr>
        <p:spPr bwMode="auto">
          <a:xfrm>
            <a:off x="5672253" y="2273081"/>
            <a:ext cx="1588" cy="327025"/>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77" name="Line 137">
            <a:extLst>
              <a:ext uri="{FF2B5EF4-FFF2-40B4-BE49-F238E27FC236}">
                <a16:creationId xmlns:a16="http://schemas.microsoft.com/office/drawing/2014/main" id="{9D8F639D-CADD-7D90-016C-48D921621817}"/>
              </a:ext>
            </a:extLst>
          </p:cNvPr>
          <p:cNvSpPr>
            <a:spLocks noChangeShapeType="1"/>
          </p:cNvSpPr>
          <p:nvPr/>
        </p:nvSpPr>
        <p:spPr bwMode="auto">
          <a:xfrm flipV="1">
            <a:off x="5686541" y="1944468"/>
            <a:ext cx="1587" cy="341313"/>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78" name="Line 138">
            <a:extLst>
              <a:ext uri="{FF2B5EF4-FFF2-40B4-BE49-F238E27FC236}">
                <a16:creationId xmlns:a16="http://schemas.microsoft.com/office/drawing/2014/main" id="{51C7AB55-AC6F-6E0B-C7AB-8A11F30FB197}"/>
              </a:ext>
            </a:extLst>
          </p:cNvPr>
          <p:cNvSpPr>
            <a:spLocks noChangeShapeType="1"/>
          </p:cNvSpPr>
          <p:nvPr/>
        </p:nvSpPr>
        <p:spPr bwMode="auto">
          <a:xfrm flipV="1">
            <a:off x="5696066" y="1719043"/>
            <a:ext cx="1587" cy="561975"/>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79" name="Line 139">
            <a:extLst>
              <a:ext uri="{FF2B5EF4-FFF2-40B4-BE49-F238E27FC236}">
                <a16:creationId xmlns:a16="http://schemas.microsoft.com/office/drawing/2014/main" id="{ABC2DAFF-6B75-5AEB-3E39-9C1DCF42A3F6}"/>
              </a:ext>
            </a:extLst>
          </p:cNvPr>
          <p:cNvSpPr>
            <a:spLocks noChangeShapeType="1"/>
          </p:cNvSpPr>
          <p:nvPr/>
        </p:nvSpPr>
        <p:spPr bwMode="auto">
          <a:xfrm flipV="1">
            <a:off x="5691303" y="1461868"/>
            <a:ext cx="3175" cy="828675"/>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80" name="Line 140">
            <a:extLst>
              <a:ext uri="{FF2B5EF4-FFF2-40B4-BE49-F238E27FC236}">
                <a16:creationId xmlns:a16="http://schemas.microsoft.com/office/drawing/2014/main" id="{320458B2-B1F4-28D2-0E48-B57EDAB55A03}"/>
              </a:ext>
            </a:extLst>
          </p:cNvPr>
          <p:cNvSpPr>
            <a:spLocks noChangeShapeType="1"/>
          </p:cNvSpPr>
          <p:nvPr/>
        </p:nvSpPr>
        <p:spPr bwMode="auto">
          <a:xfrm flipV="1">
            <a:off x="5686541" y="1265018"/>
            <a:ext cx="0" cy="1020763"/>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81" name="Line 141">
            <a:extLst>
              <a:ext uri="{FF2B5EF4-FFF2-40B4-BE49-F238E27FC236}">
                <a16:creationId xmlns:a16="http://schemas.microsoft.com/office/drawing/2014/main" id="{BAF3EA14-D8CB-ED3F-4981-29F51E466DF8}"/>
              </a:ext>
            </a:extLst>
          </p:cNvPr>
          <p:cNvSpPr>
            <a:spLocks noChangeShapeType="1"/>
          </p:cNvSpPr>
          <p:nvPr/>
        </p:nvSpPr>
        <p:spPr bwMode="auto">
          <a:xfrm>
            <a:off x="2214478" y="2149616"/>
            <a:ext cx="2305436" cy="1133475"/>
          </a:xfrm>
          <a:prstGeom prst="line">
            <a:avLst/>
          </a:prstGeom>
          <a:noFill/>
          <a:ln w="28575">
            <a:solidFill>
              <a:srgbClr val="33CC3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82" name="Text Box 142">
            <a:extLst>
              <a:ext uri="{FF2B5EF4-FFF2-40B4-BE49-F238E27FC236}">
                <a16:creationId xmlns:a16="http://schemas.microsoft.com/office/drawing/2014/main" id="{C4419309-37A6-6A33-3F12-B2DE6B85E909}"/>
              </a:ext>
            </a:extLst>
          </p:cNvPr>
          <p:cNvSpPr txBox="1">
            <a:spLocks noChangeArrowheads="1"/>
          </p:cNvSpPr>
          <p:nvPr/>
        </p:nvSpPr>
        <p:spPr bwMode="auto">
          <a:xfrm>
            <a:off x="4375081" y="3306276"/>
            <a:ext cx="2684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zh-CN" altLang="en-US">
                <a:solidFill>
                  <a:schemeClr val="bg1"/>
                </a:solidFill>
                <a:latin typeface="楷体_GB2312" pitchFamily="49" charset="-122"/>
              </a:rPr>
              <a:t>观察平面：</a:t>
            </a:r>
            <a:r>
              <a:rPr lang="en-US" altLang="zh-CN" i="1">
                <a:solidFill>
                  <a:schemeClr val="bg1"/>
                </a:solidFill>
                <a:ea typeface="宋体" panose="02010600030101010101" pitchFamily="2" charset="-122"/>
              </a:rPr>
              <a:t>z=const</a:t>
            </a:r>
          </a:p>
        </p:txBody>
      </p:sp>
      <p:grpSp>
        <p:nvGrpSpPr>
          <p:cNvPr id="752788" name="Group 148">
            <a:extLst>
              <a:ext uri="{FF2B5EF4-FFF2-40B4-BE49-F238E27FC236}">
                <a16:creationId xmlns:a16="http://schemas.microsoft.com/office/drawing/2014/main" id="{E20C8E6E-0511-A252-9431-A685CEC6C9BD}"/>
              </a:ext>
            </a:extLst>
          </p:cNvPr>
          <p:cNvGrpSpPr>
            <a:grpSpLocks/>
          </p:cNvGrpSpPr>
          <p:nvPr/>
        </p:nvGrpSpPr>
        <p:grpSpPr bwMode="auto">
          <a:xfrm>
            <a:off x="5272088" y="3848100"/>
            <a:ext cx="2516187" cy="2339975"/>
            <a:chOff x="3324" y="320"/>
            <a:chExt cx="1585" cy="1474"/>
          </a:xfrm>
        </p:grpSpPr>
        <p:sp>
          <p:nvSpPr>
            <p:cNvPr id="86159" name="Line 149">
              <a:extLst>
                <a:ext uri="{FF2B5EF4-FFF2-40B4-BE49-F238E27FC236}">
                  <a16:creationId xmlns:a16="http://schemas.microsoft.com/office/drawing/2014/main" id="{1AC15BCD-64AA-6DB8-57F1-A54C3008AA81}"/>
                </a:ext>
              </a:extLst>
            </p:cNvPr>
            <p:cNvSpPr>
              <a:spLocks noChangeShapeType="1"/>
            </p:cNvSpPr>
            <p:nvPr/>
          </p:nvSpPr>
          <p:spPr bwMode="auto">
            <a:xfrm>
              <a:off x="4203" y="366"/>
              <a:ext cx="0" cy="1428"/>
            </a:xfrm>
            <a:prstGeom prst="line">
              <a:avLst/>
            </a:prstGeom>
            <a:noFill/>
            <a:ln w="19050">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6160" name="Line 150">
              <a:extLst>
                <a:ext uri="{FF2B5EF4-FFF2-40B4-BE49-F238E27FC236}">
                  <a16:creationId xmlns:a16="http://schemas.microsoft.com/office/drawing/2014/main" id="{38DE11A8-953B-963A-FB3C-C972A79BA16D}"/>
                </a:ext>
              </a:extLst>
            </p:cNvPr>
            <p:cNvSpPr>
              <a:spLocks noChangeShapeType="1"/>
            </p:cNvSpPr>
            <p:nvPr/>
          </p:nvSpPr>
          <p:spPr bwMode="auto">
            <a:xfrm flipV="1">
              <a:off x="3435" y="1093"/>
              <a:ext cx="1474" cy="3"/>
            </a:xfrm>
            <a:prstGeom prst="line">
              <a:avLst/>
            </a:prstGeom>
            <a:noFill/>
            <a:ln w="19050">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6161" name="Text Box 151">
              <a:extLst>
                <a:ext uri="{FF2B5EF4-FFF2-40B4-BE49-F238E27FC236}">
                  <a16:creationId xmlns:a16="http://schemas.microsoft.com/office/drawing/2014/main" id="{C382B33C-FF91-4BE4-D1BB-BFFE3299C78F}"/>
                </a:ext>
              </a:extLst>
            </p:cNvPr>
            <p:cNvSpPr txBox="1">
              <a:spLocks noChangeArrowheads="1"/>
            </p:cNvSpPr>
            <p:nvPr/>
          </p:nvSpPr>
          <p:spPr bwMode="auto">
            <a:xfrm>
              <a:off x="3324" y="824"/>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i="1">
                  <a:solidFill>
                    <a:schemeClr val="bg1"/>
                  </a:solidFill>
                  <a:ea typeface="宋体" panose="02010600030101010101" pitchFamily="2" charset="-122"/>
                </a:rPr>
                <a:t>y</a:t>
              </a:r>
            </a:p>
          </p:txBody>
        </p:sp>
        <p:sp>
          <p:nvSpPr>
            <p:cNvPr id="86162" name="Text Box 152">
              <a:extLst>
                <a:ext uri="{FF2B5EF4-FFF2-40B4-BE49-F238E27FC236}">
                  <a16:creationId xmlns:a16="http://schemas.microsoft.com/office/drawing/2014/main" id="{B502C047-71EB-12A6-CA7B-ED22E8DB1D89}"/>
                </a:ext>
              </a:extLst>
            </p:cNvPr>
            <p:cNvSpPr txBox="1">
              <a:spLocks noChangeArrowheads="1"/>
            </p:cNvSpPr>
            <p:nvPr/>
          </p:nvSpPr>
          <p:spPr bwMode="auto">
            <a:xfrm>
              <a:off x="3973" y="320"/>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i="1">
                  <a:solidFill>
                    <a:schemeClr val="bg1"/>
                  </a:solidFill>
                  <a:ea typeface="宋体" panose="02010600030101010101" pitchFamily="2" charset="-122"/>
                </a:rPr>
                <a:t>x</a:t>
              </a:r>
            </a:p>
          </p:txBody>
        </p:sp>
        <p:sp>
          <p:nvSpPr>
            <p:cNvPr id="86163" name="Text Box 153">
              <a:extLst>
                <a:ext uri="{FF2B5EF4-FFF2-40B4-BE49-F238E27FC236}">
                  <a16:creationId xmlns:a16="http://schemas.microsoft.com/office/drawing/2014/main" id="{87E2C30A-1722-BAFE-7EE4-3D83FC211C7F}"/>
                </a:ext>
              </a:extLst>
            </p:cNvPr>
            <p:cNvSpPr txBox="1">
              <a:spLocks noChangeArrowheads="1"/>
            </p:cNvSpPr>
            <p:nvPr/>
          </p:nvSpPr>
          <p:spPr bwMode="auto">
            <a:xfrm>
              <a:off x="4205" y="1024"/>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i="1">
                  <a:solidFill>
                    <a:schemeClr val="bg1"/>
                  </a:solidFill>
                  <a:ea typeface="宋体" panose="02010600030101010101" pitchFamily="2" charset="-122"/>
                </a:rPr>
                <a:t>o</a:t>
              </a:r>
            </a:p>
          </p:txBody>
        </p:sp>
      </p:grpSp>
      <p:sp>
        <p:nvSpPr>
          <p:cNvPr id="752794" name="Line 154">
            <a:extLst>
              <a:ext uri="{FF2B5EF4-FFF2-40B4-BE49-F238E27FC236}">
                <a16:creationId xmlns:a16="http://schemas.microsoft.com/office/drawing/2014/main" id="{D7BD20EF-DC26-B46D-E074-DE3751BBF6CA}"/>
              </a:ext>
            </a:extLst>
          </p:cNvPr>
          <p:cNvSpPr>
            <a:spLocks noChangeShapeType="1"/>
          </p:cNvSpPr>
          <p:nvPr/>
        </p:nvSpPr>
        <p:spPr bwMode="auto">
          <a:xfrm rot="-2650182">
            <a:off x="7002463" y="4945063"/>
            <a:ext cx="1587" cy="1077912"/>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95" name="Line 155">
            <a:extLst>
              <a:ext uri="{FF2B5EF4-FFF2-40B4-BE49-F238E27FC236}">
                <a16:creationId xmlns:a16="http://schemas.microsoft.com/office/drawing/2014/main" id="{B437DF5F-AB63-5214-F439-48A650790D2F}"/>
              </a:ext>
            </a:extLst>
          </p:cNvPr>
          <p:cNvSpPr>
            <a:spLocks noChangeShapeType="1"/>
          </p:cNvSpPr>
          <p:nvPr/>
        </p:nvSpPr>
        <p:spPr bwMode="auto">
          <a:xfrm rot="18949818" flipV="1">
            <a:off x="6265863" y="4192588"/>
            <a:ext cx="17462" cy="1063625"/>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96" name="Line 156">
            <a:extLst>
              <a:ext uri="{FF2B5EF4-FFF2-40B4-BE49-F238E27FC236}">
                <a16:creationId xmlns:a16="http://schemas.microsoft.com/office/drawing/2014/main" id="{15A78801-59C6-FF34-17A7-81BF78B58D40}"/>
              </a:ext>
            </a:extLst>
          </p:cNvPr>
          <p:cNvSpPr>
            <a:spLocks noChangeShapeType="1"/>
          </p:cNvSpPr>
          <p:nvPr/>
        </p:nvSpPr>
        <p:spPr bwMode="auto">
          <a:xfrm rot="-2650182">
            <a:off x="6897688" y="4999038"/>
            <a:ext cx="1587" cy="76835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97" name="Line 157">
            <a:extLst>
              <a:ext uri="{FF2B5EF4-FFF2-40B4-BE49-F238E27FC236}">
                <a16:creationId xmlns:a16="http://schemas.microsoft.com/office/drawing/2014/main" id="{DA81B288-44FA-AD67-E7E0-C9F71E9CA825}"/>
              </a:ext>
            </a:extLst>
          </p:cNvPr>
          <p:cNvSpPr>
            <a:spLocks noChangeShapeType="1"/>
          </p:cNvSpPr>
          <p:nvPr/>
        </p:nvSpPr>
        <p:spPr bwMode="auto">
          <a:xfrm rot="-2650182">
            <a:off x="6810375" y="5035550"/>
            <a:ext cx="0" cy="517525"/>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98" name="Line 158">
            <a:extLst>
              <a:ext uri="{FF2B5EF4-FFF2-40B4-BE49-F238E27FC236}">
                <a16:creationId xmlns:a16="http://schemas.microsoft.com/office/drawing/2014/main" id="{7578EDA0-1871-2B0F-E841-FC6361B540BB}"/>
              </a:ext>
            </a:extLst>
          </p:cNvPr>
          <p:cNvSpPr>
            <a:spLocks noChangeShapeType="1"/>
          </p:cNvSpPr>
          <p:nvPr/>
        </p:nvSpPr>
        <p:spPr bwMode="auto">
          <a:xfrm rot="-2650182">
            <a:off x="6734175" y="5051425"/>
            <a:ext cx="1588" cy="327025"/>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799" name="Line 159">
            <a:extLst>
              <a:ext uri="{FF2B5EF4-FFF2-40B4-BE49-F238E27FC236}">
                <a16:creationId xmlns:a16="http://schemas.microsoft.com/office/drawing/2014/main" id="{73A3398D-65AF-0614-1723-3A6645B21B10}"/>
              </a:ext>
            </a:extLst>
          </p:cNvPr>
          <p:cNvSpPr>
            <a:spLocks noChangeShapeType="1"/>
          </p:cNvSpPr>
          <p:nvPr/>
        </p:nvSpPr>
        <p:spPr bwMode="auto">
          <a:xfrm rot="18949818" flipV="1">
            <a:off x="6521450" y="4803775"/>
            <a:ext cx="1588" cy="341313"/>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800" name="Line 160">
            <a:extLst>
              <a:ext uri="{FF2B5EF4-FFF2-40B4-BE49-F238E27FC236}">
                <a16:creationId xmlns:a16="http://schemas.microsoft.com/office/drawing/2014/main" id="{F0DF214D-CDD7-D580-63FF-CE6A4F9C5B5E}"/>
              </a:ext>
            </a:extLst>
          </p:cNvPr>
          <p:cNvSpPr>
            <a:spLocks noChangeShapeType="1"/>
          </p:cNvSpPr>
          <p:nvPr/>
        </p:nvSpPr>
        <p:spPr bwMode="auto">
          <a:xfrm rot="18949818" flipV="1">
            <a:off x="6446838" y="4603750"/>
            <a:ext cx="1587" cy="561975"/>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801" name="Line 161">
            <a:extLst>
              <a:ext uri="{FF2B5EF4-FFF2-40B4-BE49-F238E27FC236}">
                <a16:creationId xmlns:a16="http://schemas.microsoft.com/office/drawing/2014/main" id="{F5651EDE-CFEB-6A4B-23A5-9FFF1CBE4F38}"/>
              </a:ext>
            </a:extLst>
          </p:cNvPr>
          <p:cNvSpPr>
            <a:spLocks noChangeShapeType="1"/>
          </p:cNvSpPr>
          <p:nvPr/>
        </p:nvSpPr>
        <p:spPr bwMode="auto">
          <a:xfrm rot="18949818" flipV="1">
            <a:off x="6357938" y="4386263"/>
            <a:ext cx="3175" cy="828675"/>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802" name="Line 162">
            <a:extLst>
              <a:ext uri="{FF2B5EF4-FFF2-40B4-BE49-F238E27FC236}">
                <a16:creationId xmlns:a16="http://schemas.microsoft.com/office/drawing/2014/main" id="{826A44C0-B535-6834-789D-9D6206231CD8}"/>
              </a:ext>
            </a:extLst>
          </p:cNvPr>
          <p:cNvSpPr>
            <a:spLocks noChangeShapeType="1"/>
          </p:cNvSpPr>
          <p:nvPr/>
        </p:nvSpPr>
        <p:spPr bwMode="auto">
          <a:xfrm rot="18949818" flipV="1">
            <a:off x="6284913" y="4221163"/>
            <a:ext cx="0" cy="1020762"/>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2803" name="Text Box 163">
            <a:extLst>
              <a:ext uri="{FF2B5EF4-FFF2-40B4-BE49-F238E27FC236}">
                <a16:creationId xmlns:a16="http://schemas.microsoft.com/office/drawing/2014/main" id="{1AB0E84A-FFB2-75EF-3A55-671052FACCB7}"/>
              </a:ext>
            </a:extLst>
          </p:cNvPr>
          <p:cNvSpPr txBox="1">
            <a:spLocks noChangeArrowheads="1"/>
          </p:cNvSpPr>
          <p:nvPr/>
        </p:nvSpPr>
        <p:spPr bwMode="auto">
          <a:xfrm>
            <a:off x="5199063" y="6116638"/>
            <a:ext cx="2684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zh-CN" altLang="en-US">
                <a:solidFill>
                  <a:schemeClr val="bg1"/>
                </a:solidFill>
                <a:latin typeface="楷体_GB2312" pitchFamily="49" charset="-122"/>
              </a:rPr>
              <a:t>观察平面：</a:t>
            </a:r>
            <a:r>
              <a:rPr lang="en-US" altLang="zh-CN" i="1">
                <a:solidFill>
                  <a:schemeClr val="bg1"/>
                </a:solidFill>
                <a:ea typeface="宋体" panose="02010600030101010101" pitchFamily="2" charset="-122"/>
              </a:rPr>
              <a:t>z=const</a:t>
            </a:r>
          </a:p>
        </p:txBody>
      </p:sp>
      <p:grpSp>
        <p:nvGrpSpPr>
          <p:cNvPr id="752804" name="Group 164">
            <a:extLst>
              <a:ext uri="{FF2B5EF4-FFF2-40B4-BE49-F238E27FC236}">
                <a16:creationId xmlns:a16="http://schemas.microsoft.com/office/drawing/2014/main" id="{984AD51E-06F1-E788-212E-7EF18CA34CCE}"/>
              </a:ext>
            </a:extLst>
          </p:cNvPr>
          <p:cNvGrpSpPr>
            <a:grpSpLocks/>
          </p:cNvGrpSpPr>
          <p:nvPr/>
        </p:nvGrpSpPr>
        <p:grpSpPr bwMode="auto">
          <a:xfrm>
            <a:off x="7265988" y="4298950"/>
            <a:ext cx="619125" cy="528638"/>
            <a:chOff x="2016" y="3075"/>
            <a:chExt cx="390" cy="333"/>
          </a:xfrm>
        </p:grpSpPr>
        <p:sp>
          <p:nvSpPr>
            <p:cNvPr id="86175" name="Oval 165">
              <a:extLst>
                <a:ext uri="{FF2B5EF4-FFF2-40B4-BE49-F238E27FC236}">
                  <a16:creationId xmlns:a16="http://schemas.microsoft.com/office/drawing/2014/main" id="{6FD83AF4-920F-5676-4D66-565779756BBA}"/>
                </a:ext>
              </a:extLst>
            </p:cNvPr>
            <p:cNvSpPr>
              <a:spLocks noChangeArrowheads="1"/>
            </p:cNvSpPr>
            <p:nvPr/>
          </p:nvSpPr>
          <p:spPr bwMode="auto">
            <a:xfrm>
              <a:off x="2016" y="3216"/>
              <a:ext cx="192" cy="192"/>
            </a:xfrm>
            <a:prstGeom prst="ellipse">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pPr>
              <a:endParaRPr lang="zh-CN" altLang="en-US"/>
            </a:p>
          </p:txBody>
        </p:sp>
        <p:sp>
          <p:nvSpPr>
            <p:cNvPr id="86176" name="Oval 166">
              <a:extLst>
                <a:ext uri="{FF2B5EF4-FFF2-40B4-BE49-F238E27FC236}">
                  <a16:creationId xmlns:a16="http://schemas.microsoft.com/office/drawing/2014/main" id="{32728A26-CC1C-7F5E-1DA6-81062A0EC312}"/>
                </a:ext>
              </a:extLst>
            </p:cNvPr>
            <p:cNvSpPr>
              <a:spLocks noChangeArrowheads="1"/>
            </p:cNvSpPr>
            <p:nvPr/>
          </p:nvSpPr>
          <p:spPr bwMode="auto">
            <a:xfrm>
              <a:off x="2094" y="3285"/>
              <a:ext cx="48" cy="48"/>
            </a:xfrm>
            <a:prstGeom prst="ellipse">
              <a:avLst/>
            </a:prstGeom>
            <a:solidFill>
              <a:schemeClr val="bg1"/>
            </a:solidFill>
            <a:ln w="9525">
              <a:solidFill>
                <a:schemeClr val="bg1"/>
              </a:solidFill>
              <a:round/>
              <a:headEnd/>
              <a:tailEnd/>
            </a:ln>
          </p:spPr>
          <p:txBody>
            <a:bodyPr wrap="none" anchor="ctr"/>
            <a:lstStyle/>
            <a:p>
              <a:pPr>
                <a:spcBef>
                  <a:spcPct val="20000"/>
                </a:spcBef>
              </a:pPr>
              <a:endParaRPr lang="zh-CN" altLang="en-US"/>
            </a:p>
          </p:txBody>
        </p:sp>
        <p:sp>
          <p:nvSpPr>
            <p:cNvPr id="86177" name="Text Box 167">
              <a:extLst>
                <a:ext uri="{FF2B5EF4-FFF2-40B4-BE49-F238E27FC236}">
                  <a16:creationId xmlns:a16="http://schemas.microsoft.com/office/drawing/2014/main" id="{F304FF2E-53DA-CDC6-F8AF-208EFD1C979E}"/>
                </a:ext>
              </a:extLst>
            </p:cNvPr>
            <p:cNvSpPr txBox="1">
              <a:spLocks noChangeArrowheads="1"/>
            </p:cNvSpPr>
            <p:nvPr/>
          </p:nvSpPr>
          <p:spPr bwMode="auto">
            <a:xfrm>
              <a:off x="2174" y="3075"/>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i="1">
                  <a:solidFill>
                    <a:schemeClr val="bg1"/>
                  </a:solidFill>
                  <a:ea typeface="宋体" panose="02010600030101010101" pitchFamily="2" charset="-122"/>
                </a:rPr>
                <a:t>z</a:t>
              </a:r>
            </a:p>
          </p:txBody>
        </p:sp>
      </p:grpSp>
      <p:grpSp>
        <p:nvGrpSpPr>
          <p:cNvPr id="752809" name="Group 169">
            <a:extLst>
              <a:ext uri="{FF2B5EF4-FFF2-40B4-BE49-F238E27FC236}">
                <a16:creationId xmlns:a16="http://schemas.microsoft.com/office/drawing/2014/main" id="{79427E95-0665-21F0-0FF7-4B13D199DD6A}"/>
              </a:ext>
            </a:extLst>
          </p:cNvPr>
          <p:cNvGrpSpPr>
            <a:grpSpLocks/>
          </p:cNvGrpSpPr>
          <p:nvPr/>
        </p:nvGrpSpPr>
        <p:grpSpPr bwMode="auto">
          <a:xfrm>
            <a:off x="6104053" y="1331693"/>
            <a:ext cx="619125" cy="528638"/>
            <a:chOff x="2016" y="3075"/>
            <a:chExt cx="390" cy="333"/>
          </a:xfrm>
        </p:grpSpPr>
        <p:sp>
          <p:nvSpPr>
            <p:cNvPr id="86179" name="Oval 170">
              <a:extLst>
                <a:ext uri="{FF2B5EF4-FFF2-40B4-BE49-F238E27FC236}">
                  <a16:creationId xmlns:a16="http://schemas.microsoft.com/office/drawing/2014/main" id="{D9673E69-B036-50B3-9B60-AE9DE6DB5A99}"/>
                </a:ext>
              </a:extLst>
            </p:cNvPr>
            <p:cNvSpPr>
              <a:spLocks noChangeArrowheads="1"/>
            </p:cNvSpPr>
            <p:nvPr/>
          </p:nvSpPr>
          <p:spPr bwMode="auto">
            <a:xfrm>
              <a:off x="2016" y="3216"/>
              <a:ext cx="192" cy="192"/>
            </a:xfrm>
            <a:prstGeom prst="ellipse">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pPr>
              <a:endParaRPr lang="zh-CN" altLang="en-US"/>
            </a:p>
          </p:txBody>
        </p:sp>
        <p:sp>
          <p:nvSpPr>
            <p:cNvPr id="86180" name="Oval 171">
              <a:extLst>
                <a:ext uri="{FF2B5EF4-FFF2-40B4-BE49-F238E27FC236}">
                  <a16:creationId xmlns:a16="http://schemas.microsoft.com/office/drawing/2014/main" id="{B9DC689A-8718-F1A9-271A-FF209FA52276}"/>
                </a:ext>
              </a:extLst>
            </p:cNvPr>
            <p:cNvSpPr>
              <a:spLocks noChangeArrowheads="1"/>
            </p:cNvSpPr>
            <p:nvPr/>
          </p:nvSpPr>
          <p:spPr bwMode="auto">
            <a:xfrm>
              <a:off x="2094" y="3285"/>
              <a:ext cx="48" cy="48"/>
            </a:xfrm>
            <a:prstGeom prst="ellipse">
              <a:avLst/>
            </a:prstGeom>
            <a:solidFill>
              <a:schemeClr val="bg1"/>
            </a:solidFill>
            <a:ln w="9525">
              <a:solidFill>
                <a:schemeClr val="bg1"/>
              </a:solidFill>
              <a:round/>
              <a:headEnd/>
              <a:tailEnd/>
            </a:ln>
          </p:spPr>
          <p:txBody>
            <a:bodyPr wrap="none" anchor="ctr"/>
            <a:lstStyle/>
            <a:p>
              <a:pPr>
                <a:spcBef>
                  <a:spcPct val="20000"/>
                </a:spcBef>
              </a:pPr>
              <a:endParaRPr lang="zh-CN" altLang="en-US"/>
            </a:p>
          </p:txBody>
        </p:sp>
        <p:sp>
          <p:nvSpPr>
            <p:cNvPr id="86181" name="Text Box 172">
              <a:extLst>
                <a:ext uri="{FF2B5EF4-FFF2-40B4-BE49-F238E27FC236}">
                  <a16:creationId xmlns:a16="http://schemas.microsoft.com/office/drawing/2014/main" id="{49DD9165-B593-BE19-8167-C86BEC42CFF0}"/>
                </a:ext>
              </a:extLst>
            </p:cNvPr>
            <p:cNvSpPr txBox="1">
              <a:spLocks noChangeArrowheads="1"/>
            </p:cNvSpPr>
            <p:nvPr/>
          </p:nvSpPr>
          <p:spPr bwMode="auto">
            <a:xfrm>
              <a:off x="2174" y="3075"/>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i="1">
                  <a:solidFill>
                    <a:schemeClr val="bg1"/>
                  </a:solidFill>
                  <a:ea typeface="宋体" panose="02010600030101010101" pitchFamily="2" charset="-122"/>
                </a:rPr>
                <a:t>z</a:t>
              </a:r>
            </a:p>
          </p:txBody>
        </p:sp>
      </p:grpSp>
      <p:sp>
        <p:nvSpPr>
          <p:cNvPr id="752813" name="Text Box 173">
            <a:extLst>
              <a:ext uri="{FF2B5EF4-FFF2-40B4-BE49-F238E27FC236}">
                <a16:creationId xmlns:a16="http://schemas.microsoft.com/office/drawing/2014/main" id="{B1BB2B6F-F515-7327-B9BE-6BF2F2E5EC85}"/>
              </a:ext>
            </a:extLst>
          </p:cNvPr>
          <p:cNvSpPr txBox="1">
            <a:spLocks noChangeArrowheads="1"/>
          </p:cNvSpPr>
          <p:nvPr/>
        </p:nvSpPr>
        <p:spPr bwMode="auto">
          <a:xfrm>
            <a:off x="250825" y="549275"/>
            <a:ext cx="860425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3"/>
              </a:buBlip>
            </a:pPr>
            <a:r>
              <a:rPr lang="en-US" altLang="zh-CN">
                <a:solidFill>
                  <a:schemeClr val="bg1"/>
                </a:solidFill>
              </a:rPr>
              <a:t>   </a:t>
            </a:r>
            <a:r>
              <a:rPr lang="zh-CN" altLang="en-US">
                <a:solidFill>
                  <a:schemeClr val="bg1"/>
                </a:solidFill>
              </a:rPr>
              <a:t>沿</a:t>
            </a:r>
            <a:r>
              <a:rPr lang="en-US" altLang="zh-CN" i="1">
                <a:solidFill>
                  <a:schemeClr val="bg1"/>
                </a:solidFill>
              </a:rPr>
              <a:t>x</a:t>
            </a:r>
            <a:r>
              <a:rPr lang="zh-CN" altLang="en-US">
                <a:solidFill>
                  <a:schemeClr val="bg1"/>
                </a:solidFill>
              </a:rPr>
              <a:t>方向的线极化波：电场的振动方向始终是沿</a:t>
            </a:r>
            <a:r>
              <a:rPr lang="en-US" altLang="zh-CN" i="1">
                <a:solidFill>
                  <a:schemeClr val="bg1"/>
                </a:solidFill>
              </a:rPr>
              <a:t>x</a:t>
            </a:r>
            <a:r>
              <a:rPr lang="zh-CN" altLang="en-US">
                <a:solidFill>
                  <a:schemeClr val="bg1"/>
                </a:solidFill>
              </a:rPr>
              <a:t>轴方向。</a:t>
            </a:r>
          </a:p>
        </p:txBody>
      </p:sp>
      <p:sp>
        <p:nvSpPr>
          <p:cNvPr id="752814" name="Text Box 174">
            <a:extLst>
              <a:ext uri="{FF2B5EF4-FFF2-40B4-BE49-F238E27FC236}">
                <a16:creationId xmlns:a16="http://schemas.microsoft.com/office/drawing/2014/main" id="{ABBE2899-971A-268F-8D3B-4BBE15CE5649}"/>
              </a:ext>
            </a:extLst>
          </p:cNvPr>
          <p:cNvSpPr txBox="1">
            <a:spLocks noChangeArrowheads="1"/>
          </p:cNvSpPr>
          <p:nvPr/>
        </p:nvSpPr>
        <p:spPr bwMode="auto">
          <a:xfrm>
            <a:off x="395288" y="4365625"/>
            <a:ext cx="5040312"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3"/>
              </a:buBlip>
            </a:pPr>
            <a:r>
              <a:rPr lang="en-US" altLang="zh-CN">
                <a:solidFill>
                  <a:schemeClr val="bg1"/>
                </a:solidFill>
              </a:rPr>
              <a:t>   </a:t>
            </a:r>
            <a:r>
              <a:rPr lang="zh-CN" altLang="en-US">
                <a:solidFill>
                  <a:schemeClr val="bg1"/>
                </a:solidFill>
              </a:rPr>
              <a:t>在</a:t>
            </a:r>
            <a:r>
              <a:rPr lang="en-US" altLang="zh-CN">
                <a:solidFill>
                  <a:schemeClr val="bg1"/>
                </a:solidFill>
              </a:rPr>
              <a:t>2</a:t>
            </a:r>
            <a:r>
              <a:rPr lang="zh-CN" altLang="en-US">
                <a:solidFill>
                  <a:schemeClr val="bg1"/>
                </a:solidFill>
              </a:rPr>
              <a:t>、</a:t>
            </a:r>
            <a:r>
              <a:rPr lang="en-US" altLang="zh-CN">
                <a:solidFill>
                  <a:schemeClr val="bg1"/>
                </a:solidFill>
              </a:rPr>
              <a:t>4</a:t>
            </a:r>
            <a:r>
              <a:rPr lang="zh-CN" altLang="en-US">
                <a:solidFill>
                  <a:schemeClr val="bg1"/>
                </a:solidFill>
              </a:rPr>
              <a:t>象限中振动的线极化波</a:t>
            </a:r>
            <a:r>
              <a:rPr lang="en-US" altLang="zh-CN">
                <a:solidFill>
                  <a:schemeClr val="bg1"/>
                </a:solidFill>
              </a:rPr>
              <a:t>:</a:t>
            </a:r>
          </a:p>
        </p:txBody>
      </p:sp>
      <p:pic>
        <p:nvPicPr>
          <p:cNvPr id="169" name="图片 168" descr="图示&#10;&#10;AI 生成的内容可能不正确。">
            <a:extLst>
              <a:ext uri="{FF2B5EF4-FFF2-40B4-BE49-F238E27FC236}">
                <a16:creationId xmlns:a16="http://schemas.microsoft.com/office/drawing/2014/main" id="{001A0641-CEE9-492A-9784-79F4C0D88B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0943" y="1100635"/>
            <a:ext cx="2281831" cy="2266669"/>
          </a:xfrm>
          <a:prstGeom prst="rect">
            <a:avLst/>
          </a:prstGeom>
        </p:spPr>
      </p:pic>
      <p:grpSp>
        <p:nvGrpSpPr>
          <p:cNvPr id="2" name="Group 1093">
            <a:extLst>
              <a:ext uri="{FF2B5EF4-FFF2-40B4-BE49-F238E27FC236}">
                <a16:creationId xmlns:a16="http://schemas.microsoft.com/office/drawing/2014/main" id="{5D455C12-B6FB-6BF1-3EC9-59873CC40023}"/>
              </a:ext>
            </a:extLst>
          </p:cNvPr>
          <p:cNvGrpSpPr>
            <a:grpSpLocks/>
          </p:cNvGrpSpPr>
          <p:nvPr/>
        </p:nvGrpSpPr>
        <p:grpSpPr bwMode="auto">
          <a:xfrm>
            <a:off x="1536175" y="4851469"/>
            <a:ext cx="2014537" cy="2017713"/>
            <a:chOff x="4377" y="1797"/>
            <a:chExt cx="1269" cy="1271"/>
          </a:xfrm>
        </p:grpSpPr>
        <p:pic>
          <p:nvPicPr>
            <p:cNvPr id="3" name="Picture 1048" descr="3">
              <a:extLst>
                <a:ext uri="{FF2B5EF4-FFF2-40B4-BE49-F238E27FC236}">
                  <a16:creationId xmlns:a16="http://schemas.microsoft.com/office/drawing/2014/main" id="{769F8120-0D6A-B4C7-E0FC-B931BC396A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77" y="1797"/>
              <a:ext cx="1269" cy="1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1052">
              <a:extLst>
                <a:ext uri="{FF2B5EF4-FFF2-40B4-BE49-F238E27FC236}">
                  <a16:creationId xmlns:a16="http://schemas.microsoft.com/office/drawing/2014/main" id="{AA5BB194-168D-54C9-0ACF-3E313A2628DB}"/>
                </a:ext>
              </a:extLst>
            </p:cNvPr>
            <p:cNvSpPr>
              <a:spLocks noChangeArrowheads="1"/>
            </p:cNvSpPr>
            <p:nvPr/>
          </p:nvSpPr>
          <p:spPr bwMode="auto">
            <a:xfrm>
              <a:off x="4377" y="1797"/>
              <a:ext cx="1269" cy="127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pPr>
              <a:endParaRPr lang="zh-CN" altLang="en-US"/>
            </a:p>
          </p:txBody>
        </p:sp>
        <p:graphicFrame>
          <p:nvGraphicFramePr>
            <p:cNvPr id="5" name="Object 1072">
              <a:extLst>
                <a:ext uri="{FF2B5EF4-FFF2-40B4-BE49-F238E27FC236}">
                  <a16:creationId xmlns:a16="http://schemas.microsoft.com/office/drawing/2014/main" id="{81EFB4D5-550C-5BE1-8DEB-EFE5B6C87CF0}"/>
                </a:ext>
              </a:extLst>
            </p:cNvPr>
            <p:cNvGraphicFramePr>
              <a:graphicFrameLocks noChangeAspect="1"/>
            </p:cNvGraphicFramePr>
            <p:nvPr/>
          </p:nvGraphicFramePr>
          <p:xfrm>
            <a:off x="4542" y="2841"/>
            <a:ext cx="977" cy="227"/>
          </p:xfrm>
          <a:graphic>
            <a:graphicData uri="http://schemas.openxmlformats.org/presentationml/2006/ole">
              <mc:AlternateContent xmlns:mc="http://schemas.openxmlformats.org/markup-compatibility/2006">
                <mc:Choice xmlns:v="urn:schemas-microsoft-com:vml" Requires="v">
                  <p:oleObj r:id="rId6" imgW="774364" imgH="241195" progId="Equation.DSMT4">
                    <p:embed/>
                  </p:oleObj>
                </mc:Choice>
                <mc:Fallback>
                  <p:oleObj r:id="rId6" imgW="774364" imgH="241195" progId="Equation.DSMT4">
                    <p:embed/>
                    <p:pic>
                      <p:nvPicPr>
                        <p:cNvPr id="83979" name="Object 1072">
                          <a:extLst>
                            <a:ext uri="{FF2B5EF4-FFF2-40B4-BE49-F238E27FC236}">
                              <a16:creationId xmlns:a16="http://schemas.microsoft.com/office/drawing/2014/main" id="{D7534E74-9002-88DD-125A-9951263053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42" y="2841"/>
                          <a:ext cx="977" cy="227"/>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52651"/>
                                        </p:tgtEl>
                                        <p:attrNameLst>
                                          <p:attrName>style.visibility</p:attrName>
                                        </p:attrNameLst>
                                      </p:cBhvr>
                                      <p:to>
                                        <p:strVal val="visible"/>
                                      </p:to>
                                    </p:set>
                                    <p:animEffect transition="in" filter="dissolve">
                                      <p:cBhvr>
                                        <p:cTn id="7" dur="500"/>
                                        <p:tgtEl>
                                          <p:spTgt spid="752651"/>
                                        </p:tgtEl>
                                      </p:cBhvr>
                                    </p:animEffect>
                                  </p:childTnLst>
                                  <p:subTnLst>
                                    <p:set>
                                      <p:cBhvr override="childStyle">
                                        <p:cTn dur="1" fill="hold" display="0" masterRel="nextClick" afterEffect="1"/>
                                        <p:tgtEl>
                                          <p:spTgt spid="752651"/>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52667"/>
                                        </p:tgtEl>
                                        <p:attrNameLst>
                                          <p:attrName>style.visibility</p:attrName>
                                        </p:attrNameLst>
                                      </p:cBhvr>
                                      <p:to>
                                        <p:strVal val="visible"/>
                                      </p:to>
                                    </p:set>
                                    <p:animEffect transition="in" filter="dissolve">
                                      <p:cBhvr>
                                        <p:cTn id="12" dur="500"/>
                                        <p:tgtEl>
                                          <p:spTgt spid="752667"/>
                                        </p:tgtEl>
                                      </p:cBhvr>
                                    </p:animEffect>
                                  </p:childTnLst>
                                  <p:subTnLst>
                                    <p:set>
                                      <p:cBhvr override="childStyle">
                                        <p:cTn dur="1" fill="hold" display="0" masterRel="nextClick" afterEffect="1"/>
                                        <p:tgtEl>
                                          <p:spTgt spid="752667"/>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52681"/>
                                        </p:tgtEl>
                                        <p:attrNameLst>
                                          <p:attrName>style.visibility</p:attrName>
                                        </p:attrNameLst>
                                      </p:cBhvr>
                                      <p:to>
                                        <p:strVal val="visible"/>
                                      </p:to>
                                    </p:set>
                                    <p:animEffect transition="in" filter="dissolve">
                                      <p:cBhvr>
                                        <p:cTn id="17" dur="500"/>
                                        <p:tgtEl>
                                          <p:spTgt spid="752681"/>
                                        </p:tgtEl>
                                      </p:cBhvr>
                                    </p:animEffect>
                                  </p:childTnLst>
                                  <p:subTnLst>
                                    <p:set>
                                      <p:cBhvr override="childStyle">
                                        <p:cTn dur="1" fill="hold" display="0" masterRel="nextClick" afterEffect="1"/>
                                        <p:tgtEl>
                                          <p:spTgt spid="752681"/>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752695"/>
                                        </p:tgtEl>
                                        <p:attrNameLst>
                                          <p:attrName>style.visibility</p:attrName>
                                        </p:attrNameLst>
                                      </p:cBhvr>
                                      <p:to>
                                        <p:strVal val="visible"/>
                                      </p:to>
                                    </p:set>
                                    <p:animEffect transition="in" filter="dissolve">
                                      <p:cBhvr>
                                        <p:cTn id="22" dur="500"/>
                                        <p:tgtEl>
                                          <p:spTgt spid="752695"/>
                                        </p:tgtEl>
                                      </p:cBhvr>
                                    </p:animEffect>
                                  </p:childTnLst>
                                  <p:subTnLst>
                                    <p:set>
                                      <p:cBhvr override="childStyle">
                                        <p:cTn dur="1" fill="hold" display="0" masterRel="nextClick" afterEffect="1"/>
                                        <p:tgtEl>
                                          <p:spTgt spid="752695"/>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752709"/>
                                        </p:tgtEl>
                                        <p:attrNameLst>
                                          <p:attrName>style.visibility</p:attrName>
                                        </p:attrNameLst>
                                      </p:cBhvr>
                                      <p:to>
                                        <p:strVal val="visible"/>
                                      </p:to>
                                    </p:set>
                                    <p:animEffect transition="in" filter="dissolve">
                                      <p:cBhvr>
                                        <p:cTn id="27" dur="500"/>
                                        <p:tgtEl>
                                          <p:spTgt spid="752709"/>
                                        </p:tgtEl>
                                      </p:cBhvr>
                                    </p:animEffect>
                                  </p:childTnLst>
                                  <p:subTnLst>
                                    <p:set>
                                      <p:cBhvr override="childStyle">
                                        <p:cTn dur="1" fill="hold" display="0" masterRel="nextClick" afterEffect="1"/>
                                        <p:tgtEl>
                                          <p:spTgt spid="752709"/>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752723"/>
                                        </p:tgtEl>
                                        <p:attrNameLst>
                                          <p:attrName>style.visibility</p:attrName>
                                        </p:attrNameLst>
                                      </p:cBhvr>
                                      <p:to>
                                        <p:strVal val="visible"/>
                                      </p:to>
                                    </p:set>
                                    <p:animEffect transition="in" filter="dissolve">
                                      <p:cBhvr>
                                        <p:cTn id="32" dur="500"/>
                                        <p:tgtEl>
                                          <p:spTgt spid="752723"/>
                                        </p:tgtEl>
                                      </p:cBhvr>
                                    </p:animEffect>
                                  </p:childTnLst>
                                  <p:subTnLst>
                                    <p:set>
                                      <p:cBhvr override="childStyle">
                                        <p:cTn dur="1" fill="hold" display="0" masterRel="nextClick" afterEffect="1"/>
                                        <p:tgtEl>
                                          <p:spTgt spid="752723"/>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752737"/>
                                        </p:tgtEl>
                                        <p:attrNameLst>
                                          <p:attrName>style.visibility</p:attrName>
                                        </p:attrNameLst>
                                      </p:cBhvr>
                                      <p:to>
                                        <p:strVal val="visible"/>
                                      </p:to>
                                    </p:set>
                                    <p:animEffect transition="in" filter="dissolve">
                                      <p:cBhvr>
                                        <p:cTn id="37" dur="500"/>
                                        <p:tgtEl>
                                          <p:spTgt spid="752737"/>
                                        </p:tgtEl>
                                      </p:cBhvr>
                                    </p:animEffect>
                                  </p:childTnLst>
                                  <p:subTnLst>
                                    <p:set>
                                      <p:cBhvr override="childStyle">
                                        <p:cTn dur="1" fill="hold" display="0" masterRel="nextClick" afterEffect="1"/>
                                        <p:tgtEl>
                                          <p:spTgt spid="752737"/>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752752"/>
                                        </p:tgtEl>
                                        <p:attrNameLst>
                                          <p:attrName>style.visibility</p:attrName>
                                        </p:attrNameLst>
                                      </p:cBhvr>
                                      <p:to>
                                        <p:strVal val="visible"/>
                                      </p:to>
                                    </p:set>
                                    <p:animEffect transition="in" filter="dissolve">
                                      <p:cBhvr>
                                        <p:cTn id="42" dur="500"/>
                                        <p:tgtEl>
                                          <p:spTgt spid="75275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752781"/>
                                        </p:tgtEl>
                                        <p:attrNameLst>
                                          <p:attrName>style.visibility</p:attrName>
                                        </p:attrNameLst>
                                      </p:cBhvr>
                                      <p:to>
                                        <p:strVal val="visible"/>
                                      </p:to>
                                    </p:set>
                                    <p:animEffect transition="in" filter="dissolve">
                                      <p:cBhvr>
                                        <p:cTn id="47" dur="500"/>
                                        <p:tgtEl>
                                          <p:spTgt spid="752781"/>
                                        </p:tgtEl>
                                      </p:cBhvr>
                                    </p:animEffect>
                                  </p:childTnLst>
                                </p:cTn>
                              </p:par>
                            </p:childTnLst>
                          </p:cTn>
                        </p:par>
                        <p:par>
                          <p:cTn id="48" fill="hold" nodeType="afterGroup">
                            <p:stCondLst>
                              <p:cond delay="500"/>
                            </p:stCondLst>
                            <p:childTnLst>
                              <p:par>
                                <p:cTn id="49" presetID="3" presetClass="entr" presetSubtype="10" fill="hold" grpId="0" nodeType="afterEffect">
                                  <p:stCondLst>
                                    <p:cond delay="0"/>
                                  </p:stCondLst>
                                  <p:childTnLst>
                                    <p:set>
                                      <p:cBhvr>
                                        <p:cTn id="50" dur="1" fill="hold">
                                          <p:stCondLst>
                                            <p:cond delay="0"/>
                                          </p:stCondLst>
                                        </p:cTn>
                                        <p:tgtEl>
                                          <p:spTgt spid="752782"/>
                                        </p:tgtEl>
                                        <p:attrNameLst>
                                          <p:attrName>style.visibility</p:attrName>
                                        </p:attrNameLst>
                                      </p:cBhvr>
                                      <p:to>
                                        <p:strVal val="visible"/>
                                      </p:to>
                                    </p:set>
                                    <p:animEffect transition="in" filter="blinds(horizontal)">
                                      <p:cBhvr>
                                        <p:cTn id="51" dur="500"/>
                                        <p:tgtEl>
                                          <p:spTgt spid="75278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752766"/>
                                        </p:tgtEl>
                                        <p:attrNameLst>
                                          <p:attrName>style.visibility</p:attrName>
                                        </p:attrNameLst>
                                      </p:cBhvr>
                                      <p:to>
                                        <p:strVal val="visible"/>
                                      </p:to>
                                    </p:set>
                                    <p:animEffect transition="in" filter="dissolve">
                                      <p:cBhvr>
                                        <p:cTn id="56" dur="500"/>
                                        <p:tgtEl>
                                          <p:spTgt spid="75276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nodeType="clickEffect">
                                  <p:stCondLst>
                                    <p:cond delay="0"/>
                                  </p:stCondLst>
                                  <p:childTnLst>
                                    <p:set>
                                      <p:cBhvr>
                                        <p:cTn id="60" dur="1" fill="hold">
                                          <p:stCondLst>
                                            <p:cond delay="0"/>
                                          </p:stCondLst>
                                        </p:cTn>
                                        <p:tgtEl>
                                          <p:spTgt spid="752772"/>
                                        </p:tgtEl>
                                        <p:attrNameLst>
                                          <p:attrName>style.visibility</p:attrName>
                                        </p:attrNameLst>
                                      </p:cBhvr>
                                      <p:to>
                                        <p:strVal val="visible"/>
                                      </p:to>
                                    </p:set>
                                    <p:animEffect transition="in" filter="dissolve">
                                      <p:cBhvr>
                                        <p:cTn id="61" dur="500"/>
                                        <p:tgtEl>
                                          <p:spTgt spid="752772"/>
                                        </p:tgtEl>
                                      </p:cBhvr>
                                    </p:animEffect>
                                  </p:childTnLst>
                                  <p:subTnLst>
                                    <p:set>
                                      <p:cBhvr override="childStyle">
                                        <p:cTn dur="1" fill="hold" display="0" masterRel="nextClick" afterEffect="1"/>
                                        <p:tgtEl>
                                          <p:spTgt spid="752772"/>
                                        </p:tgtEl>
                                        <p:attrNameLst>
                                          <p:attrName>style.visibility</p:attrName>
                                        </p:attrNameLst>
                                      </p:cBhvr>
                                      <p:to>
                                        <p:strVal val="hidden"/>
                                      </p:to>
                                    </p:set>
                                  </p:subTnLst>
                                </p:cTn>
                              </p:par>
                            </p:childTnLst>
                          </p:cTn>
                        </p:par>
                      </p:childTnLst>
                    </p:cTn>
                  </p:par>
                  <p:par>
                    <p:cTn id="62" fill="hold" nodeType="clickPar">
                      <p:stCondLst>
                        <p:cond delay="indefinite"/>
                      </p:stCondLst>
                      <p:childTnLst>
                        <p:par>
                          <p:cTn id="63" fill="hold" nodeType="withGroup">
                            <p:stCondLst>
                              <p:cond delay="0"/>
                            </p:stCondLst>
                            <p:childTnLst>
                              <p:par>
                                <p:cTn id="64" presetID="9" presetClass="entr" presetSubtype="0" fill="hold" nodeType="clickEffect">
                                  <p:stCondLst>
                                    <p:cond delay="0"/>
                                  </p:stCondLst>
                                  <p:childTnLst>
                                    <p:set>
                                      <p:cBhvr>
                                        <p:cTn id="65" dur="1" fill="hold">
                                          <p:stCondLst>
                                            <p:cond delay="0"/>
                                          </p:stCondLst>
                                        </p:cTn>
                                        <p:tgtEl>
                                          <p:spTgt spid="752774"/>
                                        </p:tgtEl>
                                        <p:attrNameLst>
                                          <p:attrName>style.visibility</p:attrName>
                                        </p:attrNameLst>
                                      </p:cBhvr>
                                      <p:to>
                                        <p:strVal val="visible"/>
                                      </p:to>
                                    </p:set>
                                    <p:animEffect transition="in" filter="dissolve">
                                      <p:cBhvr>
                                        <p:cTn id="66" dur="500"/>
                                        <p:tgtEl>
                                          <p:spTgt spid="752774"/>
                                        </p:tgtEl>
                                      </p:cBhvr>
                                    </p:animEffect>
                                  </p:childTnLst>
                                  <p:subTnLst>
                                    <p:set>
                                      <p:cBhvr override="childStyle">
                                        <p:cTn dur="1" fill="hold" display="0" masterRel="nextClick" afterEffect="1"/>
                                        <p:tgtEl>
                                          <p:spTgt spid="752774"/>
                                        </p:tgtEl>
                                        <p:attrNameLst>
                                          <p:attrName>style.visibility</p:attrName>
                                        </p:attrNameLst>
                                      </p:cBhvr>
                                      <p:to>
                                        <p:strVal val="hidden"/>
                                      </p:to>
                                    </p:set>
                                  </p:subTnLst>
                                </p:cTn>
                              </p:par>
                            </p:childTnLst>
                          </p:cTn>
                        </p:par>
                      </p:childTnLst>
                    </p:cTn>
                  </p:par>
                  <p:par>
                    <p:cTn id="67" fill="hold" nodeType="clickPar">
                      <p:stCondLst>
                        <p:cond delay="indefinite"/>
                      </p:stCondLst>
                      <p:childTnLst>
                        <p:par>
                          <p:cTn id="68" fill="hold" nodeType="withGroup">
                            <p:stCondLst>
                              <p:cond delay="0"/>
                            </p:stCondLst>
                            <p:childTnLst>
                              <p:par>
                                <p:cTn id="69" presetID="9" presetClass="entr" presetSubtype="0" fill="hold" nodeType="clickEffect">
                                  <p:stCondLst>
                                    <p:cond delay="0"/>
                                  </p:stCondLst>
                                  <p:childTnLst>
                                    <p:set>
                                      <p:cBhvr>
                                        <p:cTn id="70" dur="1" fill="hold">
                                          <p:stCondLst>
                                            <p:cond delay="0"/>
                                          </p:stCondLst>
                                        </p:cTn>
                                        <p:tgtEl>
                                          <p:spTgt spid="752775"/>
                                        </p:tgtEl>
                                        <p:attrNameLst>
                                          <p:attrName>style.visibility</p:attrName>
                                        </p:attrNameLst>
                                      </p:cBhvr>
                                      <p:to>
                                        <p:strVal val="visible"/>
                                      </p:to>
                                    </p:set>
                                    <p:animEffect transition="in" filter="dissolve">
                                      <p:cBhvr>
                                        <p:cTn id="71" dur="500"/>
                                        <p:tgtEl>
                                          <p:spTgt spid="752775"/>
                                        </p:tgtEl>
                                      </p:cBhvr>
                                    </p:animEffect>
                                  </p:childTnLst>
                                  <p:subTnLst>
                                    <p:set>
                                      <p:cBhvr override="childStyle">
                                        <p:cTn dur="1" fill="hold" display="0" masterRel="nextClick" afterEffect="1"/>
                                        <p:tgtEl>
                                          <p:spTgt spid="752775"/>
                                        </p:tgtEl>
                                        <p:attrNameLst>
                                          <p:attrName>style.visibility</p:attrName>
                                        </p:attrNameLst>
                                      </p:cBhvr>
                                      <p:to>
                                        <p:strVal val="hidden"/>
                                      </p:to>
                                    </p:set>
                                  </p:subTnLst>
                                </p:cTn>
                              </p:par>
                            </p:childTnLst>
                          </p:cTn>
                        </p:par>
                      </p:childTnLst>
                    </p:cTn>
                  </p:par>
                  <p:par>
                    <p:cTn id="72" fill="hold" nodeType="clickPar">
                      <p:stCondLst>
                        <p:cond delay="indefinite"/>
                      </p:stCondLst>
                      <p:childTnLst>
                        <p:par>
                          <p:cTn id="73" fill="hold" nodeType="withGroup">
                            <p:stCondLst>
                              <p:cond delay="0"/>
                            </p:stCondLst>
                            <p:childTnLst>
                              <p:par>
                                <p:cTn id="74" presetID="9" presetClass="entr" presetSubtype="0" fill="hold" nodeType="clickEffect">
                                  <p:stCondLst>
                                    <p:cond delay="0"/>
                                  </p:stCondLst>
                                  <p:childTnLst>
                                    <p:set>
                                      <p:cBhvr>
                                        <p:cTn id="75" dur="1" fill="hold">
                                          <p:stCondLst>
                                            <p:cond delay="0"/>
                                          </p:stCondLst>
                                        </p:cTn>
                                        <p:tgtEl>
                                          <p:spTgt spid="752776"/>
                                        </p:tgtEl>
                                        <p:attrNameLst>
                                          <p:attrName>style.visibility</p:attrName>
                                        </p:attrNameLst>
                                      </p:cBhvr>
                                      <p:to>
                                        <p:strVal val="visible"/>
                                      </p:to>
                                    </p:set>
                                    <p:animEffect transition="in" filter="dissolve">
                                      <p:cBhvr>
                                        <p:cTn id="76" dur="500"/>
                                        <p:tgtEl>
                                          <p:spTgt spid="752776"/>
                                        </p:tgtEl>
                                      </p:cBhvr>
                                    </p:animEffect>
                                  </p:childTnLst>
                                  <p:subTnLst>
                                    <p:set>
                                      <p:cBhvr override="childStyle">
                                        <p:cTn dur="1" fill="hold" display="0" masterRel="nextClick" afterEffect="1"/>
                                        <p:tgtEl>
                                          <p:spTgt spid="752776"/>
                                        </p:tgtEl>
                                        <p:attrNameLst>
                                          <p:attrName>style.visibility</p:attrName>
                                        </p:attrNameLst>
                                      </p:cBhvr>
                                      <p:to>
                                        <p:strVal val="hidden"/>
                                      </p:to>
                                    </p:set>
                                  </p:subTnLst>
                                </p:cTn>
                              </p:par>
                            </p:childTnLst>
                          </p:cTn>
                        </p:par>
                      </p:childTnLst>
                    </p:cTn>
                  </p:par>
                  <p:par>
                    <p:cTn id="77" fill="hold" nodeType="clickPar">
                      <p:stCondLst>
                        <p:cond delay="indefinite"/>
                      </p:stCondLst>
                      <p:childTnLst>
                        <p:par>
                          <p:cTn id="78" fill="hold" nodeType="withGroup">
                            <p:stCondLst>
                              <p:cond delay="0"/>
                            </p:stCondLst>
                            <p:childTnLst>
                              <p:par>
                                <p:cTn id="79" presetID="9" presetClass="entr" presetSubtype="0" fill="hold" nodeType="clickEffect">
                                  <p:stCondLst>
                                    <p:cond delay="0"/>
                                  </p:stCondLst>
                                  <p:childTnLst>
                                    <p:set>
                                      <p:cBhvr>
                                        <p:cTn id="80" dur="1" fill="hold">
                                          <p:stCondLst>
                                            <p:cond delay="0"/>
                                          </p:stCondLst>
                                        </p:cTn>
                                        <p:tgtEl>
                                          <p:spTgt spid="752777"/>
                                        </p:tgtEl>
                                        <p:attrNameLst>
                                          <p:attrName>style.visibility</p:attrName>
                                        </p:attrNameLst>
                                      </p:cBhvr>
                                      <p:to>
                                        <p:strVal val="visible"/>
                                      </p:to>
                                    </p:set>
                                    <p:animEffect transition="in" filter="dissolve">
                                      <p:cBhvr>
                                        <p:cTn id="81" dur="500"/>
                                        <p:tgtEl>
                                          <p:spTgt spid="752777"/>
                                        </p:tgtEl>
                                      </p:cBhvr>
                                    </p:animEffect>
                                  </p:childTnLst>
                                  <p:subTnLst>
                                    <p:set>
                                      <p:cBhvr override="childStyle">
                                        <p:cTn dur="1" fill="hold" display="0" masterRel="nextClick" afterEffect="1"/>
                                        <p:tgtEl>
                                          <p:spTgt spid="752777"/>
                                        </p:tgtEl>
                                        <p:attrNameLst>
                                          <p:attrName>style.visibility</p:attrName>
                                        </p:attrNameLst>
                                      </p:cBhvr>
                                      <p:to>
                                        <p:strVal val="hidden"/>
                                      </p:to>
                                    </p:set>
                                  </p:subTnLst>
                                </p:cTn>
                              </p:par>
                            </p:childTnLst>
                          </p:cTn>
                        </p:par>
                      </p:childTnLst>
                    </p:cTn>
                  </p:par>
                  <p:par>
                    <p:cTn id="82" fill="hold" nodeType="clickPar">
                      <p:stCondLst>
                        <p:cond delay="indefinite"/>
                      </p:stCondLst>
                      <p:childTnLst>
                        <p:par>
                          <p:cTn id="83" fill="hold" nodeType="withGroup">
                            <p:stCondLst>
                              <p:cond delay="0"/>
                            </p:stCondLst>
                            <p:childTnLst>
                              <p:par>
                                <p:cTn id="84" presetID="9" presetClass="entr" presetSubtype="0" fill="hold" nodeType="clickEffect">
                                  <p:stCondLst>
                                    <p:cond delay="0"/>
                                  </p:stCondLst>
                                  <p:childTnLst>
                                    <p:set>
                                      <p:cBhvr>
                                        <p:cTn id="85" dur="1" fill="hold">
                                          <p:stCondLst>
                                            <p:cond delay="0"/>
                                          </p:stCondLst>
                                        </p:cTn>
                                        <p:tgtEl>
                                          <p:spTgt spid="752778"/>
                                        </p:tgtEl>
                                        <p:attrNameLst>
                                          <p:attrName>style.visibility</p:attrName>
                                        </p:attrNameLst>
                                      </p:cBhvr>
                                      <p:to>
                                        <p:strVal val="visible"/>
                                      </p:to>
                                    </p:set>
                                    <p:animEffect transition="in" filter="dissolve">
                                      <p:cBhvr>
                                        <p:cTn id="86" dur="500"/>
                                        <p:tgtEl>
                                          <p:spTgt spid="752778"/>
                                        </p:tgtEl>
                                      </p:cBhvr>
                                    </p:animEffect>
                                  </p:childTnLst>
                                  <p:subTnLst>
                                    <p:set>
                                      <p:cBhvr override="childStyle">
                                        <p:cTn dur="1" fill="hold" display="0" masterRel="nextClick" afterEffect="1"/>
                                        <p:tgtEl>
                                          <p:spTgt spid="752778"/>
                                        </p:tgtEl>
                                        <p:attrNameLst>
                                          <p:attrName>style.visibility</p:attrName>
                                        </p:attrNameLst>
                                      </p:cBhvr>
                                      <p:to>
                                        <p:strVal val="hidden"/>
                                      </p:to>
                                    </p:set>
                                  </p:subTnLst>
                                </p:cTn>
                              </p:par>
                            </p:childTnLst>
                          </p:cTn>
                        </p:par>
                      </p:childTnLst>
                    </p:cTn>
                  </p:par>
                  <p:par>
                    <p:cTn id="87" fill="hold" nodeType="clickPar">
                      <p:stCondLst>
                        <p:cond delay="indefinite"/>
                      </p:stCondLst>
                      <p:childTnLst>
                        <p:par>
                          <p:cTn id="88" fill="hold" nodeType="withGroup">
                            <p:stCondLst>
                              <p:cond delay="0"/>
                            </p:stCondLst>
                            <p:childTnLst>
                              <p:par>
                                <p:cTn id="89" presetID="9" presetClass="entr" presetSubtype="0" fill="hold" nodeType="clickEffect">
                                  <p:stCondLst>
                                    <p:cond delay="0"/>
                                  </p:stCondLst>
                                  <p:childTnLst>
                                    <p:set>
                                      <p:cBhvr>
                                        <p:cTn id="90" dur="1" fill="hold">
                                          <p:stCondLst>
                                            <p:cond delay="0"/>
                                          </p:stCondLst>
                                        </p:cTn>
                                        <p:tgtEl>
                                          <p:spTgt spid="752779"/>
                                        </p:tgtEl>
                                        <p:attrNameLst>
                                          <p:attrName>style.visibility</p:attrName>
                                        </p:attrNameLst>
                                      </p:cBhvr>
                                      <p:to>
                                        <p:strVal val="visible"/>
                                      </p:to>
                                    </p:set>
                                    <p:animEffect transition="in" filter="dissolve">
                                      <p:cBhvr>
                                        <p:cTn id="91" dur="500"/>
                                        <p:tgtEl>
                                          <p:spTgt spid="752779"/>
                                        </p:tgtEl>
                                      </p:cBhvr>
                                    </p:animEffect>
                                  </p:childTnLst>
                                  <p:subTnLst>
                                    <p:set>
                                      <p:cBhvr override="childStyle">
                                        <p:cTn dur="1" fill="hold" display="0" masterRel="nextClick" afterEffect="1"/>
                                        <p:tgtEl>
                                          <p:spTgt spid="752779"/>
                                        </p:tgtEl>
                                        <p:attrNameLst>
                                          <p:attrName>style.visibility</p:attrName>
                                        </p:attrNameLst>
                                      </p:cBhvr>
                                      <p:to>
                                        <p:strVal val="hidden"/>
                                      </p:to>
                                    </p:set>
                                  </p:subTnLst>
                                </p:cTn>
                              </p:par>
                            </p:childTnLst>
                          </p:cTn>
                        </p:par>
                      </p:childTnLst>
                    </p:cTn>
                  </p:par>
                  <p:par>
                    <p:cTn id="92" fill="hold" nodeType="clickPar">
                      <p:stCondLst>
                        <p:cond delay="indefinite"/>
                      </p:stCondLst>
                      <p:childTnLst>
                        <p:par>
                          <p:cTn id="93" fill="hold" nodeType="withGroup">
                            <p:stCondLst>
                              <p:cond delay="0"/>
                            </p:stCondLst>
                            <p:childTnLst>
                              <p:par>
                                <p:cTn id="94" presetID="9" presetClass="entr" presetSubtype="0" fill="hold" nodeType="clickEffect">
                                  <p:stCondLst>
                                    <p:cond delay="0"/>
                                  </p:stCondLst>
                                  <p:childTnLst>
                                    <p:set>
                                      <p:cBhvr>
                                        <p:cTn id="95" dur="1" fill="hold">
                                          <p:stCondLst>
                                            <p:cond delay="0"/>
                                          </p:stCondLst>
                                        </p:cTn>
                                        <p:tgtEl>
                                          <p:spTgt spid="752780"/>
                                        </p:tgtEl>
                                        <p:attrNameLst>
                                          <p:attrName>style.visibility</p:attrName>
                                        </p:attrNameLst>
                                      </p:cBhvr>
                                      <p:to>
                                        <p:strVal val="visible"/>
                                      </p:to>
                                    </p:set>
                                    <p:animEffect transition="in" filter="dissolve">
                                      <p:cBhvr>
                                        <p:cTn id="96" dur="500"/>
                                        <p:tgtEl>
                                          <p:spTgt spid="752780"/>
                                        </p:tgtEl>
                                      </p:cBhvr>
                                    </p:animEffect>
                                  </p:childTnLst>
                                  <p:subTnLst>
                                    <p:set>
                                      <p:cBhvr override="childStyle">
                                        <p:cTn dur="1" fill="hold" display="0" masterRel="nextClick" afterEffect="1"/>
                                        <p:tgtEl>
                                          <p:spTgt spid="752780"/>
                                        </p:tgtEl>
                                        <p:attrNameLst>
                                          <p:attrName>style.visibility</p:attrName>
                                        </p:attrNameLst>
                                      </p:cBhvr>
                                      <p:to>
                                        <p:strVal val="hidden"/>
                                      </p:to>
                                    </p:set>
                                  </p:subTnLst>
                                </p:cTn>
                              </p:par>
                            </p:childTnLst>
                          </p:cTn>
                        </p:par>
                      </p:childTnLst>
                    </p:cTn>
                  </p:par>
                  <p:par>
                    <p:cTn id="97" fill="hold" nodeType="clickPar">
                      <p:stCondLst>
                        <p:cond delay="indefinite"/>
                      </p:stCondLst>
                      <p:childTnLst>
                        <p:par>
                          <p:cTn id="98" fill="hold" nodeType="withGroup">
                            <p:stCondLst>
                              <p:cond delay="0"/>
                            </p:stCondLst>
                            <p:childTnLst>
                              <p:par>
                                <p:cTn id="99" presetID="9" presetClass="entr" presetSubtype="0" fill="hold" nodeType="clickEffect">
                                  <p:stCondLst>
                                    <p:cond delay="0"/>
                                  </p:stCondLst>
                                  <p:childTnLst>
                                    <p:set>
                                      <p:cBhvr>
                                        <p:cTn id="100" dur="1" fill="hold">
                                          <p:stCondLst>
                                            <p:cond delay="0"/>
                                          </p:stCondLst>
                                        </p:cTn>
                                        <p:tgtEl>
                                          <p:spTgt spid="752773"/>
                                        </p:tgtEl>
                                        <p:attrNameLst>
                                          <p:attrName>style.visibility</p:attrName>
                                        </p:attrNameLst>
                                      </p:cBhvr>
                                      <p:to>
                                        <p:strVal val="visible"/>
                                      </p:to>
                                    </p:set>
                                    <p:animEffect transition="in" filter="dissolve">
                                      <p:cBhvr>
                                        <p:cTn id="101" dur="500"/>
                                        <p:tgtEl>
                                          <p:spTgt spid="752773"/>
                                        </p:tgtEl>
                                      </p:cBhvr>
                                    </p:animEffect>
                                  </p:childTnLst>
                                  <p:subTnLst>
                                    <p:set>
                                      <p:cBhvr override="childStyle">
                                        <p:cTn dur="1" fill="hold" display="0" masterRel="nextClick" afterEffect="1"/>
                                        <p:tgtEl>
                                          <p:spTgt spid="752773"/>
                                        </p:tgtEl>
                                        <p:attrNameLst>
                                          <p:attrName>style.visibility</p:attrName>
                                        </p:attrNameLst>
                                      </p:cBhvr>
                                      <p:to>
                                        <p:strVal val="hidden"/>
                                      </p:to>
                                    </p:set>
                                  </p:subTnLst>
                                </p:cTn>
                              </p:par>
                            </p:childTnLst>
                          </p:cTn>
                        </p:par>
                      </p:childTnLst>
                    </p:cTn>
                  </p:par>
                  <p:par>
                    <p:cTn id="102" fill="hold" nodeType="clickPar">
                      <p:stCondLst>
                        <p:cond delay="indefinite"/>
                      </p:stCondLst>
                      <p:childTnLst>
                        <p:par>
                          <p:cTn id="103" fill="hold" nodeType="withGroup">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752803"/>
                                        </p:tgtEl>
                                        <p:attrNameLst>
                                          <p:attrName>style.visibility</p:attrName>
                                        </p:attrNameLst>
                                      </p:cBhvr>
                                      <p:to>
                                        <p:strVal val="visible"/>
                                      </p:to>
                                    </p:set>
                                    <p:animEffect transition="in" filter="blinds(horizontal)">
                                      <p:cBhvr>
                                        <p:cTn id="106" dur="500"/>
                                        <p:tgtEl>
                                          <p:spTgt spid="752803"/>
                                        </p:tgtEl>
                                      </p:cBhvr>
                                    </p:animEffect>
                                  </p:childTnLst>
                                </p:cTn>
                              </p:par>
                            </p:childTnLst>
                          </p:cTn>
                        </p:par>
                        <p:par>
                          <p:cTn id="107" fill="hold" nodeType="afterGroup">
                            <p:stCondLst>
                              <p:cond delay="500"/>
                            </p:stCondLst>
                            <p:childTnLst>
                              <p:par>
                                <p:cTn id="108" presetID="3" presetClass="entr" presetSubtype="10" fill="hold" nodeType="afterEffect">
                                  <p:stCondLst>
                                    <p:cond delay="0"/>
                                  </p:stCondLst>
                                  <p:childTnLst>
                                    <p:set>
                                      <p:cBhvr>
                                        <p:cTn id="109" dur="1" fill="hold">
                                          <p:stCondLst>
                                            <p:cond delay="0"/>
                                          </p:stCondLst>
                                        </p:cTn>
                                        <p:tgtEl>
                                          <p:spTgt spid="752788"/>
                                        </p:tgtEl>
                                        <p:attrNameLst>
                                          <p:attrName>style.visibility</p:attrName>
                                        </p:attrNameLst>
                                      </p:cBhvr>
                                      <p:to>
                                        <p:strVal val="visible"/>
                                      </p:to>
                                    </p:set>
                                    <p:animEffect transition="in" filter="blinds(horizontal)">
                                      <p:cBhvr>
                                        <p:cTn id="110" dur="500"/>
                                        <p:tgtEl>
                                          <p:spTgt spid="752788"/>
                                        </p:tgtEl>
                                      </p:cBhvr>
                                    </p:animEffect>
                                  </p:childTnLst>
                                </p:cTn>
                              </p:par>
                            </p:childTnLst>
                          </p:cTn>
                        </p:par>
                        <p:par>
                          <p:cTn id="111" fill="hold" nodeType="afterGroup">
                            <p:stCondLst>
                              <p:cond delay="1000"/>
                            </p:stCondLst>
                            <p:childTnLst>
                              <p:par>
                                <p:cTn id="112" presetID="9" presetClass="entr" presetSubtype="0" fill="hold" nodeType="afterEffect">
                                  <p:stCondLst>
                                    <p:cond delay="0"/>
                                  </p:stCondLst>
                                  <p:childTnLst>
                                    <p:set>
                                      <p:cBhvr>
                                        <p:cTn id="113" dur="1" fill="hold">
                                          <p:stCondLst>
                                            <p:cond delay="0"/>
                                          </p:stCondLst>
                                        </p:cTn>
                                        <p:tgtEl>
                                          <p:spTgt spid="752804"/>
                                        </p:tgtEl>
                                        <p:attrNameLst>
                                          <p:attrName>style.visibility</p:attrName>
                                        </p:attrNameLst>
                                      </p:cBhvr>
                                      <p:to>
                                        <p:strVal val="visible"/>
                                      </p:to>
                                    </p:set>
                                    <p:animEffect transition="in" filter="dissolve">
                                      <p:cBhvr>
                                        <p:cTn id="114" dur="500"/>
                                        <p:tgtEl>
                                          <p:spTgt spid="752804"/>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9" presetClass="entr" presetSubtype="0" fill="hold" nodeType="clickEffect">
                                  <p:stCondLst>
                                    <p:cond delay="0"/>
                                  </p:stCondLst>
                                  <p:childTnLst>
                                    <p:set>
                                      <p:cBhvr>
                                        <p:cTn id="118" dur="1" fill="hold">
                                          <p:stCondLst>
                                            <p:cond delay="0"/>
                                          </p:stCondLst>
                                        </p:cTn>
                                        <p:tgtEl>
                                          <p:spTgt spid="752794"/>
                                        </p:tgtEl>
                                        <p:attrNameLst>
                                          <p:attrName>style.visibility</p:attrName>
                                        </p:attrNameLst>
                                      </p:cBhvr>
                                      <p:to>
                                        <p:strVal val="visible"/>
                                      </p:to>
                                    </p:set>
                                    <p:animEffect transition="in" filter="dissolve">
                                      <p:cBhvr>
                                        <p:cTn id="119" dur="500"/>
                                        <p:tgtEl>
                                          <p:spTgt spid="752794"/>
                                        </p:tgtEl>
                                      </p:cBhvr>
                                    </p:animEffect>
                                  </p:childTnLst>
                                  <p:subTnLst>
                                    <p:set>
                                      <p:cBhvr override="childStyle">
                                        <p:cTn dur="1" fill="hold" display="0" masterRel="nextClick" afterEffect="1"/>
                                        <p:tgtEl>
                                          <p:spTgt spid="752794"/>
                                        </p:tgtEl>
                                        <p:attrNameLst>
                                          <p:attrName>style.visibility</p:attrName>
                                        </p:attrNameLst>
                                      </p:cBhvr>
                                      <p:to>
                                        <p:strVal val="hidden"/>
                                      </p:to>
                                    </p:set>
                                  </p:subTnLst>
                                </p:cTn>
                              </p:par>
                            </p:childTnLst>
                          </p:cTn>
                        </p:par>
                      </p:childTnLst>
                    </p:cTn>
                  </p:par>
                  <p:par>
                    <p:cTn id="120" fill="hold" nodeType="clickPar">
                      <p:stCondLst>
                        <p:cond delay="indefinite"/>
                      </p:stCondLst>
                      <p:childTnLst>
                        <p:par>
                          <p:cTn id="121" fill="hold" nodeType="withGroup">
                            <p:stCondLst>
                              <p:cond delay="0"/>
                            </p:stCondLst>
                            <p:childTnLst>
                              <p:par>
                                <p:cTn id="122" presetID="9" presetClass="entr" presetSubtype="0" fill="hold" nodeType="clickEffect">
                                  <p:stCondLst>
                                    <p:cond delay="0"/>
                                  </p:stCondLst>
                                  <p:childTnLst>
                                    <p:set>
                                      <p:cBhvr>
                                        <p:cTn id="123" dur="1" fill="hold">
                                          <p:stCondLst>
                                            <p:cond delay="0"/>
                                          </p:stCondLst>
                                        </p:cTn>
                                        <p:tgtEl>
                                          <p:spTgt spid="752796"/>
                                        </p:tgtEl>
                                        <p:attrNameLst>
                                          <p:attrName>style.visibility</p:attrName>
                                        </p:attrNameLst>
                                      </p:cBhvr>
                                      <p:to>
                                        <p:strVal val="visible"/>
                                      </p:to>
                                    </p:set>
                                    <p:animEffect transition="in" filter="dissolve">
                                      <p:cBhvr>
                                        <p:cTn id="124" dur="500"/>
                                        <p:tgtEl>
                                          <p:spTgt spid="752796"/>
                                        </p:tgtEl>
                                      </p:cBhvr>
                                    </p:animEffect>
                                  </p:childTnLst>
                                  <p:subTnLst>
                                    <p:set>
                                      <p:cBhvr override="childStyle">
                                        <p:cTn dur="1" fill="hold" display="0" masterRel="nextClick" afterEffect="1"/>
                                        <p:tgtEl>
                                          <p:spTgt spid="752796"/>
                                        </p:tgtEl>
                                        <p:attrNameLst>
                                          <p:attrName>style.visibility</p:attrName>
                                        </p:attrNameLst>
                                      </p:cBhvr>
                                      <p:to>
                                        <p:strVal val="hidden"/>
                                      </p:to>
                                    </p:set>
                                  </p:subTnLst>
                                </p:cTn>
                              </p:par>
                            </p:childTnLst>
                          </p:cTn>
                        </p:par>
                      </p:childTnLst>
                    </p:cTn>
                  </p:par>
                  <p:par>
                    <p:cTn id="125" fill="hold" nodeType="clickPar">
                      <p:stCondLst>
                        <p:cond delay="indefinite"/>
                      </p:stCondLst>
                      <p:childTnLst>
                        <p:par>
                          <p:cTn id="126" fill="hold" nodeType="withGroup">
                            <p:stCondLst>
                              <p:cond delay="0"/>
                            </p:stCondLst>
                            <p:childTnLst>
                              <p:par>
                                <p:cTn id="127" presetID="9" presetClass="entr" presetSubtype="0" fill="hold" nodeType="clickEffect">
                                  <p:stCondLst>
                                    <p:cond delay="0"/>
                                  </p:stCondLst>
                                  <p:childTnLst>
                                    <p:set>
                                      <p:cBhvr>
                                        <p:cTn id="128" dur="1" fill="hold">
                                          <p:stCondLst>
                                            <p:cond delay="0"/>
                                          </p:stCondLst>
                                        </p:cTn>
                                        <p:tgtEl>
                                          <p:spTgt spid="752797"/>
                                        </p:tgtEl>
                                        <p:attrNameLst>
                                          <p:attrName>style.visibility</p:attrName>
                                        </p:attrNameLst>
                                      </p:cBhvr>
                                      <p:to>
                                        <p:strVal val="visible"/>
                                      </p:to>
                                    </p:set>
                                    <p:animEffect transition="in" filter="dissolve">
                                      <p:cBhvr>
                                        <p:cTn id="129" dur="500"/>
                                        <p:tgtEl>
                                          <p:spTgt spid="752797"/>
                                        </p:tgtEl>
                                      </p:cBhvr>
                                    </p:animEffect>
                                  </p:childTnLst>
                                  <p:subTnLst>
                                    <p:set>
                                      <p:cBhvr override="childStyle">
                                        <p:cTn dur="1" fill="hold" display="0" masterRel="nextClick" afterEffect="1"/>
                                        <p:tgtEl>
                                          <p:spTgt spid="752797"/>
                                        </p:tgtEl>
                                        <p:attrNameLst>
                                          <p:attrName>style.visibility</p:attrName>
                                        </p:attrNameLst>
                                      </p:cBhvr>
                                      <p:to>
                                        <p:strVal val="hidden"/>
                                      </p:to>
                                    </p:set>
                                  </p:subTnLst>
                                </p:cTn>
                              </p:par>
                            </p:childTnLst>
                          </p:cTn>
                        </p:par>
                      </p:childTnLst>
                    </p:cTn>
                  </p:par>
                  <p:par>
                    <p:cTn id="130" fill="hold" nodeType="clickPar">
                      <p:stCondLst>
                        <p:cond delay="indefinite"/>
                      </p:stCondLst>
                      <p:childTnLst>
                        <p:par>
                          <p:cTn id="131" fill="hold" nodeType="withGroup">
                            <p:stCondLst>
                              <p:cond delay="0"/>
                            </p:stCondLst>
                            <p:childTnLst>
                              <p:par>
                                <p:cTn id="132" presetID="9" presetClass="entr" presetSubtype="0" fill="hold" nodeType="clickEffect">
                                  <p:stCondLst>
                                    <p:cond delay="0"/>
                                  </p:stCondLst>
                                  <p:childTnLst>
                                    <p:set>
                                      <p:cBhvr>
                                        <p:cTn id="133" dur="1" fill="hold">
                                          <p:stCondLst>
                                            <p:cond delay="0"/>
                                          </p:stCondLst>
                                        </p:cTn>
                                        <p:tgtEl>
                                          <p:spTgt spid="752798"/>
                                        </p:tgtEl>
                                        <p:attrNameLst>
                                          <p:attrName>style.visibility</p:attrName>
                                        </p:attrNameLst>
                                      </p:cBhvr>
                                      <p:to>
                                        <p:strVal val="visible"/>
                                      </p:to>
                                    </p:set>
                                    <p:animEffect transition="in" filter="dissolve">
                                      <p:cBhvr>
                                        <p:cTn id="134" dur="500"/>
                                        <p:tgtEl>
                                          <p:spTgt spid="752798"/>
                                        </p:tgtEl>
                                      </p:cBhvr>
                                    </p:animEffect>
                                  </p:childTnLst>
                                  <p:subTnLst>
                                    <p:set>
                                      <p:cBhvr override="childStyle">
                                        <p:cTn dur="1" fill="hold" display="0" masterRel="nextClick" afterEffect="1"/>
                                        <p:tgtEl>
                                          <p:spTgt spid="752798"/>
                                        </p:tgtEl>
                                        <p:attrNameLst>
                                          <p:attrName>style.visibility</p:attrName>
                                        </p:attrNameLst>
                                      </p:cBhvr>
                                      <p:to>
                                        <p:strVal val="hidden"/>
                                      </p:to>
                                    </p:set>
                                  </p:subTnLst>
                                </p:cTn>
                              </p:par>
                            </p:childTnLst>
                          </p:cTn>
                        </p:par>
                      </p:childTnLst>
                    </p:cTn>
                  </p:par>
                  <p:par>
                    <p:cTn id="135" fill="hold" nodeType="clickPar">
                      <p:stCondLst>
                        <p:cond delay="indefinite"/>
                      </p:stCondLst>
                      <p:childTnLst>
                        <p:par>
                          <p:cTn id="136" fill="hold" nodeType="withGroup">
                            <p:stCondLst>
                              <p:cond delay="0"/>
                            </p:stCondLst>
                            <p:childTnLst>
                              <p:par>
                                <p:cTn id="137" presetID="9" presetClass="entr" presetSubtype="0" fill="hold" nodeType="clickEffect">
                                  <p:stCondLst>
                                    <p:cond delay="0"/>
                                  </p:stCondLst>
                                  <p:childTnLst>
                                    <p:set>
                                      <p:cBhvr>
                                        <p:cTn id="138" dur="1" fill="hold">
                                          <p:stCondLst>
                                            <p:cond delay="0"/>
                                          </p:stCondLst>
                                        </p:cTn>
                                        <p:tgtEl>
                                          <p:spTgt spid="752799"/>
                                        </p:tgtEl>
                                        <p:attrNameLst>
                                          <p:attrName>style.visibility</p:attrName>
                                        </p:attrNameLst>
                                      </p:cBhvr>
                                      <p:to>
                                        <p:strVal val="visible"/>
                                      </p:to>
                                    </p:set>
                                    <p:animEffect transition="in" filter="dissolve">
                                      <p:cBhvr>
                                        <p:cTn id="139" dur="500"/>
                                        <p:tgtEl>
                                          <p:spTgt spid="752799"/>
                                        </p:tgtEl>
                                      </p:cBhvr>
                                    </p:animEffect>
                                  </p:childTnLst>
                                  <p:subTnLst>
                                    <p:set>
                                      <p:cBhvr override="childStyle">
                                        <p:cTn dur="1" fill="hold" display="0" masterRel="nextClick" afterEffect="1"/>
                                        <p:tgtEl>
                                          <p:spTgt spid="752799"/>
                                        </p:tgtEl>
                                        <p:attrNameLst>
                                          <p:attrName>style.visibility</p:attrName>
                                        </p:attrNameLst>
                                      </p:cBhvr>
                                      <p:to>
                                        <p:strVal val="hidden"/>
                                      </p:to>
                                    </p:set>
                                  </p:subTnLst>
                                </p:cTn>
                              </p:par>
                            </p:childTnLst>
                          </p:cTn>
                        </p:par>
                      </p:childTnLst>
                    </p:cTn>
                  </p:par>
                  <p:par>
                    <p:cTn id="140" fill="hold" nodeType="clickPar">
                      <p:stCondLst>
                        <p:cond delay="indefinite"/>
                      </p:stCondLst>
                      <p:childTnLst>
                        <p:par>
                          <p:cTn id="141" fill="hold" nodeType="withGroup">
                            <p:stCondLst>
                              <p:cond delay="0"/>
                            </p:stCondLst>
                            <p:childTnLst>
                              <p:par>
                                <p:cTn id="142" presetID="9" presetClass="entr" presetSubtype="0" fill="hold" nodeType="clickEffect">
                                  <p:stCondLst>
                                    <p:cond delay="0"/>
                                  </p:stCondLst>
                                  <p:childTnLst>
                                    <p:set>
                                      <p:cBhvr>
                                        <p:cTn id="143" dur="1" fill="hold">
                                          <p:stCondLst>
                                            <p:cond delay="0"/>
                                          </p:stCondLst>
                                        </p:cTn>
                                        <p:tgtEl>
                                          <p:spTgt spid="752800"/>
                                        </p:tgtEl>
                                        <p:attrNameLst>
                                          <p:attrName>style.visibility</p:attrName>
                                        </p:attrNameLst>
                                      </p:cBhvr>
                                      <p:to>
                                        <p:strVal val="visible"/>
                                      </p:to>
                                    </p:set>
                                    <p:animEffect transition="in" filter="dissolve">
                                      <p:cBhvr>
                                        <p:cTn id="144" dur="500"/>
                                        <p:tgtEl>
                                          <p:spTgt spid="752800"/>
                                        </p:tgtEl>
                                      </p:cBhvr>
                                    </p:animEffect>
                                  </p:childTnLst>
                                  <p:subTnLst>
                                    <p:set>
                                      <p:cBhvr override="childStyle">
                                        <p:cTn dur="1" fill="hold" display="0" masterRel="nextClick" afterEffect="1"/>
                                        <p:tgtEl>
                                          <p:spTgt spid="752800"/>
                                        </p:tgtEl>
                                        <p:attrNameLst>
                                          <p:attrName>style.visibility</p:attrName>
                                        </p:attrNameLst>
                                      </p:cBhvr>
                                      <p:to>
                                        <p:strVal val="hidden"/>
                                      </p:to>
                                    </p:set>
                                  </p:subTnLst>
                                </p:cTn>
                              </p:par>
                            </p:childTnLst>
                          </p:cTn>
                        </p:par>
                      </p:childTnLst>
                    </p:cTn>
                  </p:par>
                  <p:par>
                    <p:cTn id="145" fill="hold" nodeType="clickPar">
                      <p:stCondLst>
                        <p:cond delay="indefinite"/>
                      </p:stCondLst>
                      <p:childTnLst>
                        <p:par>
                          <p:cTn id="146" fill="hold" nodeType="withGroup">
                            <p:stCondLst>
                              <p:cond delay="0"/>
                            </p:stCondLst>
                            <p:childTnLst>
                              <p:par>
                                <p:cTn id="147" presetID="9" presetClass="entr" presetSubtype="0" fill="hold" nodeType="clickEffect">
                                  <p:stCondLst>
                                    <p:cond delay="0"/>
                                  </p:stCondLst>
                                  <p:childTnLst>
                                    <p:set>
                                      <p:cBhvr>
                                        <p:cTn id="148" dur="1" fill="hold">
                                          <p:stCondLst>
                                            <p:cond delay="0"/>
                                          </p:stCondLst>
                                        </p:cTn>
                                        <p:tgtEl>
                                          <p:spTgt spid="752801"/>
                                        </p:tgtEl>
                                        <p:attrNameLst>
                                          <p:attrName>style.visibility</p:attrName>
                                        </p:attrNameLst>
                                      </p:cBhvr>
                                      <p:to>
                                        <p:strVal val="visible"/>
                                      </p:to>
                                    </p:set>
                                    <p:animEffect transition="in" filter="dissolve">
                                      <p:cBhvr>
                                        <p:cTn id="149" dur="500"/>
                                        <p:tgtEl>
                                          <p:spTgt spid="752801"/>
                                        </p:tgtEl>
                                      </p:cBhvr>
                                    </p:animEffect>
                                  </p:childTnLst>
                                  <p:subTnLst>
                                    <p:set>
                                      <p:cBhvr override="childStyle">
                                        <p:cTn dur="1" fill="hold" display="0" masterRel="nextClick" afterEffect="1"/>
                                        <p:tgtEl>
                                          <p:spTgt spid="752801"/>
                                        </p:tgtEl>
                                        <p:attrNameLst>
                                          <p:attrName>style.visibility</p:attrName>
                                        </p:attrNameLst>
                                      </p:cBhvr>
                                      <p:to>
                                        <p:strVal val="hidden"/>
                                      </p:to>
                                    </p:set>
                                  </p:subTnLst>
                                </p:cTn>
                              </p:par>
                            </p:childTnLst>
                          </p:cTn>
                        </p:par>
                      </p:childTnLst>
                    </p:cTn>
                  </p:par>
                  <p:par>
                    <p:cTn id="150" fill="hold" nodeType="clickPar">
                      <p:stCondLst>
                        <p:cond delay="indefinite"/>
                      </p:stCondLst>
                      <p:childTnLst>
                        <p:par>
                          <p:cTn id="151" fill="hold" nodeType="withGroup">
                            <p:stCondLst>
                              <p:cond delay="0"/>
                            </p:stCondLst>
                            <p:childTnLst>
                              <p:par>
                                <p:cTn id="152" presetID="9" presetClass="entr" presetSubtype="0" fill="hold" nodeType="clickEffect">
                                  <p:stCondLst>
                                    <p:cond delay="0"/>
                                  </p:stCondLst>
                                  <p:childTnLst>
                                    <p:set>
                                      <p:cBhvr>
                                        <p:cTn id="153" dur="1" fill="hold">
                                          <p:stCondLst>
                                            <p:cond delay="0"/>
                                          </p:stCondLst>
                                        </p:cTn>
                                        <p:tgtEl>
                                          <p:spTgt spid="752802"/>
                                        </p:tgtEl>
                                        <p:attrNameLst>
                                          <p:attrName>style.visibility</p:attrName>
                                        </p:attrNameLst>
                                      </p:cBhvr>
                                      <p:to>
                                        <p:strVal val="visible"/>
                                      </p:to>
                                    </p:set>
                                    <p:animEffect transition="in" filter="dissolve">
                                      <p:cBhvr>
                                        <p:cTn id="154" dur="500"/>
                                        <p:tgtEl>
                                          <p:spTgt spid="752802"/>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9" presetClass="entr" presetSubtype="0" fill="hold" nodeType="clickEffect">
                                  <p:stCondLst>
                                    <p:cond delay="0"/>
                                  </p:stCondLst>
                                  <p:childTnLst>
                                    <p:set>
                                      <p:cBhvr>
                                        <p:cTn id="158" dur="1" fill="hold">
                                          <p:stCondLst>
                                            <p:cond delay="0"/>
                                          </p:stCondLst>
                                        </p:cTn>
                                        <p:tgtEl>
                                          <p:spTgt spid="752795"/>
                                        </p:tgtEl>
                                        <p:attrNameLst>
                                          <p:attrName>style.visibility</p:attrName>
                                        </p:attrNameLst>
                                      </p:cBhvr>
                                      <p:to>
                                        <p:strVal val="visible"/>
                                      </p:to>
                                    </p:set>
                                    <p:animEffect transition="in" filter="dissolve">
                                      <p:cBhvr>
                                        <p:cTn id="159" dur="500"/>
                                        <p:tgtEl>
                                          <p:spTgt spid="752795"/>
                                        </p:tgtEl>
                                      </p:cBhvr>
                                    </p:animEffect>
                                  </p:childTnLst>
                                  <p:subTnLst>
                                    <p:set>
                                      <p:cBhvr override="childStyle">
                                        <p:cTn dur="1" fill="hold" display="0" masterRel="nextClick" afterEffect="1"/>
                                        <p:tgtEl>
                                          <p:spTgt spid="752795"/>
                                        </p:tgtEl>
                                        <p:attrNameLst>
                                          <p:attrName>style.visibility</p:attrName>
                                        </p:attrNameLst>
                                      </p:cBhvr>
                                      <p:to>
                                        <p:strVal val="hidden"/>
                                      </p:to>
                                    </p:set>
                                  </p:subTnLst>
                                </p:cTn>
                              </p:par>
                            </p:childTnLst>
                          </p:cTn>
                        </p:par>
                        <p:par>
                          <p:cTn id="160" fill="hold" nodeType="afterGroup">
                            <p:stCondLst>
                              <p:cond delay="500"/>
                            </p:stCondLst>
                            <p:childTnLst>
                              <p:par>
                                <p:cTn id="161" presetID="9" presetClass="entr" presetSubtype="0" fill="hold" nodeType="afterEffect">
                                  <p:stCondLst>
                                    <p:cond delay="0"/>
                                  </p:stCondLst>
                                  <p:childTnLst>
                                    <p:set>
                                      <p:cBhvr>
                                        <p:cTn id="162" dur="1" fill="hold">
                                          <p:stCondLst>
                                            <p:cond delay="0"/>
                                          </p:stCondLst>
                                        </p:cTn>
                                        <p:tgtEl>
                                          <p:spTgt spid="752809"/>
                                        </p:tgtEl>
                                        <p:attrNameLst>
                                          <p:attrName>style.visibility</p:attrName>
                                        </p:attrNameLst>
                                      </p:cBhvr>
                                      <p:to>
                                        <p:strVal val="visible"/>
                                      </p:to>
                                    </p:set>
                                    <p:animEffect transition="in" filter="dissolve">
                                      <p:cBhvr>
                                        <p:cTn id="163" dur="500"/>
                                        <p:tgtEl>
                                          <p:spTgt spid="752809"/>
                                        </p:tgtEl>
                                      </p:cBhvr>
                                    </p:animEffec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2" presetClass="entr" presetSubtype="1" fill="hold" grpId="0" nodeType="clickEffect">
                                  <p:stCondLst>
                                    <p:cond delay="0"/>
                                  </p:stCondLst>
                                  <p:childTnLst>
                                    <p:set>
                                      <p:cBhvr>
                                        <p:cTn id="167" dur="1" fill="hold">
                                          <p:stCondLst>
                                            <p:cond delay="0"/>
                                          </p:stCondLst>
                                        </p:cTn>
                                        <p:tgtEl>
                                          <p:spTgt spid="752813">
                                            <p:txEl>
                                              <p:pRg st="0" end="0"/>
                                            </p:txEl>
                                          </p:spTgt>
                                        </p:tgtEl>
                                        <p:attrNameLst>
                                          <p:attrName>style.visibility</p:attrName>
                                        </p:attrNameLst>
                                      </p:cBhvr>
                                      <p:to>
                                        <p:strVal val="visible"/>
                                      </p:to>
                                    </p:set>
                                    <p:animEffect transition="in" filter="wipe(up)">
                                      <p:cBhvr>
                                        <p:cTn id="168" dur="2000"/>
                                        <p:tgtEl>
                                          <p:spTgt spid="752813">
                                            <p:txEl>
                                              <p:pRg st="0" end="0"/>
                                            </p:txEl>
                                          </p:spTgt>
                                        </p:tgtEl>
                                      </p:cBhvr>
                                    </p:animEffect>
                                  </p:childTnLst>
                                </p:cTn>
                              </p:par>
                            </p:childTnLst>
                          </p:cTn>
                        </p:par>
                      </p:childTnLst>
                    </p:cTn>
                  </p:par>
                  <p:par>
                    <p:cTn id="169" fill="hold" nodeType="clickPar">
                      <p:stCondLst>
                        <p:cond delay="indefinite"/>
                      </p:stCondLst>
                      <p:childTnLst>
                        <p:par>
                          <p:cTn id="170" fill="hold" nodeType="withGroup">
                            <p:stCondLst>
                              <p:cond delay="0"/>
                            </p:stCondLst>
                            <p:childTnLst>
                              <p:par>
                                <p:cTn id="171" presetID="22" presetClass="entr" presetSubtype="1" fill="hold" grpId="0" nodeType="clickEffect">
                                  <p:stCondLst>
                                    <p:cond delay="0"/>
                                  </p:stCondLst>
                                  <p:childTnLst>
                                    <p:set>
                                      <p:cBhvr>
                                        <p:cTn id="172" dur="1" fill="hold">
                                          <p:stCondLst>
                                            <p:cond delay="0"/>
                                          </p:stCondLst>
                                        </p:cTn>
                                        <p:tgtEl>
                                          <p:spTgt spid="752814">
                                            <p:txEl>
                                              <p:pRg st="0" end="0"/>
                                            </p:txEl>
                                          </p:spTgt>
                                        </p:tgtEl>
                                        <p:attrNameLst>
                                          <p:attrName>style.visibility</p:attrName>
                                        </p:attrNameLst>
                                      </p:cBhvr>
                                      <p:to>
                                        <p:strVal val="visible"/>
                                      </p:to>
                                    </p:set>
                                    <p:animEffect transition="in" filter="wipe(up)">
                                      <p:cBhvr>
                                        <p:cTn id="173" dur="2000"/>
                                        <p:tgtEl>
                                          <p:spTgt spid="752814">
                                            <p:txEl>
                                              <p:pRg st="0" end="0"/>
                                            </p:txEl>
                                          </p:spTgt>
                                        </p:tgtEl>
                                      </p:cBhvr>
                                    </p:animEffect>
                                  </p:childTnLst>
                                </p:cTn>
                              </p:par>
                              <p:par>
                                <p:cTn id="174" presetID="10" presetClass="entr" presetSubtype="0" fill="hold" nodeType="withEffect">
                                  <p:stCondLst>
                                    <p:cond delay="0"/>
                                  </p:stCondLst>
                                  <p:childTnLst>
                                    <p:set>
                                      <p:cBhvr>
                                        <p:cTn id="175" dur="1" fill="hold">
                                          <p:stCondLst>
                                            <p:cond delay="0"/>
                                          </p:stCondLst>
                                        </p:cTn>
                                        <p:tgtEl>
                                          <p:spTgt spid="2"/>
                                        </p:tgtEl>
                                        <p:attrNameLst>
                                          <p:attrName>style.visibility</p:attrName>
                                        </p:attrNameLst>
                                      </p:cBhvr>
                                      <p:to>
                                        <p:strVal val="visible"/>
                                      </p:to>
                                    </p:set>
                                    <p:animEffect transition="in" filter="fade">
                                      <p:cBhvr>
                                        <p:cTn id="17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2782" grpId="0"/>
      <p:bldP spid="752803" grpId="0"/>
      <p:bldP spid="752813" grpId="0" build="p"/>
      <p:bldP spid="75281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灯片编号占位符 3">
            <a:extLst>
              <a:ext uri="{FF2B5EF4-FFF2-40B4-BE49-F238E27FC236}">
                <a16:creationId xmlns:a16="http://schemas.microsoft.com/office/drawing/2014/main" id="{C410E498-4F14-933F-4EE9-AC5F15B52F0F}"/>
              </a:ext>
            </a:extLst>
          </p:cNvPr>
          <p:cNvSpPr>
            <a:spLocks noGrp="1"/>
          </p:cNvSpPr>
          <p:nvPr>
            <p:ph type="sldNum" sz="quarter" idx="10"/>
          </p:nvPr>
        </p:nvSpPr>
        <p:spPr/>
        <p:txBody>
          <a:bodyPr/>
          <a:lstStyle/>
          <a:p>
            <a:fld id="{B1ED7ED1-9A1A-4787-A51F-05A1399353B8}" type="slidenum">
              <a:rPr lang="en-US" altLang="zh-CN"/>
              <a:pPr/>
              <a:t>6</a:t>
            </a:fld>
            <a:endParaRPr lang="en-US" altLang="zh-CN"/>
          </a:p>
        </p:txBody>
      </p:sp>
      <p:sp>
        <p:nvSpPr>
          <p:cNvPr id="88066" name="Text Box 2">
            <a:extLst>
              <a:ext uri="{FF2B5EF4-FFF2-40B4-BE49-F238E27FC236}">
                <a16:creationId xmlns:a16="http://schemas.microsoft.com/office/drawing/2014/main" id="{79D4CFE8-42AB-9087-C36F-5C1358009EBB}"/>
              </a:ext>
            </a:extLst>
          </p:cNvPr>
          <p:cNvSpPr txBox="1">
            <a:spLocks noChangeArrowheads="1"/>
          </p:cNvSpPr>
          <p:nvPr/>
        </p:nvSpPr>
        <p:spPr bwMode="auto">
          <a:xfrm>
            <a:off x="2006600" y="333375"/>
            <a:ext cx="4870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lgn="ctr">
              <a:spcBef>
                <a:spcPct val="20000"/>
              </a:spcBef>
            </a:pPr>
            <a:r>
              <a:rPr lang="en-US" altLang="zh-CN">
                <a:solidFill>
                  <a:srgbClr val="0000FF"/>
                </a:solidFill>
              </a:rPr>
              <a:t>5.2.</a:t>
            </a:r>
            <a:r>
              <a:rPr lang="en-US" altLang="zh-CN">
                <a:solidFill>
                  <a:srgbClr val="0000FF"/>
                </a:solidFill>
                <a:ea typeface="宋体" panose="02010600030101010101" pitchFamily="2" charset="-122"/>
              </a:rPr>
              <a:t>1  </a:t>
            </a:r>
            <a:r>
              <a:rPr lang="zh-CN" altLang="en-US">
                <a:solidFill>
                  <a:srgbClr val="0000FF"/>
                </a:solidFill>
                <a:ea typeface="幼圆" panose="02010509060101010101" pitchFamily="49" charset="-122"/>
              </a:rPr>
              <a:t>极化的概念</a:t>
            </a:r>
            <a:r>
              <a:rPr lang="zh-CN" altLang="en-US">
                <a:solidFill>
                  <a:srgbClr val="0000FF"/>
                </a:solidFill>
              </a:rPr>
              <a:t>  </a:t>
            </a:r>
          </a:p>
        </p:txBody>
      </p:sp>
      <p:sp>
        <p:nvSpPr>
          <p:cNvPr id="729091" name="Text Box 3">
            <a:extLst>
              <a:ext uri="{FF2B5EF4-FFF2-40B4-BE49-F238E27FC236}">
                <a16:creationId xmlns:a16="http://schemas.microsoft.com/office/drawing/2014/main" id="{18F10A69-E6BE-D097-1667-7F0B364221E1}"/>
              </a:ext>
            </a:extLst>
          </p:cNvPr>
          <p:cNvSpPr txBox="1">
            <a:spLocks noChangeArrowheads="1"/>
          </p:cNvSpPr>
          <p:nvPr/>
        </p:nvSpPr>
        <p:spPr bwMode="auto">
          <a:xfrm>
            <a:off x="6661150" y="1990725"/>
            <a:ext cx="2233613"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30000"/>
              </a:lnSpc>
            </a:pPr>
            <a:r>
              <a:rPr lang="zh-CN" altLang="en-US">
                <a:solidFill>
                  <a:schemeClr val="bg1"/>
                </a:solidFill>
                <a:latin typeface="Arial" panose="020B0604020202020204" pitchFamily="34" charset="0"/>
              </a:rPr>
              <a:t>接收效果好</a:t>
            </a:r>
            <a:endParaRPr lang="zh-CN" altLang="en-US" b="0">
              <a:solidFill>
                <a:schemeClr val="bg1"/>
              </a:solidFill>
            </a:endParaRPr>
          </a:p>
        </p:txBody>
      </p:sp>
      <p:grpSp>
        <p:nvGrpSpPr>
          <p:cNvPr id="729092" name="Group 4">
            <a:extLst>
              <a:ext uri="{FF2B5EF4-FFF2-40B4-BE49-F238E27FC236}">
                <a16:creationId xmlns:a16="http://schemas.microsoft.com/office/drawing/2014/main" id="{DFC703BA-6FBB-3890-88F7-801842D8D542}"/>
              </a:ext>
            </a:extLst>
          </p:cNvPr>
          <p:cNvGrpSpPr>
            <a:grpSpLocks/>
          </p:cNvGrpSpPr>
          <p:nvPr/>
        </p:nvGrpSpPr>
        <p:grpSpPr bwMode="auto">
          <a:xfrm>
            <a:off x="755650" y="981075"/>
            <a:ext cx="6121400" cy="2376488"/>
            <a:chOff x="749" y="754"/>
            <a:chExt cx="3856" cy="1497"/>
          </a:xfrm>
        </p:grpSpPr>
        <p:sp>
          <p:nvSpPr>
            <p:cNvPr id="88069" name="Rectangle 5">
              <a:extLst>
                <a:ext uri="{FF2B5EF4-FFF2-40B4-BE49-F238E27FC236}">
                  <a16:creationId xmlns:a16="http://schemas.microsoft.com/office/drawing/2014/main" id="{5BCC9551-BEAC-F274-69A5-4908A5EEB2F3}"/>
                </a:ext>
              </a:extLst>
            </p:cNvPr>
            <p:cNvSpPr>
              <a:spLocks noChangeArrowheads="1"/>
            </p:cNvSpPr>
            <p:nvPr/>
          </p:nvSpPr>
          <p:spPr bwMode="auto">
            <a:xfrm>
              <a:off x="749" y="754"/>
              <a:ext cx="3856" cy="1497"/>
            </a:xfrm>
            <a:prstGeom prst="rect">
              <a:avLst/>
            </a:prstGeom>
            <a:solidFill>
              <a:srgbClr val="CCFFFF">
                <a:alpha val="59999"/>
              </a:srgbClr>
            </a:solidFill>
            <a:ln w="9525">
              <a:solidFill>
                <a:schemeClr val="tx1"/>
              </a:solidFill>
              <a:miter lim="800000"/>
              <a:headEnd/>
              <a:tailEnd/>
            </a:ln>
          </p:spPr>
          <p:txBody>
            <a:bodyPr wrap="none" anchor="ctr"/>
            <a:lstStyle/>
            <a:p>
              <a:pPr>
                <a:spcBef>
                  <a:spcPct val="20000"/>
                </a:spcBef>
              </a:pPr>
              <a:endParaRPr lang="zh-CN" altLang="en-US"/>
            </a:p>
          </p:txBody>
        </p:sp>
        <p:grpSp>
          <p:nvGrpSpPr>
            <p:cNvPr id="88070" name="Group 6">
              <a:extLst>
                <a:ext uri="{FF2B5EF4-FFF2-40B4-BE49-F238E27FC236}">
                  <a16:creationId xmlns:a16="http://schemas.microsoft.com/office/drawing/2014/main" id="{3CACCFC1-9836-7EE3-7479-006CF73A5431}"/>
                </a:ext>
              </a:extLst>
            </p:cNvPr>
            <p:cNvGrpSpPr>
              <a:grpSpLocks/>
            </p:cNvGrpSpPr>
            <p:nvPr/>
          </p:nvGrpSpPr>
          <p:grpSpPr bwMode="auto">
            <a:xfrm>
              <a:off x="2110" y="909"/>
              <a:ext cx="817" cy="1201"/>
              <a:chOff x="2400" y="1134"/>
              <a:chExt cx="817" cy="1201"/>
            </a:xfrm>
          </p:grpSpPr>
          <p:sp>
            <p:nvSpPr>
              <p:cNvPr id="88071" name="Arc 7">
                <a:extLst>
                  <a:ext uri="{FF2B5EF4-FFF2-40B4-BE49-F238E27FC236}">
                    <a16:creationId xmlns:a16="http://schemas.microsoft.com/office/drawing/2014/main" id="{B7F15E41-A699-2715-9359-9F6AE3088956}"/>
                  </a:ext>
                </a:extLst>
              </p:cNvPr>
              <p:cNvSpPr>
                <a:spLocks noChangeArrowheads="1"/>
              </p:cNvSpPr>
              <p:nvPr/>
            </p:nvSpPr>
            <p:spPr bwMode="auto">
              <a:xfrm>
                <a:off x="2654" y="1262"/>
                <a:ext cx="271" cy="952"/>
              </a:xfrm>
              <a:custGeom>
                <a:avLst/>
                <a:gdLst>
                  <a:gd name="T0" fmla="*/ 10333 w 21600"/>
                  <a:gd name="T1" fmla="*/ -1 h 38193"/>
                  <a:gd name="T2" fmla="*/ 21600 w 21600"/>
                  <a:gd name="T3" fmla="*/ 18968 h 38193"/>
                  <a:gd name="T4" fmla="*/ 9846 w 21600"/>
                  <a:gd name="T5" fmla="*/ 38192 h 38193"/>
                  <a:gd name="T6" fmla="*/ 10333 w 21600"/>
                  <a:gd name="T7" fmla="*/ -1 h 38193"/>
                  <a:gd name="T8" fmla="*/ 21600 w 21600"/>
                  <a:gd name="T9" fmla="*/ 18968 h 38193"/>
                  <a:gd name="T10" fmla="*/ 9846 w 21600"/>
                  <a:gd name="T11" fmla="*/ 38192 h 38193"/>
                  <a:gd name="T12" fmla="*/ 0 w 21600"/>
                  <a:gd name="T13" fmla="*/ 18968 h 38193"/>
                  <a:gd name="T14" fmla="*/ 10333 w 21600"/>
                  <a:gd name="T15" fmla="*/ -1 h 381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600" h="38193" fill="none">
                    <a:moveTo>
                      <a:pt x="10333" y="-1"/>
                    </a:moveTo>
                    <a:cubicBezTo>
                      <a:pt x="17277" y="3783"/>
                      <a:pt x="21600" y="11059"/>
                      <a:pt x="21600" y="18968"/>
                    </a:cubicBezTo>
                    <a:cubicBezTo>
                      <a:pt x="21600" y="27073"/>
                      <a:pt x="17061" y="34497"/>
                      <a:pt x="9846" y="38192"/>
                    </a:cubicBezTo>
                  </a:path>
                  <a:path w="21600" h="38193" stroke="0">
                    <a:moveTo>
                      <a:pt x="10333" y="-1"/>
                    </a:moveTo>
                    <a:cubicBezTo>
                      <a:pt x="17277" y="3783"/>
                      <a:pt x="21600" y="11059"/>
                      <a:pt x="21600" y="18968"/>
                    </a:cubicBezTo>
                    <a:cubicBezTo>
                      <a:pt x="21600" y="27073"/>
                      <a:pt x="17061" y="34497"/>
                      <a:pt x="9846" y="38192"/>
                    </a:cubicBezTo>
                    <a:lnTo>
                      <a:pt x="0" y="18968"/>
                    </a:lnTo>
                    <a:lnTo>
                      <a:pt x="10333" y="-1"/>
                    </a:lnTo>
                    <a:close/>
                  </a:path>
                </a:pathLst>
              </a:cu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72" name="Arc 8">
                <a:extLst>
                  <a:ext uri="{FF2B5EF4-FFF2-40B4-BE49-F238E27FC236}">
                    <a16:creationId xmlns:a16="http://schemas.microsoft.com/office/drawing/2014/main" id="{A5FA8861-F753-A449-50AF-A16637E2EFFF}"/>
                  </a:ext>
                </a:extLst>
              </p:cNvPr>
              <p:cNvSpPr>
                <a:spLocks noChangeArrowheads="1"/>
              </p:cNvSpPr>
              <p:nvPr/>
            </p:nvSpPr>
            <p:spPr bwMode="auto">
              <a:xfrm>
                <a:off x="2899" y="1134"/>
                <a:ext cx="318" cy="1201"/>
              </a:xfrm>
              <a:custGeom>
                <a:avLst/>
                <a:gdLst>
                  <a:gd name="T0" fmla="*/ 10333 w 21600"/>
                  <a:gd name="T1" fmla="*/ -1 h 37816"/>
                  <a:gd name="T2" fmla="*/ 21600 w 21600"/>
                  <a:gd name="T3" fmla="*/ 18968 h 37816"/>
                  <a:gd name="T4" fmla="*/ 10550 w 21600"/>
                  <a:gd name="T5" fmla="*/ 37816 h 37816"/>
                  <a:gd name="T6" fmla="*/ 10333 w 21600"/>
                  <a:gd name="T7" fmla="*/ -1 h 37816"/>
                  <a:gd name="T8" fmla="*/ 21600 w 21600"/>
                  <a:gd name="T9" fmla="*/ 18968 h 37816"/>
                  <a:gd name="T10" fmla="*/ 10550 w 21600"/>
                  <a:gd name="T11" fmla="*/ 37816 h 37816"/>
                  <a:gd name="T12" fmla="*/ 0 w 21600"/>
                  <a:gd name="T13" fmla="*/ 18968 h 37816"/>
                  <a:gd name="T14" fmla="*/ 10333 w 21600"/>
                  <a:gd name="T15" fmla="*/ -1 h 378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600" h="37816" fill="none">
                    <a:moveTo>
                      <a:pt x="10333" y="-1"/>
                    </a:moveTo>
                    <a:cubicBezTo>
                      <a:pt x="17277" y="3783"/>
                      <a:pt x="21600" y="11059"/>
                      <a:pt x="21600" y="18968"/>
                    </a:cubicBezTo>
                    <a:cubicBezTo>
                      <a:pt x="21600" y="26787"/>
                      <a:pt x="17373" y="33996"/>
                      <a:pt x="10550" y="37816"/>
                    </a:cubicBezTo>
                  </a:path>
                  <a:path w="21600" h="37816" stroke="0">
                    <a:moveTo>
                      <a:pt x="10333" y="-1"/>
                    </a:moveTo>
                    <a:cubicBezTo>
                      <a:pt x="17277" y="3783"/>
                      <a:pt x="21600" y="11059"/>
                      <a:pt x="21600" y="18968"/>
                    </a:cubicBezTo>
                    <a:cubicBezTo>
                      <a:pt x="21600" y="26787"/>
                      <a:pt x="17373" y="33996"/>
                      <a:pt x="10550" y="37816"/>
                    </a:cubicBezTo>
                    <a:lnTo>
                      <a:pt x="0" y="18968"/>
                    </a:lnTo>
                    <a:lnTo>
                      <a:pt x="10333" y="-1"/>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73" name="Arc 9">
                <a:extLst>
                  <a:ext uri="{FF2B5EF4-FFF2-40B4-BE49-F238E27FC236}">
                    <a16:creationId xmlns:a16="http://schemas.microsoft.com/office/drawing/2014/main" id="{EBBAF881-D9AB-4115-5554-AF0276A20DD6}"/>
                  </a:ext>
                </a:extLst>
              </p:cNvPr>
              <p:cNvSpPr>
                <a:spLocks noChangeArrowheads="1"/>
              </p:cNvSpPr>
              <p:nvPr/>
            </p:nvSpPr>
            <p:spPr bwMode="auto">
              <a:xfrm>
                <a:off x="2400" y="1377"/>
                <a:ext cx="205" cy="721"/>
              </a:xfrm>
              <a:custGeom>
                <a:avLst/>
                <a:gdLst>
                  <a:gd name="T0" fmla="*/ 11723 w 21600"/>
                  <a:gd name="T1" fmla="*/ 0 h 37063"/>
                  <a:gd name="T2" fmla="*/ 21600 w 21600"/>
                  <a:gd name="T3" fmla="*/ 18142 h 37063"/>
                  <a:gd name="T4" fmla="*/ 10419 w 21600"/>
                  <a:gd name="T5" fmla="*/ 37062 h 37063"/>
                  <a:gd name="T6" fmla="*/ 11723 w 21600"/>
                  <a:gd name="T7" fmla="*/ 0 h 37063"/>
                  <a:gd name="T8" fmla="*/ 21600 w 21600"/>
                  <a:gd name="T9" fmla="*/ 18142 h 37063"/>
                  <a:gd name="T10" fmla="*/ 10419 w 21600"/>
                  <a:gd name="T11" fmla="*/ 37062 h 37063"/>
                  <a:gd name="T12" fmla="*/ 0 w 21600"/>
                  <a:gd name="T13" fmla="*/ 18142 h 37063"/>
                  <a:gd name="T14" fmla="*/ 11723 w 21600"/>
                  <a:gd name="T15" fmla="*/ 0 h 370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600" h="37063" fill="none">
                    <a:moveTo>
                      <a:pt x="11723" y="0"/>
                    </a:moveTo>
                    <a:cubicBezTo>
                      <a:pt x="17881" y="3979"/>
                      <a:pt x="21600" y="10810"/>
                      <a:pt x="21600" y="18142"/>
                    </a:cubicBezTo>
                    <a:cubicBezTo>
                      <a:pt x="21600" y="26015"/>
                      <a:pt x="17316" y="33264"/>
                      <a:pt x="10419" y="37062"/>
                    </a:cubicBezTo>
                  </a:path>
                  <a:path w="21600" h="37063" stroke="0">
                    <a:moveTo>
                      <a:pt x="11723" y="0"/>
                    </a:moveTo>
                    <a:cubicBezTo>
                      <a:pt x="17881" y="3979"/>
                      <a:pt x="21600" y="10810"/>
                      <a:pt x="21600" y="18142"/>
                    </a:cubicBezTo>
                    <a:cubicBezTo>
                      <a:pt x="21600" y="26015"/>
                      <a:pt x="17316" y="33264"/>
                      <a:pt x="10419" y="37062"/>
                    </a:cubicBezTo>
                    <a:lnTo>
                      <a:pt x="0" y="18142"/>
                    </a:lnTo>
                    <a:lnTo>
                      <a:pt x="11723" y="0"/>
                    </a:lnTo>
                    <a:close/>
                  </a:path>
                </a:pathLst>
              </a:custGeom>
              <a:noFill/>
              <a:ln w="444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8074" name="Group 10">
              <a:extLst>
                <a:ext uri="{FF2B5EF4-FFF2-40B4-BE49-F238E27FC236}">
                  <a16:creationId xmlns:a16="http://schemas.microsoft.com/office/drawing/2014/main" id="{49F0FA7C-A6A5-5514-399E-06AA3F10ABFA}"/>
                </a:ext>
              </a:extLst>
            </p:cNvPr>
            <p:cNvGrpSpPr>
              <a:grpSpLocks/>
            </p:cNvGrpSpPr>
            <p:nvPr/>
          </p:nvGrpSpPr>
          <p:grpSpPr bwMode="auto">
            <a:xfrm>
              <a:off x="949" y="899"/>
              <a:ext cx="701" cy="917"/>
              <a:chOff x="975" y="1026"/>
              <a:chExt cx="701" cy="917"/>
            </a:xfrm>
          </p:grpSpPr>
          <p:sp>
            <p:nvSpPr>
              <p:cNvPr id="88075" name="Oval 11">
                <a:extLst>
                  <a:ext uri="{FF2B5EF4-FFF2-40B4-BE49-F238E27FC236}">
                    <a16:creationId xmlns:a16="http://schemas.microsoft.com/office/drawing/2014/main" id="{115ABB46-8F6B-90F2-42E7-8BE5C7E569EA}"/>
                  </a:ext>
                </a:extLst>
              </p:cNvPr>
              <p:cNvSpPr>
                <a:spLocks noChangeAspect="1" noChangeArrowheads="1"/>
              </p:cNvSpPr>
              <p:nvPr/>
            </p:nvSpPr>
            <p:spPr bwMode="auto">
              <a:xfrm rot="1452807">
                <a:off x="1544" y="1612"/>
                <a:ext cx="129" cy="109"/>
              </a:xfrm>
              <a:prstGeom prst="ellipse">
                <a:avLst/>
              </a:prstGeom>
              <a:solidFill>
                <a:srgbClr val="FFCC00">
                  <a:alpha val="85881"/>
                </a:srgbClr>
              </a:solidFill>
              <a:ln>
                <a:noFill/>
              </a:ln>
              <a:scene3d>
                <a:camera prst="legacyObliqueTopRight">
                  <a:rot lat="17099998" lon="21299999" rev="0"/>
                </a:camera>
                <a:lightRig rig="legacyFlat3" dir="b"/>
              </a:scene3d>
              <a:sp3d extrusionH="887400" prstMaterial="legacyMatte">
                <a:bevelT w="13500" h="13500" prst="angle"/>
                <a:bevelB w="13500" h="13500" prst="angle"/>
                <a:extrusionClr>
                  <a:srgbClr val="FFCC00"/>
                </a:extrusionClr>
                <a:contourClr>
                  <a:srgbClr val="FFCC00"/>
                </a:contourClr>
              </a:sp3d>
              <a:extLst>
                <a:ext uri="{91240B29-F687-4F45-9708-019B960494DF}">
                  <a14:hiddenLine xmlns:a14="http://schemas.microsoft.com/office/drawing/2010/main" w="9525">
                    <a:noFill/>
                    <a:round/>
                    <a:headEnd/>
                    <a:tailEnd/>
                  </a14:hiddenLine>
                </a:ext>
              </a:extLst>
            </p:spPr>
            <p:txBody>
              <a:bodyPr wrap="none" anchor="ctr">
                <a:flatTx/>
              </a:bodyPr>
              <a:lstStyle/>
              <a:p>
                <a:pPr>
                  <a:spcBef>
                    <a:spcPct val="20000"/>
                  </a:spcBef>
                </a:pPr>
                <a:endParaRPr lang="zh-CN" altLang="en-US"/>
              </a:p>
            </p:txBody>
          </p:sp>
          <p:sp>
            <p:nvSpPr>
              <p:cNvPr id="88076" name="Line 12">
                <a:extLst>
                  <a:ext uri="{FF2B5EF4-FFF2-40B4-BE49-F238E27FC236}">
                    <a16:creationId xmlns:a16="http://schemas.microsoft.com/office/drawing/2014/main" id="{EE56DF18-95F9-7233-A9B9-393CBECFC976}"/>
                  </a:ext>
                </a:extLst>
              </p:cNvPr>
              <p:cNvSpPr>
                <a:spLocks noChangeShapeType="1"/>
              </p:cNvSpPr>
              <p:nvPr/>
            </p:nvSpPr>
            <p:spPr bwMode="auto">
              <a:xfrm>
                <a:off x="1365" y="1589"/>
                <a:ext cx="2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7" name="Oval 13">
                <a:extLst>
                  <a:ext uri="{FF2B5EF4-FFF2-40B4-BE49-F238E27FC236}">
                    <a16:creationId xmlns:a16="http://schemas.microsoft.com/office/drawing/2014/main" id="{1B11DD81-C96E-DF46-5840-31DD810F4495}"/>
                  </a:ext>
                </a:extLst>
              </p:cNvPr>
              <p:cNvSpPr>
                <a:spLocks noChangeAspect="1" noChangeArrowheads="1"/>
              </p:cNvSpPr>
              <p:nvPr/>
            </p:nvSpPr>
            <p:spPr bwMode="auto">
              <a:xfrm rot="1452807">
                <a:off x="1547" y="1026"/>
                <a:ext cx="129" cy="109"/>
              </a:xfrm>
              <a:prstGeom prst="ellipse">
                <a:avLst/>
              </a:prstGeom>
              <a:solidFill>
                <a:srgbClr val="FFCC00">
                  <a:alpha val="85881"/>
                </a:srgbClr>
              </a:solidFill>
              <a:ln>
                <a:noFill/>
              </a:ln>
              <a:scene3d>
                <a:camera prst="legacyObliqueTopRight">
                  <a:rot lat="17099998" lon="21299999" rev="0"/>
                </a:camera>
                <a:lightRig rig="legacyFlat3" dir="b"/>
              </a:scene3d>
              <a:sp3d extrusionH="887400" prstMaterial="legacyMatte">
                <a:bevelT w="13500" h="13500" prst="angle"/>
                <a:bevelB w="13500" h="13500" prst="angle"/>
                <a:extrusionClr>
                  <a:srgbClr val="FFCC00"/>
                </a:extrusionClr>
                <a:contourClr>
                  <a:srgbClr val="FFCC00"/>
                </a:contourClr>
              </a:sp3d>
              <a:extLst>
                <a:ext uri="{91240B29-F687-4F45-9708-019B960494DF}">
                  <a14:hiddenLine xmlns:a14="http://schemas.microsoft.com/office/drawing/2010/main" w="9525">
                    <a:noFill/>
                    <a:round/>
                    <a:headEnd/>
                    <a:tailEnd/>
                  </a14:hiddenLine>
                </a:ext>
              </a:extLst>
            </p:spPr>
            <p:txBody>
              <a:bodyPr wrap="none" anchor="ctr">
                <a:flatTx/>
              </a:bodyPr>
              <a:lstStyle/>
              <a:p>
                <a:pPr>
                  <a:spcBef>
                    <a:spcPct val="20000"/>
                  </a:spcBef>
                </a:pPr>
                <a:endParaRPr lang="zh-CN" altLang="en-US"/>
              </a:p>
            </p:txBody>
          </p:sp>
          <p:sp>
            <p:nvSpPr>
              <p:cNvPr id="88078" name="Line 14">
                <a:extLst>
                  <a:ext uri="{FF2B5EF4-FFF2-40B4-BE49-F238E27FC236}">
                    <a16:creationId xmlns:a16="http://schemas.microsoft.com/office/drawing/2014/main" id="{D94A7F17-D86B-82F8-2628-5D7A34014504}"/>
                  </a:ext>
                </a:extLst>
              </p:cNvPr>
              <p:cNvSpPr>
                <a:spLocks noChangeShapeType="1"/>
              </p:cNvSpPr>
              <p:nvPr/>
            </p:nvSpPr>
            <p:spPr bwMode="auto">
              <a:xfrm>
                <a:off x="1365" y="1671"/>
                <a:ext cx="2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9" name="Freeform 15">
                <a:extLst>
                  <a:ext uri="{FF2B5EF4-FFF2-40B4-BE49-F238E27FC236}">
                    <a16:creationId xmlns:a16="http://schemas.microsoft.com/office/drawing/2014/main" id="{F5D15CAC-5FD3-A961-6A7F-5252B2B33347}"/>
                  </a:ext>
                </a:extLst>
              </p:cNvPr>
              <p:cNvSpPr>
                <a:spLocks noChangeArrowheads="1"/>
              </p:cNvSpPr>
              <p:nvPr/>
            </p:nvSpPr>
            <p:spPr bwMode="auto">
              <a:xfrm>
                <a:off x="1102" y="1262"/>
                <a:ext cx="272" cy="681"/>
              </a:xfrm>
              <a:custGeom>
                <a:avLst/>
                <a:gdLst>
                  <a:gd name="T0" fmla="*/ 272 w 272"/>
                  <a:gd name="T1" fmla="*/ 318 h 681"/>
                  <a:gd name="T2" fmla="*/ 272 w 272"/>
                  <a:gd name="T3" fmla="*/ 0 h 681"/>
                  <a:gd name="T4" fmla="*/ 0 w 272"/>
                  <a:gd name="T5" fmla="*/ 0 h 681"/>
                  <a:gd name="T6" fmla="*/ 0 w 272"/>
                  <a:gd name="T7" fmla="*/ 681 h 681"/>
                  <a:gd name="T8" fmla="*/ 272 w 272"/>
                  <a:gd name="T9" fmla="*/ 681 h 681"/>
                  <a:gd name="T10" fmla="*/ 272 w 272"/>
                  <a:gd name="T11" fmla="*/ 408 h 681"/>
                </a:gdLst>
                <a:ahLst/>
                <a:cxnLst>
                  <a:cxn ang="0">
                    <a:pos x="T0" y="T1"/>
                  </a:cxn>
                  <a:cxn ang="0">
                    <a:pos x="T2" y="T3"/>
                  </a:cxn>
                  <a:cxn ang="0">
                    <a:pos x="T4" y="T5"/>
                  </a:cxn>
                  <a:cxn ang="0">
                    <a:pos x="T6" y="T7"/>
                  </a:cxn>
                  <a:cxn ang="0">
                    <a:pos x="T8" y="T9"/>
                  </a:cxn>
                  <a:cxn ang="0">
                    <a:pos x="T10" y="T11"/>
                  </a:cxn>
                </a:cxnLst>
                <a:rect l="0" t="0" r="r" b="b"/>
                <a:pathLst>
                  <a:path w="272" h="681">
                    <a:moveTo>
                      <a:pt x="272" y="318"/>
                    </a:moveTo>
                    <a:lnTo>
                      <a:pt x="272" y="0"/>
                    </a:lnTo>
                    <a:lnTo>
                      <a:pt x="0" y="0"/>
                    </a:lnTo>
                    <a:lnTo>
                      <a:pt x="0" y="681"/>
                    </a:lnTo>
                    <a:lnTo>
                      <a:pt x="272" y="681"/>
                    </a:lnTo>
                    <a:lnTo>
                      <a:pt x="272" y="408"/>
                    </a:lnTo>
                  </a:path>
                </a:pathLst>
              </a:cu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80" name="Oval 16">
                <a:extLst>
                  <a:ext uri="{FF2B5EF4-FFF2-40B4-BE49-F238E27FC236}">
                    <a16:creationId xmlns:a16="http://schemas.microsoft.com/office/drawing/2014/main" id="{A31E4F9D-AD7A-C484-ABAC-0010E2C3C83D}"/>
                  </a:ext>
                </a:extLst>
              </p:cNvPr>
              <p:cNvSpPr>
                <a:spLocks noChangeArrowheads="1"/>
              </p:cNvSpPr>
              <p:nvPr/>
            </p:nvSpPr>
            <p:spPr bwMode="auto">
              <a:xfrm>
                <a:off x="975" y="1480"/>
                <a:ext cx="227" cy="227"/>
              </a:xfrm>
              <a:prstGeom prst="ellipse">
                <a:avLst/>
              </a:prstGeom>
              <a:solidFill>
                <a:schemeClr val="accent1"/>
              </a:solidFill>
              <a:ln w="9525">
                <a:solidFill>
                  <a:schemeClr val="tx1"/>
                </a:solidFill>
                <a:round/>
                <a:headEnd/>
                <a:tailEnd/>
              </a:ln>
            </p:spPr>
            <p:txBody>
              <a:bodyPr wrap="none" anchor="ctr"/>
              <a:lstStyle/>
              <a:p>
                <a:pPr algn="ctr"/>
                <a:r>
                  <a:rPr lang="en-US" altLang="zh-CN"/>
                  <a:t>~</a:t>
                </a:r>
              </a:p>
            </p:txBody>
          </p:sp>
        </p:grpSp>
        <p:grpSp>
          <p:nvGrpSpPr>
            <p:cNvPr id="88081" name="Group 17">
              <a:extLst>
                <a:ext uri="{FF2B5EF4-FFF2-40B4-BE49-F238E27FC236}">
                  <a16:creationId xmlns:a16="http://schemas.microsoft.com/office/drawing/2014/main" id="{CBCA42B3-1E02-849D-084B-A9E6A0470695}"/>
                </a:ext>
              </a:extLst>
            </p:cNvPr>
            <p:cNvGrpSpPr>
              <a:grpSpLocks/>
            </p:cNvGrpSpPr>
            <p:nvPr/>
          </p:nvGrpSpPr>
          <p:grpSpPr bwMode="auto">
            <a:xfrm>
              <a:off x="3604" y="890"/>
              <a:ext cx="620" cy="926"/>
              <a:chOff x="3784" y="1017"/>
              <a:chExt cx="620" cy="926"/>
            </a:xfrm>
          </p:grpSpPr>
          <p:sp>
            <p:nvSpPr>
              <p:cNvPr id="88082" name="Oval 18">
                <a:extLst>
                  <a:ext uri="{FF2B5EF4-FFF2-40B4-BE49-F238E27FC236}">
                    <a16:creationId xmlns:a16="http://schemas.microsoft.com/office/drawing/2014/main" id="{40C3D8B5-497C-A145-6E43-8EBA9D7F2881}"/>
                  </a:ext>
                </a:extLst>
              </p:cNvPr>
              <p:cNvSpPr>
                <a:spLocks noChangeAspect="1" noChangeArrowheads="1"/>
              </p:cNvSpPr>
              <p:nvPr/>
            </p:nvSpPr>
            <p:spPr bwMode="auto">
              <a:xfrm rot="20147193" flipH="1">
                <a:off x="3787" y="1612"/>
                <a:ext cx="129" cy="109"/>
              </a:xfrm>
              <a:prstGeom prst="ellipse">
                <a:avLst/>
              </a:prstGeom>
              <a:solidFill>
                <a:srgbClr val="FFCC00">
                  <a:alpha val="85881"/>
                </a:srgbClr>
              </a:solidFill>
              <a:ln>
                <a:noFill/>
              </a:ln>
              <a:scene3d>
                <a:camera prst="legacyObliqueTopRight">
                  <a:rot lat="17099998" lon="21299999" rev="0"/>
                </a:camera>
                <a:lightRig rig="legacyFlat3" dir="b"/>
              </a:scene3d>
              <a:sp3d extrusionH="887400" prstMaterial="legacyMatte">
                <a:bevelT w="13500" h="13500" prst="angle"/>
                <a:bevelB w="13500" h="13500" prst="angle"/>
                <a:extrusionClr>
                  <a:srgbClr val="FFCC00"/>
                </a:extrusionClr>
                <a:contourClr>
                  <a:srgbClr val="FFCC00"/>
                </a:contourClr>
              </a:sp3d>
              <a:extLst>
                <a:ext uri="{91240B29-F687-4F45-9708-019B960494DF}">
                  <a14:hiddenLine xmlns:a14="http://schemas.microsoft.com/office/drawing/2010/main" w="9525">
                    <a:noFill/>
                    <a:round/>
                    <a:headEnd/>
                    <a:tailEnd/>
                  </a14:hiddenLine>
                </a:ext>
              </a:extLst>
            </p:spPr>
            <p:txBody>
              <a:bodyPr wrap="none" anchor="ctr">
                <a:flatTx/>
              </a:bodyPr>
              <a:lstStyle/>
              <a:p>
                <a:pPr>
                  <a:spcBef>
                    <a:spcPct val="20000"/>
                  </a:spcBef>
                </a:pPr>
                <a:endParaRPr lang="zh-CN" altLang="en-US"/>
              </a:p>
            </p:txBody>
          </p:sp>
          <p:sp>
            <p:nvSpPr>
              <p:cNvPr id="88083" name="Line 19">
                <a:extLst>
                  <a:ext uri="{FF2B5EF4-FFF2-40B4-BE49-F238E27FC236}">
                    <a16:creationId xmlns:a16="http://schemas.microsoft.com/office/drawing/2014/main" id="{B4D9FA04-4F16-9E0D-F827-CE9FAF7658FE}"/>
                  </a:ext>
                </a:extLst>
              </p:cNvPr>
              <p:cNvSpPr>
                <a:spLocks noChangeShapeType="1"/>
              </p:cNvSpPr>
              <p:nvPr/>
            </p:nvSpPr>
            <p:spPr bwMode="auto">
              <a:xfrm flipH="1">
                <a:off x="3868" y="1589"/>
                <a:ext cx="2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84" name="Oval 20">
                <a:extLst>
                  <a:ext uri="{FF2B5EF4-FFF2-40B4-BE49-F238E27FC236}">
                    <a16:creationId xmlns:a16="http://schemas.microsoft.com/office/drawing/2014/main" id="{4CA49B9C-E2AD-3366-2DBA-3131EDB8EF26}"/>
                  </a:ext>
                </a:extLst>
              </p:cNvPr>
              <p:cNvSpPr>
                <a:spLocks noChangeAspect="1" noChangeArrowheads="1"/>
              </p:cNvSpPr>
              <p:nvPr/>
            </p:nvSpPr>
            <p:spPr bwMode="auto">
              <a:xfrm rot="20147193" flipH="1">
                <a:off x="3784" y="1017"/>
                <a:ext cx="129" cy="109"/>
              </a:xfrm>
              <a:prstGeom prst="ellipse">
                <a:avLst/>
              </a:prstGeom>
              <a:solidFill>
                <a:srgbClr val="FFCC00">
                  <a:alpha val="85881"/>
                </a:srgbClr>
              </a:solidFill>
              <a:ln>
                <a:noFill/>
              </a:ln>
              <a:scene3d>
                <a:camera prst="legacyObliqueTopRight">
                  <a:rot lat="17099998" lon="21299999" rev="0"/>
                </a:camera>
                <a:lightRig rig="legacyFlat3" dir="b"/>
              </a:scene3d>
              <a:sp3d extrusionH="887400" prstMaterial="legacyMatte">
                <a:bevelT w="13500" h="13500" prst="angle"/>
                <a:bevelB w="13500" h="13500" prst="angle"/>
                <a:extrusionClr>
                  <a:srgbClr val="FFCC00"/>
                </a:extrusionClr>
                <a:contourClr>
                  <a:srgbClr val="FFCC00"/>
                </a:contourClr>
              </a:sp3d>
              <a:extLst>
                <a:ext uri="{91240B29-F687-4F45-9708-019B960494DF}">
                  <a14:hiddenLine xmlns:a14="http://schemas.microsoft.com/office/drawing/2010/main" w="9525">
                    <a:noFill/>
                    <a:round/>
                    <a:headEnd/>
                    <a:tailEnd/>
                  </a14:hiddenLine>
                </a:ext>
              </a:extLst>
            </p:spPr>
            <p:txBody>
              <a:bodyPr wrap="none" anchor="ctr">
                <a:flatTx/>
              </a:bodyPr>
              <a:lstStyle/>
              <a:p>
                <a:pPr>
                  <a:spcBef>
                    <a:spcPct val="20000"/>
                  </a:spcBef>
                </a:pPr>
                <a:endParaRPr lang="zh-CN" altLang="en-US"/>
              </a:p>
            </p:txBody>
          </p:sp>
          <p:sp>
            <p:nvSpPr>
              <p:cNvPr id="88085" name="Line 21">
                <a:extLst>
                  <a:ext uri="{FF2B5EF4-FFF2-40B4-BE49-F238E27FC236}">
                    <a16:creationId xmlns:a16="http://schemas.microsoft.com/office/drawing/2014/main" id="{DC6B78E9-4F00-E11C-7758-D39CA929D403}"/>
                  </a:ext>
                </a:extLst>
              </p:cNvPr>
              <p:cNvSpPr>
                <a:spLocks noChangeShapeType="1"/>
              </p:cNvSpPr>
              <p:nvPr/>
            </p:nvSpPr>
            <p:spPr bwMode="auto">
              <a:xfrm flipH="1">
                <a:off x="3868" y="1671"/>
                <a:ext cx="2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86" name="Freeform 22">
                <a:extLst>
                  <a:ext uri="{FF2B5EF4-FFF2-40B4-BE49-F238E27FC236}">
                    <a16:creationId xmlns:a16="http://schemas.microsoft.com/office/drawing/2014/main" id="{D5D74DF4-CE02-ABD0-8EEC-02C46FACF125}"/>
                  </a:ext>
                </a:extLst>
              </p:cNvPr>
              <p:cNvSpPr>
                <a:spLocks noChangeArrowheads="1"/>
              </p:cNvSpPr>
              <p:nvPr/>
            </p:nvSpPr>
            <p:spPr bwMode="auto">
              <a:xfrm flipH="1">
                <a:off x="4086" y="1262"/>
                <a:ext cx="272" cy="681"/>
              </a:xfrm>
              <a:custGeom>
                <a:avLst/>
                <a:gdLst>
                  <a:gd name="T0" fmla="*/ 272 w 272"/>
                  <a:gd name="T1" fmla="*/ 318 h 681"/>
                  <a:gd name="T2" fmla="*/ 272 w 272"/>
                  <a:gd name="T3" fmla="*/ 0 h 681"/>
                  <a:gd name="T4" fmla="*/ 0 w 272"/>
                  <a:gd name="T5" fmla="*/ 0 h 681"/>
                  <a:gd name="T6" fmla="*/ 0 w 272"/>
                  <a:gd name="T7" fmla="*/ 681 h 681"/>
                  <a:gd name="T8" fmla="*/ 272 w 272"/>
                  <a:gd name="T9" fmla="*/ 681 h 681"/>
                  <a:gd name="T10" fmla="*/ 272 w 272"/>
                  <a:gd name="T11" fmla="*/ 408 h 681"/>
                </a:gdLst>
                <a:ahLst/>
                <a:cxnLst>
                  <a:cxn ang="0">
                    <a:pos x="T0" y="T1"/>
                  </a:cxn>
                  <a:cxn ang="0">
                    <a:pos x="T2" y="T3"/>
                  </a:cxn>
                  <a:cxn ang="0">
                    <a:pos x="T4" y="T5"/>
                  </a:cxn>
                  <a:cxn ang="0">
                    <a:pos x="T6" y="T7"/>
                  </a:cxn>
                  <a:cxn ang="0">
                    <a:pos x="T8" y="T9"/>
                  </a:cxn>
                  <a:cxn ang="0">
                    <a:pos x="T10" y="T11"/>
                  </a:cxn>
                </a:cxnLst>
                <a:rect l="0" t="0" r="r" b="b"/>
                <a:pathLst>
                  <a:path w="272" h="681">
                    <a:moveTo>
                      <a:pt x="272" y="318"/>
                    </a:moveTo>
                    <a:lnTo>
                      <a:pt x="272" y="0"/>
                    </a:lnTo>
                    <a:lnTo>
                      <a:pt x="0" y="0"/>
                    </a:lnTo>
                    <a:lnTo>
                      <a:pt x="0" y="681"/>
                    </a:lnTo>
                    <a:lnTo>
                      <a:pt x="272" y="681"/>
                    </a:lnTo>
                    <a:lnTo>
                      <a:pt x="272" y="408"/>
                    </a:lnTo>
                  </a:path>
                </a:pathLst>
              </a:cu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87" name="Rectangle 23">
                <a:extLst>
                  <a:ext uri="{FF2B5EF4-FFF2-40B4-BE49-F238E27FC236}">
                    <a16:creationId xmlns:a16="http://schemas.microsoft.com/office/drawing/2014/main" id="{58A86A28-A95B-1940-EC81-486F6427CEC0}"/>
                  </a:ext>
                </a:extLst>
              </p:cNvPr>
              <p:cNvSpPr>
                <a:spLocks noChangeArrowheads="1"/>
              </p:cNvSpPr>
              <p:nvPr/>
            </p:nvSpPr>
            <p:spPr bwMode="auto">
              <a:xfrm>
                <a:off x="4314" y="1480"/>
                <a:ext cx="90" cy="226"/>
              </a:xfrm>
              <a:prstGeom prst="rect">
                <a:avLst/>
              </a:prstGeom>
              <a:solidFill>
                <a:srgbClr val="969696"/>
              </a:solidFill>
              <a:ln w="9525">
                <a:solidFill>
                  <a:schemeClr val="tx1"/>
                </a:solidFill>
                <a:miter lim="800000"/>
                <a:headEnd/>
                <a:tailEnd/>
              </a:ln>
            </p:spPr>
            <p:txBody>
              <a:bodyPr wrap="none" anchor="ctr"/>
              <a:lstStyle/>
              <a:p>
                <a:pPr>
                  <a:spcBef>
                    <a:spcPct val="20000"/>
                  </a:spcBef>
                </a:pPr>
                <a:endParaRPr lang="zh-CN" altLang="en-US"/>
              </a:p>
            </p:txBody>
          </p:sp>
        </p:grpSp>
        <p:sp>
          <p:nvSpPr>
            <p:cNvPr id="88088" name="Line 24">
              <a:extLst>
                <a:ext uri="{FF2B5EF4-FFF2-40B4-BE49-F238E27FC236}">
                  <a16:creationId xmlns:a16="http://schemas.microsoft.com/office/drawing/2014/main" id="{AE97498B-C171-FABF-AAD9-4B11FE4964FF}"/>
                </a:ext>
              </a:extLst>
            </p:cNvPr>
            <p:cNvSpPr>
              <a:spLocks noChangeShapeType="1"/>
            </p:cNvSpPr>
            <p:nvPr/>
          </p:nvSpPr>
          <p:spPr bwMode="auto">
            <a:xfrm flipV="1">
              <a:off x="2936" y="1045"/>
              <a:ext cx="0" cy="453"/>
            </a:xfrm>
            <a:prstGeom prst="line">
              <a:avLst/>
            </a:prstGeom>
            <a:noFill/>
            <a:ln w="349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88089" name="Object 25">
              <a:extLst>
                <a:ext uri="{FF2B5EF4-FFF2-40B4-BE49-F238E27FC236}">
                  <a16:creationId xmlns:a16="http://schemas.microsoft.com/office/drawing/2014/main" id="{61DC2804-F432-F8F3-7ECB-08FC1120EB38}"/>
                </a:ext>
              </a:extLst>
            </p:cNvPr>
            <p:cNvGraphicFramePr>
              <a:graphicFrameLocks noChangeAspect="1"/>
            </p:cNvGraphicFramePr>
            <p:nvPr/>
          </p:nvGraphicFramePr>
          <p:xfrm>
            <a:off x="2954" y="891"/>
            <a:ext cx="196" cy="264"/>
          </p:xfrm>
          <a:graphic>
            <a:graphicData uri="http://schemas.openxmlformats.org/presentationml/2006/ole">
              <mc:AlternateContent xmlns:mc="http://schemas.openxmlformats.org/markup-compatibility/2006">
                <mc:Choice xmlns:v="urn:schemas-microsoft-com:vml" Requires="v">
                  <p:oleObj r:id="rId3" imgW="71280" imgH="115560" progId="Equation.DSMT4">
                    <p:embed/>
                  </p:oleObj>
                </mc:Choice>
                <mc:Fallback>
                  <p:oleObj r:id="rId3" imgW="71280" imgH="115560" progId="Equation.DSMT4">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4" y="891"/>
                          <a:ext cx="196"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729114" name="Group 26">
            <a:extLst>
              <a:ext uri="{FF2B5EF4-FFF2-40B4-BE49-F238E27FC236}">
                <a16:creationId xmlns:a16="http://schemas.microsoft.com/office/drawing/2014/main" id="{FBCCCDA1-C3AF-71D5-CDD7-4652C447D32C}"/>
              </a:ext>
            </a:extLst>
          </p:cNvPr>
          <p:cNvGrpSpPr>
            <a:grpSpLocks/>
          </p:cNvGrpSpPr>
          <p:nvPr/>
        </p:nvGrpSpPr>
        <p:grpSpPr bwMode="auto">
          <a:xfrm>
            <a:off x="755650" y="3933825"/>
            <a:ext cx="6121400" cy="2376488"/>
            <a:chOff x="748" y="2568"/>
            <a:chExt cx="3856" cy="1497"/>
          </a:xfrm>
        </p:grpSpPr>
        <p:sp>
          <p:nvSpPr>
            <p:cNvPr id="88091" name="Rectangle 27">
              <a:extLst>
                <a:ext uri="{FF2B5EF4-FFF2-40B4-BE49-F238E27FC236}">
                  <a16:creationId xmlns:a16="http://schemas.microsoft.com/office/drawing/2014/main" id="{3BC47FFD-6E48-4975-C57F-E89145A09F6D}"/>
                </a:ext>
              </a:extLst>
            </p:cNvPr>
            <p:cNvSpPr>
              <a:spLocks noChangeArrowheads="1"/>
            </p:cNvSpPr>
            <p:nvPr/>
          </p:nvSpPr>
          <p:spPr bwMode="auto">
            <a:xfrm>
              <a:off x="748" y="2568"/>
              <a:ext cx="3856" cy="1497"/>
            </a:xfrm>
            <a:prstGeom prst="rect">
              <a:avLst/>
            </a:prstGeom>
            <a:solidFill>
              <a:srgbClr val="FFFFFF">
                <a:alpha val="59999"/>
              </a:srgbClr>
            </a:solidFill>
            <a:ln w="9525">
              <a:solidFill>
                <a:schemeClr val="tx1"/>
              </a:solidFill>
              <a:miter lim="800000"/>
              <a:headEnd/>
              <a:tailEnd/>
            </a:ln>
          </p:spPr>
          <p:txBody>
            <a:bodyPr wrap="none" anchor="ctr"/>
            <a:lstStyle/>
            <a:p>
              <a:pPr>
                <a:spcBef>
                  <a:spcPct val="20000"/>
                </a:spcBef>
              </a:pPr>
              <a:endParaRPr lang="zh-CN" altLang="en-US"/>
            </a:p>
          </p:txBody>
        </p:sp>
        <p:grpSp>
          <p:nvGrpSpPr>
            <p:cNvPr id="88092" name="Group 28">
              <a:extLst>
                <a:ext uri="{FF2B5EF4-FFF2-40B4-BE49-F238E27FC236}">
                  <a16:creationId xmlns:a16="http://schemas.microsoft.com/office/drawing/2014/main" id="{C81B7CCE-3475-4775-E57E-3716FC170760}"/>
                </a:ext>
              </a:extLst>
            </p:cNvPr>
            <p:cNvGrpSpPr>
              <a:grpSpLocks/>
            </p:cNvGrpSpPr>
            <p:nvPr/>
          </p:nvGrpSpPr>
          <p:grpSpPr bwMode="auto">
            <a:xfrm>
              <a:off x="1974" y="2760"/>
              <a:ext cx="817" cy="1201"/>
              <a:chOff x="2400" y="1134"/>
              <a:chExt cx="817" cy="1201"/>
            </a:xfrm>
          </p:grpSpPr>
          <p:sp>
            <p:nvSpPr>
              <p:cNvPr id="88093" name="Arc 29">
                <a:extLst>
                  <a:ext uri="{FF2B5EF4-FFF2-40B4-BE49-F238E27FC236}">
                    <a16:creationId xmlns:a16="http://schemas.microsoft.com/office/drawing/2014/main" id="{7FB27E3E-606A-5AD6-B327-7B27E9EB5E30}"/>
                  </a:ext>
                </a:extLst>
              </p:cNvPr>
              <p:cNvSpPr>
                <a:spLocks noChangeArrowheads="1"/>
              </p:cNvSpPr>
              <p:nvPr/>
            </p:nvSpPr>
            <p:spPr bwMode="auto">
              <a:xfrm>
                <a:off x="2654" y="1262"/>
                <a:ext cx="271" cy="952"/>
              </a:xfrm>
              <a:custGeom>
                <a:avLst/>
                <a:gdLst>
                  <a:gd name="T0" fmla="*/ 10333 w 21600"/>
                  <a:gd name="T1" fmla="*/ -1 h 38193"/>
                  <a:gd name="T2" fmla="*/ 21600 w 21600"/>
                  <a:gd name="T3" fmla="*/ 18968 h 38193"/>
                  <a:gd name="T4" fmla="*/ 9846 w 21600"/>
                  <a:gd name="T5" fmla="*/ 38192 h 38193"/>
                  <a:gd name="T6" fmla="*/ 10333 w 21600"/>
                  <a:gd name="T7" fmla="*/ -1 h 38193"/>
                  <a:gd name="T8" fmla="*/ 21600 w 21600"/>
                  <a:gd name="T9" fmla="*/ 18968 h 38193"/>
                  <a:gd name="T10" fmla="*/ 9846 w 21600"/>
                  <a:gd name="T11" fmla="*/ 38192 h 38193"/>
                  <a:gd name="T12" fmla="*/ 0 w 21600"/>
                  <a:gd name="T13" fmla="*/ 18968 h 38193"/>
                  <a:gd name="T14" fmla="*/ 10333 w 21600"/>
                  <a:gd name="T15" fmla="*/ -1 h 381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600" h="38193" fill="none">
                    <a:moveTo>
                      <a:pt x="10333" y="-1"/>
                    </a:moveTo>
                    <a:cubicBezTo>
                      <a:pt x="17277" y="3783"/>
                      <a:pt x="21600" y="11059"/>
                      <a:pt x="21600" y="18968"/>
                    </a:cubicBezTo>
                    <a:cubicBezTo>
                      <a:pt x="21600" y="27073"/>
                      <a:pt x="17061" y="34497"/>
                      <a:pt x="9846" y="38192"/>
                    </a:cubicBezTo>
                  </a:path>
                  <a:path w="21600" h="38193" stroke="0">
                    <a:moveTo>
                      <a:pt x="10333" y="-1"/>
                    </a:moveTo>
                    <a:cubicBezTo>
                      <a:pt x="17277" y="3783"/>
                      <a:pt x="21600" y="11059"/>
                      <a:pt x="21600" y="18968"/>
                    </a:cubicBezTo>
                    <a:cubicBezTo>
                      <a:pt x="21600" y="27073"/>
                      <a:pt x="17061" y="34497"/>
                      <a:pt x="9846" y="38192"/>
                    </a:cubicBezTo>
                    <a:lnTo>
                      <a:pt x="0" y="18968"/>
                    </a:lnTo>
                    <a:lnTo>
                      <a:pt x="10333" y="-1"/>
                    </a:lnTo>
                    <a:close/>
                  </a:path>
                </a:pathLst>
              </a:cu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94" name="Arc 30">
                <a:extLst>
                  <a:ext uri="{FF2B5EF4-FFF2-40B4-BE49-F238E27FC236}">
                    <a16:creationId xmlns:a16="http://schemas.microsoft.com/office/drawing/2014/main" id="{941A1A09-CCA6-DCE5-9F19-FC48911DE326}"/>
                  </a:ext>
                </a:extLst>
              </p:cNvPr>
              <p:cNvSpPr>
                <a:spLocks noChangeArrowheads="1"/>
              </p:cNvSpPr>
              <p:nvPr/>
            </p:nvSpPr>
            <p:spPr bwMode="auto">
              <a:xfrm>
                <a:off x="2899" y="1134"/>
                <a:ext cx="318" cy="1201"/>
              </a:xfrm>
              <a:custGeom>
                <a:avLst/>
                <a:gdLst>
                  <a:gd name="T0" fmla="*/ 10333 w 21600"/>
                  <a:gd name="T1" fmla="*/ -1 h 37816"/>
                  <a:gd name="T2" fmla="*/ 21600 w 21600"/>
                  <a:gd name="T3" fmla="*/ 18968 h 37816"/>
                  <a:gd name="T4" fmla="*/ 10550 w 21600"/>
                  <a:gd name="T5" fmla="*/ 37816 h 37816"/>
                  <a:gd name="T6" fmla="*/ 10333 w 21600"/>
                  <a:gd name="T7" fmla="*/ -1 h 37816"/>
                  <a:gd name="T8" fmla="*/ 21600 w 21600"/>
                  <a:gd name="T9" fmla="*/ 18968 h 37816"/>
                  <a:gd name="T10" fmla="*/ 10550 w 21600"/>
                  <a:gd name="T11" fmla="*/ 37816 h 37816"/>
                  <a:gd name="T12" fmla="*/ 0 w 21600"/>
                  <a:gd name="T13" fmla="*/ 18968 h 37816"/>
                  <a:gd name="T14" fmla="*/ 10333 w 21600"/>
                  <a:gd name="T15" fmla="*/ -1 h 378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600" h="37816" fill="none">
                    <a:moveTo>
                      <a:pt x="10333" y="-1"/>
                    </a:moveTo>
                    <a:cubicBezTo>
                      <a:pt x="17277" y="3783"/>
                      <a:pt x="21600" y="11059"/>
                      <a:pt x="21600" y="18968"/>
                    </a:cubicBezTo>
                    <a:cubicBezTo>
                      <a:pt x="21600" y="26787"/>
                      <a:pt x="17373" y="33996"/>
                      <a:pt x="10550" y="37816"/>
                    </a:cubicBezTo>
                  </a:path>
                  <a:path w="21600" h="37816" stroke="0">
                    <a:moveTo>
                      <a:pt x="10333" y="-1"/>
                    </a:moveTo>
                    <a:cubicBezTo>
                      <a:pt x="17277" y="3783"/>
                      <a:pt x="21600" y="11059"/>
                      <a:pt x="21600" y="18968"/>
                    </a:cubicBezTo>
                    <a:cubicBezTo>
                      <a:pt x="21600" y="26787"/>
                      <a:pt x="17373" y="33996"/>
                      <a:pt x="10550" y="37816"/>
                    </a:cubicBezTo>
                    <a:lnTo>
                      <a:pt x="0" y="18968"/>
                    </a:lnTo>
                    <a:lnTo>
                      <a:pt x="10333" y="-1"/>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95" name="Arc 31">
                <a:extLst>
                  <a:ext uri="{FF2B5EF4-FFF2-40B4-BE49-F238E27FC236}">
                    <a16:creationId xmlns:a16="http://schemas.microsoft.com/office/drawing/2014/main" id="{A01B423B-7639-3AE1-6833-A0EA3EEA16C5}"/>
                  </a:ext>
                </a:extLst>
              </p:cNvPr>
              <p:cNvSpPr>
                <a:spLocks noChangeArrowheads="1"/>
              </p:cNvSpPr>
              <p:nvPr/>
            </p:nvSpPr>
            <p:spPr bwMode="auto">
              <a:xfrm>
                <a:off x="2400" y="1377"/>
                <a:ext cx="205" cy="721"/>
              </a:xfrm>
              <a:custGeom>
                <a:avLst/>
                <a:gdLst>
                  <a:gd name="T0" fmla="*/ 11723 w 21600"/>
                  <a:gd name="T1" fmla="*/ 0 h 37063"/>
                  <a:gd name="T2" fmla="*/ 21600 w 21600"/>
                  <a:gd name="T3" fmla="*/ 18142 h 37063"/>
                  <a:gd name="T4" fmla="*/ 10419 w 21600"/>
                  <a:gd name="T5" fmla="*/ 37062 h 37063"/>
                  <a:gd name="T6" fmla="*/ 11723 w 21600"/>
                  <a:gd name="T7" fmla="*/ 0 h 37063"/>
                  <a:gd name="T8" fmla="*/ 21600 w 21600"/>
                  <a:gd name="T9" fmla="*/ 18142 h 37063"/>
                  <a:gd name="T10" fmla="*/ 10419 w 21600"/>
                  <a:gd name="T11" fmla="*/ 37062 h 37063"/>
                  <a:gd name="T12" fmla="*/ 0 w 21600"/>
                  <a:gd name="T13" fmla="*/ 18142 h 37063"/>
                  <a:gd name="T14" fmla="*/ 11723 w 21600"/>
                  <a:gd name="T15" fmla="*/ 0 h 370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600" h="37063" fill="none">
                    <a:moveTo>
                      <a:pt x="11723" y="0"/>
                    </a:moveTo>
                    <a:cubicBezTo>
                      <a:pt x="17881" y="3979"/>
                      <a:pt x="21600" y="10810"/>
                      <a:pt x="21600" y="18142"/>
                    </a:cubicBezTo>
                    <a:cubicBezTo>
                      <a:pt x="21600" y="26015"/>
                      <a:pt x="17316" y="33264"/>
                      <a:pt x="10419" y="37062"/>
                    </a:cubicBezTo>
                  </a:path>
                  <a:path w="21600" h="37063" stroke="0">
                    <a:moveTo>
                      <a:pt x="11723" y="0"/>
                    </a:moveTo>
                    <a:cubicBezTo>
                      <a:pt x="17881" y="3979"/>
                      <a:pt x="21600" y="10810"/>
                      <a:pt x="21600" y="18142"/>
                    </a:cubicBezTo>
                    <a:cubicBezTo>
                      <a:pt x="21600" y="26015"/>
                      <a:pt x="17316" y="33264"/>
                      <a:pt x="10419" y="37062"/>
                    </a:cubicBezTo>
                    <a:lnTo>
                      <a:pt x="0" y="18142"/>
                    </a:lnTo>
                    <a:lnTo>
                      <a:pt x="11723" y="0"/>
                    </a:lnTo>
                    <a:close/>
                  </a:path>
                </a:pathLst>
              </a:custGeom>
              <a:noFill/>
              <a:ln w="444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8096" name="Group 32">
              <a:extLst>
                <a:ext uri="{FF2B5EF4-FFF2-40B4-BE49-F238E27FC236}">
                  <a16:creationId xmlns:a16="http://schemas.microsoft.com/office/drawing/2014/main" id="{6F302825-A82C-88E7-5C5A-735E8EB84DC7}"/>
                </a:ext>
              </a:extLst>
            </p:cNvPr>
            <p:cNvGrpSpPr>
              <a:grpSpLocks/>
            </p:cNvGrpSpPr>
            <p:nvPr/>
          </p:nvGrpSpPr>
          <p:grpSpPr bwMode="auto">
            <a:xfrm>
              <a:off x="902" y="2750"/>
              <a:ext cx="698" cy="917"/>
              <a:chOff x="485" y="1570"/>
              <a:chExt cx="698" cy="917"/>
            </a:xfrm>
          </p:grpSpPr>
          <p:sp>
            <p:nvSpPr>
              <p:cNvPr id="88097" name="Oval 33">
                <a:extLst>
                  <a:ext uri="{FF2B5EF4-FFF2-40B4-BE49-F238E27FC236}">
                    <a16:creationId xmlns:a16="http://schemas.microsoft.com/office/drawing/2014/main" id="{E151C400-5D80-0DFC-F6EF-D401E5B1AF1F}"/>
                  </a:ext>
                </a:extLst>
              </p:cNvPr>
              <p:cNvSpPr>
                <a:spLocks noChangeAspect="1" noChangeArrowheads="1"/>
              </p:cNvSpPr>
              <p:nvPr/>
            </p:nvSpPr>
            <p:spPr bwMode="auto">
              <a:xfrm rot="1452807">
                <a:off x="1054" y="2156"/>
                <a:ext cx="129" cy="109"/>
              </a:xfrm>
              <a:prstGeom prst="ellipse">
                <a:avLst/>
              </a:prstGeom>
              <a:solidFill>
                <a:srgbClr val="FFCC00">
                  <a:alpha val="85881"/>
                </a:srgbClr>
              </a:solidFill>
              <a:ln>
                <a:noFill/>
              </a:ln>
              <a:scene3d>
                <a:camera prst="legacyObliqueTopRight">
                  <a:rot lat="17099998" lon="21299999" rev="0"/>
                </a:camera>
                <a:lightRig rig="legacyFlat3" dir="b"/>
              </a:scene3d>
              <a:sp3d extrusionH="887400" prstMaterial="legacyMatte">
                <a:bevelT w="13500" h="13500" prst="angle"/>
                <a:bevelB w="13500" h="13500" prst="angle"/>
                <a:extrusionClr>
                  <a:srgbClr val="FFCC00"/>
                </a:extrusionClr>
                <a:contourClr>
                  <a:srgbClr val="FFCC00"/>
                </a:contourClr>
              </a:sp3d>
              <a:extLst>
                <a:ext uri="{91240B29-F687-4F45-9708-019B960494DF}">
                  <a14:hiddenLine xmlns:a14="http://schemas.microsoft.com/office/drawing/2010/main" w="9525">
                    <a:noFill/>
                    <a:round/>
                    <a:headEnd/>
                    <a:tailEnd/>
                  </a14:hiddenLine>
                </a:ext>
              </a:extLst>
            </p:spPr>
            <p:txBody>
              <a:bodyPr wrap="none" anchor="ctr">
                <a:flatTx/>
              </a:bodyPr>
              <a:lstStyle/>
              <a:p>
                <a:pPr>
                  <a:spcBef>
                    <a:spcPct val="20000"/>
                  </a:spcBef>
                </a:pPr>
                <a:endParaRPr lang="zh-CN" altLang="en-US"/>
              </a:p>
            </p:txBody>
          </p:sp>
          <p:sp>
            <p:nvSpPr>
              <p:cNvPr id="88098" name="Line 34">
                <a:extLst>
                  <a:ext uri="{FF2B5EF4-FFF2-40B4-BE49-F238E27FC236}">
                    <a16:creationId xmlns:a16="http://schemas.microsoft.com/office/drawing/2014/main" id="{AE835AD4-8459-BC29-A800-0751BC6D1FD7}"/>
                  </a:ext>
                </a:extLst>
              </p:cNvPr>
              <p:cNvSpPr>
                <a:spLocks noChangeShapeType="1"/>
              </p:cNvSpPr>
              <p:nvPr/>
            </p:nvSpPr>
            <p:spPr bwMode="auto">
              <a:xfrm>
                <a:off x="875" y="2133"/>
                <a:ext cx="2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99" name="Oval 35">
                <a:extLst>
                  <a:ext uri="{FF2B5EF4-FFF2-40B4-BE49-F238E27FC236}">
                    <a16:creationId xmlns:a16="http://schemas.microsoft.com/office/drawing/2014/main" id="{58F0C097-692C-7CBB-70DE-CDA5AE884A47}"/>
                  </a:ext>
                </a:extLst>
              </p:cNvPr>
              <p:cNvSpPr>
                <a:spLocks noChangeAspect="1" noChangeArrowheads="1"/>
              </p:cNvSpPr>
              <p:nvPr/>
            </p:nvSpPr>
            <p:spPr bwMode="auto">
              <a:xfrm rot="1452807">
                <a:off x="1048" y="1570"/>
                <a:ext cx="129" cy="109"/>
              </a:xfrm>
              <a:prstGeom prst="ellipse">
                <a:avLst/>
              </a:prstGeom>
              <a:solidFill>
                <a:srgbClr val="FFCC00">
                  <a:alpha val="85881"/>
                </a:srgbClr>
              </a:solidFill>
              <a:ln>
                <a:noFill/>
              </a:ln>
              <a:scene3d>
                <a:camera prst="legacyObliqueTopRight">
                  <a:rot lat="17099998" lon="21299999" rev="0"/>
                </a:camera>
                <a:lightRig rig="legacyFlat3" dir="b"/>
              </a:scene3d>
              <a:sp3d extrusionH="887400" prstMaterial="legacyMatte">
                <a:bevelT w="13500" h="13500" prst="angle"/>
                <a:bevelB w="13500" h="13500" prst="angle"/>
                <a:extrusionClr>
                  <a:srgbClr val="FFCC00"/>
                </a:extrusionClr>
                <a:contourClr>
                  <a:srgbClr val="FFCC00"/>
                </a:contourClr>
              </a:sp3d>
              <a:extLst>
                <a:ext uri="{91240B29-F687-4F45-9708-019B960494DF}">
                  <a14:hiddenLine xmlns:a14="http://schemas.microsoft.com/office/drawing/2010/main" w="9525">
                    <a:noFill/>
                    <a:round/>
                    <a:headEnd/>
                    <a:tailEnd/>
                  </a14:hiddenLine>
                </a:ext>
              </a:extLst>
            </p:spPr>
            <p:txBody>
              <a:bodyPr wrap="none" anchor="ctr">
                <a:flatTx/>
              </a:bodyPr>
              <a:lstStyle/>
              <a:p>
                <a:pPr>
                  <a:spcBef>
                    <a:spcPct val="20000"/>
                  </a:spcBef>
                </a:pPr>
                <a:endParaRPr lang="zh-CN" altLang="en-US"/>
              </a:p>
            </p:txBody>
          </p:sp>
          <p:sp>
            <p:nvSpPr>
              <p:cNvPr id="88100" name="Line 36">
                <a:extLst>
                  <a:ext uri="{FF2B5EF4-FFF2-40B4-BE49-F238E27FC236}">
                    <a16:creationId xmlns:a16="http://schemas.microsoft.com/office/drawing/2014/main" id="{035A4565-7445-EA22-52FF-F74BBE3F05C1}"/>
                  </a:ext>
                </a:extLst>
              </p:cNvPr>
              <p:cNvSpPr>
                <a:spLocks noChangeShapeType="1"/>
              </p:cNvSpPr>
              <p:nvPr/>
            </p:nvSpPr>
            <p:spPr bwMode="auto">
              <a:xfrm>
                <a:off x="875" y="2215"/>
                <a:ext cx="2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01" name="Freeform 37">
                <a:extLst>
                  <a:ext uri="{FF2B5EF4-FFF2-40B4-BE49-F238E27FC236}">
                    <a16:creationId xmlns:a16="http://schemas.microsoft.com/office/drawing/2014/main" id="{9D3C6228-47DF-9550-2937-509CEC933CFD}"/>
                  </a:ext>
                </a:extLst>
              </p:cNvPr>
              <p:cNvSpPr>
                <a:spLocks noChangeArrowheads="1"/>
              </p:cNvSpPr>
              <p:nvPr/>
            </p:nvSpPr>
            <p:spPr bwMode="auto">
              <a:xfrm>
                <a:off x="612" y="1806"/>
                <a:ext cx="272" cy="681"/>
              </a:xfrm>
              <a:custGeom>
                <a:avLst/>
                <a:gdLst>
                  <a:gd name="T0" fmla="*/ 272 w 272"/>
                  <a:gd name="T1" fmla="*/ 318 h 681"/>
                  <a:gd name="T2" fmla="*/ 272 w 272"/>
                  <a:gd name="T3" fmla="*/ 0 h 681"/>
                  <a:gd name="T4" fmla="*/ 0 w 272"/>
                  <a:gd name="T5" fmla="*/ 0 h 681"/>
                  <a:gd name="T6" fmla="*/ 0 w 272"/>
                  <a:gd name="T7" fmla="*/ 681 h 681"/>
                  <a:gd name="T8" fmla="*/ 272 w 272"/>
                  <a:gd name="T9" fmla="*/ 681 h 681"/>
                  <a:gd name="T10" fmla="*/ 272 w 272"/>
                  <a:gd name="T11" fmla="*/ 408 h 681"/>
                </a:gdLst>
                <a:ahLst/>
                <a:cxnLst>
                  <a:cxn ang="0">
                    <a:pos x="T0" y="T1"/>
                  </a:cxn>
                  <a:cxn ang="0">
                    <a:pos x="T2" y="T3"/>
                  </a:cxn>
                  <a:cxn ang="0">
                    <a:pos x="T4" y="T5"/>
                  </a:cxn>
                  <a:cxn ang="0">
                    <a:pos x="T6" y="T7"/>
                  </a:cxn>
                  <a:cxn ang="0">
                    <a:pos x="T8" y="T9"/>
                  </a:cxn>
                  <a:cxn ang="0">
                    <a:pos x="T10" y="T11"/>
                  </a:cxn>
                </a:cxnLst>
                <a:rect l="0" t="0" r="r" b="b"/>
                <a:pathLst>
                  <a:path w="272" h="681">
                    <a:moveTo>
                      <a:pt x="272" y="318"/>
                    </a:moveTo>
                    <a:lnTo>
                      <a:pt x="272" y="0"/>
                    </a:lnTo>
                    <a:lnTo>
                      <a:pt x="0" y="0"/>
                    </a:lnTo>
                    <a:lnTo>
                      <a:pt x="0" y="681"/>
                    </a:lnTo>
                    <a:lnTo>
                      <a:pt x="272" y="681"/>
                    </a:lnTo>
                    <a:lnTo>
                      <a:pt x="272" y="408"/>
                    </a:lnTo>
                  </a:path>
                </a:pathLst>
              </a:cu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102" name="Oval 38">
                <a:extLst>
                  <a:ext uri="{FF2B5EF4-FFF2-40B4-BE49-F238E27FC236}">
                    <a16:creationId xmlns:a16="http://schemas.microsoft.com/office/drawing/2014/main" id="{2D1A50E8-AA45-AA7A-95B4-1973EDA7EC26}"/>
                  </a:ext>
                </a:extLst>
              </p:cNvPr>
              <p:cNvSpPr>
                <a:spLocks noChangeArrowheads="1"/>
              </p:cNvSpPr>
              <p:nvPr/>
            </p:nvSpPr>
            <p:spPr bwMode="auto">
              <a:xfrm>
                <a:off x="485" y="2024"/>
                <a:ext cx="227" cy="227"/>
              </a:xfrm>
              <a:prstGeom prst="ellipse">
                <a:avLst/>
              </a:prstGeom>
              <a:solidFill>
                <a:schemeClr val="accent1"/>
              </a:solidFill>
              <a:ln w="9525">
                <a:solidFill>
                  <a:schemeClr val="tx1"/>
                </a:solidFill>
                <a:round/>
                <a:headEnd/>
                <a:tailEnd/>
              </a:ln>
            </p:spPr>
            <p:txBody>
              <a:bodyPr wrap="none" anchor="ctr"/>
              <a:lstStyle/>
              <a:p>
                <a:pPr algn="ctr"/>
                <a:r>
                  <a:rPr lang="en-US" altLang="zh-CN"/>
                  <a:t>~</a:t>
                </a:r>
              </a:p>
            </p:txBody>
          </p:sp>
        </p:grpSp>
        <p:sp>
          <p:nvSpPr>
            <p:cNvPr id="88103" name="Line 39">
              <a:extLst>
                <a:ext uri="{FF2B5EF4-FFF2-40B4-BE49-F238E27FC236}">
                  <a16:creationId xmlns:a16="http://schemas.microsoft.com/office/drawing/2014/main" id="{1F7573BC-9FB8-12A3-99AC-F0FDFC1CC753}"/>
                </a:ext>
              </a:extLst>
            </p:cNvPr>
            <p:cNvSpPr>
              <a:spLocks noChangeShapeType="1"/>
            </p:cNvSpPr>
            <p:nvPr/>
          </p:nvSpPr>
          <p:spPr bwMode="auto">
            <a:xfrm flipV="1">
              <a:off x="2808" y="2896"/>
              <a:ext cx="0" cy="453"/>
            </a:xfrm>
            <a:prstGeom prst="line">
              <a:avLst/>
            </a:prstGeom>
            <a:noFill/>
            <a:ln w="349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8104" name="Group 40">
              <a:extLst>
                <a:ext uri="{FF2B5EF4-FFF2-40B4-BE49-F238E27FC236}">
                  <a16:creationId xmlns:a16="http://schemas.microsoft.com/office/drawing/2014/main" id="{DE00D4B7-C347-494E-ED68-EB2605AAFC66}"/>
                </a:ext>
              </a:extLst>
            </p:cNvPr>
            <p:cNvGrpSpPr>
              <a:grpSpLocks/>
            </p:cNvGrpSpPr>
            <p:nvPr/>
          </p:nvGrpSpPr>
          <p:grpSpPr bwMode="auto">
            <a:xfrm>
              <a:off x="3199" y="3214"/>
              <a:ext cx="1162" cy="544"/>
              <a:chOff x="3684" y="3158"/>
              <a:chExt cx="1162" cy="544"/>
            </a:xfrm>
          </p:grpSpPr>
          <p:sp>
            <p:nvSpPr>
              <p:cNvPr id="88105" name="Line 41">
                <a:extLst>
                  <a:ext uri="{FF2B5EF4-FFF2-40B4-BE49-F238E27FC236}">
                    <a16:creationId xmlns:a16="http://schemas.microsoft.com/office/drawing/2014/main" id="{1D21672B-0336-F22D-E706-B49E0EF97C17}"/>
                  </a:ext>
                </a:extLst>
              </p:cNvPr>
              <p:cNvSpPr>
                <a:spLocks noChangeShapeType="1"/>
              </p:cNvSpPr>
              <p:nvPr/>
            </p:nvSpPr>
            <p:spPr bwMode="auto">
              <a:xfrm flipH="1">
                <a:off x="4105" y="3367"/>
                <a:ext cx="2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06" name="Freeform 42">
                <a:extLst>
                  <a:ext uri="{FF2B5EF4-FFF2-40B4-BE49-F238E27FC236}">
                    <a16:creationId xmlns:a16="http://schemas.microsoft.com/office/drawing/2014/main" id="{387946F4-DF3E-3B72-3CF3-D9F533875A22}"/>
                  </a:ext>
                </a:extLst>
              </p:cNvPr>
              <p:cNvSpPr>
                <a:spLocks noChangeArrowheads="1"/>
              </p:cNvSpPr>
              <p:nvPr/>
            </p:nvSpPr>
            <p:spPr bwMode="auto">
              <a:xfrm>
                <a:off x="4105" y="3158"/>
                <a:ext cx="741" cy="417"/>
              </a:xfrm>
              <a:custGeom>
                <a:avLst/>
                <a:gdLst>
                  <a:gd name="T0" fmla="*/ 292 w 741"/>
                  <a:gd name="T1" fmla="*/ 133 h 417"/>
                  <a:gd name="T2" fmla="*/ 448 w 741"/>
                  <a:gd name="T3" fmla="*/ 5 h 417"/>
                  <a:gd name="T4" fmla="*/ 741 w 741"/>
                  <a:gd name="T5" fmla="*/ 0 h 417"/>
                  <a:gd name="T6" fmla="*/ 331 w 741"/>
                  <a:gd name="T7" fmla="*/ 417 h 417"/>
                  <a:gd name="T8" fmla="*/ 0 w 741"/>
                  <a:gd name="T9" fmla="*/ 398 h 417"/>
                  <a:gd name="T10" fmla="*/ 221 w 741"/>
                  <a:gd name="T11" fmla="*/ 206 h 417"/>
                </a:gdLst>
                <a:ahLst/>
                <a:cxnLst>
                  <a:cxn ang="0">
                    <a:pos x="T0" y="T1"/>
                  </a:cxn>
                  <a:cxn ang="0">
                    <a:pos x="T2" y="T3"/>
                  </a:cxn>
                  <a:cxn ang="0">
                    <a:pos x="T4" y="T5"/>
                  </a:cxn>
                  <a:cxn ang="0">
                    <a:pos x="T6" y="T7"/>
                  </a:cxn>
                  <a:cxn ang="0">
                    <a:pos x="T8" y="T9"/>
                  </a:cxn>
                  <a:cxn ang="0">
                    <a:pos x="T10" y="T11"/>
                  </a:cxn>
                </a:cxnLst>
                <a:rect l="0" t="0" r="r" b="b"/>
                <a:pathLst>
                  <a:path w="741" h="417">
                    <a:moveTo>
                      <a:pt x="292" y="133"/>
                    </a:moveTo>
                    <a:lnTo>
                      <a:pt x="448" y="5"/>
                    </a:lnTo>
                    <a:lnTo>
                      <a:pt x="741" y="0"/>
                    </a:lnTo>
                    <a:lnTo>
                      <a:pt x="331" y="417"/>
                    </a:lnTo>
                    <a:lnTo>
                      <a:pt x="0" y="398"/>
                    </a:lnTo>
                    <a:lnTo>
                      <a:pt x="221" y="206"/>
                    </a:lnTo>
                  </a:path>
                </a:pathLst>
              </a:cu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107" name="Oval 43">
                <a:extLst>
                  <a:ext uri="{FF2B5EF4-FFF2-40B4-BE49-F238E27FC236}">
                    <a16:creationId xmlns:a16="http://schemas.microsoft.com/office/drawing/2014/main" id="{87858185-031F-3E39-4F97-DCA166161C40}"/>
                  </a:ext>
                </a:extLst>
              </p:cNvPr>
              <p:cNvSpPr>
                <a:spLocks noChangeArrowheads="1"/>
              </p:cNvSpPr>
              <p:nvPr/>
            </p:nvSpPr>
            <p:spPr bwMode="auto">
              <a:xfrm flipV="1">
                <a:off x="3684" y="3589"/>
                <a:ext cx="113" cy="113"/>
              </a:xfrm>
              <a:prstGeom prst="ellipse">
                <a:avLst/>
              </a:prstGeom>
              <a:solidFill>
                <a:srgbClr val="FFCC00"/>
              </a:solidFill>
              <a:ln>
                <a:noFill/>
              </a:ln>
              <a:scene3d>
                <a:camera prst="legacyObliqueTopRight">
                  <a:rot lat="0" lon="300000" rev="0"/>
                </a:camera>
                <a:lightRig rig="legacyFlat3" dir="r"/>
              </a:scene3d>
              <a:sp3d extrusionH="1243000" prstMaterial="legacyMatte">
                <a:bevelT w="13500" h="13500" prst="angle"/>
                <a:bevelB w="13500" h="13500" prst="angle"/>
                <a:extrusionClr>
                  <a:srgbClr val="FFCC00"/>
                </a:extrusionClr>
                <a:contourClr>
                  <a:srgbClr val="FFCC00"/>
                </a:contourClr>
              </a:sp3d>
              <a:extLst>
                <a:ext uri="{91240B29-F687-4F45-9708-019B960494DF}">
                  <a14:hiddenLine xmlns:a14="http://schemas.microsoft.com/office/drawing/2010/main" w="9525">
                    <a:noFill/>
                    <a:round/>
                    <a:headEnd/>
                    <a:tailEnd/>
                  </a14:hiddenLine>
                </a:ext>
              </a:extLst>
            </p:spPr>
            <p:txBody>
              <a:bodyPr wrap="none" anchor="ctr">
                <a:flatTx/>
              </a:bodyPr>
              <a:lstStyle/>
              <a:p>
                <a:pPr>
                  <a:spcBef>
                    <a:spcPct val="20000"/>
                  </a:spcBef>
                </a:pPr>
                <a:endParaRPr lang="zh-CN" altLang="en-US"/>
              </a:p>
            </p:txBody>
          </p:sp>
          <p:sp>
            <p:nvSpPr>
              <p:cNvPr id="88108" name="Oval 44">
                <a:extLst>
                  <a:ext uri="{FF2B5EF4-FFF2-40B4-BE49-F238E27FC236}">
                    <a16:creationId xmlns:a16="http://schemas.microsoft.com/office/drawing/2014/main" id="{BD888FBA-7B09-FFAF-554C-C8B12D6B6E03}"/>
                  </a:ext>
                </a:extLst>
              </p:cNvPr>
              <p:cNvSpPr>
                <a:spLocks noChangeArrowheads="1"/>
              </p:cNvSpPr>
              <p:nvPr/>
            </p:nvSpPr>
            <p:spPr bwMode="auto">
              <a:xfrm flipV="1">
                <a:off x="4128" y="3226"/>
                <a:ext cx="113" cy="113"/>
              </a:xfrm>
              <a:prstGeom prst="ellipse">
                <a:avLst/>
              </a:prstGeom>
              <a:solidFill>
                <a:srgbClr val="FFCC00"/>
              </a:solidFill>
              <a:ln>
                <a:noFill/>
              </a:ln>
              <a:scene3d>
                <a:camera prst="legacyObliqueTopRight">
                  <a:rot lat="0" lon="300000" rev="0"/>
                </a:camera>
                <a:lightRig rig="legacyFlat3" dir="r"/>
              </a:scene3d>
              <a:sp3d extrusionH="1243000" prstMaterial="legacyMatte">
                <a:bevelT w="13500" h="13500" prst="angle"/>
                <a:bevelB w="13500" h="13500" prst="angle"/>
                <a:extrusionClr>
                  <a:srgbClr val="FFCC00"/>
                </a:extrusionClr>
                <a:contourClr>
                  <a:srgbClr val="FFCC00"/>
                </a:contourClr>
              </a:sp3d>
              <a:extLst>
                <a:ext uri="{91240B29-F687-4F45-9708-019B960494DF}">
                  <a14:hiddenLine xmlns:a14="http://schemas.microsoft.com/office/drawing/2010/main" w="9525">
                    <a:noFill/>
                    <a:round/>
                    <a:headEnd/>
                    <a:tailEnd/>
                  </a14:hiddenLine>
                </a:ext>
              </a:extLst>
            </p:spPr>
            <p:txBody>
              <a:bodyPr wrap="none" anchor="ctr">
                <a:flatTx/>
              </a:bodyPr>
              <a:lstStyle/>
              <a:p>
                <a:pPr>
                  <a:spcBef>
                    <a:spcPct val="20000"/>
                  </a:spcBef>
                </a:pPr>
                <a:endParaRPr lang="zh-CN" altLang="en-US"/>
              </a:p>
            </p:txBody>
          </p:sp>
          <p:sp>
            <p:nvSpPr>
              <p:cNvPr id="88109" name="Line 45">
                <a:extLst>
                  <a:ext uri="{FF2B5EF4-FFF2-40B4-BE49-F238E27FC236}">
                    <a16:creationId xmlns:a16="http://schemas.microsoft.com/office/drawing/2014/main" id="{8C3F7F2C-CFD1-2219-FF5F-04EDC0D1B5CA}"/>
                  </a:ext>
                </a:extLst>
              </p:cNvPr>
              <p:cNvSpPr>
                <a:spLocks noChangeShapeType="1"/>
              </p:cNvSpPr>
              <p:nvPr/>
            </p:nvSpPr>
            <p:spPr bwMode="auto">
              <a:xfrm flipH="1">
                <a:off x="4177" y="3303"/>
                <a:ext cx="2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10" name="AutoShape 46">
                <a:extLst>
                  <a:ext uri="{FF2B5EF4-FFF2-40B4-BE49-F238E27FC236}">
                    <a16:creationId xmlns:a16="http://schemas.microsoft.com/office/drawing/2014/main" id="{4140417B-85FA-204A-A1AE-B89DE278626E}"/>
                  </a:ext>
                </a:extLst>
              </p:cNvPr>
              <p:cNvSpPr>
                <a:spLocks noChangeArrowheads="1"/>
              </p:cNvSpPr>
              <p:nvPr/>
            </p:nvSpPr>
            <p:spPr bwMode="auto">
              <a:xfrm>
                <a:off x="4486" y="3267"/>
                <a:ext cx="317" cy="182"/>
              </a:xfrm>
              <a:prstGeom prst="parallelogram">
                <a:avLst>
                  <a:gd name="adj" fmla="val 95482"/>
                </a:avLst>
              </a:prstGeom>
              <a:solidFill>
                <a:srgbClr val="969696"/>
              </a:solidFill>
              <a:ln w="9525">
                <a:solidFill>
                  <a:schemeClr val="tx1"/>
                </a:solidFill>
                <a:miter lim="800000"/>
                <a:headEnd/>
                <a:tailEnd/>
              </a:ln>
            </p:spPr>
            <p:txBody>
              <a:bodyPr wrap="none" anchor="ctr"/>
              <a:lstStyle/>
              <a:p>
                <a:pPr>
                  <a:spcBef>
                    <a:spcPct val="20000"/>
                  </a:spcBef>
                </a:pPr>
                <a:endParaRPr lang="zh-CN" altLang="en-US"/>
              </a:p>
            </p:txBody>
          </p:sp>
        </p:grpSp>
        <p:graphicFrame>
          <p:nvGraphicFramePr>
            <p:cNvPr id="88111" name="Object 47">
              <a:extLst>
                <a:ext uri="{FF2B5EF4-FFF2-40B4-BE49-F238E27FC236}">
                  <a16:creationId xmlns:a16="http://schemas.microsoft.com/office/drawing/2014/main" id="{FEA94E44-94A8-7C41-7840-5F93F5DD954F}"/>
                </a:ext>
              </a:extLst>
            </p:cNvPr>
            <p:cNvGraphicFramePr>
              <a:graphicFrameLocks noChangeAspect="1"/>
            </p:cNvGraphicFramePr>
            <p:nvPr/>
          </p:nvGraphicFramePr>
          <p:xfrm>
            <a:off x="2819" y="2704"/>
            <a:ext cx="196" cy="264"/>
          </p:xfrm>
          <a:graphic>
            <a:graphicData uri="http://schemas.openxmlformats.org/presentationml/2006/ole">
              <mc:AlternateContent xmlns:mc="http://schemas.openxmlformats.org/markup-compatibility/2006">
                <mc:Choice xmlns:v="urn:schemas-microsoft-com:vml" Requires="v">
                  <p:oleObj r:id="rId5" imgW="71280" imgH="115560" progId="Equation.DSMT4">
                    <p:embed/>
                  </p:oleObj>
                </mc:Choice>
                <mc:Fallback>
                  <p:oleObj r:id="rId5" imgW="71280" imgH="115560" progId="Equation.DSMT4">
                    <p:embed/>
                    <p:pic>
                      <p:nvPicPr>
                        <p:cNvPr id="0" name="Object 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 y="2704"/>
                          <a:ext cx="196"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729136" name="Text Box 48">
            <a:extLst>
              <a:ext uri="{FF2B5EF4-FFF2-40B4-BE49-F238E27FC236}">
                <a16:creationId xmlns:a16="http://schemas.microsoft.com/office/drawing/2014/main" id="{0541FE5B-F8C3-E2BA-1D79-B95CA7ED2A58}"/>
              </a:ext>
            </a:extLst>
          </p:cNvPr>
          <p:cNvSpPr txBox="1">
            <a:spLocks noChangeArrowheads="1"/>
          </p:cNvSpPr>
          <p:nvPr/>
        </p:nvSpPr>
        <p:spPr bwMode="auto">
          <a:xfrm>
            <a:off x="6948488" y="5013325"/>
            <a:ext cx="1763712"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30000"/>
              </a:lnSpc>
            </a:pPr>
            <a:r>
              <a:rPr lang="zh-CN" altLang="en-US">
                <a:solidFill>
                  <a:schemeClr val="bg1"/>
                </a:solidFill>
                <a:latin typeface="Arial" panose="020B0604020202020204" pitchFamily="34" charset="0"/>
              </a:rPr>
              <a:t>接收效果差</a:t>
            </a:r>
            <a:endParaRPr lang="zh-CN" altLang="en-US" b="0">
              <a:solidFill>
                <a:schemeClr val="bg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32" fill="hold" nodeType="clickEffect">
                                  <p:stCondLst>
                                    <p:cond delay="0"/>
                                  </p:stCondLst>
                                  <p:childTnLst>
                                    <p:set>
                                      <p:cBhvr>
                                        <p:cTn id="6" dur="1" fill="hold">
                                          <p:stCondLst>
                                            <p:cond delay="0"/>
                                          </p:stCondLst>
                                        </p:cTn>
                                        <p:tgtEl>
                                          <p:spTgt spid="729092"/>
                                        </p:tgtEl>
                                        <p:attrNameLst>
                                          <p:attrName>style.visibility</p:attrName>
                                        </p:attrNameLst>
                                      </p:cBhvr>
                                      <p:to>
                                        <p:strVal val="visible"/>
                                      </p:to>
                                    </p:set>
                                    <p:animEffect transition="in" filter="diamond(out)">
                                      <p:cBhvr>
                                        <p:cTn id="7" dur="2000"/>
                                        <p:tgtEl>
                                          <p:spTgt spid="7290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32" fill="hold" nodeType="clickEffect">
                                  <p:stCondLst>
                                    <p:cond delay="0"/>
                                  </p:stCondLst>
                                  <p:childTnLst>
                                    <p:set>
                                      <p:cBhvr>
                                        <p:cTn id="11" dur="1" fill="hold">
                                          <p:stCondLst>
                                            <p:cond delay="0"/>
                                          </p:stCondLst>
                                        </p:cTn>
                                        <p:tgtEl>
                                          <p:spTgt spid="729114"/>
                                        </p:tgtEl>
                                        <p:attrNameLst>
                                          <p:attrName>style.visibility</p:attrName>
                                        </p:attrNameLst>
                                      </p:cBhvr>
                                      <p:to>
                                        <p:strVal val="visible"/>
                                      </p:to>
                                    </p:set>
                                    <p:animEffect transition="in" filter="diamond(out)">
                                      <p:cBhvr>
                                        <p:cTn id="12" dur="2000"/>
                                        <p:tgtEl>
                                          <p:spTgt spid="7291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9091"/>
                                        </p:tgtEl>
                                        <p:attrNameLst>
                                          <p:attrName>style.visibility</p:attrName>
                                        </p:attrNameLst>
                                      </p:cBhvr>
                                      <p:to>
                                        <p:strVal val="visible"/>
                                      </p:to>
                                    </p:set>
                                    <p:animEffect transition="in" filter="wipe(left)">
                                      <p:cBhvr>
                                        <p:cTn id="17" dur="1000"/>
                                        <p:tgtEl>
                                          <p:spTgt spid="7290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29136"/>
                                        </p:tgtEl>
                                        <p:attrNameLst>
                                          <p:attrName>style.visibility</p:attrName>
                                        </p:attrNameLst>
                                      </p:cBhvr>
                                      <p:to>
                                        <p:strVal val="visible"/>
                                      </p:to>
                                    </p:set>
                                    <p:animEffect transition="in" filter="wipe(left)">
                                      <p:cBhvr>
                                        <p:cTn id="22" dur="1000"/>
                                        <p:tgtEl>
                                          <p:spTgt spid="729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9091" grpId="0"/>
      <p:bldP spid="7291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3">
            <a:extLst>
              <a:ext uri="{FF2B5EF4-FFF2-40B4-BE49-F238E27FC236}">
                <a16:creationId xmlns:a16="http://schemas.microsoft.com/office/drawing/2014/main" id="{5677D6DF-AEE9-598F-EFFD-3A0E870F008E}"/>
              </a:ext>
            </a:extLst>
          </p:cNvPr>
          <p:cNvSpPr>
            <a:spLocks noGrp="1"/>
          </p:cNvSpPr>
          <p:nvPr>
            <p:ph type="sldNum" sz="quarter" idx="10"/>
          </p:nvPr>
        </p:nvSpPr>
        <p:spPr/>
        <p:txBody>
          <a:bodyPr/>
          <a:lstStyle/>
          <a:p>
            <a:fld id="{A0C2B655-1721-49D6-BD82-B8E54DFA2B3F}" type="slidenum">
              <a:rPr lang="en-US" altLang="zh-CN"/>
              <a:pPr/>
              <a:t>7</a:t>
            </a:fld>
            <a:endParaRPr lang="en-US" altLang="zh-CN"/>
          </a:p>
        </p:txBody>
      </p:sp>
      <p:graphicFrame>
        <p:nvGraphicFramePr>
          <p:cNvPr id="545801" name="Object 9">
            <a:extLst>
              <a:ext uri="{FF2B5EF4-FFF2-40B4-BE49-F238E27FC236}">
                <a16:creationId xmlns:a16="http://schemas.microsoft.com/office/drawing/2014/main" id="{8A4B04F5-DA41-1097-9037-01A59DFB9BB0}"/>
              </a:ext>
            </a:extLst>
          </p:cNvPr>
          <p:cNvGraphicFramePr>
            <a:graphicFrameLocks noChangeAspect="1"/>
          </p:cNvGraphicFramePr>
          <p:nvPr/>
        </p:nvGraphicFramePr>
        <p:xfrm>
          <a:off x="1042988" y="1628775"/>
          <a:ext cx="3155950" cy="457200"/>
        </p:xfrm>
        <a:graphic>
          <a:graphicData uri="http://schemas.openxmlformats.org/presentationml/2006/ole">
            <mc:AlternateContent xmlns:mc="http://schemas.openxmlformats.org/markup-compatibility/2006">
              <mc:Choice xmlns:v="urn:schemas-microsoft-com:vml" Requires="v">
                <p:oleObj r:id="rId3" imgW="1302120" imgH="137520" progId="Equation.DSMT4">
                  <p:embed/>
                </p:oleObj>
              </mc:Choice>
              <mc:Fallback>
                <p:oleObj r:id="rId3" imgW="1302120" imgH="13752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628775"/>
                        <a:ext cx="3155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5802" name="Object 10">
            <a:extLst>
              <a:ext uri="{FF2B5EF4-FFF2-40B4-BE49-F238E27FC236}">
                <a16:creationId xmlns:a16="http://schemas.microsoft.com/office/drawing/2014/main" id="{E35864D5-B474-1EAB-2851-42FD710BCB71}"/>
              </a:ext>
            </a:extLst>
          </p:cNvPr>
          <p:cNvGraphicFramePr>
            <a:graphicFrameLocks noChangeAspect="1"/>
          </p:cNvGraphicFramePr>
          <p:nvPr/>
        </p:nvGraphicFramePr>
        <p:xfrm>
          <a:off x="1042988" y="1989138"/>
          <a:ext cx="6142037" cy="785812"/>
        </p:xfrm>
        <a:graphic>
          <a:graphicData uri="http://schemas.openxmlformats.org/presentationml/2006/ole">
            <mc:AlternateContent xmlns:mc="http://schemas.openxmlformats.org/markup-compatibility/2006">
              <mc:Choice xmlns:v="urn:schemas-microsoft-com:vml" Requires="v">
                <p:oleObj r:id="rId5" imgW="2510640" imgH="280440" progId="Equation.DSMT4">
                  <p:embed/>
                </p:oleObj>
              </mc:Choice>
              <mc:Fallback>
                <p:oleObj r:id="rId5" imgW="2510640" imgH="28044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1989138"/>
                        <a:ext cx="6142037"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5805" name="Object 13">
            <a:extLst>
              <a:ext uri="{FF2B5EF4-FFF2-40B4-BE49-F238E27FC236}">
                <a16:creationId xmlns:a16="http://schemas.microsoft.com/office/drawing/2014/main" id="{6F9389F5-8886-52C9-159A-59A1F9C05BF9}"/>
              </a:ext>
            </a:extLst>
          </p:cNvPr>
          <p:cNvGraphicFramePr>
            <a:graphicFrameLocks noChangeAspect="1"/>
          </p:cNvGraphicFramePr>
          <p:nvPr/>
        </p:nvGraphicFramePr>
        <p:xfrm>
          <a:off x="4344988" y="3562350"/>
          <a:ext cx="4591050" cy="458788"/>
        </p:xfrm>
        <a:graphic>
          <a:graphicData uri="http://schemas.openxmlformats.org/presentationml/2006/ole">
            <mc:AlternateContent xmlns:mc="http://schemas.openxmlformats.org/markup-compatibility/2006">
              <mc:Choice xmlns:v="urn:schemas-microsoft-com:vml" Requires="v">
                <p:oleObj r:id="rId7" imgW="1983240" imgH="137520" progId="Equation.DSMT4">
                  <p:embed/>
                </p:oleObj>
              </mc:Choice>
              <mc:Fallback>
                <p:oleObj r:id="rId7" imgW="1983240" imgH="137520"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4988" y="3562350"/>
                        <a:ext cx="45910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5812" name="Rectangle 20">
            <a:extLst>
              <a:ext uri="{FF2B5EF4-FFF2-40B4-BE49-F238E27FC236}">
                <a16:creationId xmlns:a16="http://schemas.microsoft.com/office/drawing/2014/main" id="{87A47D2F-4E99-3ECA-8381-9DA044294817}"/>
              </a:ext>
            </a:extLst>
          </p:cNvPr>
          <p:cNvSpPr>
            <a:spLocks noChangeArrowheads="1"/>
          </p:cNvSpPr>
          <p:nvPr/>
        </p:nvSpPr>
        <p:spPr bwMode="auto">
          <a:xfrm>
            <a:off x="107950" y="476250"/>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solidFill>
                  <a:schemeClr val="bg1"/>
                </a:solidFill>
              </a:rPr>
              <a:t>5.4.</a:t>
            </a:r>
            <a:r>
              <a:rPr lang="en-US" altLang="zh-CN">
                <a:solidFill>
                  <a:schemeClr val="bg1"/>
                </a:solidFill>
                <a:ea typeface="幼圆" panose="02010509060101010101" pitchFamily="49" charset="-122"/>
              </a:rPr>
              <a:t>3  </a:t>
            </a:r>
            <a:r>
              <a:rPr lang="zh-CN" altLang="en-US">
                <a:solidFill>
                  <a:schemeClr val="bg1"/>
                </a:solidFill>
                <a:ea typeface="幼圆" panose="02010509060101010101" pitchFamily="49" charset="-122"/>
              </a:rPr>
              <a:t>圆极化波</a:t>
            </a:r>
          </a:p>
        </p:txBody>
      </p:sp>
      <p:sp>
        <p:nvSpPr>
          <p:cNvPr id="664591" name="Text Box 15">
            <a:extLst>
              <a:ext uri="{FF2B5EF4-FFF2-40B4-BE49-F238E27FC236}">
                <a16:creationId xmlns:a16="http://schemas.microsoft.com/office/drawing/2014/main" id="{15C5FB4B-3CDE-D2F2-3308-2A88D4A1B7B6}"/>
              </a:ext>
            </a:extLst>
          </p:cNvPr>
          <p:cNvSpPr txBox="1">
            <a:spLocks noChangeArrowheads="1"/>
          </p:cNvSpPr>
          <p:nvPr/>
        </p:nvSpPr>
        <p:spPr bwMode="auto">
          <a:xfrm>
            <a:off x="323850" y="1557338"/>
            <a:ext cx="5784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a:solidFill>
                  <a:schemeClr val="bg1"/>
                </a:solidFill>
              </a:rPr>
              <a:t>则</a:t>
            </a:r>
          </a:p>
        </p:txBody>
      </p:sp>
      <p:grpSp>
        <p:nvGrpSpPr>
          <p:cNvPr id="664596" name="Group 20">
            <a:extLst>
              <a:ext uri="{FF2B5EF4-FFF2-40B4-BE49-F238E27FC236}">
                <a16:creationId xmlns:a16="http://schemas.microsoft.com/office/drawing/2014/main" id="{24E7231F-6FE5-BBD1-F647-ADE503ED38A1}"/>
              </a:ext>
            </a:extLst>
          </p:cNvPr>
          <p:cNvGrpSpPr>
            <a:grpSpLocks/>
          </p:cNvGrpSpPr>
          <p:nvPr/>
        </p:nvGrpSpPr>
        <p:grpSpPr bwMode="auto">
          <a:xfrm>
            <a:off x="107950" y="981075"/>
            <a:ext cx="5759450" cy="503238"/>
            <a:chOff x="113" y="618"/>
            <a:chExt cx="3628" cy="317"/>
          </a:xfrm>
        </p:grpSpPr>
        <p:graphicFrame>
          <p:nvGraphicFramePr>
            <p:cNvPr id="90120" name="Object 7">
              <a:extLst>
                <a:ext uri="{FF2B5EF4-FFF2-40B4-BE49-F238E27FC236}">
                  <a16:creationId xmlns:a16="http://schemas.microsoft.com/office/drawing/2014/main" id="{A28AD210-871D-D68C-7E44-ADD75B3217AC}"/>
                </a:ext>
              </a:extLst>
            </p:cNvPr>
            <p:cNvGraphicFramePr>
              <a:graphicFrameLocks noChangeAspect="1"/>
            </p:cNvGraphicFramePr>
            <p:nvPr/>
          </p:nvGraphicFramePr>
          <p:xfrm>
            <a:off x="1000" y="631"/>
            <a:ext cx="2551" cy="304"/>
          </p:xfrm>
          <a:graphic>
            <a:graphicData uri="http://schemas.openxmlformats.org/presentationml/2006/ole">
              <mc:AlternateContent xmlns:mc="http://schemas.openxmlformats.org/markup-compatibility/2006">
                <mc:Choice xmlns:v="urn:schemas-microsoft-com:vml" Requires="v">
                  <p:oleObj r:id="rId9" imgW="1686600" imgH="148680" progId="Equation.DSMT4">
                    <p:embed/>
                  </p:oleObj>
                </mc:Choice>
                <mc:Fallback>
                  <p:oleObj r:id="rId9" imgW="1686600" imgH="14868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0" y="631"/>
                          <a:ext cx="2551"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0121" name="Text Box 19">
              <a:extLst>
                <a:ext uri="{FF2B5EF4-FFF2-40B4-BE49-F238E27FC236}">
                  <a16:creationId xmlns:a16="http://schemas.microsoft.com/office/drawing/2014/main" id="{5A7693D3-4D05-371C-05A8-E1755DCAA18F}"/>
                </a:ext>
              </a:extLst>
            </p:cNvPr>
            <p:cNvSpPr txBox="1">
              <a:spLocks noChangeArrowheads="1"/>
            </p:cNvSpPr>
            <p:nvPr/>
          </p:nvSpPr>
          <p:spPr bwMode="auto">
            <a:xfrm>
              <a:off x="113" y="618"/>
              <a:ext cx="3628"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11"/>
                </a:buBlip>
              </a:pPr>
              <a:r>
                <a:rPr lang="en-US" altLang="zh-CN">
                  <a:solidFill>
                    <a:schemeClr val="bg1"/>
                  </a:solidFill>
                </a:rPr>
                <a:t>   </a:t>
              </a:r>
              <a:r>
                <a:rPr lang="zh-CN" altLang="en-US">
                  <a:solidFill>
                    <a:srgbClr val="FF99FF"/>
                  </a:solidFill>
                  <a:ea typeface="宋体" panose="02010600030101010101" pitchFamily="2" charset="-122"/>
                </a:rPr>
                <a:t>条件：</a:t>
              </a:r>
            </a:p>
          </p:txBody>
        </p:sp>
      </p:grpSp>
      <p:grpSp>
        <p:nvGrpSpPr>
          <p:cNvPr id="664609" name="Group 33">
            <a:extLst>
              <a:ext uri="{FF2B5EF4-FFF2-40B4-BE49-F238E27FC236}">
                <a16:creationId xmlns:a16="http://schemas.microsoft.com/office/drawing/2014/main" id="{6A479275-6652-9262-753C-BB662DEB2589}"/>
              </a:ext>
            </a:extLst>
          </p:cNvPr>
          <p:cNvGrpSpPr>
            <a:grpSpLocks/>
          </p:cNvGrpSpPr>
          <p:nvPr/>
        </p:nvGrpSpPr>
        <p:grpSpPr bwMode="auto">
          <a:xfrm>
            <a:off x="107950" y="2781300"/>
            <a:ext cx="6624638" cy="608013"/>
            <a:chOff x="68" y="1752"/>
            <a:chExt cx="4173" cy="383"/>
          </a:xfrm>
        </p:grpSpPr>
        <p:graphicFrame>
          <p:nvGraphicFramePr>
            <p:cNvPr id="90123" name="Object 6">
              <a:extLst>
                <a:ext uri="{FF2B5EF4-FFF2-40B4-BE49-F238E27FC236}">
                  <a16:creationId xmlns:a16="http://schemas.microsoft.com/office/drawing/2014/main" id="{BE803DED-B035-D20C-B3BA-95425D09BB26}"/>
                </a:ext>
              </a:extLst>
            </p:cNvPr>
            <p:cNvGraphicFramePr>
              <a:graphicFrameLocks noChangeAspect="1"/>
            </p:cNvGraphicFramePr>
            <p:nvPr/>
          </p:nvGraphicFramePr>
          <p:xfrm>
            <a:off x="2063" y="1752"/>
            <a:ext cx="2178" cy="383"/>
          </p:xfrm>
          <a:graphic>
            <a:graphicData uri="http://schemas.openxmlformats.org/presentationml/2006/ole">
              <mc:AlternateContent xmlns:mc="http://schemas.openxmlformats.org/markup-compatibility/2006">
                <mc:Choice xmlns:v="urn:schemas-microsoft-com:vml" Requires="v">
                  <p:oleObj r:id="rId12" imgW="1488960" imgH="203400" progId="Equation.DSMT4">
                    <p:embed/>
                  </p:oleObj>
                </mc:Choice>
                <mc:Fallback>
                  <p:oleObj r:id="rId12" imgW="1488960" imgH="203400" progId="Equation.DSMT4">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63" y="1752"/>
                          <a:ext cx="2178"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0124" name="Text Box 21">
              <a:extLst>
                <a:ext uri="{FF2B5EF4-FFF2-40B4-BE49-F238E27FC236}">
                  <a16:creationId xmlns:a16="http://schemas.microsoft.com/office/drawing/2014/main" id="{22A1DB14-D8E7-B97F-6866-BD6A263CFFAE}"/>
                </a:ext>
              </a:extLst>
            </p:cNvPr>
            <p:cNvSpPr txBox="1">
              <a:spLocks noChangeArrowheads="1"/>
            </p:cNvSpPr>
            <p:nvPr/>
          </p:nvSpPr>
          <p:spPr bwMode="auto">
            <a:xfrm>
              <a:off x="68" y="1797"/>
              <a:ext cx="3742"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11"/>
                </a:buBlip>
              </a:pPr>
              <a:r>
                <a:rPr lang="en-US" altLang="zh-CN">
                  <a:solidFill>
                    <a:schemeClr val="bg1"/>
                  </a:solidFill>
                </a:rPr>
                <a:t>    </a:t>
              </a:r>
              <a:r>
                <a:rPr lang="zh-CN" altLang="en-US">
                  <a:solidFill>
                    <a:schemeClr val="bg1"/>
                  </a:solidFill>
                </a:rPr>
                <a:t>合成波电场的模</a:t>
              </a:r>
            </a:p>
          </p:txBody>
        </p:sp>
      </p:grpSp>
      <p:grpSp>
        <p:nvGrpSpPr>
          <p:cNvPr id="664602" name="Group 26">
            <a:extLst>
              <a:ext uri="{FF2B5EF4-FFF2-40B4-BE49-F238E27FC236}">
                <a16:creationId xmlns:a16="http://schemas.microsoft.com/office/drawing/2014/main" id="{44C9EAC2-5BC3-45CD-F876-7298F209C463}"/>
              </a:ext>
            </a:extLst>
          </p:cNvPr>
          <p:cNvGrpSpPr>
            <a:grpSpLocks/>
          </p:cNvGrpSpPr>
          <p:nvPr/>
        </p:nvGrpSpPr>
        <p:grpSpPr bwMode="auto">
          <a:xfrm>
            <a:off x="6602413" y="1844675"/>
            <a:ext cx="1938337" cy="1062038"/>
            <a:chOff x="4195" y="1219"/>
            <a:chExt cx="1221" cy="669"/>
          </a:xfrm>
        </p:grpSpPr>
        <p:sp>
          <p:nvSpPr>
            <p:cNvPr id="90126" name="Line 23">
              <a:extLst>
                <a:ext uri="{FF2B5EF4-FFF2-40B4-BE49-F238E27FC236}">
                  <a16:creationId xmlns:a16="http://schemas.microsoft.com/office/drawing/2014/main" id="{913573C1-B977-6B5C-E4AF-788C9E343C2E}"/>
                </a:ext>
              </a:extLst>
            </p:cNvPr>
            <p:cNvSpPr>
              <a:spLocks noChangeShapeType="1"/>
            </p:cNvSpPr>
            <p:nvPr/>
          </p:nvSpPr>
          <p:spPr bwMode="auto">
            <a:xfrm flipH="1">
              <a:off x="4195" y="1480"/>
              <a:ext cx="635" cy="40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27" name="Rectangle 24">
              <a:extLst>
                <a:ext uri="{FF2B5EF4-FFF2-40B4-BE49-F238E27FC236}">
                  <a16:creationId xmlns:a16="http://schemas.microsoft.com/office/drawing/2014/main" id="{E140F219-7D46-3A0B-A5E9-20027102F04E}"/>
                </a:ext>
              </a:extLst>
            </p:cNvPr>
            <p:cNvSpPr>
              <a:spLocks noChangeArrowheads="1"/>
            </p:cNvSpPr>
            <p:nvPr/>
          </p:nvSpPr>
          <p:spPr bwMode="auto">
            <a:xfrm>
              <a:off x="4740" y="1219"/>
              <a:ext cx="676" cy="268"/>
            </a:xfrm>
            <a:prstGeom prst="rect">
              <a:avLst/>
            </a:prstGeom>
            <a:solidFill>
              <a:srgbClr val="CCFFFF"/>
            </a:solidFill>
            <a:ln w="28575">
              <a:solidFill>
                <a:srgbClr val="FF0000"/>
              </a:solidFill>
              <a:miter lim="800000"/>
              <a:headEnd/>
              <a:tailEnd/>
            </a:ln>
          </p:spPr>
          <p:txBody>
            <a:bodyPr>
              <a:spAutoFit/>
            </a:bodyPr>
            <a:lstStyle/>
            <a:p>
              <a:pPr algn="ctr">
                <a:spcBef>
                  <a:spcPct val="50000"/>
                </a:spcBef>
              </a:pPr>
              <a:r>
                <a:rPr lang="zh-CN" altLang="en-US" sz="2000">
                  <a:solidFill>
                    <a:srgbClr val="990000"/>
                  </a:solidFill>
                  <a:ea typeface="宋体" panose="02010600030101010101" pitchFamily="2" charset="-122"/>
                </a:rPr>
                <a:t>常数</a:t>
              </a:r>
            </a:p>
          </p:txBody>
        </p:sp>
      </p:grpSp>
      <p:sp>
        <p:nvSpPr>
          <p:cNvPr id="664601" name="Text Box 25">
            <a:extLst>
              <a:ext uri="{FF2B5EF4-FFF2-40B4-BE49-F238E27FC236}">
                <a16:creationId xmlns:a16="http://schemas.microsoft.com/office/drawing/2014/main" id="{441B7AC8-D9A8-24B9-098F-8F9D1A2AF474}"/>
              </a:ext>
            </a:extLst>
          </p:cNvPr>
          <p:cNvSpPr txBox="1">
            <a:spLocks noChangeArrowheads="1"/>
          </p:cNvSpPr>
          <p:nvPr/>
        </p:nvSpPr>
        <p:spPr bwMode="auto">
          <a:xfrm>
            <a:off x="107950" y="3500438"/>
            <a:ext cx="59404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11"/>
              </a:buBlip>
            </a:pPr>
            <a:r>
              <a:rPr lang="en-US" altLang="zh-CN">
                <a:solidFill>
                  <a:schemeClr val="bg1"/>
                </a:solidFill>
              </a:rPr>
              <a:t>    </a:t>
            </a:r>
            <a:r>
              <a:rPr lang="zh-CN" altLang="en-US">
                <a:solidFill>
                  <a:schemeClr val="bg1"/>
                </a:solidFill>
              </a:rPr>
              <a:t>合成波电场与</a:t>
            </a:r>
            <a:r>
              <a:rPr lang="en-US" altLang="zh-CN">
                <a:solidFill>
                  <a:schemeClr val="bg1"/>
                </a:solidFill>
              </a:rPr>
              <a:t>+ </a:t>
            </a:r>
            <a:r>
              <a:rPr lang="en-US" altLang="zh-CN" i="1">
                <a:solidFill>
                  <a:schemeClr val="bg1"/>
                </a:solidFill>
              </a:rPr>
              <a:t>x </a:t>
            </a:r>
            <a:r>
              <a:rPr lang="zh-CN" altLang="en-US">
                <a:solidFill>
                  <a:schemeClr val="bg1"/>
                </a:solidFill>
              </a:rPr>
              <a:t>轴的夹角</a:t>
            </a:r>
          </a:p>
        </p:txBody>
      </p:sp>
      <p:grpSp>
        <p:nvGrpSpPr>
          <p:cNvPr id="664610" name="Group 34">
            <a:extLst>
              <a:ext uri="{FF2B5EF4-FFF2-40B4-BE49-F238E27FC236}">
                <a16:creationId xmlns:a16="http://schemas.microsoft.com/office/drawing/2014/main" id="{53A42C99-7442-099F-2370-52365C9A59D9}"/>
              </a:ext>
            </a:extLst>
          </p:cNvPr>
          <p:cNvGrpSpPr>
            <a:grpSpLocks/>
          </p:cNvGrpSpPr>
          <p:nvPr/>
        </p:nvGrpSpPr>
        <p:grpSpPr bwMode="auto">
          <a:xfrm>
            <a:off x="7169150" y="2708275"/>
            <a:ext cx="1936750" cy="1008063"/>
            <a:chOff x="4516" y="1706"/>
            <a:chExt cx="1220" cy="635"/>
          </a:xfrm>
        </p:grpSpPr>
        <p:sp>
          <p:nvSpPr>
            <p:cNvPr id="90130" name="Line 29">
              <a:extLst>
                <a:ext uri="{FF2B5EF4-FFF2-40B4-BE49-F238E27FC236}">
                  <a16:creationId xmlns:a16="http://schemas.microsoft.com/office/drawing/2014/main" id="{571CD805-944C-4CC5-3C31-F45C40424899}"/>
                </a:ext>
              </a:extLst>
            </p:cNvPr>
            <p:cNvSpPr>
              <a:spLocks noChangeShapeType="1"/>
            </p:cNvSpPr>
            <p:nvPr/>
          </p:nvSpPr>
          <p:spPr bwMode="auto">
            <a:xfrm flipH="1">
              <a:off x="5148" y="2012"/>
              <a:ext cx="73" cy="32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0131" name="Rectangle 30">
              <a:extLst>
                <a:ext uri="{FF2B5EF4-FFF2-40B4-BE49-F238E27FC236}">
                  <a16:creationId xmlns:a16="http://schemas.microsoft.com/office/drawing/2014/main" id="{E2A4B9AB-8650-4CDF-D523-7D5070C5D7E3}"/>
                </a:ext>
              </a:extLst>
            </p:cNvPr>
            <p:cNvSpPr>
              <a:spLocks noChangeArrowheads="1"/>
            </p:cNvSpPr>
            <p:nvPr/>
          </p:nvSpPr>
          <p:spPr bwMode="auto">
            <a:xfrm>
              <a:off x="4516" y="1706"/>
              <a:ext cx="1220" cy="268"/>
            </a:xfrm>
            <a:prstGeom prst="rect">
              <a:avLst/>
            </a:prstGeom>
            <a:solidFill>
              <a:srgbClr val="CCFFFF"/>
            </a:solidFill>
            <a:ln w="28575">
              <a:solidFill>
                <a:srgbClr val="FF0000"/>
              </a:solidFill>
              <a:miter lim="800000"/>
              <a:headEnd/>
              <a:tailEnd/>
            </a:ln>
          </p:spPr>
          <p:txBody>
            <a:bodyPr>
              <a:spAutoFit/>
            </a:bodyPr>
            <a:lstStyle/>
            <a:p>
              <a:pPr algn="ctr">
                <a:spcBef>
                  <a:spcPct val="50000"/>
                </a:spcBef>
              </a:pPr>
              <a:r>
                <a:rPr lang="zh-CN" altLang="en-US" sz="2000">
                  <a:solidFill>
                    <a:srgbClr val="990000"/>
                  </a:solidFill>
                  <a:ea typeface="宋体" panose="02010600030101010101" pitchFamily="2" charset="-122"/>
                </a:rPr>
                <a:t>随时间变化</a:t>
              </a:r>
            </a:p>
          </p:txBody>
        </p:sp>
      </p:grpSp>
      <p:sp>
        <p:nvSpPr>
          <p:cNvPr id="664607" name="Text Box 31">
            <a:extLst>
              <a:ext uri="{FF2B5EF4-FFF2-40B4-BE49-F238E27FC236}">
                <a16:creationId xmlns:a16="http://schemas.microsoft.com/office/drawing/2014/main" id="{4AD2A33A-0240-FE00-4739-EA382A2E73AD}"/>
              </a:ext>
            </a:extLst>
          </p:cNvPr>
          <p:cNvSpPr txBox="1">
            <a:spLocks noChangeArrowheads="1"/>
          </p:cNvSpPr>
          <p:nvPr/>
        </p:nvSpPr>
        <p:spPr bwMode="auto">
          <a:xfrm>
            <a:off x="107950" y="4006850"/>
            <a:ext cx="8999538"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5000"/>
              </a:lnSpc>
              <a:buFontTx/>
              <a:buBlip>
                <a:blip r:embed="rId14"/>
              </a:buBlip>
            </a:pPr>
            <a:r>
              <a:rPr lang="en-US" altLang="zh-CN">
                <a:solidFill>
                  <a:schemeClr val="bg1"/>
                </a:solidFill>
              </a:rPr>
              <a:t>    </a:t>
            </a:r>
            <a:r>
              <a:rPr lang="zh-CN" altLang="en-US">
                <a:solidFill>
                  <a:srgbClr val="FF99FF"/>
                </a:solidFill>
                <a:ea typeface="宋体" panose="02010600030101010101" pitchFamily="2" charset="-122"/>
              </a:rPr>
              <a:t>特点：</a:t>
            </a:r>
            <a:r>
              <a:rPr lang="zh-CN" altLang="en-US">
                <a:solidFill>
                  <a:srgbClr val="FFFFFF"/>
                </a:solidFill>
              </a:rPr>
              <a:t>合成波电场的大小不随时间改变，但方向却随时间变                   化，电场的矢端在一个圆上并以角速度</a:t>
            </a:r>
            <a:r>
              <a:rPr lang="el-GR" altLang="zh-CN" i="1">
                <a:solidFill>
                  <a:srgbClr val="FFFFFF"/>
                </a:solidFill>
              </a:rPr>
              <a:t>ω</a:t>
            </a:r>
            <a:r>
              <a:rPr lang="en-US" altLang="zh-CN">
                <a:solidFill>
                  <a:srgbClr val="FFFFFF"/>
                </a:solidFill>
              </a:rPr>
              <a:t> </a:t>
            </a:r>
            <a:r>
              <a:rPr lang="zh-CN" altLang="en-US">
                <a:solidFill>
                  <a:srgbClr val="FFFFFF"/>
                </a:solidFill>
              </a:rPr>
              <a:t>旋转</a:t>
            </a:r>
            <a:r>
              <a:rPr lang="zh-CN" altLang="en-US" b="0">
                <a:solidFill>
                  <a:srgbClr val="FFFFFF"/>
                </a:solidFill>
              </a:rPr>
              <a:t>。</a:t>
            </a:r>
            <a:endParaRPr lang="zh-CN" altLang="en-US" b="0"/>
          </a:p>
        </p:txBody>
      </p:sp>
      <p:sp>
        <p:nvSpPr>
          <p:cNvPr id="664608" name="Text Box 32">
            <a:extLst>
              <a:ext uri="{FF2B5EF4-FFF2-40B4-BE49-F238E27FC236}">
                <a16:creationId xmlns:a16="http://schemas.microsoft.com/office/drawing/2014/main" id="{25524C4E-EE40-07FB-1582-F88F562AEB56}"/>
              </a:ext>
            </a:extLst>
          </p:cNvPr>
          <p:cNvSpPr txBox="1">
            <a:spLocks noChangeArrowheads="1"/>
          </p:cNvSpPr>
          <p:nvPr/>
        </p:nvSpPr>
        <p:spPr bwMode="auto">
          <a:xfrm>
            <a:off x="107950" y="5062538"/>
            <a:ext cx="8928100" cy="157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5000"/>
              </a:lnSpc>
              <a:buFontTx/>
              <a:buBlip>
                <a:blip r:embed="rId14"/>
              </a:buBlip>
            </a:pPr>
            <a:r>
              <a:rPr lang="en-US" altLang="zh-CN" dirty="0">
                <a:solidFill>
                  <a:schemeClr val="bg1"/>
                </a:solidFill>
              </a:rPr>
              <a:t>    </a:t>
            </a:r>
            <a:r>
              <a:rPr lang="zh-CN" altLang="en-US" dirty="0">
                <a:solidFill>
                  <a:srgbClr val="FF99FF"/>
                </a:solidFill>
                <a:ea typeface="宋体" panose="02010600030101010101" pitchFamily="2" charset="-122"/>
              </a:rPr>
              <a:t>结论：</a:t>
            </a:r>
            <a:r>
              <a:rPr lang="zh-CN" altLang="en-US" dirty="0">
                <a:solidFill>
                  <a:schemeClr val="bg1"/>
                </a:solidFill>
              </a:rPr>
              <a:t>任何</a:t>
            </a:r>
            <a:r>
              <a:rPr lang="zh-CN" altLang="en-US" u="sng" dirty="0">
                <a:solidFill>
                  <a:schemeClr val="bg1"/>
                </a:solidFill>
              </a:rPr>
              <a:t>两个</a:t>
            </a:r>
            <a:r>
              <a:rPr lang="zh-CN" altLang="en-US" dirty="0">
                <a:solidFill>
                  <a:schemeClr val="bg1"/>
                </a:solidFill>
              </a:rPr>
              <a:t>同频率、同传播方向且极化方向互相垂直的                   </a:t>
            </a:r>
            <a:r>
              <a:rPr lang="zh-CN" altLang="en-US" u="sng" dirty="0">
                <a:solidFill>
                  <a:schemeClr val="bg1"/>
                </a:solidFill>
              </a:rPr>
              <a:t>线极化波</a:t>
            </a:r>
            <a:r>
              <a:rPr lang="zh-CN" altLang="en-US" dirty="0">
                <a:solidFill>
                  <a:schemeClr val="bg1"/>
                </a:solidFill>
              </a:rPr>
              <a:t>，</a:t>
            </a:r>
            <a:r>
              <a:rPr lang="zh-CN" altLang="en-US" dirty="0">
                <a:solidFill>
                  <a:srgbClr val="FFFFFF"/>
                </a:solidFill>
              </a:rPr>
              <a:t>当它们的</a:t>
            </a:r>
            <a:r>
              <a:rPr lang="zh-CN" altLang="en-US" dirty="0">
                <a:solidFill>
                  <a:srgbClr val="FF0000"/>
                </a:solidFill>
              </a:rPr>
              <a:t>振幅相同、相位差为</a:t>
            </a:r>
            <a:r>
              <a:rPr lang="en-US" altLang="zh-CN" dirty="0">
                <a:solidFill>
                  <a:srgbClr val="FF0000"/>
                </a:solidFill>
              </a:rPr>
              <a:t>±</a:t>
            </a:r>
            <a:r>
              <a:rPr lang="el-GR" altLang="zh-CN" dirty="0">
                <a:solidFill>
                  <a:srgbClr val="FF0000"/>
                </a:solidFill>
              </a:rPr>
              <a:t>π</a:t>
            </a:r>
            <a:r>
              <a:rPr lang="en-US" altLang="zh-CN" dirty="0">
                <a:solidFill>
                  <a:srgbClr val="FF0000"/>
                </a:solidFill>
              </a:rPr>
              <a:t>/ 2</a:t>
            </a:r>
            <a:r>
              <a:rPr lang="en-US" altLang="zh-CN" dirty="0">
                <a:solidFill>
                  <a:srgbClr val="FFFFFF"/>
                </a:solidFill>
              </a:rPr>
              <a:t> </a:t>
            </a:r>
            <a:r>
              <a:rPr lang="zh-CN" altLang="en-US" dirty="0">
                <a:solidFill>
                  <a:srgbClr val="FFFFFF"/>
                </a:solidFill>
              </a:rPr>
              <a:t>时，</a:t>
            </a:r>
            <a:r>
              <a:rPr lang="zh-CN" altLang="en-US" u="sng" dirty="0">
                <a:solidFill>
                  <a:srgbClr val="FFFFFF"/>
                </a:solidFill>
              </a:rPr>
              <a:t>其合成波</a:t>
            </a:r>
            <a:r>
              <a:rPr lang="zh-CN" altLang="en-US" dirty="0">
                <a:solidFill>
                  <a:srgbClr val="FFFFFF"/>
                </a:solidFill>
              </a:rPr>
              <a:t>为圆极化波。</a:t>
            </a:r>
            <a:endParaRPr lang="zh-CN" altLang="en-US" dirty="0">
              <a:solidFill>
                <a:schemeClr val="bg1"/>
              </a:solidFill>
            </a:endParaRPr>
          </a:p>
        </p:txBody>
      </p:sp>
      <p:graphicFrame>
        <p:nvGraphicFramePr>
          <p:cNvPr id="2" name="Object 12">
            <a:extLst>
              <a:ext uri="{FF2B5EF4-FFF2-40B4-BE49-F238E27FC236}">
                <a16:creationId xmlns:a16="http://schemas.microsoft.com/office/drawing/2014/main" id="{28B97F31-A5B4-18C7-3B50-4D72922D9B9E}"/>
              </a:ext>
            </a:extLst>
          </p:cNvPr>
          <p:cNvGraphicFramePr>
            <a:graphicFrameLocks noChangeAspect="1"/>
          </p:cNvGraphicFramePr>
          <p:nvPr>
            <p:extLst>
              <p:ext uri="{D42A27DB-BD31-4B8C-83A1-F6EECF244321}">
                <p14:modId xmlns:p14="http://schemas.microsoft.com/office/powerpoint/2010/main" val="2023770262"/>
              </p:ext>
            </p:extLst>
          </p:nvPr>
        </p:nvGraphicFramePr>
        <p:xfrm>
          <a:off x="2343200" y="417193"/>
          <a:ext cx="6782178" cy="571819"/>
        </p:xfrm>
        <a:graphic>
          <a:graphicData uri="http://schemas.openxmlformats.org/presentationml/2006/ole">
            <mc:AlternateContent xmlns:mc="http://schemas.openxmlformats.org/markup-compatibility/2006">
              <mc:Choice xmlns:v="urn:schemas-microsoft-com:vml" Requires="v">
                <p:oleObj r:id="rId15" imgW="2917080" imgH="214560" progId="Equation.3">
                  <p:embed/>
                </p:oleObj>
              </mc:Choice>
              <mc:Fallback>
                <p:oleObj r:id="rId15" imgW="2917080" imgH="214560" progId="Equation.3">
                  <p:embed/>
                  <p:pic>
                    <p:nvPicPr>
                      <p:cNvPr id="83020" name="Object 12">
                        <a:extLst>
                          <a:ext uri="{FF2B5EF4-FFF2-40B4-BE49-F238E27FC236}">
                            <a16:creationId xmlns:a16="http://schemas.microsoft.com/office/drawing/2014/main" id="{DB6CE083-C651-EDBD-A721-9331C75B159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43200" y="417193"/>
                        <a:ext cx="6782178" cy="571819"/>
                      </a:xfrm>
                      <a:prstGeom prst="rect">
                        <a:avLst/>
                      </a:prstGeom>
                      <a:solidFill>
                        <a:schemeClr val="accent1">
                          <a:lumMod val="90000"/>
                        </a:schemeClr>
                      </a:solid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45812"/>
                                        </p:tgtEl>
                                        <p:attrNameLst>
                                          <p:attrName>style.visibility</p:attrName>
                                        </p:attrNameLst>
                                      </p:cBhvr>
                                      <p:to>
                                        <p:strVal val="visible"/>
                                      </p:to>
                                    </p:set>
                                    <p:animEffect transition="in" filter="wipe(up)">
                                      <p:cBhvr>
                                        <p:cTn id="7" dur="2000"/>
                                        <p:tgtEl>
                                          <p:spTgt spid="5458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64596"/>
                                        </p:tgtEl>
                                        <p:attrNameLst>
                                          <p:attrName>style.visibility</p:attrName>
                                        </p:attrNameLst>
                                      </p:cBhvr>
                                      <p:to>
                                        <p:strVal val="visible"/>
                                      </p:to>
                                    </p:set>
                                    <p:animEffect transition="in" filter="wipe(up)">
                                      <p:cBhvr>
                                        <p:cTn id="12" dur="2000"/>
                                        <p:tgtEl>
                                          <p:spTgt spid="6645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64591"/>
                                        </p:tgtEl>
                                        <p:attrNameLst>
                                          <p:attrName>style.visibility</p:attrName>
                                        </p:attrNameLst>
                                      </p:cBhvr>
                                      <p:to>
                                        <p:strVal val="visible"/>
                                      </p:to>
                                    </p:set>
                                    <p:animEffect transition="in" filter="wipe(up)">
                                      <p:cBhvr>
                                        <p:cTn id="17" dur="2000"/>
                                        <p:tgtEl>
                                          <p:spTgt spid="664591"/>
                                        </p:tgtEl>
                                      </p:cBhvr>
                                    </p:animEffect>
                                  </p:childTnLst>
                                </p:cTn>
                              </p:par>
                            </p:childTnLst>
                          </p:cTn>
                        </p:par>
                        <p:par>
                          <p:cTn id="18" fill="hold" nodeType="afterGroup">
                            <p:stCondLst>
                              <p:cond delay="2000"/>
                            </p:stCondLst>
                            <p:childTnLst>
                              <p:par>
                                <p:cTn id="19" presetID="22" presetClass="entr" presetSubtype="1" fill="hold" nodeType="afterEffect">
                                  <p:stCondLst>
                                    <p:cond delay="0"/>
                                  </p:stCondLst>
                                  <p:childTnLst>
                                    <p:set>
                                      <p:cBhvr>
                                        <p:cTn id="20" dur="1" fill="hold">
                                          <p:stCondLst>
                                            <p:cond delay="0"/>
                                          </p:stCondLst>
                                        </p:cTn>
                                        <p:tgtEl>
                                          <p:spTgt spid="545801"/>
                                        </p:tgtEl>
                                        <p:attrNameLst>
                                          <p:attrName>style.visibility</p:attrName>
                                        </p:attrNameLst>
                                      </p:cBhvr>
                                      <p:to>
                                        <p:strVal val="visible"/>
                                      </p:to>
                                    </p:set>
                                    <p:animEffect transition="in" filter="wipe(up)">
                                      <p:cBhvr>
                                        <p:cTn id="21" dur="2000"/>
                                        <p:tgtEl>
                                          <p:spTgt spid="545801"/>
                                        </p:tgtEl>
                                      </p:cBhvr>
                                    </p:animEffect>
                                  </p:childTnLst>
                                </p:cTn>
                              </p:par>
                            </p:childTnLst>
                          </p:cTn>
                        </p:par>
                        <p:par>
                          <p:cTn id="22" fill="hold" nodeType="afterGroup">
                            <p:stCondLst>
                              <p:cond delay="4000"/>
                            </p:stCondLst>
                            <p:childTnLst>
                              <p:par>
                                <p:cTn id="23" presetID="22" presetClass="entr" presetSubtype="1" fill="hold" nodeType="afterEffect">
                                  <p:stCondLst>
                                    <p:cond delay="0"/>
                                  </p:stCondLst>
                                  <p:childTnLst>
                                    <p:set>
                                      <p:cBhvr>
                                        <p:cTn id="24" dur="1" fill="hold">
                                          <p:stCondLst>
                                            <p:cond delay="0"/>
                                          </p:stCondLst>
                                        </p:cTn>
                                        <p:tgtEl>
                                          <p:spTgt spid="545802"/>
                                        </p:tgtEl>
                                        <p:attrNameLst>
                                          <p:attrName>style.visibility</p:attrName>
                                        </p:attrNameLst>
                                      </p:cBhvr>
                                      <p:to>
                                        <p:strVal val="visible"/>
                                      </p:to>
                                    </p:set>
                                    <p:animEffect transition="in" filter="wipe(up)">
                                      <p:cBhvr>
                                        <p:cTn id="25" dur="2000"/>
                                        <p:tgtEl>
                                          <p:spTgt spid="54580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664609"/>
                                        </p:tgtEl>
                                        <p:attrNameLst>
                                          <p:attrName>style.visibility</p:attrName>
                                        </p:attrNameLst>
                                      </p:cBhvr>
                                      <p:to>
                                        <p:strVal val="visible"/>
                                      </p:to>
                                    </p:set>
                                    <p:animEffect transition="in" filter="wipe(up)">
                                      <p:cBhvr>
                                        <p:cTn id="30" dur="2000"/>
                                        <p:tgtEl>
                                          <p:spTgt spid="66460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nodeType="clickEffect">
                                  <p:stCondLst>
                                    <p:cond delay="0"/>
                                  </p:stCondLst>
                                  <p:childTnLst>
                                    <p:set>
                                      <p:cBhvr>
                                        <p:cTn id="34" dur="1" fill="hold">
                                          <p:stCondLst>
                                            <p:cond delay="0"/>
                                          </p:stCondLst>
                                        </p:cTn>
                                        <p:tgtEl>
                                          <p:spTgt spid="664602"/>
                                        </p:tgtEl>
                                        <p:attrNameLst>
                                          <p:attrName>style.visibility</p:attrName>
                                        </p:attrNameLst>
                                      </p:cBhvr>
                                      <p:to>
                                        <p:strVal val="visible"/>
                                      </p:to>
                                    </p:set>
                                    <p:animEffect transition="in" filter="fade">
                                      <p:cBhvr>
                                        <p:cTn id="35" dur="2000"/>
                                        <p:tgtEl>
                                          <p:spTgt spid="66460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545805"/>
                                        </p:tgtEl>
                                        <p:attrNameLst>
                                          <p:attrName>style.visibility</p:attrName>
                                        </p:attrNameLst>
                                      </p:cBhvr>
                                      <p:to>
                                        <p:strVal val="visible"/>
                                      </p:to>
                                    </p:set>
                                    <p:animEffect transition="in" filter="wipe(up)">
                                      <p:cBhvr>
                                        <p:cTn id="40" dur="2000"/>
                                        <p:tgtEl>
                                          <p:spTgt spid="545805"/>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664601"/>
                                        </p:tgtEl>
                                        <p:attrNameLst>
                                          <p:attrName>style.visibility</p:attrName>
                                        </p:attrNameLst>
                                      </p:cBhvr>
                                      <p:to>
                                        <p:strVal val="visible"/>
                                      </p:to>
                                    </p:set>
                                    <p:animEffect transition="in" filter="wipe(up)">
                                      <p:cBhvr>
                                        <p:cTn id="43" dur="2000"/>
                                        <p:tgtEl>
                                          <p:spTgt spid="66460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nodeType="clickEffect">
                                  <p:stCondLst>
                                    <p:cond delay="0"/>
                                  </p:stCondLst>
                                  <p:childTnLst>
                                    <p:set>
                                      <p:cBhvr>
                                        <p:cTn id="47" dur="1" fill="hold">
                                          <p:stCondLst>
                                            <p:cond delay="0"/>
                                          </p:stCondLst>
                                        </p:cTn>
                                        <p:tgtEl>
                                          <p:spTgt spid="664610"/>
                                        </p:tgtEl>
                                        <p:attrNameLst>
                                          <p:attrName>style.visibility</p:attrName>
                                        </p:attrNameLst>
                                      </p:cBhvr>
                                      <p:to>
                                        <p:strVal val="visible"/>
                                      </p:to>
                                    </p:set>
                                    <p:animEffect transition="in" filter="fade">
                                      <p:cBhvr>
                                        <p:cTn id="48" dur="2000"/>
                                        <p:tgtEl>
                                          <p:spTgt spid="66461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664607"/>
                                        </p:tgtEl>
                                        <p:attrNameLst>
                                          <p:attrName>style.visibility</p:attrName>
                                        </p:attrNameLst>
                                      </p:cBhvr>
                                      <p:to>
                                        <p:strVal val="visible"/>
                                      </p:to>
                                    </p:set>
                                    <p:animEffect transition="in" filter="wipe(up)">
                                      <p:cBhvr>
                                        <p:cTn id="53" dur="2000"/>
                                        <p:tgtEl>
                                          <p:spTgt spid="66460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664608"/>
                                        </p:tgtEl>
                                        <p:attrNameLst>
                                          <p:attrName>style.visibility</p:attrName>
                                        </p:attrNameLst>
                                      </p:cBhvr>
                                      <p:to>
                                        <p:strVal val="visible"/>
                                      </p:to>
                                    </p:set>
                                    <p:animEffect transition="in" filter="wipe(up)">
                                      <p:cBhvr>
                                        <p:cTn id="58" dur="3000"/>
                                        <p:tgtEl>
                                          <p:spTgt spid="664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812" grpId="0"/>
      <p:bldP spid="664591" grpId="0"/>
      <p:bldP spid="664601" grpId="0"/>
      <p:bldP spid="664607" grpId="0"/>
      <p:bldP spid="66460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2">
            <a:extLst>
              <a:ext uri="{FF2B5EF4-FFF2-40B4-BE49-F238E27FC236}">
                <a16:creationId xmlns:a16="http://schemas.microsoft.com/office/drawing/2014/main" id="{023A091F-BE1C-D0BC-6634-31CD10012442}"/>
              </a:ext>
            </a:extLst>
          </p:cNvPr>
          <p:cNvSpPr>
            <a:spLocks noGrp="1"/>
          </p:cNvSpPr>
          <p:nvPr>
            <p:ph type="sldNum" sz="quarter" idx="10"/>
          </p:nvPr>
        </p:nvSpPr>
        <p:spPr/>
        <p:txBody>
          <a:bodyPr/>
          <a:lstStyle/>
          <a:p>
            <a:fld id="{4C0186B8-C570-4438-9663-B88C0A1441E4}" type="slidenum">
              <a:rPr lang="en-US" altLang="zh-CN"/>
              <a:pPr/>
              <a:t>8</a:t>
            </a:fld>
            <a:endParaRPr lang="en-US" altLang="zh-CN"/>
          </a:p>
        </p:txBody>
      </p:sp>
      <p:grpSp>
        <p:nvGrpSpPr>
          <p:cNvPr id="730120" name="Group 8">
            <a:extLst>
              <a:ext uri="{FF2B5EF4-FFF2-40B4-BE49-F238E27FC236}">
                <a16:creationId xmlns:a16="http://schemas.microsoft.com/office/drawing/2014/main" id="{70DEB01A-C282-140B-59FB-A900E1E9FD4E}"/>
              </a:ext>
            </a:extLst>
          </p:cNvPr>
          <p:cNvGrpSpPr>
            <a:grpSpLocks/>
          </p:cNvGrpSpPr>
          <p:nvPr/>
        </p:nvGrpSpPr>
        <p:grpSpPr bwMode="auto">
          <a:xfrm>
            <a:off x="3421063" y="3933825"/>
            <a:ext cx="5184775" cy="2160588"/>
            <a:chOff x="2448" y="2750"/>
            <a:chExt cx="3319" cy="1297"/>
          </a:xfrm>
        </p:grpSpPr>
        <p:grpSp>
          <p:nvGrpSpPr>
            <p:cNvPr id="92163" name="Group 9">
              <a:extLst>
                <a:ext uri="{FF2B5EF4-FFF2-40B4-BE49-F238E27FC236}">
                  <a16:creationId xmlns:a16="http://schemas.microsoft.com/office/drawing/2014/main" id="{4FDD1494-FBC6-C739-C8CB-C2A1FE00E31D}"/>
                </a:ext>
              </a:extLst>
            </p:cNvPr>
            <p:cNvGrpSpPr>
              <a:grpSpLocks noChangeAspect="1"/>
            </p:cNvGrpSpPr>
            <p:nvPr/>
          </p:nvGrpSpPr>
          <p:grpSpPr bwMode="auto">
            <a:xfrm>
              <a:off x="2448" y="2750"/>
              <a:ext cx="3312" cy="1297"/>
              <a:chOff x="0" y="624"/>
              <a:chExt cx="5760" cy="2256"/>
            </a:xfrm>
          </p:grpSpPr>
          <p:sp>
            <p:nvSpPr>
              <p:cNvPr id="92164" name="Rectangle 10">
                <a:extLst>
                  <a:ext uri="{FF2B5EF4-FFF2-40B4-BE49-F238E27FC236}">
                    <a16:creationId xmlns:a16="http://schemas.microsoft.com/office/drawing/2014/main" id="{2F0EC83E-B3DA-27E9-46C5-4AD2FE15D212}"/>
                  </a:ext>
                </a:extLst>
              </p:cNvPr>
              <p:cNvSpPr>
                <a:spLocks noChangeAspect="1" noChangeArrowheads="1"/>
              </p:cNvSpPr>
              <p:nvPr/>
            </p:nvSpPr>
            <p:spPr bwMode="auto">
              <a:xfrm>
                <a:off x="0" y="624"/>
                <a:ext cx="5760" cy="22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spcBef>
                    <a:spcPct val="20000"/>
                  </a:spcBef>
                </a:pPr>
                <a:endParaRPr lang="zh-CN" altLang="en-US"/>
              </a:p>
            </p:txBody>
          </p:sp>
          <p:pic>
            <p:nvPicPr>
              <p:cNvPr id="92165" name="Picture 11" descr="3">
                <a:extLst>
                  <a:ext uri="{FF2B5EF4-FFF2-40B4-BE49-F238E27FC236}">
                    <a16:creationId xmlns:a16="http://schemas.microsoft.com/office/drawing/2014/main" id="{B1D3A425-5D8A-47B4-7EBB-E384204C1F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 y="672"/>
                <a:ext cx="1680" cy="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6" name="Picture 12" descr="3">
                <a:extLst>
                  <a:ext uri="{FF2B5EF4-FFF2-40B4-BE49-F238E27FC236}">
                    <a16:creationId xmlns:a16="http://schemas.microsoft.com/office/drawing/2014/main" id="{DED2E456-FE82-197A-E366-F692E53ECB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0" y="672"/>
                <a:ext cx="3696" cy="2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2167" name="Rectangle 13">
              <a:extLst>
                <a:ext uri="{FF2B5EF4-FFF2-40B4-BE49-F238E27FC236}">
                  <a16:creationId xmlns:a16="http://schemas.microsoft.com/office/drawing/2014/main" id="{AB393394-DB33-277D-1D7D-2A7BA3E808AE}"/>
                </a:ext>
              </a:extLst>
            </p:cNvPr>
            <p:cNvSpPr>
              <a:spLocks noChangeArrowheads="1"/>
            </p:cNvSpPr>
            <p:nvPr/>
          </p:nvSpPr>
          <p:spPr bwMode="auto">
            <a:xfrm>
              <a:off x="2455" y="2750"/>
              <a:ext cx="3312" cy="129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pPr>
              <a:endParaRPr lang="zh-CN" altLang="en-US"/>
            </a:p>
          </p:txBody>
        </p:sp>
      </p:grpSp>
      <p:grpSp>
        <p:nvGrpSpPr>
          <p:cNvPr id="730148" name="Group 36">
            <a:extLst>
              <a:ext uri="{FF2B5EF4-FFF2-40B4-BE49-F238E27FC236}">
                <a16:creationId xmlns:a16="http://schemas.microsoft.com/office/drawing/2014/main" id="{6F3C678A-F861-A3F5-95F1-D23B978451A6}"/>
              </a:ext>
            </a:extLst>
          </p:cNvPr>
          <p:cNvGrpSpPr>
            <a:grpSpLocks/>
          </p:cNvGrpSpPr>
          <p:nvPr/>
        </p:nvGrpSpPr>
        <p:grpSpPr bwMode="auto">
          <a:xfrm>
            <a:off x="611188" y="3860800"/>
            <a:ext cx="2378075" cy="2303463"/>
            <a:chOff x="567" y="2750"/>
            <a:chExt cx="1316" cy="1225"/>
          </a:xfrm>
        </p:grpSpPr>
        <p:sp>
          <p:nvSpPr>
            <p:cNvPr id="92169" name="Rectangle 37">
              <a:extLst>
                <a:ext uri="{FF2B5EF4-FFF2-40B4-BE49-F238E27FC236}">
                  <a16:creationId xmlns:a16="http://schemas.microsoft.com/office/drawing/2014/main" id="{654DC98B-5B35-2A7A-027A-CCD190534BC4}"/>
                </a:ext>
              </a:extLst>
            </p:cNvPr>
            <p:cNvSpPr>
              <a:spLocks noChangeArrowheads="1"/>
            </p:cNvSpPr>
            <p:nvPr/>
          </p:nvSpPr>
          <p:spPr bwMode="auto">
            <a:xfrm>
              <a:off x="567" y="2750"/>
              <a:ext cx="1316" cy="1225"/>
            </a:xfrm>
            <a:prstGeom prst="rect">
              <a:avLst/>
            </a:prstGeom>
            <a:solidFill>
              <a:srgbClr val="CCFFFF"/>
            </a:solidFill>
            <a:ln w="9525">
              <a:solidFill>
                <a:srgbClr val="FF0000"/>
              </a:solidFill>
              <a:miter lim="800000"/>
              <a:headEnd/>
              <a:tailEnd/>
            </a:ln>
          </p:spPr>
          <p:txBody>
            <a:bodyPr wrap="none" anchor="ctr"/>
            <a:lstStyle/>
            <a:p>
              <a:pPr>
                <a:spcBef>
                  <a:spcPct val="20000"/>
                </a:spcBef>
              </a:pPr>
              <a:endParaRPr lang="zh-CN" altLang="en-US"/>
            </a:p>
          </p:txBody>
        </p:sp>
        <p:sp>
          <p:nvSpPr>
            <p:cNvPr id="92170" name="Text Box 38">
              <a:extLst>
                <a:ext uri="{FF2B5EF4-FFF2-40B4-BE49-F238E27FC236}">
                  <a16:creationId xmlns:a16="http://schemas.microsoft.com/office/drawing/2014/main" id="{04A2A676-3ED9-23D8-F6DC-57D563D6B947}"/>
                </a:ext>
              </a:extLst>
            </p:cNvPr>
            <p:cNvSpPr txBox="1">
              <a:spLocks noChangeArrowheads="1"/>
            </p:cNvSpPr>
            <p:nvPr/>
          </p:nvSpPr>
          <p:spPr bwMode="auto">
            <a:xfrm>
              <a:off x="706" y="3748"/>
              <a:ext cx="995"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lgn="ctr">
                <a:spcBef>
                  <a:spcPct val="20000"/>
                </a:spcBef>
              </a:pPr>
              <a:r>
                <a:rPr lang="zh-CN" altLang="en-US" sz="1600">
                  <a:ea typeface="宋体" panose="02010600030101010101" pitchFamily="2" charset="-122"/>
                </a:rPr>
                <a:t>左旋圆极化波</a:t>
              </a:r>
              <a:endParaRPr lang="zh-CN" altLang="en-US" sz="1600">
                <a:latin typeface="Arial" panose="020B0604020202020204" pitchFamily="34" charset="0"/>
                <a:ea typeface="宋体" panose="02010600030101010101" pitchFamily="2" charset="-122"/>
              </a:endParaRPr>
            </a:p>
          </p:txBody>
        </p:sp>
        <p:sp>
          <p:nvSpPr>
            <p:cNvPr id="92171" name="AutoShape 39">
              <a:extLst>
                <a:ext uri="{FF2B5EF4-FFF2-40B4-BE49-F238E27FC236}">
                  <a16:creationId xmlns:a16="http://schemas.microsoft.com/office/drawing/2014/main" id="{AF81857A-B105-503B-83F3-9C7A30947CAA}"/>
                </a:ext>
              </a:extLst>
            </p:cNvPr>
            <p:cNvSpPr>
              <a:spLocks noChangeAspect="1" noChangeArrowheads="1" noTextEdit="1"/>
            </p:cNvSpPr>
            <p:nvPr/>
          </p:nvSpPr>
          <p:spPr bwMode="auto">
            <a:xfrm>
              <a:off x="703" y="2750"/>
              <a:ext cx="1088" cy="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92172" name="Freeform 40">
              <a:extLst>
                <a:ext uri="{FF2B5EF4-FFF2-40B4-BE49-F238E27FC236}">
                  <a16:creationId xmlns:a16="http://schemas.microsoft.com/office/drawing/2014/main" id="{26842D8A-597C-FE73-196B-D3ABA8FAC10C}"/>
                </a:ext>
              </a:extLst>
            </p:cNvPr>
            <p:cNvSpPr>
              <a:spLocks noChangeArrowheads="1"/>
            </p:cNvSpPr>
            <p:nvPr/>
          </p:nvSpPr>
          <p:spPr bwMode="auto">
            <a:xfrm>
              <a:off x="763" y="2969"/>
              <a:ext cx="714" cy="714"/>
            </a:xfrm>
            <a:custGeom>
              <a:avLst/>
              <a:gdLst>
                <a:gd name="T0" fmla="*/ 318 w 711"/>
                <a:gd name="T1" fmla="*/ 2 h 695"/>
                <a:gd name="T2" fmla="*/ 267 w 711"/>
                <a:gd name="T3" fmla="*/ 11 h 695"/>
                <a:gd name="T4" fmla="*/ 217 w 711"/>
                <a:gd name="T5" fmla="*/ 27 h 695"/>
                <a:gd name="T6" fmla="*/ 171 w 711"/>
                <a:gd name="T7" fmla="*/ 50 h 695"/>
                <a:gd name="T8" fmla="*/ 129 w 711"/>
                <a:gd name="T9" fmla="*/ 79 h 695"/>
                <a:gd name="T10" fmla="*/ 92 w 711"/>
                <a:gd name="T11" fmla="*/ 114 h 695"/>
                <a:gd name="T12" fmla="*/ 60 w 711"/>
                <a:gd name="T13" fmla="*/ 153 h 695"/>
                <a:gd name="T14" fmla="*/ 34 w 711"/>
                <a:gd name="T15" fmla="*/ 197 h 695"/>
                <a:gd name="T16" fmla="*/ 16 w 711"/>
                <a:gd name="T17" fmla="*/ 244 h 695"/>
                <a:gd name="T18" fmla="*/ 3 w 711"/>
                <a:gd name="T19" fmla="*/ 295 h 695"/>
                <a:gd name="T20" fmla="*/ 0 w 711"/>
                <a:gd name="T21" fmla="*/ 347 h 695"/>
                <a:gd name="T22" fmla="*/ 3 w 711"/>
                <a:gd name="T23" fmla="*/ 400 h 695"/>
                <a:gd name="T24" fmla="*/ 16 w 711"/>
                <a:gd name="T25" fmla="*/ 450 h 695"/>
                <a:gd name="T26" fmla="*/ 34 w 711"/>
                <a:gd name="T27" fmla="*/ 498 h 695"/>
                <a:gd name="T28" fmla="*/ 60 w 711"/>
                <a:gd name="T29" fmla="*/ 542 h 695"/>
                <a:gd name="T30" fmla="*/ 92 w 711"/>
                <a:gd name="T31" fmla="*/ 581 h 695"/>
                <a:gd name="T32" fmla="*/ 129 w 711"/>
                <a:gd name="T33" fmla="*/ 615 h 695"/>
                <a:gd name="T34" fmla="*/ 171 w 711"/>
                <a:gd name="T35" fmla="*/ 645 h 695"/>
                <a:gd name="T36" fmla="*/ 217 w 711"/>
                <a:gd name="T37" fmla="*/ 668 h 695"/>
                <a:gd name="T38" fmla="*/ 267 w 711"/>
                <a:gd name="T39" fmla="*/ 684 h 695"/>
                <a:gd name="T40" fmla="*/ 318 w 711"/>
                <a:gd name="T41" fmla="*/ 693 h 695"/>
                <a:gd name="T42" fmla="*/ 373 w 711"/>
                <a:gd name="T43" fmla="*/ 694 h 695"/>
                <a:gd name="T44" fmla="*/ 427 w 711"/>
                <a:gd name="T45" fmla="*/ 688 h 695"/>
                <a:gd name="T46" fmla="*/ 478 w 711"/>
                <a:gd name="T47" fmla="*/ 673 h 695"/>
                <a:gd name="T48" fmla="*/ 525 w 711"/>
                <a:gd name="T49" fmla="*/ 653 h 695"/>
                <a:gd name="T50" fmla="*/ 568 w 711"/>
                <a:gd name="T51" fmla="*/ 626 h 695"/>
                <a:gd name="T52" fmla="*/ 607 w 711"/>
                <a:gd name="T53" fmla="*/ 593 h 695"/>
                <a:gd name="T54" fmla="*/ 640 w 711"/>
                <a:gd name="T55" fmla="*/ 555 h 695"/>
                <a:gd name="T56" fmla="*/ 668 w 711"/>
                <a:gd name="T57" fmla="*/ 512 h 695"/>
                <a:gd name="T58" fmla="*/ 690 w 711"/>
                <a:gd name="T59" fmla="*/ 467 h 695"/>
                <a:gd name="T60" fmla="*/ 704 w 711"/>
                <a:gd name="T61" fmla="*/ 418 h 695"/>
                <a:gd name="T62" fmla="*/ 710 w 711"/>
                <a:gd name="T63" fmla="*/ 365 h 695"/>
                <a:gd name="T64" fmla="*/ 709 w 711"/>
                <a:gd name="T65" fmla="*/ 312 h 695"/>
                <a:gd name="T66" fmla="*/ 699 w 711"/>
                <a:gd name="T67" fmla="*/ 260 h 695"/>
                <a:gd name="T68" fmla="*/ 683 w 711"/>
                <a:gd name="T69" fmla="*/ 212 h 695"/>
                <a:gd name="T70" fmla="*/ 659 w 711"/>
                <a:gd name="T71" fmla="*/ 167 h 695"/>
                <a:gd name="T72" fmla="*/ 629 w 711"/>
                <a:gd name="T73" fmla="*/ 127 h 695"/>
                <a:gd name="T74" fmla="*/ 595 w 711"/>
                <a:gd name="T75" fmla="*/ 90 h 695"/>
                <a:gd name="T76" fmla="*/ 554 w 711"/>
                <a:gd name="T77" fmla="*/ 59 h 695"/>
                <a:gd name="T78" fmla="*/ 510 w 711"/>
                <a:gd name="T79" fmla="*/ 34 h 695"/>
                <a:gd name="T80" fmla="*/ 461 w 711"/>
                <a:gd name="T81" fmla="*/ 15 h 695"/>
                <a:gd name="T82" fmla="*/ 410 w 711"/>
                <a:gd name="T83" fmla="*/ 4 h 695"/>
                <a:gd name="T84" fmla="*/ 355 w 711"/>
                <a:gd name="T85"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11" h="695">
                  <a:moveTo>
                    <a:pt x="355" y="0"/>
                  </a:moveTo>
                  <a:lnTo>
                    <a:pt x="337" y="1"/>
                  </a:lnTo>
                  <a:lnTo>
                    <a:pt x="318" y="2"/>
                  </a:lnTo>
                  <a:lnTo>
                    <a:pt x="301" y="4"/>
                  </a:lnTo>
                  <a:lnTo>
                    <a:pt x="284" y="7"/>
                  </a:lnTo>
                  <a:lnTo>
                    <a:pt x="267" y="11"/>
                  </a:lnTo>
                  <a:lnTo>
                    <a:pt x="249" y="15"/>
                  </a:lnTo>
                  <a:lnTo>
                    <a:pt x="233" y="21"/>
                  </a:lnTo>
                  <a:lnTo>
                    <a:pt x="217" y="27"/>
                  </a:lnTo>
                  <a:lnTo>
                    <a:pt x="201" y="34"/>
                  </a:lnTo>
                  <a:lnTo>
                    <a:pt x="186" y="42"/>
                  </a:lnTo>
                  <a:lnTo>
                    <a:pt x="171" y="50"/>
                  </a:lnTo>
                  <a:lnTo>
                    <a:pt x="156" y="59"/>
                  </a:lnTo>
                  <a:lnTo>
                    <a:pt x="142" y="69"/>
                  </a:lnTo>
                  <a:lnTo>
                    <a:pt x="129" y="79"/>
                  </a:lnTo>
                  <a:lnTo>
                    <a:pt x="116" y="90"/>
                  </a:lnTo>
                  <a:lnTo>
                    <a:pt x="103" y="101"/>
                  </a:lnTo>
                  <a:lnTo>
                    <a:pt x="92" y="114"/>
                  </a:lnTo>
                  <a:lnTo>
                    <a:pt x="80" y="127"/>
                  </a:lnTo>
                  <a:lnTo>
                    <a:pt x="70" y="139"/>
                  </a:lnTo>
                  <a:lnTo>
                    <a:pt x="60" y="153"/>
                  </a:lnTo>
                  <a:lnTo>
                    <a:pt x="51" y="167"/>
                  </a:lnTo>
                  <a:lnTo>
                    <a:pt x="43" y="181"/>
                  </a:lnTo>
                  <a:lnTo>
                    <a:pt x="34" y="197"/>
                  </a:lnTo>
                  <a:lnTo>
                    <a:pt x="28" y="212"/>
                  </a:lnTo>
                  <a:lnTo>
                    <a:pt x="21" y="228"/>
                  </a:lnTo>
                  <a:lnTo>
                    <a:pt x="16" y="244"/>
                  </a:lnTo>
                  <a:lnTo>
                    <a:pt x="10" y="260"/>
                  </a:lnTo>
                  <a:lnTo>
                    <a:pt x="6" y="277"/>
                  </a:lnTo>
                  <a:lnTo>
                    <a:pt x="3" y="295"/>
                  </a:lnTo>
                  <a:lnTo>
                    <a:pt x="1" y="312"/>
                  </a:lnTo>
                  <a:lnTo>
                    <a:pt x="0" y="330"/>
                  </a:lnTo>
                  <a:lnTo>
                    <a:pt x="0" y="347"/>
                  </a:lnTo>
                  <a:lnTo>
                    <a:pt x="0" y="365"/>
                  </a:lnTo>
                  <a:lnTo>
                    <a:pt x="1" y="383"/>
                  </a:lnTo>
                  <a:lnTo>
                    <a:pt x="3" y="400"/>
                  </a:lnTo>
                  <a:lnTo>
                    <a:pt x="6" y="418"/>
                  </a:lnTo>
                  <a:lnTo>
                    <a:pt x="10" y="435"/>
                  </a:lnTo>
                  <a:lnTo>
                    <a:pt x="16" y="450"/>
                  </a:lnTo>
                  <a:lnTo>
                    <a:pt x="21" y="467"/>
                  </a:lnTo>
                  <a:lnTo>
                    <a:pt x="28" y="483"/>
                  </a:lnTo>
                  <a:lnTo>
                    <a:pt x="34" y="498"/>
                  </a:lnTo>
                  <a:lnTo>
                    <a:pt x="43" y="513"/>
                  </a:lnTo>
                  <a:lnTo>
                    <a:pt x="51" y="527"/>
                  </a:lnTo>
                  <a:lnTo>
                    <a:pt x="60" y="542"/>
                  </a:lnTo>
                  <a:lnTo>
                    <a:pt x="70" y="555"/>
                  </a:lnTo>
                  <a:lnTo>
                    <a:pt x="80" y="568"/>
                  </a:lnTo>
                  <a:lnTo>
                    <a:pt x="92" y="581"/>
                  </a:lnTo>
                  <a:lnTo>
                    <a:pt x="103" y="593"/>
                  </a:lnTo>
                  <a:lnTo>
                    <a:pt x="116" y="605"/>
                  </a:lnTo>
                  <a:lnTo>
                    <a:pt x="129" y="615"/>
                  </a:lnTo>
                  <a:lnTo>
                    <a:pt x="142" y="626"/>
                  </a:lnTo>
                  <a:lnTo>
                    <a:pt x="156" y="635"/>
                  </a:lnTo>
                  <a:lnTo>
                    <a:pt x="171" y="645"/>
                  </a:lnTo>
                  <a:lnTo>
                    <a:pt x="186" y="653"/>
                  </a:lnTo>
                  <a:lnTo>
                    <a:pt x="201" y="661"/>
                  </a:lnTo>
                  <a:lnTo>
                    <a:pt x="217" y="668"/>
                  </a:lnTo>
                  <a:lnTo>
                    <a:pt x="233" y="673"/>
                  </a:lnTo>
                  <a:lnTo>
                    <a:pt x="249" y="679"/>
                  </a:lnTo>
                  <a:lnTo>
                    <a:pt x="267" y="684"/>
                  </a:lnTo>
                  <a:lnTo>
                    <a:pt x="284" y="688"/>
                  </a:lnTo>
                  <a:lnTo>
                    <a:pt x="301" y="691"/>
                  </a:lnTo>
                  <a:lnTo>
                    <a:pt x="318" y="693"/>
                  </a:lnTo>
                  <a:lnTo>
                    <a:pt x="337" y="694"/>
                  </a:lnTo>
                  <a:lnTo>
                    <a:pt x="355" y="695"/>
                  </a:lnTo>
                  <a:lnTo>
                    <a:pt x="373" y="694"/>
                  </a:lnTo>
                  <a:lnTo>
                    <a:pt x="391" y="693"/>
                  </a:lnTo>
                  <a:lnTo>
                    <a:pt x="410" y="691"/>
                  </a:lnTo>
                  <a:lnTo>
                    <a:pt x="427" y="688"/>
                  </a:lnTo>
                  <a:lnTo>
                    <a:pt x="444" y="684"/>
                  </a:lnTo>
                  <a:lnTo>
                    <a:pt x="461" y="679"/>
                  </a:lnTo>
                  <a:lnTo>
                    <a:pt x="478" y="673"/>
                  </a:lnTo>
                  <a:lnTo>
                    <a:pt x="494" y="668"/>
                  </a:lnTo>
                  <a:lnTo>
                    <a:pt x="510" y="661"/>
                  </a:lnTo>
                  <a:lnTo>
                    <a:pt x="525" y="653"/>
                  </a:lnTo>
                  <a:lnTo>
                    <a:pt x="540" y="645"/>
                  </a:lnTo>
                  <a:lnTo>
                    <a:pt x="554" y="635"/>
                  </a:lnTo>
                  <a:lnTo>
                    <a:pt x="568" y="626"/>
                  </a:lnTo>
                  <a:lnTo>
                    <a:pt x="582" y="615"/>
                  </a:lnTo>
                  <a:lnTo>
                    <a:pt x="595" y="605"/>
                  </a:lnTo>
                  <a:lnTo>
                    <a:pt x="607" y="593"/>
                  </a:lnTo>
                  <a:lnTo>
                    <a:pt x="619" y="581"/>
                  </a:lnTo>
                  <a:lnTo>
                    <a:pt x="629" y="568"/>
                  </a:lnTo>
                  <a:lnTo>
                    <a:pt x="640" y="555"/>
                  </a:lnTo>
                  <a:lnTo>
                    <a:pt x="650" y="542"/>
                  </a:lnTo>
                  <a:lnTo>
                    <a:pt x="659" y="527"/>
                  </a:lnTo>
                  <a:lnTo>
                    <a:pt x="668" y="512"/>
                  </a:lnTo>
                  <a:lnTo>
                    <a:pt x="676" y="498"/>
                  </a:lnTo>
                  <a:lnTo>
                    <a:pt x="683" y="483"/>
                  </a:lnTo>
                  <a:lnTo>
                    <a:pt x="690" y="467"/>
                  </a:lnTo>
                  <a:lnTo>
                    <a:pt x="695" y="450"/>
                  </a:lnTo>
                  <a:lnTo>
                    <a:pt x="699" y="435"/>
                  </a:lnTo>
                  <a:lnTo>
                    <a:pt x="704" y="418"/>
                  </a:lnTo>
                  <a:lnTo>
                    <a:pt x="707" y="400"/>
                  </a:lnTo>
                  <a:lnTo>
                    <a:pt x="709" y="383"/>
                  </a:lnTo>
                  <a:lnTo>
                    <a:pt x="710" y="365"/>
                  </a:lnTo>
                  <a:lnTo>
                    <a:pt x="711" y="347"/>
                  </a:lnTo>
                  <a:lnTo>
                    <a:pt x="710" y="330"/>
                  </a:lnTo>
                  <a:lnTo>
                    <a:pt x="709" y="312"/>
                  </a:lnTo>
                  <a:lnTo>
                    <a:pt x="707" y="295"/>
                  </a:lnTo>
                  <a:lnTo>
                    <a:pt x="704" y="277"/>
                  </a:lnTo>
                  <a:lnTo>
                    <a:pt x="699" y="260"/>
                  </a:lnTo>
                  <a:lnTo>
                    <a:pt x="695" y="244"/>
                  </a:lnTo>
                  <a:lnTo>
                    <a:pt x="690" y="228"/>
                  </a:lnTo>
                  <a:lnTo>
                    <a:pt x="683" y="212"/>
                  </a:lnTo>
                  <a:lnTo>
                    <a:pt x="676" y="197"/>
                  </a:lnTo>
                  <a:lnTo>
                    <a:pt x="668" y="181"/>
                  </a:lnTo>
                  <a:lnTo>
                    <a:pt x="659" y="167"/>
                  </a:lnTo>
                  <a:lnTo>
                    <a:pt x="650" y="153"/>
                  </a:lnTo>
                  <a:lnTo>
                    <a:pt x="640" y="139"/>
                  </a:lnTo>
                  <a:lnTo>
                    <a:pt x="629" y="127"/>
                  </a:lnTo>
                  <a:lnTo>
                    <a:pt x="619" y="114"/>
                  </a:lnTo>
                  <a:lnTo>
                    <a:pt x="607" y="101"/>
                  </a:lnTo>
                  <a:lnTo>
                    <a:pt x="595" y="90"/>
                  </a:lnTo>
                  <a:lnTo>
                    <a:pt x="582" y="79"/>
                  </a:lnTo>
                  <a:lnTo>
                    <a:pt x="568" y="69"/>
                  </a:lnTo>
                  <a:lnTo>
                    <a:pt x="554" y="59"/>
                  </a:lnTo>
                  <a:lnTo>
                    <a:pt x="540" y="50"/>
                  </a:lnTo>
                  <a:lnTo>
                    <a:pt x="525" y="42"/>
                  </a:lnTo>
                  <a:lnTo>
                    <a:pt x="510" y="34"/>
                  </a:lnTo>
                  <a:lnTo>
                    <a:pt x="494" y="27"/>
                  </a:lnTo>
                  <a:lnTo>
                    <a:pt x="478" y="21"/>
                  </a:lnTo>
                  <a:lnTo>
                    <a:pt x="461" y="15"/>
                  </a:lnTo>
                  <a:lnTo>
                    <a:pt x="444" y="11"/>
                  </a:lnTo>
                  <a:lnTo>
                    <a:pt x="427" y="7"/>
                  </a:lnTo>
                  <a:lnTo>
                    <a:pt x="410" y="4"/>
                  </a:lnTo>
                  <a:lnTo>
                    <a:pt x="391" y="2"/>
                  </a:lnTo>
                  <a:lnTo>
                    <a:pt x="373" y="1"/>
                  </a:lnTo>
                  <a:lnTo>
                    <a:pt x="355" y="0"/>
                  </a:lnTo>
                  <a:close/>
                </a:path>
              </a:pathLst>
            </a:custGeom>
            <a:solidFill>
              <a:srgbClr val="99CCFF"/>
            </a:solidFill>
            <a:ln w="31750">
              <a:solidFill>
                <a:srgbClr val="AC00AC"/>
              </a:solidFill>
              <a:round/>
              <a:headEnd/>
              <a:tailEnd/>
            </a:ln>
          </p:spPr>
          <p:txBody>
            <a:bodyPr/>
            <a:lstStyle/>
            <a:p>
              <a:endParaRPr lang="zh-CN" altLang="en-US"/>
            </a:p>
          </p:txBody>
        </p:sp>
        <p:sp>
          <p:nvSpPr>
            <p:cNvPr id="92173" name="Freeform 41">
              <a:extLst>
                <a:ext uri="{FF2B5EF4-FFF2-40B4-BE49-F238E27FC236}">
                  <a16:creationId xmlns:a16="http://schemas.microsoft.com/office/drawing/2014/main" id="{817BF40C-A2E0-B805-78AB-8AA6D240B70E}"/>
                </a:ext>
              </a:extLst>
            </p:cNvPr>
            <p:cNvSpPr>
              <a:spLocks noEditPoints="1" noChangeArrowheads="1"/>
            </p:cNvSpPr>
            <p:nvPr/>
          </p:nvSpPr>
          <p:spPr bwMode="auto">
            <a:xfrm>
              <a:off x="709" y="3305"/>
              <a:ext cx="985" cy="34"/>
            </a:xfrm>
            <a:custGeom>
              <a:avLst/>
              <a:gdLst>
                <a:gd name="T0" fmla="*/ 0 w 985"/>
                <a:gd name="T1" fmla="*/ 11 h 34"/>
                <a:gd name="T2" fmla="*/ 940 w 985"/>
                <a:gd name="T3" fmla="*/ 11 h 34"/>
                <a:gd name="T4" fmla="*/ 940 w 985"/>
                <a:gd name="T5" fmla="*/ 23 h 34"/>
                <a:gd name="T6" fmla="*/ 0 w 985"/>
                <a:gd name="T7" fmla="*/ 22 h 34"/>
                <a:gd name="T8" fmla="*/ 0 w 985"/>
                <a:gd name="T9" fmla="*/ 11 h 34"/>
                <a:gd name="T10" fmla="*/ 931 w 985"/>
                <a:gd name="T11" fmla="*/ 0 h 34"/>
                <a:gd name="T12" fmla="*/ 985 w 985"/>
                <a:gd name="T13" fmla="*/ 18 h 34"/>
                <a:gd name="T14" fmla="*/ 931 w 985"/>
                <a:gd name="T15" fmla="*/ 34 h 34"/>
                <a:gd name="T16" fmla="*/ 931 w 985"/>
                <a:gd name="T17"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5" h="34">
                  <a:moveTo>
                    <a:pt x="0" y="11"/>
                  </a:moveTo>
                  <a:lnTo>
                    <a:pt x="940" y="11"/>
                  </a:lnTo>
                  <a:lnTo>
                    <a:pt x="940" y="23"/>
                  </a:lnTo>
                  <a:lnTo>
                    <a:pt x="0" y="22"/>
                  </a:lnTo>
                  <a:lnTo>
                    <a:pt x="0" y="11"/>
                  </a:lnTo>
                  <a:close/>
                  <a:moveTo>
                    <a:pt x="931" y="0"/>
                  </a:moveTo>
                  <a:lnTo>
                    <a:pt x="985" y="18"/>
                  </a:lnTo>
                  <a:lnTo>
                    <a:pt x="931" y="34"/>
                  </a:lnTo>
                  <a:lnTo>
                    <a:pt x="931" y="0"/>
                  </a:lnTo>
                  <a:close/>
                </a:path>
              </a:pathLst>
            </a:custGeom>
            <a:solidFill>
              <a:srgbClr val="000000"/>
            </a:solidFill>
            <a:ln w="1588">
              <a:solidFill>
                <a:srgbClr val="000000"/>
              </a:solidFill>
              <a:round/>
              <a:headEnd/>
              <a:tailEnd/>
            </a:ln>
          </p:spPr>
          <p:txBody>
            <a:bodyPr/>
            <a:lstStyle/>
            <a:p>
              <a:endParaRPr lang="zh-CN" altLang="en-US"/>
            </a:p>
          </p:txBody>
        </p:sp>
        <p:sp>
          <p:nvSpPr>
            <p:cNvPr id="92174" name="Freeform 42">
              <a:extLst>
                <a:ext uri="{FF2B5EF4-FFF2-40B4-BE49-F238E27FC236}">
                  <a16:creationId xmlns:a16="http://schemas.microsoft.com/office/drawing/2014/main" id="{4984CB44-A048-7627-A22F-74E29B86034C}"/>
                </a:ext>
              </a:extLst>
            </p:cNvPr>
            <p:cNvSpPr>
              <a:spLocks noEditPoints="1" noChangeArrowheads="1"/>
            </p:cNvSpPr>
            <p:nvPr/>
          </p:nvSpPr>
          <p:spPr bwMode="auto">
            <a:xfrm>
              <a:off x="1109" y="2818"/>
              <a:ext cx="36" cy="913"/>
            </a:xfrm>
            <a:custGeom>
              <a:avLst/>
              <a:gdLst>
                <a:gd name="T0" fmla="*/ 11 w 36"/>
                <a:gd name="T1" fmla="*/ 913 h 913"/>
                <a:gd name="T2" fmla="*/ 13 w 36"/>
                <a:gd name="T3" fmla="*/ 44 h 913"/>
                <a:gd name="T4" fmla="*/ 23 w 36"/>
                <a:gd name="T5" fmla="*/ 44 h 913"/>
                <a:gd name="T6" fmla="*/ 23 w 36"/>
                <a:gd name="T7" fmla="*/ 913 h 913"/>
                <a:gd name="T8" fmla="*/ 11 w 36"/>
                <a:gd name="T9" fmla="*/ 913 h 913"/>
                <a:gd name="T10" fmla="*/ 0 w 36"/>
                <a:gd name="T11" fmla="*/ 53 h 913"/>
                <a:gd name="T12" fmla="*/ 18 w 36"/>
                <a:gd name="T13" fmla="*/ 0 h 913"/>
                <a:gd name="T14" fmla="*/ 36 w 36"/>
                <a:gd name="T15" fmla="*/ 53 h 913"/>
                <a:gd name="T16" fmla="*/ 0 w 36"/>
                <a:gd name="T17" fmla="*/ 53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913">
                  <a:moveTo>
                    <a:pt x="11" y="913"/>
                  </a:moveTo>
                  <a:lnTo>
                    <a:pt x="13" y="44"/>
                  </a:lnTo>
                  <a:lnTo>
                    <a:pt x="23" y="44"/>
                  </a:lnTo>
                  <a:lnTo>
                    <a:pt x="23" y="913"/>
                  </a:lnTo>
                  <a:lnTo>
                    <a:pt x="11" y="913"/>
                  </a:lnTo>
                  <a:close/>
                  <a:moveTo>
                    <a:pt x="0" y="53"/>
                  </a:moveTo>
                  <a:lnTo>
                    <a:pt x="18" y="0"/>
                  </a:lnTo>
                  <a:lnTo>
                    <a:pt x="36" y="53"/>
                  </a:lnTo>
                  <a:lnTo>
                    <a:pt x="0" y="53"/>
                  </a:lnTo>
                  <a:close/>
                </a:path>
              </a:pathLst>
            </a:custGeom>
            <a:solidFill>
              <a:srgbClr val="000000"/>
            </a:solidFill>
            <a:ln w="1588">
              <a:solidFill>
                <a:srgbClr val="000000"/>
              </a:solidFill>
              <a:round/>
              <a:headEnd/>
              <a:tailEnd/>
            </a:ln>
          </p:spPr>
          <p:txBody>
            <a:bodyPr/>
            <a:lstStyle/>
            <a:p>
              <a:endParaRPr lang="zh-CN" altLang="en-US"/>
            </a:p>
          </p:txBody>
        </p:sp>
        <p:sp>
          <p:nvSpPr>
            <p:cNvPr id="92175" name="Freeform 43">
              <a:extLst>
                <a:ext uri="{FF2B5EF4-FFF2-40B4-BE49-F238E27FC236}">
                  <a16:creationId xmlns:a16="http://schemas.microsoft.com/office/drawing/2014/main" id="{86E650E6-9DFE-2C0F-046D-F27985716C54}"/>
                </a:ext>
              </a:extLst>
            </p:cNvPr>
            <p:cNvSpPr>
              <a:spLocks noEditPoints="1" noChangeArrowheads="1"/>
            </p:cNvSpPr>
            <p:nvPr/>
          </p:nvSpPr>
          <p:spPr bwMode="auto">
            <a:xfrm flipV="1">
              <a:off x="1127" y="3322"/>
              <a:ext cx="284" cy="229"/>
            </a:xfrm>
            <a:custGeom>
              <a:avLst/>
              <a:gdLst>
                <a:gd name="T0" fmla="*/ 0 w 284"/>
                <a:gd name="T1" fmla="*/ 217 h 229"/>
                <a:gd name="T2" fmla="*/ 217 w 284"/>
                <a:gd name="T3" fmla="*/ 44 h 229"/>
                <a:gd name="T4" fmla="*/ 227 w 284"/>
                <a:gd name="T5" fmla="*/ 55 h 229"/>
                <a:gd name="T6" fmla="*/ 10 w 284"/>
                <a:gd name="T7" fmla="*/ 229 h 229"/>
                <a:gd name="T8" fmla="*/ 0 w 284"/>
                <a:gd name="T9" fmla="*/ 217 h 229"/>
                <a:gd name="T10" fmla="*/ 203 w 284"/>
                <a:gd name="T11" fmla="*/ 42 h 229"/>
                <a:gd name="T12" fmla="*/ 284 w 284"/>
                <a:gd name="T13" fmla="*/ 0 h 229"/>
                <a:gd name="T14" fmla="*/ 227 w 284"/>
                <a:gd name="T15" fmla="*/ 69 h 229"/>
                <a:gd name="T16" fmla="*/ 203 w 284"/>
                <a:gd name="T17" fmla="*/ 42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4" h="229">
                  <a:moveTo>
                    <a:pt x="0" y="217"/>
                  </a:moveTo>
                  <a:lnTo>
                    <a:pt x="217" y="44"/>
                  </a:lnTo>
                  <a:lnTo>
                    <a:pt x="227" y="55"/>
                  </a:lnTo>
                  <a:lnTo>
                    <a:pt x="10" y="229"/>
                  </a:lnTo>
                  <a:lnTo>
                    <a:pt x="0" y="217"/>
                  </a:lnTo>
                  <a:close/>
                  <a:moveTo>
                    <a:pt x="203" y="42"/>
                  </a:moveTo>
                  <a:lnTo>
                    <a:pt x="284" y="0"/>
                  </a:lnTo>
                  <a:lnTo>
                    <a:pt x="227" y="69"/>
                  </a:lnTo>
                  <a:lnTo>
                    <a:pt x="203" y="42"/>
                  </a:lnTo>
                  <a:close/>
                </a:path>
              </a:pathLst>
            </a:custGeom>
            <a:solidFill>
              <a:srgbClr val="FF0000"/>
            </a:solidFill>
            <a:ln w="1651">
              <a:solidFill>
                <a:srgbClr val="FF0000"/>
              </a:solidFill>
              <a:round/>
              <a:headEnd/>
              <a:tailEnd/>
            </a:ln>
          </p:spPr>
          <p:txBody>
            <a:bodyPr/>
            <a:lstStyle/>
            <a:p>
              <a:endParaRPr lang="zh-CN" altLang="en-US"/>
            </a:p>
          </p:txBody>
        </p:sp>
        <p:sp>
          <p:nvSpPr>
            <p:cNvPr id="92176" name="Freeform 44">
              <a:extLst>
                <a:ext uri="{FF2B5EF4-FFF2-40B4-BE49-F238E27FC236}">
                  <a16:creationId xmlns:a16="http://schemas.microsoft.com/office/drawing/2014/main" id="{352580CA-F3AA-A0C2-9397-AC3E25CF6E13}"/>
                </a:ext>
              </a:extLst>
            </p:cNvPr>
            <p:cNvSpPr>
              <a:spLocks noEditPoints="1" noChangeArrowheads="1"/>
            </p:cNvSpPr>
            <p:nvPr/>
          </p:nvSpPr>
          <p:spPr bwMode="auto">
            <a:xfrm>
              <a:off x="1146" y="3559"/>
              <a:ext cx="262" cy="8"/>
            </a:xfrm>
            <a:custGeom>
              <a:avLst/>
              <a:gdLst>
                <a:gd name="T0" fmla="*/ 238 w 262"/>
                <a:gd name="T1" fmla="*/ 8 h 8"/>
                <a:gd name="T2" fmla="*/ 236 w 262"/>
                <a:gd name="T3" fmla="*/ 7 h 8"/>
                <a:gd name="T4" fmla="*/ 235 w 262"/>
                <a:gd name="T5" fmla="*/ 5 h 8"/>
                <a:gd name="T6" fmla="*/ 236 w 262"/>
                <a:gd name="T7" fmla="*/ 1 h 8"/>
                <a:gd name="T8" fmla="*/ 238 w 262"/>
                <a:gd name="T9" fmla="*/ 0 h 8"/>
                <a:gd name="T10" fmla="*/ 260 w 262"/>
                <a:gd name="T11" fmla="*/ 1 h 8"/>
                <a:gd name="T12" fmla="*/ 262 w 262"/>
                <a:gd name="T13" fmla="*/ 2 h 8"/>
                <a:gd name="T14" fmla="*/ 262 w 262"/>
                <a:gd name="T15" fmla="*/ 6 h 8"/>
                <a:gd name="T16" fmla="*/ 260 w 262"/>
                <a:gd name="T17" fmla="*/ 7 h 8"/>
                <a:gd name="T18" fmla="*/ 211 w 262"/>
                <a:gd name="T19" fmla="*/ 8 h 8"/>
                <a:gd name="T20" fmla="*/ 191 w 262"/>
                <a:gd name="T21" fmla="*/ 8 h 8"/>
                <a:gd name="T22" fmla="*/ 189 w 262"/>
                <a:gd name="T23" fmla="*/ 6 h 8"/>
                <a:gd name="T24" fmla="*/ 189 w 262"/>
                <a:gd name="T25" fmla="*/ 2 h 8"/>
                <a:gd name="T26" fmla="*/ 191 w 262"/>
                <a:gd name="T27" fmla="*/ 1 h 8"/>
                <a:gd name="T28" fmla="*/ 211 w 262"/>
                <a:gd name="T29" fmla="*/ 1 h 8"/>
                <a:gd name="T30" fmla="*/ 214 w 262"/>
                <a:gd name="T31" fmla="*/ 1 h 8"/>
                <a:gd name="T32" fmla="*/ 216 w 262"/>
                <a:gd name="T33" fmla="*/ 5 h 8"/>
                <a:gd name="T34" fmla="*/ 214 w 262"/>
                <a:gd name="T35" fmla="*/ 7 h 8"/>
                <a:gd name="T36" fmla="*/ 211 w 262"/>
                <a:gd name="T37" fmla="*/ 8 h 8"/>
                <a:gd name="T38" fmla="*/ 145 w 262"/>
                <a:gd name="T39" fmla="*/ 8 h 8"/>
                <a:gd name="T40" fmla="*/ 142 w 262"/>
                <a:gd name="T41" fmla="*/ 7 h 8"/>
                <a:gd name="T42" fmla="*/ 141 w 262"/>
                <a:gd name="T43" fmla="*/ 5 h 8"/>
                <a:gd name="T44" fmla="*/ 142 w 262"/>
                <a:gd name="T45" fmla="*/ 2 h 8"/>
                <a:gd name="T46" fmla="*/ 145 w 262"/>
                <a:gd name="T47" fmla="*/ 1 h 8"/>
                <a:gd name="T48" fmla="*/ 166 w 262"/>
                <a:gd name="T49" fmla="*/ 1 h 8"/>
                <a:gd name="T50" fmla="*/ 168 w 262"/>
                <a:gd name="T51" fmla="*/ 3 h 8"/>
                <a:gd name="T52" fmla="*/ 168 w 262"/>
                <a:gd name="T53" fmla="*/ 6 h 8"/>
                <a:gd name="T54" fmla="*/ 166 w 262"/>
                <a:gd name="T55" fmla="*/ 8 h 8"/>
                <a:gd name="T56" fmla="*/ 118 w 262"/>
                <a:gd name="T57" fmla="*/ 8 h 8"/>
                <a:gd name="T58" fmla="*/ 96 w 262"/>
                <a:gd name="T59" fmla="*/ 8 h 8"/>
                <a:gd name="T60" fmla="*/ 94 w 262"/>
                <a:gd name="T61" fmla="*/ 6 h 8"/>
                <a:gd name="T62" fmla="*/ 94 w 262"/>
                <a:gd name="T63" fmla="*/ 3 h 8"/>
                <a:gd name="T64" fmla="*/ 96 w 262"/>
                <a:gd name="T65" fmla="*/ 1 h 8"/>
                <a:gd name="T66" fmla="*/ 118 w 262"/>
                <a:gd name="T67" fmla="*/ 1 h 8"/>
                <a:gd name="T68" fmla="*/ 120 w 262"/>
                <a:gd name="T69" fmla="*/ 2 h 8"/>
                <a:gd name="T70" fmla="*/ 121 w 262"/>
                <a:gd name="T71" fmla="*/ 5 h 8"/>
                <a:gd name="T72" fmla="*/ 120 w 262"/>
                <a:gd name="T73" fmla="*/ 7 h 8"/>
                <a:gd name="T74" fmla="*/ 118 w 262"/>
                <a:gd name="T75" fmla="*/ 8 h 8"/>
                <a:gd name="T76" fmla="*/ 50 w 262"/>
                <a:gd name="T77" fmla="*/ 8 h 8"/>
                <a:gd name="T78" fmla="*/ 48 w 262"/>
                <a:gd name="T79" fmla="*/ 7 h 8"/>
                <a:gd name="T80" fmla="*/ 47 w 262"/>
                <a:gd name="T81" fmla="*/ 5 h 8"/>
                <a:gd name="T82" fmla="*/ 48 w 262"/>
                <a:gd name="T83" fmla="*/ 2 h 8"/>
                <a:gd name="T84" fmla="*/ 50 w 262"/>
                <a:gd name="T85" fmla="*/ 1 h 8"/>
                <a:gd name="T86" fmla="*/ 71 w 262"/>
                <a:gd name="T87" fmla="*/ 1 h 8"/>
                <a:gd name="T88" fmla="*/ 73 w 262"/>
                <a:gd name="T89" fmla="*/ 3 h 8"/>
                <a:gd name="T90" fmla="*/ 73 w 262"/>
                <a:gd name="T91" fmla="*/ 6 h 8"/>
                <a:gd name="T92" fmla="*/ 71 w 262"/>
                <a:gd name="T93" fmla="*/ 8 h 8"/>
                <a:gd name="T94" fmla="*/ 23 w 262"/>
                <a:gd name="T95" fmla="*/ 8 h 8"/>
                <a:gd name="T96" fmla="*/ 2 w 262"/>
                <a:gd name="T97" fmla="*/ 8 h 8"/>
                <a:gd name="T98" fmla="*/ 0 w 262"/>
                <a:gd name="T99" fmla="*/ 6 h 8"/>
                <a:gd name="T100" fmla="*/ 0 w 262"/>
                <a:gd name="T101" fmla="*/ 3 h 8"/>
                <a:gd name="T102" fmla="*/ 2 w 262"/>
                <a:gd name="T103" fmla="*/ 1 h 8"/>
                <a:gd name="T104" fmla="*/ 23 w 262"/>
                <a:gd name="T105" fmla="*/ 1 h 8"/>
                <a:gd name="T106" fmla="*/ 26 w 262"/>
                <a:gd name="T107" fmla="*/ 2 h 8"/>
                <a:gd name="T108" fmla="*/ 27 w 262"/>
                <a:gd name="T109" fmla="*/ 5 h 8"/>
                <a:gd name="T110" fmla="*/ 26 w 262"/>
                <a:gd name="T111" fmla="*/ 7 h 8"/>
                <a:gd name="T112" fmla="*/ 23 w 262"/>
                <a:gd name="T113"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62" h="8">
                  <a:moveTo>
                    <a:pt x="259" y="8"/>
                  </a:moveTo>
                  <a:lnTo>
                    <a:pt x="238" y="8"/>
                  </a:lnTo>
                  <a:lnTo>
                    <a:pt x="237" y="7"/>
                  </a:lnTo>
                  <a:lnTo>
                    <a:pt x="236" y="7"/>
                  </a:lnTo>
                  <a:lnTo>
                    <a:pt x="236" y="6"/>
                  </a:lnTo>
                  <a:lnTo>
                    <a:pt x="235" y="5"/>
                  </a:lnTo>
                  <a:lnTo>
                    <a:pt x="236" y="2"/>
                  </a:lnTo>
                  <a:lnTo>
                    <a:pt x="236" y="1"/>
                  </a:lnTo>
                  <a:lnTo>
                    <a:pt x="237" y="1"/>
                  </a:lnTo>
                  <a:lnTo>
                    <a:pt x="238" y="0"/>
                  </a:lnTo>
                  <a:lnTo>
                    <a:pt x="259" y="0"/>
                  </a:lnTo>
                  <a:lnTo>
                    <a:pt x="260" y="1"/>
                  </a:lnTo>
                  <a:lnTo>
                    <a:pt x="261" y="1"/>
                  </a:lnTo>
                  <a:lnTo>
                    <a:pt x="262" y="2"/>
                  </a:lnTo>
                  <a:lnTo>
                    <a:pt x="262" y="5"/>
                  </a:lnTo>
                  <a:lnTo>
                    <a:pt x="262" y="6"/>
                  </a:lnTo>
                  <a:lnTo>
                    <a:pt x="261" y="7"/>
                  </a:lnTo>
                  <a:lnTo>
                    <a:pt x="260" y="7"/>
                  </a:lnTo>
                  <a:lnTo>
                    <a:pt x="259" y="8"/>
                  </a:lnTo>
                  <a:close/>
                  <a:moveTo>
                    <a:pt x="211" y="8"/>
                  </a:moveTo>
                  <a:lnTo>
                    <a:pt x="192" y="8"/>
                  </a:lnTo>
                  <a:lnTo>
                    <a:pt x="191" y="8"/>
                  </a:lnTo>
                  <a:lnTo>
                    <a:pt x="190" y="7"/>
                  </a:lnTo>
                  <a:lnTo>
                    <a:pt x="189" y="6"/>
                  </a:lnTo>
                  <a:lnTo>
                    <a:pt x="189" y="5"/>
                  </a:lnTo>
                  <a:lnTo>
                    <a:pt x="189" y="2"/>
                  </a:lnTo>
                  <a:lnTo>
                    <a:pt x="190" y="1"/>
                  </a:lnTo>
                  <a:lnTo>
                    <a:pt x="191" y="1"/>
                  </a:lnTo>
                  <a:lnTo>
                    <a:pt x="192" y="1"/>
                  </a:lnTo>
                  <a:lnTo>
                    <a:pt x="211" y="1"/>
                  </a:lnTo>
                  <a:lnTo>
                    <a:pt x="213" y="1"/>
                  </a:lnTo>
                  <a:lnTo>
                    <a:pt x="214" y="1"/>
                  </a:lnTo>
                  <a:lnTo>
                    <a:pt x="214" y="2"/>
                  </a:lnTo>
                  <a:lnTo>
                    <a:pt x="216" y="5"/>
                  </a:lnTo>
                  <a:lnTo>
                    <a:pt x="214" y="6"/>
                  </a:lnTo>
                  <a:lnTo>
                    <a:pt x="214" y="7"/>
                  </a:lnTo>
                  <a:lnTo>
                    <a:pt x="213" y="8"/>
                  </a:lnTo>
                  <a:lnTo>
                    <a:pt x="211" y="8"/>
                  </a:lnTo>
                  <a:close/>
                  <a:moveTo>
                    <a:pt x="165" y="8"/>
                  </a:moveTo>
                  <a:lnTo>
                    <a:pt x="145" y="8"/>
                  </a:lnTo>
                  <a:lnTo>
                    <a:pt x="143" y="8"/>
                  </a:lnTo>
                  <a:lnTo>
                    <a:pt x="142" y="7"/>
                  </a:lnTo>
                  <a:lnTo>
                    <a:pt x="141" y="6"/>
                  </a:lnTo>
                  <a:lnTo>
                    <a:pt x="141" y="5"/>
                  </a:lnTo>
                  <a:lnTo>
                    <a:pt x="141" y="3"/>
                  </a:lnTo>
                  <a:lnTo>
                    <a:pt x="142" y="2"/>
                  </a:lnTo>
                  <a:lnTo>
                    <a:pt x="143" y="1"/>
                  </a:lnTo>
                  <a:lnTo>
                    <a:pt x="145" y="1"/>
                  </a:lnTo>
                  <a:lnTo>
                    <a:pt x="165" y="1"/>
                  </a:lnTo>
                  <a:lnTo>
                    <a:pt x="166" y="1"/>
                  </a:lnTo>
                  <a:lnTo>
                    <a:pt x="167" y="2"/>
                  </a:lnTo>
                  <a:lnTo>
                    <a:pt x="168" y="3"/>
                  </a:lnTo>
                  <a:lnTo>
                    <a:pt x="168" y="5"/>
                  </a:lnTo>
                  <a:lnTo>
                    <a:pt x="168" y="6"/>
                  </a:lnTo>
                  <a:lnTo>
                    <a:pt x="167" y="7"/>
                  </a:lnTo>
                  <a:lnTo>
                    <a:pt x="166" y="8"/>
                  </a:lnTo>
                  <a:lnTo>
                    <a:pt x="165" y="8"/>
                  </a:lnTo>
                  <a:close/>
                  <a:moveTo>
                    <a:pt x="118" y="8"/>
                  </a:moveTo>
                  <a:lnTo>
                    <a:pt x="97" y="8"/>
                  </a:lnTo>
                  <a:lnTo>
                    <a:pt x="96" y="8"/>
                  </a:lnTo>
                  <a:lnTo>
                    <a:pt x="95" y="7"/>
                  </a:lnTo>
                  <a:lnTo>
                    <a:pt x="94" y="6"/>
                  </a:lnTo>
                  <a:lnTo>
                    <a:pt x="94" y="5"/>
                  </a:lnTo>
                  <a:lnTo>
                    <a:pt x="94" y="3"/>
                  </a:lnTo>
                  <a:lnTo>
                    <a:pt x="95" y="2"/>
                  </a:lnTo>
                  <a:lnTo>
                    <a:pt x="96" y="1"/>
                  </a:lnTo>
                  <a:lnTo>
                    <a:pt x="97" y="1"/>
                  </a:lnTo>
                  <a:lnTo>
                    <a:pt x="118" y="1"/>
                  </a:lnTo>
                  <a:lnTo>
                    <a:pt x="119" y="1"/>
                  </a:lnTo>
                  <a:lnTo>
                    <a:pt x="120" y="2"/>
                  </a:lnTo>
                  <a:lnTo>
                    <a:pt x="121" y="3"/>
                  </a:lnTo>
                  <a:lnTo>
                    <a:pt x="121" y="5"/>
                  </a:lnTo>
                  <a:lnTo>
                    <a:pt x="121" y="6"/>
                  </a:lnTo>
                  <a:lnTo>
                    <a:pt x="120" y="7"/>
                  </a:lnTo>
                  <a:lnTo>
                    <a:pt x="119" y="8"/>
                  </a:lnTo>
                  <a:lnTo>
                    <a:pt x="118" y="8"/>
                  </a:lnTo>
                  <a:close/>
                  <a:moveTo>
                    <a:pt x="70" y="8"/>
                  </a:moveTo>
                  <a:lnTo>
                    <a:pt x="50" y="8"/>
                  </a:lnTo>
                  <a:lnTo>
                    <a:pt x="49" y="8"/>
                  </a:lnTo>
                  <a:lnTo>
                    <a:pt x="48" y="7"/>
                  </a:lnTo>
                  <a:lnTo>
                    <a:pt x="48" y="6"/>
                  </a:lnTo>
                  <a:lnTo>
                    <a:pt x="47" y="5"/>
                  </a:lnTo>
                  <a:lnTo>
                    <a:pt x="48" y="3"/>
                  </a:lnTo>
                  <a:lnTo>
                    <a:pt x="48" y="2"/>
                  </a:lnTo>
                  <a:lnTo>
                    <a:pt x="49" y="1"/>
                  </a:lnTo>
                  <a:lnTo>
                    <a:pt x="50" y="1"/>
                  </a:lnTo>
                  <a:lnTo>
                    <a:pt x="70" y="1"/>
                  </a:lnTo>
                  <a:lnTo>
                    <a:pt x="71" y="1"/>
                  </a:lnTo>
                  <a:lnTo>
                    <a:pt x="72" y="2"/>
                  </a:lnTo>
                  <a:lnTo>
                    <a:pt x="73" y="3"/>
                  </a:lnTo>
                  <a:lnTo>
                    <a:pt x="73" y="5"/>
                  </a:lnTo>
                  <a:lnTo>
                    <a:pt x="73" y="6"/>
                  </a:lnTo>
                  <a:lnTo>
                    <a:pt x="72" y="7"/>
                  </a:lnTo>
                  <a:lnTo>
                    <a:pt x="71" y="8"/>
                  </a:lnTo>
                  <a:lnTo>
                    <a:pt x="70" y="8"/>
                  </a:lnTo>
                  <a:close/>
                  <a:moveTo>
                    <a:pt x="23" y="8"/>
                  </a:moveTo>
                  <a:lnTo>
                    <a:pt x="4" y="8"/>
                  </a:lnTo>
                  <a:lnTo>
                    <a:pt x="2" y="8"/>
                  </a:lnTo>
                  <a:lnTo>
                    <a:pt x="1" y="7"/>
                  </a:lnTo>
                  <a:lnTo>
                    <a:pt x="0" y="6"/>
                  </a:lnTo>
                  <a:lnTo>
                    <a:pt x="0" y="5"/>
                  </a:lnTo>
                  <a:lnTo>
                    <a:pt x="0" y="3"/>
                  </a:lnTo>
                  <a:lnTo>
                    <a:pt x="1" y="2"/>
                  </a:lnTo>
                  <a:lnTo>
                    <a:pt x="2" y="1"/>
                  </a:lnTo>
                  <a:lnTo>
                    <a:pt x="4" y="1"/>
                  </a:lnTo>
                  <a:lnTo>
                    <a:pt x="23" y="1"/>
                  </a:lnTo>
                  <a:lnTo>
                    <a:pt x="25" y="1"/>
                  </a:lnTo>
                  <a:lnTo>
                    <a:pt x="26" y="2"/>
                  </a:lnTo>
                  <a:lnTo>
                    <a:pt x="26" y="3"/>
                  </a:lnTo>
                  <a:lnTo>
                    <a:pt x="27" y="5"/>
                  </a:lnTo>
                  <a:lnTo>
                    <a:pt x="26" y="6"/>
                  </a:lnTo>
                  <a:lnTo>
                    <a:pt x="26" y="7"/>
                  </a:lnTo>
                  <a:lnTo>
                    <a:pt x="25" y="8"/>
                  </a:lnTo>
                  <a:lnTo>
                    <a:pt x="23" y="8"/>
                  </a:lnTo>
                  <a:close/>
                </a:path>
              </a:pathLst>
            </a:custGeom>
            <a:solidFill>
              <a:srgbClr val="000000"/>
            </a:solidFill>
            <a:ln w="1588">
              <a:solidFill>
                <a:srgbClr val="000000"/>
              </a:solidFill>
              <a:round/>
              <a:headEnd/>
              <a:tailEnd/>
            </a:ln>
          </p:spPr>
          <p:txBody>
            <a:bodyPr/>
            <a:lstStyle/>
            <a:p>
              <a:endParaRPr lang="zh-CN" altLang="en-US"/>
            </a:p>
          </p:txBody>
        </p:sp>
        <p:sp>
          <p:nvSpPr>
            <p:cNvPr id="92177" name="Freeform 45">
              <a:extLst>
                <a:ext uri="{FF2B5EF4-FFF2-40B4-BE49-F238E27FC236}">
                  <a16:creationId xmlns:a16="http://schemas.microsoft.com/office/drawing/2014/main" id="{9C017AC3-0BAA-A158-9982-03EDD45B5945}"/>
                </a:ext>
              </a:extLst>
            </p:cNvPr>
            <p:cNvSpPr>
              <a:spLocks noEditPoints="1" noChangeArrowheads="1"/>
            </p:cNvSpPr>
            <p:nvPr/>
          </p:nvSpPr>
          <p:spPr bwMode="auto">
            <a:xfrm>
              <a:off x="1400" y="3310"/>
              <a:ext cx="7" cy="211"/>
            </a:xfrm>
            <a:custGeom>
              <a:avLst/>
              <a:gdLst>
                <a:gd name="T0" fmla="*/ 7 w 7"/>
                <a:gd name="T1" fmla="*/ 23 h 211"/>
                <a:gd name="T2" fmla="*/ 6 w 7"/>
                <a:gd name="T3" fmla="*/ 26 h 211"/>
                <a:gd name="T4" fmla="*/ 4 w 7"/>
                <a:gd name="T5" fmla="*/ 27 h 211"/>
                <a:gd name="T6" fmla="*/ 1 w 7"/>
                <a:gd name="T7" fmla="*/ 26 h 211"/>
                <a:gd name="T8" fmla="*/ 0 w 7"/>
                <a:gd name="T9" fmla="*/ 23 h 211"/>
                <a:gd name="T10" fmla="*/ 1 w 7"/>
                <a:gd name="T11" fmla="*/ 2 h 211"/>
                <a:gd name="T12" fmla="*/ 2 w 7"/>
                <a:gd name="T13" fmla="*/ 0 h 211"/>
                <a:gd name="T14" fmla="*/ 5 w 7"/>
                <a:gd name="T15" fmla="*/ 0 h 211"/>
                <a:gd name="T16" fmla="*/ 6 w 7"/>
                <a:gd name="T17" fmla="*/ 2 h 211"/>
                <a:gd name="T18" fmla="*/ 7 w 7"/>
                <a:gd name="T19" fmla="*/ 50 h 211"/>
                <a:gd name="T20" fmla="*/ 6 w 7"/>
                <a:gd name="T21" fmla="*/ 71 h 211"/>
                <a:gd name="T22" fmla="*/ 5 w 7"/>
                <a:gd name="T23" fmla="*/ 72 h 211"/>
                <a:gd name="T24" fmla="*/ 2 w 7"/>
                <a:gd name="T25" fmla="*/ 72 h 211"/>
                <a:gd name="T26" fmla="*/ 1 w 7"/>
                <a:gd name="T27" fmla="*/ 71 h 211"/>
                <a:gd name="T28" fmla="*/ 0 w 7"/>
                <a:gd name="T29" fmla="*/ 50 h 211"/>
                <a:gd name="T30" fmla="*/ 1 w 7"/>
                <a:gd name="T31" fmla="*/ 48 h 211"/>
                <a:gd name="T32" fmla="*/ 4 w 7"/>
                <a:gd name="T33" fmla="*/ 47 h 211"/>
                <a:gd name="T34" fmla="*/ 6 w 7"/>
                <a:gd name="T35" fmla="*/ 48 h 211"/>
                <a:gd name="T36" fmla="*/ 7 w 7"/>
                <a:gd name="T37" fmla="*/ 50 h 211"/>
                <a:gd name="T38" fmla="*/ 7 w 7"/>
                <a:gd name="T39" fmla="*/ 115 h 211"/>
                <a:gd name="T40" fmla="*/ 6 w 7"/>
                <a:gd name="T41" fmla="*/ 117 h 211"/>
                <a:gd name="T42" fmla="*/ 4 w 7"/>
                <a:gd name="T43" fmla="*/ 118 h 211"/>
                <a:gd name="T44" fmla="*/ 2 w 7"/>
                <a:gd name="T45" fmla="*/ 117 h 211"/>
                <a:gd name="T46" fmla="*/ 1 w 7"/>
                <a:gd name="T47" fmla="*/ 115 h 211"/>
                <a:gd name="T48" fmla="*/ 1 w 7"/>
                <a:gd name="T49" fmla="*/ 94 h 211"/>
                <a:gd name="T50" fmla="*/ 2 w 7"/>
                <a:gd name="T51" fmla="*/ 93 h 211"/>
                <a:gd name="T52" fmla="*/ 5 w 7"/>
                <a:gd name="T53" fmla="*/ 93 h 211"/>
                <a:gd name="T54" fmla="*/ 7 w 7"/>
                <a:gd name="T55" fmla="*/ 94 h 211"/>
                <a:gd name="T56" fmla="*/ 7 w 7"/>
                <a:gd name="T57" fmla="*/ 141 h 211"/>
                <a:gd name="T58" fmla="*/ 7 w 7"/>
                <a:gd name="T59" fmla="*/ 162 h 211"/>
                <a:gd name="T60" fmla="*/ 5 w 7"/>
                <a:gd name="T61" fmla="*/ 164 h 211"/>
                <a:gd name="T62" fmla="*/ 3 w 7"/>
                <a:gd name="T63" fmla="*/ 164 h 211"/>
                <a:gd name="T64" fmla="*/ 1 w 7"/>
                <a:gd name="T65" fmla="*/ 162 h 211"/>
                <a:gd name="T66" fmla="*/ 1 w 7"/>
                <a:gd name="T67" fmla="*/ 141 h 211"/>
                <a:gd name="T68" fmla="*/ 2 w 7"/>
                <a:gd name="T69" fmla="*/ 139 h 211"/>
                <a:gd name="T70" fmla="*/ 4 w 7"/>
                <a:gd name="T71" fmla="*/ 138 h 211"/>
                <a:gd name="T72" fmla="*/ 6 w 7"/>
                <a:gd name="T73" fmla="*/ 139 h 211"/>
                <a:gd name="T74" fmla="*/ 7 w 7"/>
                <a:gd name="T75" fmla="*/ 141 h 211"/>
                <a:gd name="T76" fmla="*/ 7 w 7"/>
                <a:gd name="T77" fmla="*/ 207 h 211"/>
                <a:gd name="T78" fmla="*/ 6 w 7"/>
                <a:gd name="T79" fmla="*/ 209 h 211"/>
                <a:gd name="T80" fmla="*/ 4 w 7"/>
                <a:gd name="T81" fmla="*/ 211 h 211"/>
                <a:gd name="T82" fmla="*/ 2 w 7"/>
                <a:gd name="T83" fmla="*/ 209 h 211"/>
                <a:gd name="T84" fmla="*/ 1 w 7"/>
                <a:gd name="T85" fmla="*/ 207 h 211"/>
                <a:gd name="T86" fmla="*/ 1 w 7"/>
                <a:gd name="T87" fmla="*/ 186 h 211"/>
                <a:gd name="T88" fmla="*/ 3 w 7"/>
                <a:gd name="T89" fmla="*/ 184 h 211"/>
                <a:gd name="T90" fmla="*/ 5 w 7"/>
                <a:gd name="T91" fmla="*/ 184 h 211"/>
                <a:gd name="T92" fmla="*/ 7 w 7"/>
                <a:gd name="T93" fmla="*/ 18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 h="211">
                  <a:moveTo>
                    <a:pt x="7" y="4"/>
                  </a:moveTo>
                  <a:lnTo>
                    <a:pt x="7" y="23"/>
                  </a:lnTo>
                  <a:lnTo>
                    <a:pt x="6" y="25"/>
                  </a:lnTo>
                  <a:lnTo>
                    <a:pt x="6" y="26"/>
                  </a:lnTo>
                  <a:lnTo>
                    <a:pt x="5" y="27"/>
                  </a:lnTo>
                  <a:lnTo>
                    <a:pt x="4" y="27"/>
                  </a:lnTo>
                  <a:lnTo>
                    <a:pt x="2" y="27"/>
                  </a:lnTo>
                  <a:lnTo>
                    <a:pt x="1" y="26"/>
                  </a:lnTo>
                  <a:lnTo>
                    <a:pt x="1" y="25"/>
                  </a:lnTo>
                  <a:lnTo>
                    <a:pt x="0" y="23"/>
                  </a:lnTo>
                  <a:lnTo>
                    <a:pt x="0" y="4"/>
                  </a:lnTo>
                  <a:lnTo>
                    <a:pt x="1" y="2"/>
                  </a:lnTo>
                  <a:lnTo>
                    <a:pt x="1" y="1"/>
                  </a:lnTo>
                  <a:lnTo>
                    <a:pt x="2" y="0"/>
                  </a:lnTo>
                  <a:lnTo>
                    <a:pt x="3" y="0"/>
                  </a:lnTo>
                  <a:lnTo>
                    <a:pt x="5" y="0"/>
                  </a:lnTo>
                  <a:lnTo>
                    <a:pt x="6" y="1"/>
                  </a:lnTo>
                  <a:lnTo>
                    <a:pt x="6" y="2"/>
                  </a:lnTo>
                  <a:lnTo>
                    <a:pt x="7" y="4"/>
                  </a:lnTo>
                  <a:close/>
                  <a:moveTo>
                    <a:pt x="7" y="50"/>
                  </a:moveTo>
                  <a:lnTo>
                    <a:pt x="7" y="69"/>
                  </a:lnTo>
                  <a:lnTo>
                    <a:pt x="6" y="71"/>
                  </a:lnTo>
                  <a:lnTo>
                    <a:pt x="6" y="72"/>
                  </a:lnTo>
                  <a:lnTo>
                    <a:pt x="5" y="72"/>
                  </a:lnTo>
                  <a:lnTo>
                    <a:pt x="4" y="73"/>
                  </a:lnTo>
                  <a:lnTo>
                    <a:pt x="2" y="72"/>
                  </a:lnTo>
                  <a:lnTo>
                    <a:pt x="1" y="72"/>
                  </a:lnTo>
                  <a:lnTo>
                    <a:pt x="1" y="71"/>
                  </a:lnTo>
                  <a:lnTo>
                    <a:pt x="0" y="69"/>
                  </a:lnTo>
                  <a:lnTo>
                    <a:pt x="0" y="50"/>
                  </a:lnTo>
                  <a:lnTo>
                    <a:pt x="1" y="49"/>
                  </a:lnTo>
                  <a:lnTo>
                    <a:pt x="1" y="48"/>
                  </a:lnTo>
                  <a:lnTo>
                    <a:pt x="2" y="47"/>
                  </a:lnTo>
                  <a:lnTo>
                    <a:pt x="4" y="47"/>
                  </a:lnTo>
                  <a:lnTo>
                    <a:pt x="5" y="47"/>
                  </a:lnTo>
                  <a:lnTo>
                    <a:pt x="6" y="48"/>
                  </a:lnTo>
                  <a:lnTo>
                    <a:pt x="6" y="49"/>
                  </a:lnTo>
                  <a:lnTo>
                    <a:pt x="7" y="50"/>
                  </a:lnTo>
                  <a:close/>
                  <a:moveTo>
                    <a:pt x="7" y="95"/>
                  </a:moveTo>
                  <a:lnTo>
                    <a:pt x="7" y="115"/>
                  </a:lnTo>
                  <a:lnTo>
                    <a:pt x="7" y="116"/>
                  </a:lnTo>
                  <a:lnTo>
                    <a:pt x="6" y="117"/>
                  </a:lnTo>
                  <a:lnTo>
                    <a:pt x="5" y="118"/>
                  </a:lnTo>
                  <a:lnTo>
                    <a:pt x="4" y="118"/>
                  </a:lnTo>
                  <a:lnTo>
                    <a:pt x="3" y="118"/>
                  </a:lnTo>
                  <a:lnTo>
                    <a:pt x="2" y="117"/>
                  </a:lnTo>
                  <a:lnTo>
                    <a:pt x="1" y="116"/>
                  </a:lnTo>
                  <a:lnTo>
                    <a:pt x="1" y="115"/>
                  </a:lnTo>
                  <a:lnTo>
                    <a:pt x="1" y="95"/>
                  </a:lnTo>
                  <a:lnTo>
                    <a:pt x="1" y="94"/>
                  </a:lnTo>
                  <a:lnTo>
                    <a:pt x="1" y="93"/>
                  </a:lnTo>
                  <a:lnTo>
                    <a:pt x="2" y="93"/>
                  </a:lnTo>
                  <a:lnTo>
                    <a:pt x="4" y="92"/>
                  </a:lnTo>
                  <a:lnTo>
                    <a:pt x="5" y="93"/>
                  </a:lnTo>
                  <a:lnTo>
                    <a:pt x="6" y="93"/>
                  </a:lnTo>
                  <a:lnTo>
                    <a:pt x="7" y="94"/>
                  </a:lnTo>
                  <a:lnTo>
                    <a:pt x="7" y="95"/>
                  </a:lnTo>
                  <a:close/>
                  <a:moveTo>
                    <a:pt x="7" y="141"/>
                  </a:moveTo>
                  <a:lnTo>
                    <a:pt x="7" y="161"/>
                  </a:lnTo>
                  <a:lnTo>
                    <a:pt x="7" y="162"/>
                  </a:lnTo>
                  <a:lnTo>
                    <a:pt x="6" y="163"/>
                  </a:lnTo>
                  <a:lnTo>
                    <a:pt x="5" y="164"/>
                  </a:lnTo>
                  <a:lnTo>
                    <a:pt x="4" y="164"/>
                  </a:lnTo>
                  <a:lnTo>
                    <a:pt x="3" y="164"/>
                  </a:lnTo>
                  <a:lnTo>
                    <a:pt x="2" y="163"/>
                  </a:lnTo>
                  <a:lnTo>
                    <a:pt x="1" y="162"/>
                  </a:lnTo>
                  <a:lnTo>
                    <a:pt x="1" y="161"/>
                  </a:lnTo>
                  <a:lnTo>
                    <a:pt x="1" y="141"/>
                  </a:lnTo>
                  <a:lnTo>
                    <a:pt x="1" y="140"/>
                  </a:lnTo>
                  <a:lnTo>
                    <a:pt x="2" y="139"/>
                  </a:lnTo>
                  <a:lnTo>
                    <a:pt x="3" y="138"/>
                  </a:lnTo>
                  <a:lnTo>
                    <a:pt x="4" y="138"/>
                  </a:lnTo>
                  <a:lnTo>
                    <a:pt x="5" y="138"/>
                  </a:lnTo>
                  <a:lnTo>
                    <a:pt x="6" y="139"/>
                  </a:lnTo>
                  <a:lnTo>
                    <a:pt x="7" y="140"/>
                  </a:lnTo>
                  <a:lnTo>
                    <a:pt x="7" y="141"/>
                  </a:lnTo>
                  <a:close/>
                  <a:moveTo>
                    <a:pt x="7" y="187"/>
                  </a:moveTo>
                  <a:lnTo>
                    <a:pt x="7" y="207"/>
                  </a:lnTo>
                  <a:lnTo>
                    <a:pt x="7" y="208"/>
                  </a:lnTo>
                  <a:lnTo>
                    <a:pt x="6" y="209"/>
                  </a:lnTo>
                  <a:lnTo>
                    <a:pt x="5" y="211"/>
                  </a:lnTo>
                  <a:lnTo>
                    <a:pt x="4" y="211"/>
                  </a:lnTo>
                  <a:lnTo>
                    <a:pt x="3" y="211"/>
                  </a:lnTo>
                  <a:lnTo>
                    <a:pt x="2" y="209"/>
                  </a:lnTo>
                  <a:lnTo>
                    <a:pt x="1" y="208"/>
                  </a:lnTo>
                  <a:lnTo>
                    <a:pt x="1" y="207"/>
                  </a:lnTo>
                  <a:lnTo>
                    <a:pt x="1" y="187"/>
                  </a:lnTo>
                  <a:lnTo>
                    <a:pt x="1" y="186"/>
                  </a:lnTo>
                  <a:lnTo>
                    <a:pt x="2" y="185"/>
                  </a:lnTo>
                  <a:lnTo>
                    <a:pt x="3" y="184"/>
                  </a:lnTo>
                  <a:lnTo>
                    <a:pt x="4" y="184"/>
                  </a:lnTo>
                  <a:lnTo>
                    <a:pt x="5" y="184"/>
                  </a:lnTo>
                  <a:lnTo>
                    <a:pt x="6" y="185"/>
                  </a:lnTo>
                  <a:lnTo>
                    <a:pt x="7" y="186"/>
                  </a:lnTo>
                  <a:lnTo>
                    <a:pt x="7" y="187"/>
                  </a:lnTo>
                  <a:close/>
                </a:path>
              </a:pathLst>
            </a:custGeom>
            <a:solidFill>
              <a:srgbClr val="000000"/>
            </a:solidFill>
            <a:ln w="1588">
              <a:solidFill>
                <a:srgbClr val="000000"/>
              </a:solidFill>
              <a:round/>
              <a:headEnd/>
              <a:tailEnd/>
            </a:ln>
          </p:spPr>
          <p:txBody>
            <a:bodyPr/>
            <a:lstStyle/>
            <a:p>
              <a:endParaRPr lang="zh-CN" altLang="en-US"/>
            </a:p>
          </p:txBody>
        </p:sp>
        <p:sp>
          <p:nvSpPr>
            <p:cNvPr id="92178" name="Rectangle 46">
              <a:extLst>
                <a:ext uri="{FF2B5EF4-FFF2-40B4-BE49-F238E27FC236}">
                  <a16:creationId xmlns:a16="http://schemas.microsoft.com/office/drawing/2014/main" id="{DE8B3AE8-E8F1-EC90-9B12-662919F3B3CE}"/>
                </a:ext>
              </a:extLst>
            </p:cNvPr>
            <p:cNvSpPr>
              <a:spLocks noChangeArrowheads="1"/>
            </p:cNvSpPr>
            <p:nvPr/>
          </p:nvSpPr>
          <p:spPr bwMode="auto">
            <a:xfrm>
              <a:off x="1020" y="3285"/>
              <a:ext cx="71"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b="0" i="1">
                  <a:solidFill>
                    <a:srgbClr val="000000"/>
                  </a:solidFill>
                  <a:ea typeface="宋体" panose="02010600030101010101" pitchFamily="2" charset="-122"/>
                </a:rPr>
                <a:t>o</a:t>
              </a:r>
              <a:endParaRPr lang="en-US" altLang="zh-CN" sz="2000" b="0">
                <a:latin typeface="Arial" panose="020B0604020202020204" pitchFamily="34" charset="0"/>
                <a:ea typeface="宋体" panose="02010600030101010101" pitchFamily="2" charset="-122"/>
              </a:endParaRPr>
            </a:p>
          </p:txBody>
        </p:sp>
        <p:grpSp>
          <p:nvGrpSpPr>
            <p:cNvPr id="92179" name="Group 47">
              <a:extLst>
                <a:ext uri="{FF2B5EF4-FFF2-40B4-BE49-F238E27FC236}">
                  <a16:creationId xmlns:a16="http://schemas.microsoft.com/office/drawing/2014/main" id="{5E946964-727B-4F76-A9B6-691275C00782}"/>
                </a:ext>
              </a:extLst>
            </p:cNvPr>
            <p:cNvGrpSpPr>
              <a:grpSpLocks/>
            </p:cNvGrpSpPr>
            <p:nvPr/>
          </p:nvGrpSpPr>
          <p:grpSpPr bwMode="auto">
            <a:xfrm>
              <a:off x="1276" y="3113"/>
              <a:ext cx="140" cy="191"/>
              <a:chOff x="1276" y="3113"/>
              <a:chExt cx="140" cy="191"/>
            </a:xfrm>
          </p:grpSpPr>
          <p:sp>
            <p:nvSpPr>
              <p:cNvPr id="92180" name="Rectangle 48">
                <a:extLst>
                  <a:ext uri="{FF2B5EF4-FFF2-40B4-BE49-F238E27FC236}">
                    <a16:creationId xmlns:a16="http://schemas.microsoft.com/office/drawing/2014/main" id="{C4B825A4-6649-36DA-AB1B-67B61E22697E}"/>
                  </a:ext>
                </a:extLst>
              </p:cNvPr>
              <p:cNvSpPr>
                <a:spLocks noChangeArrowheads="1"/>
              </p:cNvSpPr>
              <p:nvPr/>
            </p:nvSpPr>
            <p:spPr bwMode="auto">
              <a:xfrm>
                <a:off x="1360" y="3158"/>
                <a:ext cx="56"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1800" b="0" i="1">
                    <a:solidFill>
                      <a:srgbClr val="000000"/>
                    </a:solidFill>
                    <a:ea typeface="宋体" panose="02010600030101010101" pitchFamily="2" charset="-122"/>
                  </a:rPr>
                  <a:t>x</a:t>
                </a:r>
                <a:endParaRPr lang="en-US" altLang="zh-CN" sz="1800" b="0">
                  <a:latin typeface="Arial" panose="020B0604020202020204" pitchFamily="34" charset="0"/>
                  <a:ea typeface="宋体" panose="02010600030101010101" pitchFamily="2" charset="-122"/>
                </a:endParaRPr>
              </a:p>
            </p:txBody>
          </p:sp>
          <p:sp>
            <p:nvSpPr>
              <p:cNvPr id="92181" name="Rectangle 49">
                <a:extLst>
                  <a:ext uri="{FF2B5EF4-FFF2-40B4-BE49-F238E27FC236}">
                    <a16:creationId xmlns:a16="http://schemas.microsoft.com/office/drawing/2014/main" id="{E8A65C11-BEC1-3999-F155-EA95FE88C22C}"/>
                  </a:ext>
                </a:extLst>
              </p:cNvPr>
              <p:cNvSpPr>
                <a:spLocks noChangeArrowheads="1"/>
              </p:cNvSpPr>
              <p:nvPr/>
            </p:nvSpPr>
            <p:spPr bwMode="auto">
              <a:xfrm>
                <a:off x="1276" y="3113"/>
                <a:ext cx="86"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b="0" i="1">
                    <a:solidFill>
                      <a:srgbClr val="000000"/>
                    </a:solidFill>
                    <a:ea typeface="宋体" panose="02010600030101010101" pitchFamily="2" charset="-122"/>
                  </a:rPr>
                  <a:t>E</a:t>
                </a:r>
                <a:endParaRPr lang="en-US" altLang="zh-CN" sz="2000" b="0">
                  <a:latin typeface="Arial" panose="020B0604020202020204" pitchFamily="34" charset="0"/>
                  <a:ea typeface="宋体" panose="02010600030101010101" pitchFamily="2" charset="-122"/>
                </a:endParaRPr>
              </a:p>
            </p:txBody>
          </p:sp>
        </p:grpSp>
        <p:sp>
          <p:nvSpPr>
            <p:cNvPr id="92182" name="Rectangle 50">
              <a:extLst>
                <a:ext uri="{FF2B5EF4-FFF2-40B4-BE49-F238E27FC236}">
                  <a16:creationId xmlns:a16="http://schemas.microsoft.com/office/drawing/2014/main" id="{757EC652-3643-D299-D990-CA11A55548E9}"/>
                </a:ext>
              </a:extLst>
            </p:cNvPr>
            <p:cNvSpPr>
              <a:spLocks noChangeArrowheads="1"/>
            </p:cNvSpPr>
            <p:nvPr/>
          </p:nvSpPr>
          <p:spPr bwMode="auto">
            <a:xfrm>
              <a:off x="1176" y="2752"/>
              <a:ext cx="13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i="1">
                  <a:solidFill>
                    <a:srgbClr val="000000"/>
                  </a:solidFill>
                  <a:ea typeface="宋体" panose="02010600030101010101" pitchFamily="2" charset="-122"/>
                </a:rPr>
                <a:t>E</a:t>
              </a:r>
              <a:r>
                <a:rPr lang="en-US" altLang="zh-CN" sz="2000" i="1" baseline="-25000">
                  <a:solidFill>
                    <a:srgbClr val="000000"/>
                  </a:solidFill>
                  <a:ea typeface="宋体" panose="02010600030101010101" pitchFamily="2" charset="-122"/>
                </a:rPr>
                <a:t>y</a:t>
              </a:r>
            </a:p>
          </p:txBody>
        </p:sp>
        <p:sp>
          <p:nvSpPr>
            <p:cNvPr id="92183" name="Rectangle 51">
              <a:extLst>
                <a:ext uri="{FF2B5EF4-FFF2-40B4-BE49-F238E27FC236}">
                  <a16:creationId xmlns:a16="http://schemas.microsoft.com/office/drawing/2014/main" id="{EC4DEF78-EA3D-7271-A535-CD720195BE94}"/>
                </a:ext>
              </a:extLst>
            </p:cNvPr>
            <p:cNvSpPr>
              <a:spLocks noChangeArrowheads="1"/>
            </p:cNvSpPr>
            <p:nvPr/>
          </p:nvSpPr>
          <p:spPr bwMode="auto">
            <a:xfrm>
              <a:off x="1667" y="3294"/>
              <a:ext cx="140"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i="1">
                  <a:solidFill>
                    <a:srgbClr val="000000"/>
                  </a:solidFill>
                  <a:ea typeface="宋体" panose="02010600030101010101" pitchFamily="2" charset="-122"/>
                </a:rPr>
                <a:t>E</a:t>
              </a:r>
              <a:r>
                <a:rPr lang="en-US" altLang="zh-CN" sz="2000" i="1" baseline="-25000">
                  <a:solidFill>
                    <a:srgbClr val="000000"/>
                  </a:solidFill>
                  <a:ea typeface="宋体" panose="02010600030101010101" pitchFamily="2" charset="-122"/>
                </a:rPr>
                <a:t>x</a:t>
              </a:r>
            </a:p>
          </p:txBody>
        </p:sp>
        <p:sp>
          <p:nvSpPr>
            <p:cNvPr id="92184" name="Rectangle 52">
              <a:extLst>
                <a:ext uri="{FF2B5EF4-FFF2-40B4-BE49-F238E27FC236}">
                  <a16:creationId xmlns:a16="http://schemas.microsoft.com/office/drawing/2014/main" id="{66C8C3BB-362B-568B-D5AD-B2075876A162}"/>
                </a:ext>
              </a:extLst>
            </p:cNvPr>
            <p:cNvSpPr>
              <a:spLocks noChangeArrowheads="1"/>
            </p:cNvSpPr>
            <p:nvPr/>
          </p:nvSpPr>
          <p:spPr bwMode="auto">
            <a:xfrm>
              <a:off x="1429" y="3521"/>
              <a:ext cx="9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i="1">
                  <a:solidFill>
                    <a:srgbClr val="000000"/>
                  </a:solidFill>
                  <a:ea typeface="宋体" panose="02010600030101010101" pitchFamily="2" charset="-122"/>
                </a:rPr>
                <a:t>E</a:t>
              </a:r>
              <a:endParaRPr lang="en-US" altLang="zh-CN" sz="2000" b="0" i="1">
                <a:latin typeface="Arial" panose="020B0604020202020204" pitchFamily="34" charset="0"/>
                <a:ea typeface="宋体" panose="02010600030101010101" pitchFamily="2" charset="-122"/>
              </a:endParaRPr>
            </a:p>
          </p:txBody>
        </p:sp>
        <p:grpSp>
          <p:nvGrpSpPr>
            <p:cNvPr id="92185" name="Group 53">
              <a:extLst>
                <a:ext uri="{FF2B5EF4-FFF2-40B4-BE49-F238E27FC236}">
                  <a16:creationId xmlns:a16="http://schemas.microsoft.com/office/drawing/2014/main" id="{8579D766-D2E2-8F24-E9A6-06480F7DDA3E}"/>
                </a:ext>
              </a:extLst>
            </p:cNvPr>
            <p:cNvGrpSpPr>
              <a:grpSpLocks/>
            </p:cNvGrpSpPr>
            <p:nvPr/>
          </p:nvGrpSpPr>
          <p:grpSpPr bwMode="auto">
            <a:xfrm>
              <a:off x="945" y="3432"/>
              <a:ext cx="151" cy="211"/>
              <a:chOff x="945" y="3432"/>
              <a:chExt cx="151" cy="211"/>
            </a:xfrm>
          </p:grpSpPr>
          <p:sp>
            <p:nvSpPr>
              <p:cNvPr id="92186" name="Rectangle 54">
                <a:extLst>
                  <a:ext uri="{FF2B5EF4-FFF2-40B4-BE49-F238E27FC236}">
                    <a16:creationId xmlns:a16="http://schemas.microsoft.com/office/drawing/2014/main" id="{2B24119B-528C-A4F1-7EE3-727B7518C6E1}"/>
                  </a:ext>
                </a:extLst>
              </p:cNvPr>
              <p:cNvSpPr>
                <a:spLocks noChangeArrowheads="1"/>
              </p:cNvSpPr>
              <p:nvPr/>
            </p:nvSpPr>
            <p:spPr bwMode="auto">
              <a:xfrm>
                <a:off x="1040" y="3497"/>
                <a:ext cx="56"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1800" b="0" i="1">
                    <a:solidFill>
                      <a:srgbClr val="000000"/>
                    </a:solidFill>
                    <a:ea typeface="宋体" panose="02010600030101010101" pitchFamily="2" charset="-122"/>
                  </a:rPr>
                  <a:t>y</a:t>
                </a:r>
                <a:endParaRPr lang="en-US" altLang="zh-CN" sz="1800" b="0">
                  <a:latin typeface="Arial" panose="020B0604020202020204" pitchFamily="34" charset="0"/>
                  <a:ea typeface="宋体" panose="02010600030101010101" pitchFamily="2" charset="-122"/>
                </a:endParaRPr>
              </a:p>
            </p:txBody>
          </p:sp>
          <p:sp>
            <p:nvSpPr>
              <p:cNvPr id="92187" name="Rectangle 55">
                <a:extLst>
                  <a:ext uri="{FF2B5EF4-FFF2-40B4-BE49-F238E27FC236}">
                    <a16:creationId xmlns:a16="http://schemas.microsoft.com/office/drawing/2014/main" id="{5DF9BF63-7A66-BBDA-096E-649D6B9C0D6C}"/>
                  </a:ext>
                </a:extLst>
              </p:cNvPr>
              <p:cNvSpPr>
                <a:spLocks noChangeArrowheads="1"/>
              </p:cNvSpPr>
              <p:nvPr/>
            </p:nvSpPr>
            <p:spPr bwMode="auto">
              <a:xfrm>
                <a:off x="945" y="3432"/>
                <a:ext cx="86"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b="0" i="1">
                    <a:solidFill>
                      <a:srgbClr val="000000"/>
                    </a:solidFill>
                    <a:ea typeface="宋体" panose="02010600030101010101" pitchFamily="2" charset="-122"/>
                  </a:rPr>
                  <a:t>E</a:t>
                </a:r>
                <a:endParaRPr lang="en-US" altLang="zh-CN" sz="2000" b="0">
                  <a:latin typeface="Arial" panose="020B0604020202020204" pitchFamily="34" charset="0"/>
                  <a:ea typeface="宋体" panose="02010600030101010101" pitchFamily="2" charset="-122"/>
                </a:endParaRPr>
              </a:p>
            </p:txBody>
          </p:sp>
        </p:grpSp>
        <p:sp>
          <p:nvSpPr>
            <p:cNvPr id="92188" name="Rectangle 56">
              <a:extLst>
                <a:ext uri="{FF2B5EF4-FFF2-40B4-BE49-F238E27FC236}">
                  <a16:creationId xmlns:a16="http://schemas.microsoft.com/office/drawing/2014/main" id="{AB804154-7AF3-FC92-AD0F-D2609B13D893}"/>
                </a:ext>
              </a:extLst>
            </p:cNvPr>
            <p:cNvSpPr>
              <a:spLocks noChangeArrowheads="1"/>
            </p:cNvSpPr>
            <p:nvPr/>
          </p:nvSpPr>
          <p:spPr bwMode="auto">
            <a:xfrm>
              <a:off x="1282" y="3283"/>
              <a:ext cx="89"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b="0" i="1">
                  <a:solidFill>
                    <a:srgbClr val="000000"/>
                  </a:solidFill>
                  <a:latin typeface="Symbol" panose="05050102010706020507" pitchFamily="18" charset="2"/>
                  <a:ea typeface="宋体" panose="02010600030101010101" pitchFamily="2" charset="-122"/>
                </a:rPr>
                <a:t>a</a:t>
              </a:r>
              <a:endParaRPr lang="en-US" altLang="zh-CN" sz="2000" b="0">
                <a:latin typeface="Arial" panose="020B0604020202020204" pitchFamily="34" charset="0"/>
                <a:ea typeface="宋体" panose="02010600030101010101" pitchFamily="2" charset="-122"/>
              </a:endParaRPr>
            </a:p>
          </p:txBody>
        </p:sp>
        <p:sp>
          <p:nvSpPr>
            <p:cNvPr id="92189" name="Freeform 57">
              <a:extLst>
                <a:ext uri="{FF2B5EF4-FFF2-40B4-BE49-F238E27FC236}">
                  <a16:creationId xmlns:a16="http://schemas.microsoft.com/office/drawing/2014/main" id="{0ED5660E-5C06-B9A0-6F15-35E6F51783C9}"/>
                </a:ext>
              </a:extLst>
            </p:cNvPr>
            <p:cNvSpPr>
              <a:spLocks noChangeArrowheads="1"/>
            </p:cNvSpPr>
            <p:nvPr/>
          </p:nvSpPr>
          <p:spPr bwMode="auto">
            <a:xfrm flipV="1">
              <a:off x="1201" y="3327"/>
              <a:ext cx="34" cy="58"/>
            </a:xfrm>
            <a:custGeom>
              <a:avLst/>
              <a:gdLst>
                <a:gd name="T0" fmla="*/ 27 w 34"/>
                <a:gd name="T1" fmla="*/ 58 h 58"/>
                <a:gd name="T2" fmla="*/ 29 w 34"/>
                <a:gd name="T3" fmla="*/ 53 h 58"/>
                <a:gd name="T4" fmla="*/ 31 w 34"/>
                <a:gd name="T5" fmla="*/ 49 h 58"/>
                <a:gd name="T6" fmla="*/ 32 w 34"/>
                <a:gd name="T7" fmla="*/ 44 h 58"/>
                <a:gd name="T8" fmla="*/ 34 w 34"/>
                <a:gd name="T9" fmla="*/ 41 h 58"/>
                <a:gd name="T10" fmla="*/ 34 w 34"/>
                <a:gd name="T11" fmla="*/ 39 h 58"/>
                <a:gd name="T12" fmla="*/ 34 w 34"/>
                <a:gd name="T13" fmla="*/ 34 h 58"/>
                <a:gd name="T14" fmla="*/ 32 w 34"/>
                <a:gd name="T15" fmla="*/ 30 h 58"/>
                <a:gd name="T16" fmla="*/ 31 w 34"/>
                <a:gd name="T17" fmla="*/ 27 h 58"/>
                <a:gd name="T18" fmla="*/ 30 w 34"/>
                <a:gd name="T19" fmla="*/ 24 h 58"/>
                <a:gd name="T20" fmla="*/ 28 w 34"/>
                <a:gd name="T21" fmla="*/ 22 h 58"/>
                <a:gd name="T22" fmla="*/ 26 w 34"/>
                <a:gd name="T23" fmla="*/ 20 h 58"/>
                <a:gd name="T24" fmla="*/ 22 w 34"/>
                <a:gd name="T25" fmla="*/ 15 h 58"/>
                <a:gd name="T26" fmla="*/ 16 w 34"/>
                <a:gd name="T27" fmla="*/ 11 h 58"/>
                <a:gd name="T28" fmla="*/ 11 w 34"/>
                <a:gd name="T29" fmla="*/ 8 h 58"/>
                <a:gd name="T30" fmla="*/ 6 w 34"/>
                <a:gd name="T31" fmla="*/ 4 h 58"/>
                <a:gd name="T32" fmla="*/ 2 w 34"/>
                <a:gd name="T33" fmla="*/ 2 h 58"/>
                <a:gd name="T34" fmla="*/ 0 w 34"/>
                <a:gd name="T35"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 h="58">
                  <a:moveTo>
                    <a:pt x="27" y="58"/>
                  </a:moveTo>
                  <a:lnTo>
                    <a:pt x="29" y="53"/>
                  </a:lnTo>
                  <a:lnTo>
                    <a:pt x="31" y="49"/>
                  </a:lnTo>
                  <a:lnTo>
                    <a:pt x="32" y="44"/>
                  </a:lnTo>
                  <a:lnTo>
                    <a:pt x="34" y="41"/>
                  </a:lnTo>
                  <a:lnTo>
                    <a:pt x="34" y="39"/>
                  </a:lnTo>
                  <a:lnTo>
                    <a:pt x="34" y="34"/>
                  </a:lnTo>
                  <a:lnTo>
                    <a:pt x="32" y="30"/>
                  </a:lnTo>
                  <a:lnTo>
                    <a:pt x="31" y="27"/>
                  </a:lnTo>
                  <a:lnTo>
                    <a:pt x="30" y="24"/>
                  </a:lnTo>
                  <a:lnTo>
                    <a:pt x="28" y="22"/>
                  </a:lnTo>
                  <a:lnTo>
                    <a:pt x="26" y="20"/>
                  </a:lnTo>
                  <a:lnTo>
                    <a:pt x="22" y="15"/>
                  </a:lnTo>
                  <a:lnTo>
                    <a:pt x="16" y="11"/>
                  </a:lnTo>
                  <a:lnTo>
                    <a:pt x="11" y="8"/>
                  </a:lnTo>
                  <a:lnTo>
                    <a:pt x="6" y="4"/>
                  </a:lnTo>
                  <a:lnTo>
                    <a:pt x="2" y="2"/>
                  </a:lnTo>
                  <a:lnTo>
                    <a:pt x="0"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90" name="Freeform 58">
              <a:extLst>
                <a:ext uri="{FF2B5EF4-FFF2-40B4-BE49-F238E27FC236}">
                  <a16:creationId xmlns:a16="http://schemas.microsoft.com/office/drawing/2014/main" id="{19B17D6A-AA26-2698-0C4A-3AD887C2A17C}"/>
                </a:ext>
              </a:extLst>
            </p:cNvPr>
            <p:cNvSpPr>
              <a:spLocks noEditPoints="1" noChangeArrowheads="1"/>
            </p:cNvSpPr>
            <p:nvPr/>
          </p:nvSpPr>
          <p:spPr bwMode="auto">
            <a:xfrm flipV="1">
              <a:off x="1181" y="3619"/>
              <a:ext cx="219" cy="113"/>
            </a:xfrm>
            <a:custGeom>
              <a:avLst/>
              <a:gdLst>
                <a:gd name="T0" fmla="*/ 47 w 219"/>
                <a:gd name="T1" fmla="*/ 7 h 113"/>
                <a:gd name="T2" fmla="*/ 62 w 219"/>
                <a:gd name="T3" fmla="*/ 11 h 113"/>
                <a:gd name="T4" fmla="*/ 76 w 219"/>
                <a:gd name="T5" fmla="*/ 15 h 113"/>
                <a:gd name="T6" fmla="*/ 91 w 219"/>
                <a:gd name="T7" fmla="*/ 19 h 113"/>
                <a:gd name="T8" fmla="*/ 106 w 219"/>
                <a:gd name="T9" fmla="*/ 25 h 113"/>
                <a:gd name="T10" fmla="*/ 119 w 219"/>
                <a:gd name="T11" fmla="*/ 30 h 113"/>
                <a:gd name="T12" fmla="*/ 127 w 219"/>
                <a:gd name="T13" fmla="*/ 35 h 113"/>
                <a:gd name="T14" fmla="*/ 134 w 219"/>
                <a:gd name="T15" fmla="*/ 39 h 113"/>
                <a:gd name="T16" fmla="*/ 148 w 219"/>
                <a:gd name="T17" fmla="*/ 48 h 113"/>
                <a:gd name="T18" fmla="*/ 163 w 219"/>
                <a:gd name="T19" fmla="*/ 58 h 113"/>
                <a:gd name="T20" fmla="*/ 178 w 219"/>
                <a:gd name="T21" fmla="*/ 69 h 113"/>
                <a:gd name="T22" fmla="*/ 191 w 219"/>
                <a:gd name="T23" fmla="*/ 78 h 113"/>
                <a:gd name="T24" fmla="*/ 197 w 219"/>
                <a:gd name="T25" fmla="*/ 84 h 113"/>
                <a:gd name="T26" fmla="*/ 202 w 219"/>
                <a:gd name="T27" fmla="*/ 88 h 113"/>
                <a:gd name="T28" fmla="*/ 208 w 219"/>
                <a:gd name="T29" fmla="*/ 91 h 113"/>
                <a:gd name="T30" fmla="*/ 213 w 219"/>
                <a:gd name="T31" fmla="*/ 96 h 113"/>
                <a:gd name="T32" fmla="*/ 216 w 219"/>
                <a:gd name="T33" fmla="*/ 99 h 113"/>
                <a:gd name="T34" fmla="*/ 219 w 219"/>
                <a:gd name="T35" fmla="*/ 101 h 113"/>
                <a:gd name="T36" fmla="*/ 209 w 219"/>
                <a:gd name="T37" fmla="*/ 113 h 113"/>
                <a:gd name="T38" fmla="*/ 206 w 219"/>
                <a:gd name="T39" fmla="*/ 111 h 113"/>
                <a:gd name="T40" fmla="*/ 201 w 219"/>
                <a:gd name="T41" fmla="*/ 108 h 113"/>
                <a:gd name="T42" fmla="*/ 197 w 219"/>
                <a:gd name="T43" fmla="*/ 105 h 113"/>
                <a:gd name="T44" fmla="*/ 192 w 219"/>
                <a:gd name="T45" fmla="*/ 100 h 113"/>
                <a:gd name="T46" fmla="*/ 187 w 219"/>
                <a:gd name="T47" fmla="*/ 96 h 113"/>
                <a:gd name="T48" fmla="*/ 180 w 219"/>
                <a:gd name="T49" fmla="*/ 91 h 113"/>
                <a:gd name="T50" fmla="*/ 168 w 219"/>
                <a:gd name="T51" fmla="*/ 81 h 113"/>
                <a:gd name="T52" fmla="*/ 154 w 219"/>
                <a:gd name="T53" fmla="*/ 71 h 113"/>
                <a:gd name="T54" fmla="*/ 139 w 219"/>
                <a:gd name="T55" fmla="*/ 61 h 113"/>
                <a:gd name="T56" fmla="*/ 126 w 219"/>
                <a:gd name="T57" fmla="*/ 52 h 113"/>
                <a:gd name="T58" fmla="*/ 119 w 219"/>
                <a:gd name="T59" fmla="*/ 49 h 113"/>
                <a:gd name="T60" fmla="*/ 112 w 219"/>
                <a:gd name="T61" fmla="*/ 46 h 113"/>
                <a:gd name="T62" fmla="*/ 100 w 219"/>
                <a:gd name="T63" fmla="*/ 40 h 113"/>
                <a:gd name="T64" fmla="*/ 85 w 219"/>
                <a:gd name="T65" fmla="*/ 35 h 113"/>
                <a:gd name="T66" fmla="*/ 72 w 219"/>
                <a:gd name="T67" fmla="*/ 30 h 113"/>
                <a:gd name="T68" fmla="*/ 57 w 219"/>
                <a:gd name="T69" fmla="*/ 26 h 113"/>
                <a:gd name="T70" fmla="*/ 44 w 219"/>
                <a:gd name="T71" fmla="*/ 23 h 113"/>
                <a:gd name="T72" fmla="*/ 47 w 219"/>
                <a:gd name="T73" fmla="*/ 7 h 113"/>
                <a:gd name="T74" fmla="*/ 51 w 219"/>
                <a:gd name="T75" fmla="*/ 35 h 113"/>
                <a:gd name="T76" fmla="*/ 0 w 219"/>
                <a:gd name="T77" fmla="*/ 5 h 113"/>
                <a:gd name="T78" fmla="*/ 58 w 219"/>
                <a:gd name="T79" fmla="*/ 0 h 113"/>
                <a:gd name="T80" fmla="*/ 51 w 219"/>
                <a:gd name="T81" fmla="*/ 35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9" h="113">
                  <a:moveTo>
                    <a:pt x="47" y="7"/>
                  </a:moveTo>
                  <a:lnTo>
                    <a:pt x="62" y="11"/>
                  </a:lnTo>
                  <a:lnTo>
                    <a:pt x="76" y="15"/>
                  </a:lnTo>
                  <a:lnTo>
                    <a:pt x="91" y="19"/>
                  </a:lnTo>
                  <a:lnTo>
                    <a:pt x="106" y="25"/>
                  </a:lnTo>
                  <a:lnTo>
                    <a:pt x="119" y="30"/>
                  </a:lnTo>
                  <a:lnTo>
                    <a:pt x="127" y="35"/>
                  </a:lnTo>
                  <a:lnTo>
                    <a:pt x="134" y="39"/>
                  </a:lnTo>
                  <a:lnTo>
                    <a:pt x="148" y="48"/>
                  </a:lnTo>
                  <a:lnTo>
                    <a:pt x="163" y="58"/>
                  </a:lnTo>
                  <a:lnTo>
                    <a:pt x="178" y="69"/>
                  </a:lnTo>
                  <a:lnTo>
                    <a:pt x="191" y="78"/>
                  </a:lnTo>
                  <a:lnTo>
                    <a:pt x="197" y="84"/>
                  </a:lnTo>
                  <a:lnTo>
                    <a:pt x="202" y="88"/>
                  </a:lnTo>
                  <a:lnTo>
                    <a:pt x="208" y="91"/>
                  </a:lnTo>
                  <a:lnTo>
                    <a:pt x="213" y="96"/>
                  </a:lnTo>
                  <a:lnTo>
                    <a:pt x="216" y="99"/>
                  </a:lnTo>
                  <a:lnTo>
                    <a:pt x="219" y="101"/>
                  </a:lnTo>
                  <a:lnTo>
                    <a:pt x="209" y="113"/>
                  </a:lnTo>
                  <a:lnTo>
                    <a:pt x="206" y="111"/>
                  </a:lnTo>
                  <a:lnTo>
                    <a:pt x="201" y="108"/>
                  </a:lnTo>
                  <a:lnTo>
                    <a:pt x="197" y="105"/>
                  </a:lnTo>
                  <a:lnTo>
                    <a:pt x="192" y="100"/>
                  </a:lnTo>
                  <a:lnTo>
                    <a:pt x="187" y="96"/>
                  </a:lnTo>
                  <a:lnTo>
                    <a:pt x="180" y="91"/>
                  </a:lnTo>
                  <a:lnTo>
                    <a:pt x="168" y="81"/>
                  </a:lnTo>
                  <a:lnTo>
                    <a:pt x="154" y="71"/>
                  </a:lnTo>
                  <a:lnTo>
                    <a:pt x="139" y="61"/>
                  </a:lnTo>
                  <a:lnTo>
                    <a:pt x="126" y="52"/>
                  </a:lnTo>
                  <a:lnTo>
                    <a:pt x="119" y="49"/>
                  </a:lnTo>
                  <a:lnTo>
                    <a:pt x="112" y="46"/>
                  </a:lnTo>
                  <a:lnTo>
                    <a:pt x="100" y="40"/>
                  </a:lnTo>
                  <a:lnTo>
                    <a:pt x="85" y="35"/>
                  </a:lnTo>
                  <a:lnTo>
                    <a:pt x="72" y="30"/>
                  </a:lnTo>
                  <a:lnTo>
                    <a:pt x="57" y="26"/>
                  </a:lnTo>
                  <a:lnTo>
                    <a:pt x="44" y="23"/>
                  </a:lnTo>
                  <a:lnTo>
                    <a:pt x="47" y="7"/>
                  </a:lnTo>
                  <a:close/>
                  <a:moveTo>
                    <a:pt x="51" y="35"/>
                  </a:moveTo>
                  <a:lnTo>
                    <a:pt x="0" y="5"/>
                  </a:lnTo>
                  <a:lnTo>
                    <a:pt x="58" y="0"/>
                  </a:lnTo>
                  <a:lnTo>
                    <a:pt x="51" y="35"/>
                  </a:lnTo>
                  <a:close/>
                </a:path>
              </a:pathLst>
            </a:custGeom>
            <a:solidFill>
              <a:srgbClr val="FF0000"/>
            </a:solidFill>
            <a:ln w="1588">
              <a:solidFill>
                <a:srgbClr val="FF0000"/>
              </a:solidFill>
              <a:round/>
              <a:headEnd/>
              <a:tailEnd/>
            </a:ln>
          </p:spPr>
          <p:txBody>
            <a:bodyPr/>
            <a:lstStyle/>
            <a:p>
              <a:endParaRPr lang="zh-CN" altLang="en-US"/>
            </a:p>
          </p:txBody>
        </p:sp>
      </p:grpSp>
      <p:sp>
        <p:nvSpPr>
          <p:cNvPr id="730172" name="Text Box 60">
            <a:extLst>
              <a:ext uri="{FF2B5EF4-FFF2-40B4-BE49-F238E27FC236}">
                <a16:creationId xmlns:a16="http://schemas.microsoft.com/office/drawing/2014/main" id="{FC9ED0E4-574C-AF61-7D37-F59342ED7C3A}"/>
              </a:ext>
            </a:extLst>
          </p:cNvPr>
          <p:cNvSpPr txBox="1">
            <a:spLocks noChangeArrowheads="1"/>
          </p:cNvSpPr>
          <p:nvPr/>
        </p:nvSpPr>
        <p:spPr bwMode="auto">
          <a:xfrm>
            <a:off x="287338" y="908050"/>
            <a:ext cx="43561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5"/>
              </a:buBlip>
            </a:pPr>
            <a:r>
              <a:rPr lang="en-US" altLang="zh-CN">
                <a:solidFill>
                  <a:srgbClr val="FF7C80"/>
                </a:solidFill>
                <a:ea typeface="宋体" panose="02010600030101010101" pitchFamily="2" charset="-122"/>
              </a:rPr>
              <a:t>   </a:t>
            </a:r>
            <a:r>
              <a:rPr lang="zh-CN" altLang="en-US">
                <a:solidFill>
                  <a:srgbClr val="FF99FF"/>
                </a:solidFill>
                <a:ea typeface="宋体" panose="02010600030101010101" pitchFamily="2" charset="-122"/>
              </a:rPr>
              <a:t>左旋圆极化波</a:t>
            </a:r>
            <a:endParaRPr lang="zh-CN" altLang="en-US">
              <a:solidFill>
                <a:srgbClr val="FF99FF"/>
              </a:solidFill>
            </a:endParaRPr>
          </a:p>
        </p:txBody>
      </p:sp>
      <p:sp>
        <p:nvSpPr>
          <p:cNvPr id="730173" name="Text Box 61">
            <a:extLst>
              <a:ext uri="{FF2B5EF4-FFF2-40B4-BE49-F238E27FC236}">
                <a16:creationId xmlns:a16="http://schemas.microsoft.com/office/drawing/2014/main" id="{E1B46661-2F37-13A5-C607-91D76B95E6B6}"/>
              </a:ext>
            </a:extLst>
          </p:cNvPr>
          <p:cNvSpPr txBox="1">
            <a:spLocks noChangeArrowheads="1"/>
          </p:cNvSpPr>
          <p:nvPr/>
        </p:nvSpPr>
        <p:spPr bwMode="auto">
          <a:xfrm>
            <a:off x="323850" y="1628775"/>
            <a:ext cx="5005388"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pPr>
            <a:r>
              <a:rPr lang="zh-CN" altLang="en-US">
                <a:solidFill>
                  <a:schemeClr val="bg1"/>
                </a:solidFill>
              </a:rPr>
              <a:t>若</a:t>
            </a:r>
            <a:r>
              <a:rPr lang="el-GR" altLang="zh-CN" i="1">
                <a:solidFill>
                  <a:schemeClr val="bg1"/>
                </a:solidFill>
              </a:rPr>
              <a:t>φ</a:t>
            </a:r>
            <a:r>
              <a:rPr lang="en-US" altLang="zh-CN" i="1" baseline="-25000">
                <a:solidFill>
                  <a:schemeClr val="bg1"/>
                </a:solidFill>
              </a:rPr>
              <a:t>y</a:t>
            </a:r>
            <a:r>
              <a:rPr lang="zh-CN" altLang="en-US">
                <a:solidFill>
                  <a:schemeClr val="bg1"/>
                </a:solidFill>
              </a:rPr>
              <a:t>－</a:t>
            </a:r>
            <a:r>
              <a:rPr lang="el-GR" altLang="zh-CN" i="1">
                <a:solidFill>
                  <a:schemeClr val="bg1"/>
                </a:solidFill>
              </a:rPr>
              <a:t>φ</a:t>
            </a:r>
            <a:r>
              <a:rPr lang="en-US" altLang="zh-CN" i="1" baseline="-25000">
                <a:solidFill>
                  <a:schemeClr val="bg1"/>
                </a:solidFill>
              </a:rPr>
              <a:t>x</a:t>
            </a:r>
            <a:r>
              <a:rPr lang="en-US" altLang="zh-CN" b="0">
                <a:solidFill>
                  <a:schemeClr val="bg1"/>
                </a:solidFill>
                <a:latin typeface="Arial" panose="020B0604020202020204" pitchFamily="34" charset="0"/>
              </a:rPr>
              <a:t>=</a:t>
            </a:r>
            <a:r>
              <a:rPr lang="el-GR" altLang="zh-CN">
                <a:solidFill>
                  <a:schemeClr val="bg1"/>
                </a:solidFill>
              </a:rPr>
              <a:t>π</a:t>
            </a:r>
            <a:r>
              <a:rPr lang="en-US" altLang="zh-CN">
                <a:solidFill>
                  <a:schemeClr val="bg1"/>
                </a:solidFill>
              </a:rPr>
              <a:t>/2</a:t>
            </a:r>
          </a:p>
        </p:txBody>
      </p:sp>
      <p:sp>
        <p:nvSpPr>
          <p:cNvPr id="730174" name="Text Box 62">
            <a:extLst>
              <a:ext uri="{FF2B5EF4-FFF2-40B4-BE49-F238E27FC236}">
                <a16:creationId xmlns:a16="http://schemas.microsoft.com/office/drawing/2014/main" id="{395FE923-6891-99D3-E0C3-A014B1787939}"/>
              </a:ext>
            </a:extLst>
          </p:cNvPr>
          <p:cNvSpPr txBox="1">
            <a:spLocks noChangeArrowheads="1"/>
          </p:cNvSpPr>
          <p:nvPr/>
        </p:nvSpPr>
        <p:spPr bwMode="auto">
          <a:xfrm>
            <a:off x="395288" y="2389188"/>
            <a:ext cx="80645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20000"/>
              </a:spcBef>
            </a:pPr>
            <a:r>
              <a:rPr lang="zh-CN" altLang="en-US">
                <a:solidFill>
                  <a:schemeClr val="bg1"/>
                </a:solidFill>
              </a:rPr>
              <a:t>左旋圆极化波：电场矢端的旋转方向电磁波传播方向成左手螺旋关系。</a:t>
            </a:r>
          </a:p>
        </p:txBody>
      </p:sp>
      <p:graphicFrame>
        <p:nvGraphicFramePr>
          <p:cNvPr id="730175" name="Object 63">
            <a:extLst>
              <a:ext uri="{FF2B5EF4-FFF2-40B4-BE49-F238E27FC236}">
                <a16:creationId xmlns:a16="http://schemas.microsoft.com/office/drawing/2014/main" id="{A32C55FE-0038-E27B-0563-0D77CB981ECF}"/>
              </a:ext>
            </a:extLst>
          </p:cNvPr>
          <p:cNvGraphicFramePr>
            <a:graphicFrameLocks noChangeAspect="1"/>
          </p:cNvGraphicFramePr>
          <p:nvPr/>
        </p:nvGraphicFramePr>
        <p:xfrm>
          <a:off x="3965575" y="1746250"/>
          <a:ext cx="4567238" cy="458788"/>
        </p:xfrm>
        <a:graphic>
          <a:graphicData uri="http://schemas.openxmlformats.org/presentationml/2006/ole">
            <mc:AlternateContent xmlns:mc="http://schemas.openxmlformats.org/markup-compatibility/2006">
              <mc:Choice xmlns:v="urn:schemas-microsoft-com:vml" Requires="v">
                <p:oleObj r:id="rId6" imgW="1972080" imgH="137520" progId="Equation.DSMT4">
                  <p:embed/>
                </p:oleObj>
              </mc:Choice>
              <mc:Fallback>
                <p:oleObj r:id="rId6" imgW="1972080" imgH="137520" progId="Equation.DSMT4">
                  <p:embed/>
                  <p:pic>
                    <p:nvPicPr>
                      <p:cNvPr id="0" name="Object 6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5575" y="1746250"/>
                        <a:ext cx="4567238"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30176" name="Object 64">
            <a:extLst>
              <a:ext uri="{FF2B5EF4-FFF2-40B4-BE49-F238E27FC236}">
                <a16:creationId xmlns:a16="http://schemas.microsoft.com/office/drawing/2014/main" id="{419BF856-02C8-5F41-4FE8-C444CDBD9D76}"/>
              </a:ext>
            </a:extLst>
          </p:cNvPr>
          <p:cNvGraphicFramePr>
            <a:graphicFrameLocks noGrp="1" noChangeAspect="1"/>
          </p:cNvGraphicFramePr>
          <p:nvPr>
            <p:ph/>
          </p:nvPr>
        </p:nvGraphicFramePr>
        <p:xfrm>
          <a:off x="3079750" y="1843088"/>
          <a:ext cx="728663" cy="244475"/>
        </p:xfrm>
        <a:graphic>
          <a:graphicData uri="http://schemas.openxmlformats.org/presentationml/2006/ole">
            <mc:AlternateContent xmlns:mc="http://schemas.openxmlformats.org/markup-compatibility/2006">
              <mc:Choice xmlns:v="urn:schemas-microsoft-com:vml" Requires="v">
                <p:oleObj r:id="rId8" imgW="882396" imgH="705002" progId="MS_ClipArt_Gallery.2">
                  <p:embed/>
                </p:oleObj>
              </mc:Choice>
              <mc:Fallback>
                <p:oleObj r:id="rId8" imgW="882396" imgH="705002" progId="MS_ClipArt_Gallery.2">
                  <p:embed/>
                  <p:pic>
                    <p:nvPicPr>
                      <p:cNvPr id="0" name="Object 6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79750" y="1843088"/>
                        <a:ext cx="7286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30172">
                                            <p:txEl>
                                              <p:pRg st="0" end="0"/>
                                            </p:txEl>
                                          </p:spTgt>
                                        </p:tgtEl>
                                        <p:attrNameLst>
                                          <p:attrName>style.visibility</p:attrName>
                                        </p:attrNameLst>
                                      </p:cBhvr>
                                      <p:to>
                                        <p:strVal val="visible"/>
                                      </p:to>
                                    </p:set>
                                    <p:animEffect transition="in" filter="wipe(up)">
                                      <p:cBhvr>
                                        <p:cTn id="7" dur="2000"/>
                                        <p:tgtEl>
                                          <p:spTgt spid="73017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30173">
                                            <p:txEl>
                                              <p:pRg st="0" end="0"/>
                                            </p:txEl>
                                          </p:spTgt>
                                        </p:tgtEl>
                                        <p:attrNameLst>
                                          <p:attrName>style.visibility</p:attrName>
                                        </p:attrNameLst>
                                      </p:cBhvr>
                                      <p:to>
                                        <p:strVal val="visible"/>
                                      </p:to>
                                    </p:set>
                                    <p:animEffect transition="in" filter="wipe(up)">
                                      <p:cBhvr>
                                        <p:cTn id="12" dur="2000"/>
                                        <p:tgtEl>
                                          <p:spTgt spid="73017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30176"/>
                                        </p:tgtEl>
                                        <p:attrNameLst>
                                          <p:attrName>style.visibility</p:attrName>
                                        </p:attrNameLst>
                                      </p:cBhvr>
                                      <p:to>
                                        <p:strVal val="visible"/>
                                      </p:to>
                                    </p:set>
                                    <p:animEffect transition="in" filter="wipe(up)">
                                      <p:cBhvr>
                                        <p:cTn id="17" dur="2000"/>
                                        <p:tgtEl>
                                          <p:spTgt spid="730176"/>
                                        </p:tgtEl>
                                      </p:cBhvr>
                                    </p:animEffect>
                                  </p:childTnLst>
                                </p:cTn>
                              </p:par>
                            </p:childTnLst>
                          </p:cTn>
                        </p:par>
                        <p:par>
                          <p:cTn id="18" fill="hold" nodeType="afterGroup">
                            <p:stCondLst>
                              <p:cond delay="2000"/>
                            </p:stCondLst>
                            <p:childTnLst>
                              <p:par>
                                <p:cTn id="19" presetID="22" presetClass="entr" presetSubtype="1" fill="hold" nodeType="afterEffect">
                                  <p:stCondLst>
                                    <p:cond delay="0"/>
                                  </p:stCondLst>
                                  <p:childTnLst>
                                    <p:set>
                                      <p:cBhvr>
                                        <p:cTn id="20" dur="1" fill="hold">
                                          <p:stCondLst>
                                            <p:cond delay="0"/>
                                          </p:stCondLst>
                                        </p:cTn>
                                        <p:tgtEl>
                                          <p:spTgt spid="730175"/>
                                        </p:tgtEl>
                                        <p:attrNameLst>
                                          <p:attrName>style.visibility</p:attrName>
                                        </p:attrNameLst>
                                      </p:cBhvr>
                                      <p:to>
                                        <p:strVal val="visible"/>
                                      </p:to>
                                    </p:set>
                                    <p:animEffect transition="in" filter="wipe(up)">
                                      <p:cBhvr>
                                        <p:cTn id="21" dur="2000"/>
                                        <p:tgtEl>
                                          <p:spTgt spid="73017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730174">
                                            <p:txEl>
                                              <p:pRg st="0" end="0"/>
                                            </p:txEl>
                                          </p:spTgt>
                                        </p:tgtEl>
                                        <p:attrNameLst>
                                          <p:attrName>style.visibility</p:attrName>
                                        </p:attrNameLst>
                                      </p:cBhvr>
                                      <p:to>
                                        <p:strVal val="visible"/>
                                      </p:to>
                                    </p:set>
                                    <p:animEffect transition="in" filter="wipe(up)">
                                      <p:cBhvr>
                                        <p:cTn id="26" dur="2000"/>
                                        <p:tgtEl>
                                          <p:spTgt spid="730174">
                                            <p:txEl>
                                              <p:pRg st="0" end="0"/>
                                            </p:txEl>
                                          </p:spTgt>
                                        </p:tgtEl>
                                      </p:cBhvr>
                                    </p:animEffect>
                                  </p:childTnLst>
                                </p:cTn>
                              </p:par>
                            </p:childTnLst>
                          </p:cTn>
                        </p:par>
                        <p:par>
                          <p:cTn id="27" fill="hold" nodeType="afterGroup">
                            <p:stCondLst>
                              <p:cond delay="2000"/>
                            </p:stCondLst>
                            <p:childTnLst>
                              <p:par>
                                <p:cTn id="28" presetID="10" presetClass="entr" presetSubtype="0" fill="hold" nodeType="afterEffect">
                                  <p:stCondLst>
                                    <p:cond delay="0"/>
                                  </p:stCondLst>
                                  <p:childTnLst>
                                    <p:set>
                                      <p:cBhvr>
                                        <p:cTn id="29" dur="1" fill="hold">
                                          <p:stCondLst>
                                            <p:cond delay="0"/>
                                          </p:stCondLst>
                                        </p:cTn>
                                        <p:tgtEl>
                                          <p:spTgt spid="730148"/>
                                        </p:tgtEl>
                                        <p:attrNameLst>
                                          <p:attrName>style.visibility</p:attrName>
                                        </p:attrNameLst>
                                      </p:cBhvr>
                                      <p:to>
                                        <p:strVal val="visible"/>
                                      </p:to>
                                    </p:set>
                                    <p:animEffect transition="in" filter="fade">
                                      <p:cBhvr>
                                        <p:cTn id="30" dur="2000"/>
                                        <p:tgtEl>
                                          <p:spTgt spid="730148"/>
                                        </p:tgtEl>
                                      </p:cBhvr>
                                    </p:animEffect>
                                  </p:childTnLst>
                                </p:cTn>
                              </p:par>
                              <p:par>
                                <p:cTn id="31" presetID="10" presetClass="entr" presetSubtype="0" fill="hold" nodeType="withEffect">
                                  <p:stCondLst>
                                    <p:cond delay="0"/>
                                  </p:stCondLst>
                                  <p:childTnLst>
                                    <p:set>
                                      <p:cBhvr>
                                        <p:cTn id="32" dur="1" fill="hold">
                                          <p:stCondLst>
                                            <p:cond delay="0"/>
                                          </p:stCondLst>
                                        </p:cTn>
                                        <p:tgtEl>
                                          <p:spTgt spid="730120"/>
                                        </p:tgtEl>
                                        <p:attrNameLst>
                                          <p:attrName>style.visibility</p:attrName>
                                        </p:attrNameLst>
                                      </p:cBhvr>
                                      <p:to>
                                        <p:strVal val="visible"/>
                                      </p:to>
                                    </p:set>
                                    <p:animEffect transition="in" filter="fade">
                                      <p:cBhvr>
                                        <p:cTn id="33" dur="2000"/>
                                        <p:tgtEl>
                                          <p:spTgt spid="730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0172" grpId="0" build="p"/>
      <p:bldP spid="730173" grpId="0" build="p"/>
      <p:bldP spid="73017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2">
            <a:extLst>
              <a:ext uri="{FF2B5EF4-FFF2-40B4-BE49-F238E27FC236}">
                <a16:creationId xmlns:a16="http://schemas.microsoft.com/office/drawing/2014/main" id="{64C49E67-D3EA-E28D-DB49-9E81A22CED57}"/>
              </a:ext>
            </a:extLst>
          </p:cNvPr>
          <p:cNvSpPr>
            <a:spLocks noGrp="1"/>
          </p:cNvSpPr>
          <p:nvPr>
            <p:ph type="sldNum" sz="quarter" idx="10"/>
          </p:nvPr>
        </p:nvSpPr>
        <p:spPr/>
        <p:txBody>
          <a:bodyPr/>
          <a:lstStyle/>
          <a:p>
            <a:fld id="{10F3F231-DF54-4B8B-9979-6FD16F505F1F}" type="slidenum">
              <a:rPr lang="en-US" altLang="zh-CN"/>
              <a:pPr/>
              <a:t>9</a:t>
            </a:fld>
            <a:endParaRPr lang="en-US" altLang="zh-CN"/>
          </a:p>
        </p:txBody>
      </p:sp>
      <p:grpSp>
        <p:nvGrpSpPr>
          <p:cNvPr id="546836" name="Group 20">
            <a:extLst>
              <a:ext uri="{FF2B5EF4-FFF2-40B4-BE49-F238E27FC236}">
                <a16:creationId xmlns:a16="http://schemas.microsoft.com/office/drawing/2014/main" id="{1E46C875-3FAC-431B-EEC3-6A7B6F6B5A38}"/>
              </a:ext>
            </a:extLst>
          </p:cNvPr>
          <p:cNvGrpSpPr>
            <a:grpSpLocks/>
          </p:cNvGrpSpPr>
          <p:nvPr/>
        </p:nvGrpSpPr>
        <p:grpSpPr bwMode="auto">
          <a:xfrm>
            <a:off x="3419475" y="3860800"/>
            <a:ext cx="5184775" cy="2232025"/>
            <a:chOff x="2486" y="708"/>
            <a:chExt cx="3206" cy="1361"/>
          </a:xfrm>
        </p:grpSpPr>
        <p:grpSp>
          <p:nvGrpSpPr>
            <p:cNvPr id="94211" name="Group 9">
              <a:extLst>
                <a:ext uri="{FF2B5EF4-FFF2-40B4-BE49-F238E27FC236}">
                  <a16:creationId xmlns:a16="http://schemas.microsoft.com/office/drawing/2014/main" id="{33148183-B367-8049-A500-0F5278883CD8}"/>
                </a:ext>
              </a:extLst>
            </p:cNvPr>
            <p:cNvGrpSpPr>
              <a:grpSpLocks/>
            </p:cNvGrpSpPr>
            <p:nvPr/>
          </p:nvGrpSpPr>
          <p:grpSpPr bwMode="auto">
            <a:xfrm>
              <a:off x="2496" y="709"/>
              <a:ext cx="3196" cy="1360"/>
              <a:chOff x="96" y="480"/>
              <a:chExt cx="5616" cy="2208"/>
            </a:xfrm>
          </p:grpSpPr>
          <p:sp>
            <p:nvSpPr>
              <p:cNvPr id="94212" name="Rectangle 8">
                <a:extLst>
                  <a:ext uri="{FF2B5EF4-FFF2-40B4-BE49-F238E27FC236}">
                    <a16:creationId xmlns:a16="http://schemas.microsoft.com/office/drawing/2014/main" id="{4B6CE71C-A7F4-B3F9-5621-853B53344A49}"/>
                  </a:ext>
                </a:extLst>
              </p:cNvPr>
              <p:cNvSpPr>
                <a:spLocks noChangeArrowheads="1"/>
              </p:cNvSpPr>
              <p:nvPr/>
            </p:nvSpPr>
            <p:spPr bwMode="auto">
              <a:xfrm>
                <a:off x="96" y="480"/>
                <a:ext cx="5616" cy="22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spcBef>
                    <a:spcPct val="20000"/>
                  </a:spcBef>
                </a:pPr>
                <a:endParaRPr lang="zh-CN" altLang="en-US"/>
              </a:p>
            </p:txBody>
          </p:sp>
          <p:pic>
            <p:nvPicPr>
              <p:cNvPr id="94213" name="Picture 3" descr="3">
                <a:extLst>
                  <a:ext uri="{FF2B5EF4-FFF2-40B4-BE49-F238E27FC236}">
                    <a16:creationId xmlns:a16="http://schemas.microsoft.com/office/drawing/2014/main" id="{4F51D600-C451-BAE3-5B2F-7276FF3C60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720"/>
                <a:ext cx="1632" cy="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14" name="Picture 4" descr="3">
                <a:extLst>
                  <a:ext uri="{FF2B5EF4-FFF2-40B4-BE49-F238E27FC236}">
                    <a16:creationId xmlns:a16="http://schemas.microsoft.com/office/drawing/2014/main" id="{E4DE15EB-3D03-CDEB-F304-0F7B886308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0" y="562"/>
                <a:ext cx="3648" cy="2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4215" name="Rectangle 18">
              <a:extLst>
                <a:ext uri="{FF2B5EF4-FFF2-40B4-BE49-F238E27FC236}">
                  <a16:creationId xmlns:a16="http://schemas.microsoft.com/office/drawing/2014/main" id="{445968A8-7603-CE7A-D0DB-9D625C3D2705}"/>
                </a:ext>
              </a:extLst>
            </p:cNvPr>
            <p:cNvSpPr>
              <a:spLocks noChangeArrowheads="1"/>
            </p:cNvSpPr>
            <p:nvPr/>
          </p:nvSpPr>
          <p:spPr bwMode="auto">
            <a:xfrm>
              <a:off x="2486" y="708"/>
              <a:ext cx="3196" cy="136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pPr>
              <a:endParaRPr lang="zh-CN" altLang="en-US"/>
            </a:p>
          </p:txBody>
        </p:sp>
      </p:grpSp>
      <p:grpSp>
        <p:nvGrpSpPr>
          <p:cNvPr id="546922" name="Group 106">
            <a:extLst>
              <a:ext uri="{FF2B5EF4-FFF2-40B4-BE49-F238E27FC236}">
                <a16:creationId xmlns:a16="http://schemas.microsoft.com/office/drawing/2014/main" id="{30FEF7A0-62D1-EB66-E28D-D435FA25F63A}"/>
              </a:ext>
            </a:extLst>
          </p:cNvPr>
          <p:cNvGrpSpPr>
            <a:grpSpLocks/>
          </p:cNvGrpSpPr>
          <p:nvPr/>
        </p:nvGrpSpPr>
        <p:grpSpPr bwMode="auto">
          <a:xfrm>
            <a:off x="611188" y="3789363"/>
            <a:ext cx="2447925" cy="2376487"/>
            <a:chOff x="521" y="890"/>
            <a:chExt cx="1316" cy="1228"/>
          </a:xfrm>
        </p:grpSpPr>
        <p:sp>
          <p:nvSpPr>
            <p:cNvPr id="94217" name="Rectangle 32">
              <a:extLst>
                <a:ext uri="{FF2B5EF4-FFF2-40B4-BE49-F238E27FC236}">
                  <a16:creationId xmlns:a16="http://schemas.microsoft.com/office/drawing/2014/main" id="{2FF43D72-0E05-403F-3DC9-7DCCABD2D1C7}"/>
                </a:ext>
              </a:extLst>
            </p:cNvPr>
            <p:cNvSpPr>
              <a:spLocks noChangeArrowheads="1"/>
            </p:cNvSpPr>
            <p:nvPr/>
          </p:nvSpPr>
          <p:spPr bwMode="auto">
            <a:xfrm>
              <a:off x="521" y="893"/>
              <a:ext cx="1316" cy="1225"/>
            </a:xfrm>
            <a:prstGeom prst="rect">
              <a:avLst/>
            </a:prstGeom>
            <a:solidFill>
              <a:srgbClr val="CCFFFF"/>
            </a:solidFill>
            <a:ln w="9525">
              <a:solidFill>
                <a:srgbClr val="FF0000"/>
              </a:solidFill>
              <a:miter lim="800000"/>
              <a:headEnd/>
              <a:tailEnd/>
            </a:ln>
          </p:spPr>
          <p:txBody>
            <a:bodyPr wrap="none" anchor="ctr"/>
            <a:lstStyle/>
            <a:p>
              <a:pPr>
                <a:spcBef>
                  <a:spcPct val="20000"/>
                </a:spcBef>
              </a:pPr>
              <a:endParaRPr lang="zh-CN" altLang="en-US"/>
            </a:p>
          </p:txBody>
        </p:sp>
        <p:sp>
          <p:nvSpPr>
            <p:cNvPr id="94218" name="Text Box 34">
              <a:extLst>
                <a:ext uri="{FF2B5EF4-FFF2-40B4-BE49-F238E27FC236}">
                  <a16:creationId xmlns:a16="http://schemas.microsoft.com/office/drawing/2014/main" id="{F95838CD-49A2-06B1-1551-D220ED08B73D}"/>
                </a:ext>
              </a:extLst>
            </p:cNvPr>
            <p:cNvSpPr txBox="1">
              <a:spLocks noChangeArrowheads="1"/>
            </p:cNvSpPr>
            <p:nvPr/>
          </p:nvSpPr>
          <p:spPr bwMode="auto">
            <a:xfrm>
              <a:off x="724" y="1912"/>
              <a:ext cx="931"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lgn="ctr">
                <a:spcBef>
                  <a:spcPct val="20000"/>
                </a:spcBef>
              </a:pPr>
              <a:r>
                <a:rPr lang="zh-CN" altLang="en-US" sz="1400">
                  <a:ea typeface="宋体" panose="02010600030101010101" pitchFamily="2" charset="-122"/>
                </a:rPr>
                <a:t>右旋圆极化波</a:t>
              </a:r>
              <a:endParaRPr lang="zh-CN" altLang="en-US" sz="1400">
                <a:latin typeface="Arial" panose="020B0604020202020204" pitchFamily="34" charset="0"/>
                <a:ea typeface="宋体" panose="02010600030101010101" pitchFamily="2" charset="-122"/>
              </a:endParaRPr>
            </a:p>
          </p:txBody>
        </p:sp>
        <p:sp>
          <p:nvSpPr>
            <p:cNvPr id="94219" name="AutoShape 36">
              <a:extLst>
                <a:ext uri="{FF2B5EF4-FFF2-40B4-BE49-F238E27FC236}">
                  <a16:creationId xmlns:a16="http://schemas.microsoft.com/office/drawing/2014/main" id="{7306CD84-B90F-17E7-7112-6F5B24AE8D6B}"/>
                </a:ext>
              </a:extLst>
            </p:cNvPr>
            <p:cNvSpPr>
              <a:spLocks noChangeAspect="1" noChangeArrowheads="1" noTextEdit="1"/>
            </p:cNvSpPr>
            <p:nvPr/>
          </p:nvSpPr>
          <p:spPr bwMode="auto">
            <a:xfrm>
              <a:off x="612" y="893"/>
              <a:ext cx="1179" cy="1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p>
          </p:txBody>
        </p:sp>
        <p:sp>
          <p:nvSpPr>
            <p:cNvPr id="94220" name="Freeform 39">
              <a:extLst>
                <a:ext uri="{FF2B5EF4-FFF2-40B4-BE49-F238E27FC236}">
                  <a16:creationId xmlns:a16="http://schemas.microsoft.com/office/drawing/2014/main" id="{B0AF97FF-302D-DAA5-DE25-DA1F438CB3CB}"/>
                </a:ext>
              </a:extLst>
            </p:cNvPr>
            <p:cNvSpPr>
              <a:spLocks noChangeArrowheads="1"/>
            </p:cNvSpPr>
            <p:nvPr/>
          </p:nvSpPr>
          <p:spPr bwMode="auto">
            <a:xfrm>
              <a:off x="723" y="1117"/>
              <a:ext cx="743" cy="746"/>
            </a:xfrm>
            <a:custGeom>
              <a:avLst/>
              <a:gdLst>
                <a:gd name="T0" fmla="*/ 333 w 743"/>
                <a:gd name="T1" fmla="*/ 2 h 723"/>
                <a:gd name="T2" fmla="*/ 279 w 743"/>
                <a:gd name="T3" fmla="*/ 12 h 723"/>
                <a:gd name="T4" fmla="*/ 226 w 743"/>
                <a:gd name="T5" fmla="*/ 28 h 723"/>
                <a:gd name="T6" fmla="*/ 178 w 743"/>
                <a:gd name="T7" fmla="*/ 52 h 723"/>
                <a:gd name="T8" fmla="*/ 135 w 743"/>
                <a:gd name="T9" fmla="*/ 83 h 723"/>
                <a:gd name="T10" fmla="*/ 95 w 743"/>
                <a:gd name="T11" fmla="*/ 119 h 723"/>
                <a:gd name="T12" fmla="*/ 63 w 743"/>
                <a:gd name="T13" fmla="*/ 159 h 723"/>
                <a:gd name="T14" fmla="*/ 36 w 743"/>
                <a:gd name="T15" fmla="*/ 205 h 723"/>
                <a:gd name="T16" fmla="*/ 15 w 743"/>
                <a:gd name="T17" fmla="*/ 255 h 723"/>
                <a:gd name="T18" fmla="*/ 3 w 743"/>
                <a:gd name="T19" fmla="*/ 307 h 723"/>
                <a:gd name="T20" fmla="*/ 0 w 743"/>
                <a:gd name="T21" fmla="*/ 362 h 723"/>
                <a:gd name="T22" fmla="*/ 3 w 743"/>
                <a:gd name="T23" fmla="*/ 416 h 723"/>
                <a:gd name="T24" fmla="*/ 15 w 743"/>
                <a:gd name="T25" fmla="*/ 469 h 723"/>
                <a:gd name="T26" fmla="*/ 36 w 743"/>
                <a:gd name="T27" fmla="*/ 518 h 723"/>
                <a:gd name="T28" fmla="*/ 63 w 743"/>
                <a:gd name="T29" fmla="*/ 564 h 723"/>
                <a:gd name="T30" fmla="*/ 95 w 743"/>
                <a:gd name="T31" fmla="*/ 604 h 723"/>
                <a:gd name="T32" fmla="*/ 135 w 743"/>
                <a:gd name="T33" fmla="*/ 640 h 723"/>
                <a:gd name="T34" fmla="*/ 178 w 743"/>
                <a:gd name="T35" fmla="*/ 671 h 723"/>
                <a:gd name="T36" fmla="*/ 226 w 743"/>
                <a:gd name="T37" fmla="*/ 695 h 723"/>
                <a:gd name="T38" fmla="*/ 279 w 743"/>
                <a:gd name="T39" fmla="*/ 711 h 723"/>
                <a:gd name="T40" fmla="*/ 333 w 743"/>
                <a:gd name="T41" fmla="*/ 721 h 723"/>
                <a:gd name="T42" fmla="*/ 390 w 743"/>
                <a:gd name="T43" fmla="*/ 722 h 723"/>
                <a:gd name="T44" fmla="*/ 446 w 743"/>
                <a:gd name="T45" fmla="*/ 715 h 723"/>
                <a:gd name="T46" fmla="*/ 499 w 743"/>
                <a:gd name="T47" fmla="*/ 701 h 723"/>
                <a:gd name="T48" fmla="*/ 549 w 743"/>
                <a:gd name="T49" fmla="*/ 679 h 723"/>
                <a:gd name="T50" fmla="*/ 594 w 743"/>
                <a:gd name="T51" fmla="*/ 651 h 723"/>
                <a:gd name="T52" fmla="*/ 634 w 743"/>
                <a:gd name="T53" fmla="*/ 617 h 723"/>
                <a:gd name="T54" fmla="*/ 669 w 743"/>
                <a:gd name="T55" fmla="*/ 578 h 723"/>
                <a:gd name="T56" fmla="*/ 698 w 743"/>
                <a:gd name="T57" fmla="*/ 534 h 723"/>
                <a:gd name="T58" fmla="*/ 721 w 743"/>
                <a:gd name="T59" fmla="*/ 486 h 723"/>
                <a:gd name="T60" fmla="*/ 735 w 743"/>
                <a:gd name="T61" fmla="*/ 435 h 723"/>
                <a:gd name="T62" fmla="*/ 742 w 743"/>
                <a:gd name="T63" fmla="*/ 380 h 723"/>
                <a:gd name="T64" fmla="*/ 741 w 743"/>
                <a:gd name="T65" fmla="*/ 324 h 723"/>
                <a:gd name="T66" fmla="*/ 731 w 743"/>
                <a:gd name="T67" fmla="*/ 271 h 723"/>
                <a:gd name="T68" fmla="*/ 714 w 743"/>
                <a:gd name="T69" fmla="*/ 221 h 723"/>
                <a:gd name="T70" fmla="*/ 689 w 743"/>
                <a:gd name="T71" fmla="*/ 175 h 723"/>
                <a:gd name="T72" fmla="*/ 658 w 743"/>
                <a:gd name="T73" fmla="*/ 132 h 723"/>
                <a:gd name="T74" fmla="*/ 621 w 743"/>
                <a:gd name="T75" fmla="*/ 94 h 723"/>
                <a:gd name="T76" fmla="*/ 579 w 743"/>
                <a:gd name="T77" fmla="*/ 62 h 723"/>
                <a:gd name="T78" fmla="*/ 532 w 743"/>
                <a:gd name="T79" fmla="*/ 36 h 723"/>
                <a:gd name="T80" fmla="*/ 481 w 743"/>
                <a:gd name="T81" fmla="*/ 16 h 723"/>
                <a:gd name="T82" fmla="*/ 427 w 743"/>
                <a:gd name="T83" fmla="*/ 4 h 723"/>
                <a:gd name="T84" fmla="*/ 371 w 743"/>
                <a:gd name="T85" fmla="*/ 0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43" h="723">
                  <a:moveTo>
                    <a:pt x="371" y="0"/>
                  </a:moveTo>
                  <a:lnTo>
                    <a:pt x="352" y="1"/>
                  </a:lnTo>
                  <a:lnTo>
                    <a:pt x="333" y="2"/>
                  </a:lnTo>
                  <a:lnTo>
                    <a:pt x="315" y="4"/>
                  </a:lnTo>
                  <a:lnTo>
                    <a:pt x="297" y="8"/>
                  </a:lnTo>
                  <a:lnTo>
                    <a:pt x="279" y="12"/>
                  </a:lnTo>
                  <a:lnTo>
                    <a:pt x="261" y="16"/>
                  </a:lnTo>
                  <a:lnTo>
                    <a:pt x="243" y="23"/>
                  </a:lnTo>
                  <a:lnTo>
                    <a:pt x="226" y="28"/>
                  </a:lnTo>
                  <a:lnTo>
                    <a:pt x="210" y="36"/>
                  </a:lnTo>
                  <a:lnTo>
                    <a:pt x="194" y="44"/>
                  </a:lnTo>
                  <a:lnTo>
                    <a:pt x="178" y="52"/>
                  </a:lnTo>
                  <a:lnTo>
                    <a:pt x="163" y="62"/>
                  </a:lnTo>
                  <a:lnTo>
                    <a:pt x="148" y="72"/>
                  </a:lnTo>
                  <a:lnTo>
                    <a:pt x="135" y="83"/>
                  </a:lnTo>
                  <a:lnTo>
                    <a:pt x="121" y="94"/>
                  </a:lnTo>
                  <a:lnTo>
                    <a:pt x="108" y="106"/>
                  </a:lnTo>
                  <a:lnTo>
                    <a:pt x="95" y="119"/>
                  </a:lnTo>
                  <a:lnTo>
                    <a:pt x="84" y="132"/>
                  </a:lnTo>
                  <a:lnTo>
                    <a:pt x="73" y="145"/>
                  </a:lnTo>
                  <a:lnTo>
                    <a:pt x="63" y="159"/>
                  </a:lnTo>
                  <a:lnTo>
                    <a:pt x="52" y="175"/>
                  </a:lnTo>
                  <a:lnTo>
                    <a:pt x="43" y="189"/>
                  </a:lnTo>
                  <a:lnTo>
                    <a:pt x="36" y="205"/>
                  </a:lnTo>
                  <a:lnTo>
                    <a:pt x="29" y="221"/>
                  </a:lnTo>
                  <a:lnTo>
                    <a:pt x="22" y="237"/>
                  </a:lnTo>
                  <a:lnTo>
                    <a:pt x="15" y="255"/>
                  </a:lnTo>
                  <a:lnTo>
                    <a:pt x="11" y="271"/>
                  </a:lnTo>
                  <a:lnTo>
                    <a:pt x="6" y="288"/>
                  </a:lnTo>
                  <a:lnTo>
                    <a:pt x="3" y="307"/>
                  </a:lnTo>
                  <a:lnTo>
                    <a:pt x="1" y="324"/>
                  </a:lnTo>
                  <a:lnTo>
                    <a:pt x="0" y="343"/>
                  </a:lnTo>
                  <a:lnTo>
                    <a:pt x="0" y="362"/>
                  </a:lnTo>
                  <a:lnTo>
                    <a:pt x="0" y="380"/>
                  </a:lnTo>
                  <a:lnTo>
                    <a:pt x="1" y="399"/>
                  </a:lnTo>
                  <a:lnTo>
                    <a:pt x="3" y="416"/>
                  </a:lnTo>
                  <a:lnTo>
                    <a:pt x="6" y="435"/>
                  </a:lnTo>
                  <a:lnTo>
                    <a:pt x="11" y="452"/>
                  </a:lnTo>
                  <a:lnTo>
                    <a:pt x="15" y="469"/>
                  </a:lnTo>
                  <a:lnTo>
                    <a:pt x="22" y="486"/>
                  </a:lnTo>
                  <a:lnTo>
                    <a:pt x="29" y="502"/>
                  </a:lnTo>
                  <a:lnTo>
                    <a:pt x="36" y="518"/>
                  </a:lnTo>
                  <a:lnTo>
                    <a:pt x="43" y="534"/>
                  </a:lnTo>
                  <a:lnTo>
                    <a:pt x="52" y="549"/>
                  </a:lnTo>
                  <a:lnTo>
                    <a:pt x="63" y="564"/>
                  </a:lnTo>
                  <a:lnTo>
                    <a:pt x="73" y="578"/>
                  </a:lnTo>
                  <a:lnTo>
                    <a:pt x="84" y="591"/>
                  </a:lnTo>
                  <a:lnTo>
                    <a:pt x="95" y="604"/>
                  </a:lnTo>
                  <a:lnTo>
                    <a:pt x="108" y="617"/>
                  </a:lnTo>
                  <a:lnTo>
                    <a:pt x="121" y="629"/>
                  </a:lnTo>
                  <a:lnTo>
                    <a:pt x="135" y="640"/>
                  </a:lnTo>
                  <a:lnTo>
                    <a:pt x="148" y="651"/>
                  </a:lnTo>
                  <a:lnTo>
                    <a:pt x="163" y="661"/>
                  </a:lnTo>
                  <a:lnTo>
                    <a:pt x="178" y="671"/>
                  </a:lnTo>
                  <a:lnTo>
                    <a:pt x="194" y="679"/>
                  </a:lnTo>
                  <a:lnTo>
                    <a:pt x="210" y="687"/>
                  </a:lnTo>
                  <a:lnTo>
                    <a:pt x="226" y="695"/>
                  </a:lnTo>
                  <a:lnTo>
                    <a:pt x="243" y="701"/>
                  </a:lnTo>
                  <a:lnTo>
                    <a:pt x="261" y="707"/>
                  </a:lnTo>
                  <a:lnTo>
                    <a:pt x="279" y="711"/>
                  </a:lnTo>
                  <a:lnTo>
                    <a:pt x="297" y="715"/>
                  </a:lnTo>
                  <a:lnTo>
                    <a:pt x="315" y="719"/>
                  </a:lnTo>
                  <a:lnTo>
                    <a:pt x="333" y="721"/>
                  </a:lnTo>
                  <a:lnTo>
                    <a:pt x="352" y="722"/>
                  </a:lnTo>
                  <a:lnTo>
                    <a:pt x="371" y="723"/>
                  </a:lnTo>
                  <a:lnTo>
                    <a:pt x="390" y="722"/>
                  </a:lnTo>
                  <a:lnTo>
                    <a:pt x="409" y="721"/>
                  </a:lnTo>
                  <a:lnTo>
                    <a:pt x="428" y="719"/>
                  </a:lnTo>
                  <a:lnTo>
                    <a:pt x="446" y="715"/>
                  </a:lnTo>
                  <a:lnTo>
                    <a:pt x="464" y="711"/>
                  </a:lnTo>
                  <a:lnTo>
                    <a:pt x="481" y="707"/>
                  </a:lnTo>
                  <a:lnTo>
                    <a:pt x="499" y="701"/>
                  </a:lnTo>
                  <a:lnTo>
                    <a:pt x="516" y="695"/>
                  </a:lnTo>
                  <a:lnTo>
                    <a:pt x="532" y="687"/>
                  </a:lnTo>
                  <a:lnTo>
                    <a:pt x="549" y="679"/>
                  </a:lnTo>
                  <a:lnTo>
                    <a:pt x="564" y="671"/>
                  </a:lnTo>
                  <a:lnTo>
                    <a:pt x="579" y="661"/>
                  </a:lnTo>
                  <a:lnTo>
                    <a:pt x="594" y="651"/>
                  </a:lnTo>
                  <a:lnTo>
                    <a:pt x="607" y="640"/>
                  </a:lnTo>
                  <a:lnTo>
                    <a:pt x="621" y="629"/>
                  </a:lnTo>
                  <a:lnTo>
                    <a:pt x="634" y="617"/>
                  </a:lnTo>
                  <a:lnTo>
                    <a:pt x="646" y="604"/>
                  </a:lnTo>
                  <a:lnTo>
                    <a:pt x="658" y="591"/>
                  </a:lnTo>
                  <a:lnTo>
                    <a:pt x="669" y="578"/>
                  </a:lnTo>
                  <a:lnTo>
                    <a:pt x="679" y="564"/>
                  </a:lnTo>
                  <a:lnTo>
                    <a:pt x="689" y="549"/>
                  </a:lnTo>
                  <a:lnTo>
                    <a:pt x="698" y="534"/>
                  </a:lnTo>
                  <a:lnTo>
                    <a:pt x="706" y="518"/>
                  </a:lnTo>
                  <a:lnTo>
                    <a:pt x="714" y="502"/>
                  </a:lnTo>
                  <a:lnTo>
                    <a:pt x="721" y="486"/>
                  </a:lnTo>
                  <a:lnTo>
                    <a:pt x="726" y="469"/>
                  </a:lnTo>
                  <a:lnTo>
                    <a:pt x="731" y="452"/>
                  </a:lnTo>
                  <a:lnTo>
                    <a:pt x="735" y="435"/>
                  </a:lnTo>
                  <a:lnTo>
                    <a:pt x="739" y="416"/>
                  </a:lnTo>
                  <a:lnTo>
                    <a:pt x="741" y="399"/>
                  </a:lnTo>
                  <a:lnTo>
                    <a:pt x="742" y="380"/>
                  </a:lnTo>
                  <a:lnTo>
                    <a:pt x="743" y="362"/>
                  </a:lnTo>
                  <a:lnTo>
                    <a:pt x="742" y="343"/>
                  </a:lnTo>
                  <a:lnTo>
                    <a:pt x="741" y="324"/>
                  </a:lnTo>
                  <a:lnTo>
                    <a:pt x="739" y="307"/>
                  </a:lnTo>
                  <a:lnTo>
                    <a:pt x="735" y="288"/>
                  </a:lnTo>
                  <a:lnTo>
                    <a:pt x="731" y="271"/>
                  </a:lnTo>
                  <a:lnTo>
                    <a:pt x="726" y="255"/>
                  </a:lnTo>
                  <a:lnTo>
                    <a:pt x="721" y="237"/>
                  </a:lnTo>
                  <a:lnTo>
                    <a:pt x="714" y="221"/>
                  </a:lnTo>
                  <a:lnTo>
                    <a:pt x="706" y="205"/>
                  </a:lnTo>
                  <a:lnTo>
                    <a:pt x="698" y="189"/>
                  </a:lnTo>
                  <a:lnTo>
                    <a:pt x="689" y="175"/>
                  </a:lnTo>
                  <a:lnTo>
                    <a:pt x="679" y="159"/>
                  </a:lnTo>
                  <a:lnTo>
                    <a:pt x="669" y="145"/>
                  </a:lnTo>
                  <a:lnTo>
                    <a:pt x="658" y="132"/>
                  </a:lnTo>
                  <a:lnTo>
                    <a:pt x="646" y="119"/>
                  </a:lnTo>
                  <a:lnTo>
                    <a:pt x="634" y="106"/>
                  </a:lnTo>
                  <a:lnTo>
                    <a:pt x="621" y="94"/>
                  </a:lnTo>
                  <a:lnTo>
                    <a:pt x="607" y="83"/>
                  </a:lnTo>
                  <a:lnTo>
                    <a:pt x="594" y="72"/>
                  </a:lnTo>
                  <a:lnTo>
                    <a:pt x="579" y="62"/>
                  </a:lnTo>
                  <a:lnTo>
                    <a:pt x="564" y="52"/>
                  </a:lnTo>
                  <a:lnTo>
                    <a:pt x="549" y="44"/>
                  </a:lnTo>
                  <a:lnTo>
                    <a:pt x="532" y="36"/>
                  </a:lnTo>
                  <a:lnTo>
                    <a:pt x="516" y="28"/>
                  </a:lnTo>
                  <a:lnTo>
                    <a:pt x="499" y="23"/>
                  </a:lnTo>
                  <a:lnTo>
                    <a:pt x="481" y="16"/>
                  </a:lnTo>
                  <a:lnTo>
                    <a:pt x="464" y="12"/>
                  </a:lnTo>
                  <a:lnTo>
                    <a:pt x="446" y="8"/>
                  </a:lnTo>
                  <a:lnTo>
                    <a:pt x="427" y="4"/>
                  </a:lnTo>
                  <a:lnTo>
                    <a:pt x="409" y="2"/>
                  </a:lnTo>
                  <a:lnTo>
                    <a:pt x="390" y="1"/>
                  </a:lnTo>
                  <a:lnTo>
                    <a:pt x="371" y="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221" name="Freeform 40">
              <a:extLst>
                <a:ext uri="{FF2B5EF4-FFF2-40B4-BE49-F238E27FC236}">
                  <a16:creationId xmlns:a16="http://schemas.microsoft.com/office/drawing/2014/main" id="{24B97B30-506B-41F6-263B-C508CD812EAD}"/>
                </a:ext>
              </a:extLst>
            </p:cNvPr>
            <p:cNvSpPr>
              <a:spLocks noChangeArrowheads="1"/>
            </p:cNvSpPr>
            <p:nvPr/>
          </p:nvSpPr>
          <p:spPr bwMode="auto">
            <a:xfrm>
              <a:off x="725" y="1119"/>
              <a:ext cx="743" cy="723"/>
            </a:xfrm>
            <a:custGeom>
              <a:avLst/>
              <a:gdLst>
                <a:gd name="T0" fmla="*/ 333 w 743"/>
                <a:gd name="T1" fmla="*/ 2 h 723"/>
                <a:gd name="T2" fmla="*/ 279 w 743"/>
                <a:gd name="T3" fmla="*/ 12 h 723"/>
                <a:gd name="T4" fmla="*/ 226 w 743"/>
                <a:gd name="T5" fmla="*/ 28 h 723"/>
                <a:gd name="T6" fmla="*/ 178 w 743"/>
                <a:gd name="T7" fmla="*/ 52 h 723"/>
                <a:gd name="T8" fmla="*/ 135 w 743"/>
                <a:gd name="T9" fmla="*/ 83 h 723"/>
                <a:gd name="T10" fmla="*/ 95 w 743"/>
                <a:gd name="T11" fmla="*/ 119 h 723"/>
                <a:gd name="T12" fmla="*/ 63 w 743"/>
                <a:gd name="T13" fmla="*/ 159 h 723"/>
                <a:gd name="T14" fmla="*/ 36 w 743"/>
                <a:gd name="T15" fmla="*/ 205 h 723"/>
                <a:gd name="T16" fmla="*/ 15 w 743"/>
                <a:gd name="T17" fmla="*/ 255 h 723"/>
                <a:gd name="T18" fmla="*/ 3 w 743"/>
                <a:gd name="T19" fmla="*/ 307 h 723"/>
                <a:gd name="T20" fmla="*/ 0 w 743"/>
                <a:gd name="T21" fmla="*/ 362 h 723"/>
                <a:gd name="T22" fmla="*/ 3 w 743"/>
                <a:gd name="T23" fmla="*/ 416 h 723"/>
                <a:gd name="T24" fmla="*/ 15 w 743"/>
                <a:gd name="T25" fmla="*/ 469 h 723"/>
                <a:gd name="T26" fmla="*/ 36 w 743"/>
                <a:gd name="T27" fmla="*/ 518 h 723"/>
                <a:gd name="T28" fmla="*/ 63 w 743"/>
                <a:gd name="T29" fmla="*/ 564 h 723"/>
                <a:gd name="T30" fmla="*/ 95 w 743"/>
                <a:gd name="T31" fmla="*/ 604 h 723"/>
                <a:gd name="T32" fmla="*/ 135 w 743"/>
                <a:gd name="T33" fmla="*/ 640 h 723"/>
                <a:gd name="T34" fmla="*/ 178 w 743"/>
                <a:gd name="T35" fmla="*/ 671 h 723"/>
                <a:gd name="T36" fmla="*/ 226 w 743"/>
                <a:gd name="T37" fmla="*/ 695 h 723"/>
                <a:gd name="T38" fmla="*/ 279 w 743"/>
                <a:gd name="T39" fmla="*/ 711 h 723"/>
                <a:gd name="T40" fmla="*/ 333 w 743"/>
                <a:gd name="T41" fmla="*/ 721 h 723"/>
                <a:gd name="T42" fmla="*/ 390 w 743"/>
                <a:gd name="T43" fmla="*/ 722 h 723"/>
                <a:gd name="T44" fmla="*/ 446 w 743"/>
                <a:gd name="T45" fmla="*/ 715 h 723"/>
                <a:gd name="T46" fmla="*/ 499 w 743"/>
                <a:gd name="T47" fmla="*/ 701 h 723"/>
                <a:gd name="T48" fmla="*/ 549 w 743"/>
                <a:gd name="T49" fmla="*/ 679 h 723"/>
                <a:gd name="T50" fmla="*/ 594 w 743"/>
                <a:gd name="T51" fmla="*/ 651 h 723"/>
                <a:gd name="T52" fmla="*/ 634 w 743"/>
                <a:gd name="T53" fmla="*/ 617 h 723"/>
                <a:gd name="T54" fmla="*/ 669 w 743"/>
                <a:gd name="T55" fmla="*/ 578 h 723"/>
                <a:gd name="T56" fmla="*/ 698 w 743"/>
                <a:gd name="T57" fmla="*/ 534 h 723"/>
                <a:gd name="T58" fmla="*/ 721 w 743"/>
                <a:gd name="T59" fmla="*/ 486 h 723"/>
                <a:gd name="T60" fmla="*/ 735 w 743"/>
                <a:gd name="T61" fmla="*/ 435 h 723"/>
                <a:gd name="T62" fmla="*/ 742 w 743"/>
                <a:gd name="T63" fmla="*/ 380 h 723"/>
                <a:gd name="T64" fmla="*/ 741 w 743"/>
                <a:gd name="T65" fmla="*/ 324 h 723"/>
                <a:gd name="T66" fmla="*/ 731 w 743"/>
                <a:gd name="T67" fmla="*/ 271 h 723"/>
                <a:gd name="T68" fmla="*/ 714 w 743"/>
                <a:gd name="T69" fmla="*/ 221 h 723"/>
                <a:gd name="T70" fmla="*/ 689 w 743"/>
                <a:gd name="T71" fmla="*/ 175 h 723"/>
                <a:gd name="T72" fmla="*/ 658 w 743"/>
                <a:gd name="T73" fmla="*/ 132 h 723"/>
                <a:gd name="T74" fmla="*/ 621 w 743"/>
                <a:gd name="T75" fmla="*/ 94 h 723"/>
                <a:gd name="T76" fmla="*/ 579 w 743"/>
                <a:gd name="T77" fmla="*/ 62 h 723"/>
                <a:gd name="T78" fmla="*/ 532 w 743"/>
                <a:gd name="T79" fmla="*/ 36 h 723"/>
                <a:gd name="T80" fmla="*/ 481 w 743"/>
                <a:gd name="T81" fmla="*/ 16 h 723"/>
                <a:gd name="T82" fmla="*/ 427 w 743"/>
                <a:gd name="T83" fmla="*/ 4 h 723"/>
                <a:gd name="T84" fmla="*/ 371 w 743"/>
                <a:gd name="T85" fmla="*/ 0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43" h="723">
                  <a:moveTo>
                    <a:pt x="371" y="0"/>
                  </a:moveTo>
                  <a:lnTo>
                    <a:pt x="352" y="1"/>
                  </a:lnTo>
                  <a:lnTo>
                    <a:pt x="333" y="2"/>
                  </a:lnTo>
                  <a:lnTo>
                    <a:pt x="315" y="4"/>
                  </a:lnTo>
                  <a:lnTo>
                    <a:pt x="297" y="8"/>
                  </a:lnTo>
                  <a:lnTo>
                    <a:pt x="279" y="12"/>
                  </a:lnTo>
                  <a:lnTo>
                    <a:pt x="261" y="16"/>
                  </a:lnTo>
                  <a:lnTo>
                    <a:pt x="243" y="23"/>
                  </a:lnTo>
                  <a:lnTo>
                    <a:pt x="226" y="28"/>
                  </a:lnTo>
                  <a:lnTo>
                    <a:pt x="210" y="36"/>
                  </a:lnTo>
                  <a:lnTo>
                    <a:pt x="194" y="44"/>
                  </a:lnTo>
                  <a:lnTo>
                    <a:pt x="178" y="52"/>
                  </a:lnTo>
                  <a:lnTo>
                    <a:pt x="163" y="62"/>
                  </a:lnTo>
                  <a:lnTo>
                    <a:pt x="148" y="72"/>
                  </a:lnTo>
                  <a:lnTo>
                    <a:pt x="135" y="83"/>
                  </a:lnTo>
                  <a:lnTo>
                    <a:pt x="121" y="94"/>
                  </a:lnTo>
                  <a:lnTo>
                    <a:pt x="108" y="106"/>
                  </a:lnTo>
                  <a:lnTo>
                    <a:pt x="95" y="119"/>
                  </a:lnTo>
                  <a:lnTo>
                    <a:pt x="84" y="132"/>
                  </a:lnTo>
                  <a:lnTo>
                    <a:pt x="73" y="145"/>
                  </a:lnTo>
                  <a:lnTo>
                    <a:pt x="63" y="159"/>
                  </a:lnTo>
                  <a:lnTo>
                    <a:pt x="52" y="175"/>
                  </a:lnTo>
                  <a:lnTo>
                    <a:pt x="43" y="189"/>
                  </a:lnTo>
                  <a:lnTo>
                    <a:pt x="36" y="205"/>
                  </a:lnTo>
                  <a:lnTo>
                    <a:pt x="29" y="221"/>
                  </a:lnTo>
                  <a:lnTo>
                    <a:pt x="22" y="237"/>
                  </a:lnTo>
                  <a:lnTo>
                    <a:pt x="15" y="255"/>
                  </a:lnTo>
                  <a:lnTo>
                    <a:pt x="11" y="271"/>
                  </a:lnTo>
                  <a:lnTo>
                    <a:pt x="6" y="288"/>
                  </a:lnTo>
                  <a:lnTo>
                    <a:pt x="3" y="307"/>
                  </a:lnTo>
                  <a:lnTo>
                    <a:pt x="1" y="324"/>
                  </a:lnTo>
                  <a:lnTo>
                    <a:pt x="0" y="343"/>
                  </a:lnTo>
                  <a:lnTo>
                    <a:pt x="0" y="362"/>
                  </a:lnTo>
                  <a:lnTo>
                    <a:pt x="0" y="380"/>
                  </a:lnTo>
                  <a:lnTo>
                    <a:pt x="1" y="399"/>
                  </a:lnTo>
                  <a:lnTo>
                    <a:pt x="3" y="416"/>
                  </a:lnTo>
                  <a:lnTo>
                    <a:pt x="6" y="435"/>
                  </a:lnTo>
                  <a:lnTo>
                    <a:pt x="11" y="452"/>
                  </a:lnTo>
                  <a:lnTo>
                    <a:pt x="15" y="469"/>
                  </a:lnTo>
                  <a:lnTo>
                    <a:pt x="22" y="486"/>
                  </a:lnTo>
                  <a:lnTo>
                    <a:pt x="29" y="502"/>
                  </a:lnTo>
                  <a:lnTo>
                    <a:pt x="36" y="518"/>
                  </a:lnTo>
                  <a:lnTo>
                    <a:pt x="43" y="534"/>
                  </a:lnTo>
                  <a:lnTo>
                    <a:pt x="52" y="549"/>
                  </a:lnTo>
                  <a:lnTo>
                    <a:pt x="63" y="564"/>
                  </a:lnTo>
                  <a:lnTo>
                    <a:pt x="73" y="578"/>
                  </a:lnTo>
                  <a:lnTo>
                    <a:pt x="84" y="591"/>
                  </a:lnTo>
                  <a:lnTo>
                    <a:pt x="95" y="604"/>
                  </a:lnTo>
                  <a:lnTo>
                    <a:pt x="108" y="617"/>
                  </a:lnTo>
                  <a:lnTo>
                    <a:pt x="121" y="629"/>
                  </a:lnTo>
                  <a:lnTo>
                    <a:pt x="135" y="640"/>
                  </a:lnTo>
                  <a:lnTo>
                    <a:pt x="148" y="651"/>
                  </a:lnTo>
                  <a:lnTo>
                    <a:pt x="163" y="661"/>
                  </a:lnTo>
                  <a:lnTo>
                    <a:pt x="178" y="671"/>
                  </a:lnTo>
                  <a:lnTo>
                    <a:pt x="194" y="679"/>
                  </a:lnTo>
                  <a:lnTo>
                    <a:pt x="210" y="687"/>
                  </a:lnTo>
                  <a:lnTo>
                    <a:pt x="226" y="695"/>
                  </a:lnTo>
                  <a:lnTo>
                    <a:pt x="243" y="701"/>
                  </a:lnTo>
                  <a:lnTo>
                    <a:pt x="261" y="707"/>
                  </a:lnTo>
                  <a:lnTo>
                    <a:pt x="279" y="711"/>
                  </a:lnTo>
                  <a:lnTo>
                    <a:pt x="297" y="715"/>
                  </a:lnTo>
                  <a:lnTo>
                    <a:pt x="315" y="719"/>
                  </a:lnTo>
                  <a:lnTo>
                    <a:pt x="333" y="721"/>
                  </a:lnTo>
                  <a:lnTo>
                    <a:pt x="352" y="722"/>
                  </a:lnTo>
                  <a:lnTo>
                    <a:pt x="371" y="723"/>
                  </a:lnTo>
                  <a:lnTo>
                    <a:pt x="390" y="722"/>
                  </a:lnTo>
                  <a:lnTo>
                    <a:pt x="409" y="721"/>
                  </a:lnTo>
                  <a:lnTo>
                    <a:pt x="428" y="719"/>
                  </a:lnTo>
                  <a:lnTo>
                    <a:pt x="446" y="715"/>
                  </a:lnTo>
                  <a:lnTo>
                    <a:pt x="464" y="711"/>
                  </a:lnTo>
                  <a:lnTo>
                    <a:pt x="481" y="707"/>
                  </a:lnTo>
                  <a:lnTo>
                    <a:pt x="499" y="701"/>
                  </a:lnTo>
                  <a:lnTo>
                    <a:pt x="516" y="695"/>
                  </a:lnTo>
                  <a:lnTo>
                    <a:pt x="532" y="687"/>
                  </a:lnTo>
                  <a:lnTo>
                    <a:pt x="549" y="679"/>
                  </a:lnTo>
                  <a:lnTo>
                    <a:pt x="564" y="671"/>
                  </a:lnTo>
                  <a:lnTo>
                    <a:pt x="579" y="661"/>
                  </a:lnTo>
                  <a:lnTo>
                    <a:pt x="594" y="651"/>
                  </a:lnTo>
                  <a:lnTo>
                    <a:pt x="607" y="640"/>
                  </a:lnTo>
                  <a:lnTo>
                    <a:pt x="621" y="629"/>
                  </a:lnTo>
                  <a:lnTo>
                    <a:pt x="634" y="617"/>
                  </a:lnTo>
                  <a:lnTo>
                    <a:pt x="646" y="604"/>
                  </a:lnTo>
                  <a:lnTo>
                    <a:pt x="658" y="591"/>
                  </a:lnTo>
                  <a:lnTo>
                    <a:pt x="669" y="578"/>
                  </a:lnTo>
                  <a:lnTo>
                    <a:pt x="679" y="564"/>
                  </a:lnTo>
                  <a:lnTo>
                    <a:pt x="689" y="549"/>
                  </a:lnTo>
                  <a:lnTo>
                    <a:pt x="698" y="534"/>
                  </a:lnTo>
                  <a:lnTo>
                    <a:pt x="706" y="518"/>
                  </a:lnTo>
                  <a:lnTo>
                    <a:pt x="714" y="502"/>
                  </a:lnTo>
                  <a:lnTo>
                    <a:pt x="721" y="486"/>
                  </a:lnTo>
                  <a:lnTo>
                    <a:pt x="726" y="469"/>
                  </a:lnTo>
                  <a:lnTo>
                    <a:pt x="731" y="452"/>
                  </a:lnTo>
                  <a:lnTo>
                    <a:pt x="735" y="435"/>
                  </a:lnTo>
                  <a:lnTo>
                    <a:pt x="739" y="416"/>
                  </a:lnTo>
                  <a:lnTo>
                    <a:pt x="741" y="399"/>
                  </a:lnTo>
                  <a:lnTo>
                    <a:pt x="742" y="380"/>
                  </a:lnTo>
                  <a:lnTo>
                    <a:pt x="743" y="362"/>
                  </a:lnTo>
                  <a:lnTo>
                    <a:pt x="742" y="343"/>
                  </a:lnTo>
                  <a:lnTo>
                    <a:pt x="741" y="324"/>
                  </a:lnTo>
                  <a:lnTo>
                    <a:pt x="739" y="307"/>
                  </a:lnTo>
                  <a:lnTo>
                    <a:pt x="735" y="288"/>
                  </a:lnTo>
                  <a:lnTo>
                    <a:pt x="731" y="271"/>
                  </a:lnTo>
                  <a:lnTo>
                    <a:pt x="726" y="255"/>
                  </a:lnTo>
                  <a:lnTo>
                    <a:pt x="721" y="237"/>
                  </a:lnTo>
                  <a:lnTo>
                    <a:pt x="714" y="221"/>
                  </a:lnTo>
                  <a:lnTo>
                    <a:pt x="706" y="205"/>
                  </a:lnTo>
                  <a:lnTo>
                    <a:pt x="698" y="189"/>
                  </a:lnTo>
                  <a:lnTo>
                    <a:pt x="689" y="175"/>
                  </a:lnTo>
                  <a:lnTo>
                    <a:pt x="679" y="159"/>
                  </a:lnTo>
                  <a:lnTo>
                    <a:pt x="669" y="145"/>
                  </a:lnTo>
                  <a:lnTo>
                    <a:pt x="658" y="132"/>
                  </a:lnTo>
                  <a:lnTo>
                    <a:pt x="646" y="119"/>
                  </a:lnTo>
                  <a:lnTo>
                    <a:pt x="634" y="106"/>
                  </a:lnTo>
                  <a:lnTo>
                    <a:pt x="621" y="94"/>
                  </a:lnTo>
                  <a:lnTo>
                    <a:pt x="607" y="83"/>
                  </a:lnTo>
                  <a:lnTo>
                    <a:pt x="594" y="72"/>
                  </a:lnTo>
                  <a:lnTo>
                    <a:pt x="579" y="62"/>
                  </a:lnTo>
                  <a:lnTo>
                    <a:pt x="564" y="52"/>
                  </a:lnTo>
                  <a:lnTo>
                    <a:pt x="549" y="44"/>
                  </a:lnTo>
                  <a:lnTo>
                    <a:pt x="532" y="36"/>
                  </a:lnTo>
                  <a:lnTo>
                    <a:pt x="516" y="28"/>
                  </a:lnTo>
                  <a:lnTo>
                    <a:pt x="499" y="23"/>
                  </a:lnTo>
                  <a:lnTo>
                    <a:pt x="481" y="16"/>
                  </a:lnTo>
                  <a:lnTo>
                    <a:pt x="464" y="12"/>
                  </a:lnTo>
                  <a:lnTo>
                    <a:pt x="446" y="8"/>
                  </a:lnTo>
                  <a:lnTo>
                    <a:pt x="427" y="4"/>
                  </a:lnTo>
                  <a:lnTo>
                    <a:pt x="409" y="2"/>
                  </a:lnTo>
                  <a:lnTo>
                    <a:pt x="390" y="1"/>
                  </a:lnTo>
                  <a:lnTo>
                    <a:pt x="371" y="0"/>
                  </a:lnTo>
                </a:path>
              </a:pathLst>
            </a:custGeom>
            <a:noFill/>
            <a:ln w="38100">
              <a:solidFill>
                <a:srgbClr val="9A009A"/>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22" name="Freeform 41">
              <a:extLst>
                <a:ext uri="{FF2B5EF4-FFF2-40B4-BE49-F238E27FC236}">
                  <a16:creationId xmlns:a16="http://schemas.microsoft.com/office/drawing/2014/main" id="{568423AB-FA25-3110-60E2-73E0493DD879}"/>
                </a:ext>
              </a:extLst>
            </p:cNvPr>
            <p:cNvSpPr>
              <a:spLocks noEditPoints="1" noChangeArrowheads="1"/>
            </p:cNvSpPr>
            <p:nvPr/>
          </p:nvSpPr>
          <p:spPr bwMode="auto">
            <a:xfrm>
              <a:off x="660" y="1469"/>
              <a:ext cx="1029" cy="36"/>
            </a:xfrm>
            <a:custGeom>
              <a:avLst/>
              <a:gdLst>
                <a:gd name="T0" fmla="*/ 0 w 1029"/>
                <a:gd name="T1" fmla="*/ 10 h 36"/>
                <a:gd name="T2" fmla="*/ 983 w 1029"/>
                <a:gd name="T3" fmla="*/ 10 h 36"/>
                <a:gd name="T4" fmla="*/ 983 w 1029"/>
                <a:gd name="T5" fmla="*/ 25 h 36"/>
                <a:gd name="T6" fmla="*/ 0 w 1029"/>
                <a:gd name="T7" fmla="*/ 25 h 36"/>
                <a:gd name="T8" fmla="*/ 0 w 1029"/>
                <a:gd name="T9" fmla="*/ 10 h 36"/>
                <a:gd name="T10" fmla="*/ 972 w 1029"/>
                <a:gd name="T11" fmla="*/ 0 h 36"/>
                <a:gd name="T12" fmla="*/ 1029 w 1029"/>
                <a:gd name="T13" fmla="*/ 18 h 36"/>
                <a:gd name="T14" fmla="*/ 972 w 1029"/>
                <a:gd name="T15" fmla="*/ 36 h 36"/>
                <a:gd name="T16" fmla="*/ 972 w 1029"/>
                <a:gd name="T1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9" h="36">
                  <a:moveTo>
                    <a:pt x="0" y="10"/>
                  </a:moveTo>
                  <a:lnTo>
                    <a:pt x="983" y="10"/>
                  </a:lnTo>
                  <a:lnTo>
                    <a:pt x="983" y="25"/>
                  </a:lnTo>
                  <a:lnTo>
                    <a:pt x="0" y="25"/>
                  </a:lnTo>
                  <a:lnTo>
                    <a:pt x="0" y="10"/>
                  </a:lnTo>
                  <a:close/>
                  <a:moveTo>
                    <a:pt x="972" y="0"/>
                  </a:moveTo>
                  <a:lnTo>
                    <a:pt x="1029" y="18"/>
                  </a:lnTo>
                  <a:lnTo>
                    <a:pt x="972" y="36"/>
                  </a:lnTo>
                  <a:lnTo>
                    <a:pt x="972" y="0"/>
                  </a:lnTo>
                  <a:close/>
                </a:path>
              </a:pathLst>
            </a:custGeom>
            <a:solidFill>
              <a:srgbClr val="0000FF"/>
            </a:solidFill>
            <a:ln w="1588">
              <a:solidFill>
                <a:srgbClr val="0000FF"/>
              </a:solidFill>
              <a:round/>
              <a:headEnd/>
              <a:tailEnd/>
            </a:ln>
          </p:spPr>
          <p:txBody>
            <a:bodyPr/>
            <a:lstStyle/>
            <a:p>
              <a:endParaRPr lang="zh-CN" altLang="en-US"/>
            </a:p>
          </p:txBody>
        </p:sp>
        <p:sp>
          <p:nvSpPr>
            <p:cNvPr id="94223" name="Freeform 42">
              <a:extLst>
                <a:ext uri="{FF2B5EF4-FFF2-40B4-BE49-F238E27FC236}">
                  <a16:creationId xmlns:a16="http://schemas.microsoft.com/office/drawing/2014/main" id="{1ABADA39-A45B-1055-BE19-5109175B6B57}"/>
                </a:ext>
              </a:extLst>
            </p:cNvPr>
            <p:cNvSpPr>
              <a:spLocks noEditPoints="1" noChangeArrowheads="1"/>
            </p:cNvSpPr>
            <p:nvPr/>
          </p:nvSpPr>
          <p:spPr bwMode="auto">
            <a:xfrm>
              <a:off x="1078" y="963"/>
              <a:ext cx="37" cy="949"/>
            </a:xfrm>
            <a:custGeom>
              <a:avLst/>
              <a:gdLst>
                <a:gd name="T0" fmla="*/ 10 w 37"/>
                <a:gd name="T1" fmla="*/ 949 h 949"/>
                <a:gd name="T2" fmla="*/ 10 w 37"/>
                <a:gd name="T3" fmla="*/ 46 h 949"/>
                <a:gd name="T4" fmla="*/ 27 w 37"/>
                <a:gd name="T5" fmla="*/ 46 h 949"/>
                <a:gd name="T6" fmla="*/ 27 w 37"/>
                <a:gd name="T7" fmla="*/ 949 h 949"/>
                <a:gd name="T8" fmla="*/ 10 w 37"/>
                <a:gd name="T9" fmla="*/ 949 h 949"/>
                <a:gd name="T10" fmla="*/ 0 w 37"/>
                <a:gd name="T11" fmla="*/ 54 h 949"/>
                <a:gd name="T12" fmla="*/ 19 w 37"/>
                <a:gd name="T13" fmla="*/ 0 h 949"/>
                <a:gd name="T14" fmla="*/ 37 w 37"/>
                <a:gd name="T15" fmla="*/ 54 h 949"/>
                <a:gd name="T16" fmla="*/ 0 w 37"/>
                <a:gd name="T17" fmla="*/ 54 h 9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949">
                  <a:moveTo>
                    <a:pt x="10" y="949"/>
                  </a:moveTo>
                  <a:lnTo>
                    <a:pt x="10" y="46"/>
                  </a:lnTo>
                  <a:lnTo>
                    <a:pt x="27" y="46"/>
                  </a:lnTo>
                  <a:lnTo>
                    <a:pt x="27" y="949"/>
                  </a:lnTo>
                  <a:lnTo>
                    <a:pt x="10" y="949"/>
                  </a:lnTo>
                  <a:close/>
                  <a:moveTo>
                    <a:pt x="0" y="54"/>
                  </a:moveTo>
                  <a:lnTo>
                    <a:pt x="19" y="0"/>
                  </a:lnTo>
                  <a:lnTo>
                    <a:pt x="37" y="54"/>
                  </a:lnTo>
                  <a:lnTo>
                    <a:pt x="0" y="54"/>
                  </a:lnTo>
                  <a:close/>
                </a:path>
              </a:pathLst>
            </a:custGeom>
            <a:solidFill>
              <a:srgbClr val="0000FF"/>
            </a:solidFill>
            <a:ln w="1588">
              <a:solidFill>
                <a:srgbClr val="0000FF"/>
              </a:solidFill>
              <a:round/>
              <a:headEnd/>
              <a:tailEnd/>
            </a:ln>
          </p:spPr>
          <p:txBody>
            <a:bodyPr/>
            <a:lstStyle/>
            <a:p>
              <a:endParaRPr lang="zh-CN" altLang="en-US"/>
            </a:p>
          </p:txBody>
        </p:sp>
        <p:sp>
          <p:nvSpPr>
            <p:cNvPr id="94224" name="Freeform 43">
              <a:extLst>
                <a:ext uri="{FF2B5EF4-FFF2-40B4-BE49-F238E27FC236}">
                  <a16:creationId xmlns:a16="http://schemas.microsoft.com/office/drawing/2014/main" id="{2E019BA9-5F6E-034B-3D2A-7CBAFFA0542E}"/>
                </a:ext>
              </a:extLst>
            </p:cNvPr>
            <p:cNvSpPr>
              <a:spLocks noEditPoints="1" noChangeArrowheads="1"/>
            </p:cNvSpPr>
            <p:nvPr/>
          </p:nvSpPr>
          <p:spPr bwMode="auto">
            <a:xfrm>
              <a:off x="1095" y="1247"/>
              <a:ext cx="299" cy="241"/>
            </a:xfrm>
            <a:custGeom>
              <a:avLst/>
              <a:gdLst>
                <a:gd name="T0" fmla="*/ 0 w 299"/>
                <a:gd name="T1" fmla="*/ 224 h 241"/>
                <a:gd name="T2" fmla="*/ 210 w 299"/>
                <a:gd name="T3" fmla="*/ 56 h 241"/>
                <a:gd name="T4" fmla="*/ 225 w 299"/>
                <a:gd name="T5" fmla="*/ 74 h 241"/>
                <a:gd name="T6" fmla="*/ 14 w 299"/>
                <a:gd name="T7" fmla="*/ 241 h 241"/>
                <a:gd name="T8" fmla="*/ 0 w 299"/>
                <a:gd name="T9" fmla="*/ 224 h 241"/>
                <a:gd name="T10" fmla="*/ 194 w 299"/>
                <a:gd name="T11" fmla="*/ 54 h 241"/>
                <a:gd name="T12" fmla="*/ 299 w 299"/>
                <a:gd name="T13" fmla="*/ 0 h 241"/>
                <a:gd name="T14" fmla="*/ 224 w 299"/>
                <a:gd name="T15" fmla="*/ 89 h 241"/>
                <a:gd name="T16" fmla="*/ 194 w 299"/>
                <a:gd name="T17" fmla="*/ 54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9" h="241">
                  <a:moveTo>
                    <a:pt x="0" y="224"/>
                  </a:moveTo>
                  <a:lnTo>
                    <a:pt x="210" y="56"/>
                  </a:lnTo>
                  <a:lnTo>
                    <a:pt x="225" y="74"/>
                  </a:lnTo>
                  <a:lnTo>
                    <a:pt x="14" y="241"/>
                  </a:lnTo>
                  <a:lnTo>
                    <a:pt x="0" y="224"/>
                  </a:lnTo>
                  <a:close/>
                  <a:moveTo>
                    <a:pt x="194" y="54"/>
                  </a:moveTo>
                  <a:lnTo>
                    <a:pt x="299" y="0"/>
                  </a:lnTo>
                  <a:lnTo>
                    <a:pt x="224" y="89"/>
                  </a:lnTo>
                  <a:lnTo>
                    <a:pt x="194" y="54"/>
                  </a:lnTo>
                  <a:close/>
                </a:path>
              </a:pathLst>
            </a:custGeom>
            <a:solidFill>
              <a:srgbClr val="FF0000"/>
            </a:solidFill>
            <a:ln w="1588">
              <a:solidFill>
                <a:srgbClr val="FF0000"/>
              </a:solidFill>
              <a:round/>
              <a:headEnd/>
              <a:tailEnd/>
            </a:ln>
          </p:spPr>
          <p:txBody>
            <a:bodyPr/>
            <a:lstStyle/>
            <a:p>
              <a:endParaRPr lang="zh-CN" altLang="en-US"/>
            </a:p>
          </p:txBody>
        </p:sp>
        <p:sp>
          <p:nvSpPr>
            <p:cNvPr id="94225" name="Freeform 44">
              <a:extLst>
                <a:ext uri="{FF2B5EF4-FFF2-40B4-BE49-F238E27FC236}">
                  <a16:creationId xmlns:a16="http://schemas.microsoft.com/office/drawing/2014/main" id="{727E9E6B-DE79-DF6A-886F-55D5C1CC26A3}"/>
                </a:ext>
              </a:extLst>
            </p:cNvPr>
            <p:cNvSpPr>
              <a:spLocks noEditPoints="1" noChangeArrowheads="1"/>
            </p:cNvSpPr>
            <p:nvPr/>
          </p:nvSpPr>
          <p:spPr bwMode="auto">
            <a:xfrm>
              <a:off x="1117" y="1244"/>
              <a:ext cx="274" cy="6"/>
            </a:xfrm>
            <a:custGeom>
              <a:avLst/>
              <a:gdLst>
                <a:gd name="T0" fmla="*/ 249 w 274"/>
                <a:gd name="T1" fmla="*/ 6 h 6"/>
                <a:gd name="T2" fmla="*/ 247 w 274"/>
                <a:gd name="T3" fmla="*/ 5 h 6"/>
                <a:gd name="T4" fmla="*/ 245 w 274"/>
                <a:gd name="T5" fmla="*/ 3 h 6"/>
                <a:gd name="T6" fmla="*/ 247 w 274"/>
                <a:gd name="T7" fmla="*/ 1 h 6"/>
                <a:gd name="T8" fmla="*/ 249 w 274"/>
                <a:gd name="T9" fmla="*/ 0 h 6"/>
                <a:gd name="T10" fmla="*/ 271 w 274"/>
                <a:gd name="T11" fmla="*/ 0 h 6"/>
                <a:gd name="T12" fmla="*/ 274 w 274"/>
                <a:gd name="T13" fmla="*/ 2 h 6"/>
                <a:gd name="T14" fmla="*/ 274 w 274"/>
                <a:gd name="T15" fmla="*/ 4 h 6"/>
                <a:gd name="T16" fmla="*/ 271 w 274"/>
                <a:gd name="T17" fmla="*/ 6 h 6"/>
                <a:gd name="T18" fmla="*/ 221 w 274"/>
                <a:gd name="T19" fmla="*/ 6 h 6"/>
                <a:gd name="T20" fmla="*/ 198 w 274"/>
                <a:gd name="T21" fmla="*/ 6 h 6"/>
                <a:gd name="T22" fmla="*/ 197 w 274"/>
                <a:gd name="T23" fmla="*/ 4 h 6"/>
                <a:gd name="T24" fmla="*/ 197 w 274"/>
                <a:gd name="T25" fmla="*/ 2 h 6"/>
                <a:gd name="T26" fmla="*/ 198 w 274"/>
                <a:gd name="T27" fmla="*/ 0 h 6"/>
                <a:gd name="T28" fmla="*/ 221 w 274"/>
                <a:gd name="T29" fmla="*/ 0 h 6"/>
                <a:gd name="T30" fmla="*/ 224 w 274"/>
                <a:gd name="T31" fmla="*/ 1 h 6"/>
                <a:gd name="T32" fmla="*/ 225 w 274"/>
                <a:gd name="T33" fmla="*/ 3 h 6"/>
                <a:gd name="T34" fmla="*/ 224 w 274"/>
                <a:gd name="T35" fmla="*/ 5 h 6"/>
                <a:gd name="T36" fmla="*/ 221 w 274"/>
                <a:gd name="T37" fmla="*/ 6 h 6"/>
                <a:gd name="T38" fmla="*/ 151 w 274"/>
                <a:gd name="T39" fmla="*/ 6 h 6"/>
                <a:gd name="T40" fmla="*/ 149 w 274"/>
                <a:gd name="T41" fmla="*/ 5 h 6"/>
                <a:gd name="T42" fmla="*/ 148 w 274"/>
                <a:gd name="T43" fmla="*/ 3 h 6"/>
                <a:gd name="T44" fmla="*/ 149 w 274"/>
                <a:gd name="T45" fmla="*/ 1 h 6"/>
                <a:gd name="T46" fmla="*/ 151 w 274"/>
                <a:gd name="T47" fmla="*/ 0 h 6"/>
                <a:gd name="T48" fmla="*/ 173 w 274"/>
                <a:gd name="T49" fmla="*/ 0 h 6"/>
                <a:gd name="T50" fmla="*/ 176 w 274"/>
                <a:gd name="T51" fmla="*/ 2 h 6"/>
                <a:gd name="T52" fmla="*/ 176 w 274"/>
                <a:gd name="T53" fmla="*/ 4 h 6"/>
                <a:gd name="T54" fmla="*/ 173 w 274"/>
                <a:gd name="T55" fmla="*/ 6 h 6"/>
                <a:gd name="T56" fmla="*/ 123 w 274"/>
                <a:gd name="T57" fmla="*/ 6 h 6"/>
                <a:gd name="T58" fmla="*/ 100 w 274"/>
                <a:gd name="T59" fmla="*/ 6 h 6"/>
                <a:gd name="T60" fmla="*/ 98 w 274"/>
                <a:gd name="T61" fmla="*/ 4 h 6"/>
                <a:gd name="T62" fmla="*/ 98 w 274"/>
                <a:gd name="T63" fmla="*/ 2 h 6"/>
                <a:gd name="T64" fmla="*/ 100 w 274"/>
                <a:gd name="T65" fmla="*/ 0 h 6"/>
                <a:gd name="T66" fmla="*/ 123 w 274"/>
                <a:gd name="T67" fmla="*/ 0 h 6"/>
                <a:gd name="T68" fmla="*/ 125 w 274"/>
                <a:gd name="T69" fmla="*/ 1 h 6"/>
                <a:gd name="T70" fmla="*/ 126 w 274"/>
                <a:gd name="T71" fmla="*/ 3 h 6"/>
                <a:gd name="T72" fmla="*/ 125 w 274"/>
                <a:gd name="T73" fmla="*/ 5 h 6"/>
                <a:gd name="T74" fmla="*/ 123 w 274"/>
                <a:gd name="T75" fmla="*/ 6 h 6"/>
                <a:gd name="T76" fmla="*/ 52 w 274"/>
                <a:gd name="T77" fmla="*/ 6 h 6"/>
                <a:gd name="T78" fmla="*/ 50 w 274"/>
                <a:gd name="T79" fmla="*/ 5 h 6"/>
                <a:gd name="T80" fmla="*/ 49 w 274"/>
                <a:gd name="T81" fmla="*/ 3 h 6"/>
                <a:gd name="T82" fmla="*/ 50 w 274"/>
                <a:gd name="T83" fmla="*/ 1 h 6"/>
                <a:gd name="T84" fmla="*/ 52 w 274"/>
                <a:gd name="T85" fmla="*/ 0 h 6"/>
                <a:gd name="T86" fmla="*/ 74 w 274"/>
                <a:gd name="T87" fmla="*/ 0 h 6"/>
                <a:gd name="T88" fmla="*/ 77 w 274"/>
                <a:gd name="T89" fmla="*/ 2 h 6"/>
                <a:gd name="T90" fmla="*/ 77 w 274"/>
                <a:gd name="T91" fmla="*/ 4 h 6"/>
                <a:gd name="T92" fmla="*/ 74 w 274"/>
                <a:gd name="T93" fmla="*/ 6 h 6"/>
                <a:gd name="T94" fmla="*/ 24 w 274"/>
                <a:gd name="T95" fmla="*/ 6 h 6"/>
                <a:gd name="T96" fmla="*/ 1 w 274"/>
                <a:gd name="T97" fmla="*/ 6 h 6"/>
                <a:gd name="T98" fmla="*/ 0 w 274"/>
                <a:gd name="T99" fmla="*/ 4 h 6"/>
                <a:gd name="T100" fmla="*/ 0 w 274"/>
                <a:gd name="T101" fmla="*/ 2 h 6"/>
                <a:gd name="T102" fmla="*/ 1 w 274"/>
                <a:gd name="T103" fmla="*/ 0 h 6"/>
                <a:gd name="T104" fmla="*/ 24 w 274"/>
                <a:gd name="T105" fmla="*/ 0 h 6"/>
                <a:gd name="T106" fmla="*/ 27 w 274"/>
                <a:gd name="T107" fmla="*/ 1 h 6"/>
                <a:gd name="T108" fmla="*/ 28 w 274"/>
                <a:gd name="T109" fmla="*/ 3 h 6"/>
                <a:gd name="T110" fmla="*/ 27 w 274"/>
                <a:gd name="T111" fmla="*/ 5 h 6"/>
                <a:gd name="T112" fmla="*/ 24 w 274"/>
                <a:gd name="T113"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4" h="6">
                  <a:moveTo>
                    <a:pt x="270" y="6"/>
                  </a:moveTo>
                  <a:lnTo>
                    <a:pt x="249" y="6"/>
                  </a:lnTo>
                  <a:lnTo>
                    <a:pt x="248" y="6"/>
                  </a:lnTo>
                  <a:lnTo>
                    <a:pt x="247" y="5"/>
                  </a:lnTo>
                  <a:lnTo>
                    <a:pt x="247" y="4"/>
                  </a:lnTo>
                  <a:lnTo>
                    <a:pt x="245" y="3"/>
                  </a:lnTo>
                  <a:lnTo>
                    <a:pt x="247" y="2"/>
                  </a:lnTo>
                  <a:lnTo>
                    <a:pt x="247" y="1"/>
                  </a:lnTo>
                  <a:lnTo>
                    <a:pt x="248" y="0"/>
                  </a:lnTo>
                  <a:lnTo>
                    <a:pt x="249" y="0"/>
                  </a:lnTo>
                  <a:lnTo>
                    <a:pt x="270" y="0"/>
                  </a:lnTo>
                  <a:lnTo>
                    <a:pt x="271" y="0"/>
                  </a:lnTo>
                  <a:lnTo>
                    <a:pt x="272" y="1"/>
                  </a:lnTo>
                  <a:lnTo>
                    <a:pt x="274" y="2"/>
                  </a:lnTo>
                  <a:lnTo>
                    <a:pt x="274" y="3"/>
                  </a:lnTo>
                  <a:lnTo>
                    <a:pt x="274" y="4"/>
                  </a:lnTo>
                  <a:lnTo>
                    <a:pt x="272" y="5"/>
                  </a:lnTo>
                  <a:lnTo>
                    <a:pt x="271" y="6"/>
                  </a:lnTo>
                  <a:lnTo>
                    <a:pt x="270" y="6"/>
                  </a:lnTo>
                  <a:close/>
                  <a:moveTo>
                    <a:pt x="221" y="6"/>
                  </a:moveTo>
                  <a:lnTo>
                    <a:pt x="200" y="6"/>
                  </a:lnTo>
                  <a:lnTo>
                    <a:pt x="198" y="6"/>
                  </a:lnTo>
                  <a:lnTo>
                    <a:pt x="197" y="5"/>
                  </a:lnTo>
                  <a:lnTo>
                    <a:pt x="197" y="4"/>
                  </a:lnTo>
                  <a:lnTo>
                    <a:pt x="197" y="3"/>
                  </a:lnTo>
                  <a:lnTo>
                    <a:pt x="197" y="2"/>
                  </a:lnTo>
                  <a:lnTo>
                    <a:pt x="197" y="1"/>
                  </a:lnTo>
                  <a:lnTo>
                    <a:pt x="198" y="0"/>
                  </a:lnTo>
                  <a:lnTo>
                    <a:pt x="200" y="0"/>
                  </a:lnTo>
                  <a:lnTo>
                    <a:pt x="221" y="0"/>
                  </a:lnTo>
                  <a:lnTo>
                    <a:pt x="223" y="0"/>
                  </a:lnTo>
                  <a:lnTo>
                    <a:pt x="224" y="1"/>
                  </a:lnTo>
                  <a:lnTo>
                    <a:pt x="224" y="2"/>
                  </a:lnTo>
                  <a:lnTo>
                    <a:pt x="225" y="3"/>
                  </a:lnTo>
                  <a:lnTo>
                    <a:pt x="224" y="4"/>
                  </a:lnTo>
                  <a:lnTo>
                    <a:pt x="224" y="5"/>
                  </a:lnTo>
                  <a:lnTo>
                    <a:pt x="223" y="6"/>
                  </a:lnTo>
                  <a:lnTo>
                    <a:pt x="221" y="6"/>
                  </a:lnTo>
                  <a:close/>
                  <a:moveTo>
                    <a:pt x="172" y="6"/>
                  </a:moveTo>
                  <a:lnTo>
                    <a:pt x="151" y="6"/>
                  </a:lnTo>
                  <a:lnTo>
                    <a:pt x="150" y="6"/>
                  </a:lnTo>
                  <a:lnTo>
                    <a:pt x="149" y="5"/>
                  </a:lnTo>
                  <a:lnTo>
                    <a:pt x="148" y="4"/>
                  </a:lnTo>
                  <a:lnTo>
                    <a:pt x="148" y="3"/>
                  </a:lnTo>
                  <a:lnTo>
                    <a:pt x="148" y="2"/>
                  </a:lnTo>
                  <a:lnTo>
                    <a:pt x="149" y="1"/>
                  </a:lnTo>
                  <a:lnTo>
                    <a:pt x="150" y="0"/>
                  </a:lnTo>
                  <a:lnTo>
                    <a:pt x="151" y="0"/>
                  </a:lnTo>
                  <a:lnTo>
                    <a:pt x="172" y="0"/>
                  </a:lnTo>
                  <a:lnTo>
                    <a:pt x="173" y="0"/>
                  </a:lnTo>
                  <a:lnTo>
                    <a:pt x="175" y="1"/>
                  </a:lnTo>
                  <a:lnTo>
                    <a:pt x="176" y="2"/>
                  </a:lnTo>
                  <a:lnTo>
                    <a:pt x="176" y="3"/>
                  </a:lnTo>
                  <a:lnTo>
                    <a:pt x="176" y="4"/>
                  </a:lnTo>
                  <a:lnTo>
                    <a:pt x="175" y="5"/>
                  </a:lnTo>
                  <a:lnTo>
                    <a:pt x="173" y="6"/>
                  </a:lnTo>
                  <a:lnTo>
                    <a:pt x="172" y="6"/>
                  </a:lnTo>
                  <a:close/>
                  <a:moveTo>
                    <a:pt x="123" y="6"/>
                  </a:moveTo>
                  <a:lnTo>
                    <a:pt x="101" y="6"/>
                  </a:lnTo>
                  <a:lnTo>
                    <a:pt x="100" y="6"/>
                  </a:lnTo>
                  <a:lnTo>
                    <a:pt x="99" y="5"/>
                  </a:lnTo>
                  <a:lnTo>
                    <a:pt x="98" y="4"/>
                  </a:lnTo>
                  <a:lnTo>
                    <a:pt x="98" y="3"/>
                  </a:lnTo>
                  <a:lnTo>
                    <a:pt x="98" y="2"/>
                  </a:lnTo>
                  <a:lnTo>
                    <a:pt x="99" y="1"/>
                  </a:lnTo>
                  <a:lnTo>
                    <a:pt x="100" y="0"/>
                  </a:lnTo>
                  <a:lnTo>
                    <a:pt x="101" y="0"/>
                  </a:lnTo>
                  <a:lnTo>
                    <a:pt x="123" y="0"/>
                  </a:lnTo>
                  <a:lnTo>
                    <a:pt x="124" y="0"/>
                  </a:lnTo>
                  <a:lnTo>
                    <a:pt x="125" y="1"/>
                  </a:lnTo>
                  <a:lnTo>
                    <a:pt x="126" y="2"/>
                  </a:lnTo>
                  <a:lnTo>
                    <a:pt x="126" y="3"/>
                  </a:lnTo>
                  <a:lnTo>
                    <a:pt x="126" y="4"/>
                  </a:lnTo>
                  <a:lnTo>
                    <a:pt x="125" y="5"/>
                  </a:lnTo>
                  <a:lnTo>
                    <a:pt x="124" y="6"/>
                  </a:lnTo>
                  <a:lnTo>
                    <a:pt x="123" y="6"/>
                  </a:lnTo>
                  <a:close/>
                  <a:moveTo>
                    <a:pt x="73" y="6"/>
                  </a:moveTo>
                  <a:lnTo>
                    <a:pt x="52" y="6"/>
                  </a:lnTo>
                  <a:lnTo>
                    <a:pt x="51" y="6"/>
                  </a:lnTo>
                  <a:lnTo>
                    <a:pt x="50" y="5"/>
                  </a:lnTo>
                  <a:lnTo>
                    <a:pt x="50" y="4"/>
                  </a:lnTo>
                  <a:lnTo>
                    <a:pt x="49" y="3"/>
                  </a:lnTo>
                  <a:lnTo>
                    <a:pt x="50" y="2"/>
                  </a:lnTo>
                  <a:lnTo>
                    <a:pt x="50" y="1"/>
                  </a:lnTo>
                  <a:lnTo>
                    <a:pt x="51" y="0"/>
                  </a:lnTo>
                  <a:lnTo>
                    <a:pt x="52" y="0"/>
                  </a:lnTo>
                  <a:lnTo>
                    <a:pt x="73" y="0"/>
                  </a:lnTo>
                  <a:lnTo>
                    <a:pt x="74" y="0"/>
                  </a:lnTo>
                  <a:lnTo>
                    <a:pt x="76" y="1"/>
                  </a:lnTo>
                  <a:lnTo>
                    <a:pt x="77" y="2"/>
                  </a:lnTo>
                  <a:lnTo>
                    <a:pt x="77" y="3"/>
                  </a:lnTo>
                  <a:lnTo>
                    <a:pt x="77" y="4"/>
                  </a:lnTo>
                  <a:lnTo>
                    <a:pt x="76" y="5"/>
                  </a:lnTo>
                  <a:lnTo>
                    <a:pt x="74" y="6"/>
                  </a:lnTo>
                  <a:lnTo>
                    <a:pt x="73" y="6"/>
                  </a:lnTo>
                  <a:close/>
                  <a:moveTo>
                    <a:pt x="24" y="6"/>
                  </a:moveTo>
                  <a:lnTo>
                    <a:pt x="4" y="6"/>
                  </a:lnTo>
                  <a:lnTo>
                    <a:pt x="1" y="6"/>
                  </a:lnTo>
                  <a:lnTo>
                    <a:pt x="0" y="5"/>
                  </a:lnTo>
                  <a:lnTo>
                    <a:pt x="0" y="4"/>
                  </a:lnTo>
                  <a:lnTo>
                    <a:pt x="0" y="3"/>
                  </a:lnTo>
                  <a:lnTo>
                    <a:pt x="0" y="2"/>
                  </a:lnTo>
                  <a:lnTo>
                    <a:pt x="0" y="1"/>
                  </a:lnTo>
                  <a:lnTo>
                    <a:pt x="1" y="0"/>
                  </a:lnTo>
                  <a:lnTo>
                    <a:pt x="4" y="0"/>
                  </a:lnTo>
                  <a:lnTo>
                    <a:pt x="24" y="0"/>
                  </a:lnTo>
                  <a:lnTo>
                    <a:pt x="26" y="0"/>
                  </a:lnTo>
                  <a:lnTo>
                    <a:pt x="27" y="1"/>
                  </a:lnTo>
                  <a:lnTo>
                    <a:pt x="27" y="2"/>
                  </a:lnTo>
                  <a:lnTo>
                    <a:pt x="28" y="3"/>
                  </a:lnTo>
                  <a:lnTo>
                    <a:pt x="27" y="4"/>
                  </a:lnTo>
                  <a:lnTo>
                    <a:pt x="27" y="5"/>
                  </a:lnTo>
                  <a:lnTo>
                    <a:pt x="26" y="6"/>
                  </a:lnTo>
                  <a:lnTo>
                    <a:pt x="24" y="6"/>
                  </a:lnTo>
                  <a:close/>
                </a:path>
              </a:pathLst>
            </a:custGeom>
            <a:solidFill>
              <a:srgbClr val="993366"/>
            </a:solidFill>
            <a:ln w="1588">
              <a:solidFill>
                <a:srgbClr val="993366"/>
              </a:solidFill>
              <a:round/>
              <a:headEnd/>
              <a:tailEnd/>
            </a:ln>
          </p:spPr>
          <p:txBody>
            <a:bodyPr/>
            <a:lstStyle/>
            <a:p>
              <a:endParaRPr lang="zh-CN" altLang="en-US"/>
            </a:p>
          </p:txBody>
        </p:sp>
        <p:sp>
          <p:nvSpPr>
            <p:cNvPr id="94226" name="Freeform 45">
              <a:extLst>
                <a:ext uri="{FF2B5EF4-FFF2-40B4-BE49-F238E27FC236}">
                  <a16:creationId xmlns:a16="http://schemas.microsoft.com/office/drawing/2014/main" id="{87A2170F-23B5-6651-18CE-BAFF5EB2C05E}"/>
                </a:ext>
              </a:extLst>
            </p:cNvPr>
            <p:cNvSpPr>
              <a:spLocks noEditPoints="1" noChangeArrowheads="1"/>
            </p:cNvSpPr>
            <p:nvPr/>
          </p:nvSpPr>
          <p:spPr bwMode="auto">
            <a:xfrm>
              <a:off x="1374" y="1244"/>
              <a:ext cx="8" cy="218"/>
            </a:xfrm>
            <a:custGeom>
              <a:avLst/>
              <a:gdLst>
                <a:gd name="T0" fmla="*/ 8 w 8"/>
                <a:gd name="T1" fmla="*/ 24 h 218"/>
                <a:gd name="T2" fmla="*/ 6 w 8"/>
                <a:gd name="T3" fmla="*/ 26 h 218"/>
                <a:gd name="T4" fmla="*/ 3 w 8"/>
                <a:gd name="T5" fmla="*/ 27 h 218"/>
                <a:gd name="T6" fmla="*/ 1 w 8"/>
                <a:gd name="T7" fmla="*/ 26 h 218"/>
                <a:gd name="T8" fmla="*/ 0 w 8"/>
                <a:gd name="T9" fmla="*/ 24 h 218"/>
                <a:gd name="T10" fmla="*/ 1 w 8"/>
                <a:gd name="T11" fmla="*/ 2 h 218"/>
                <a:gd name="T12" fmla="*/ 2 w 8"/>
                <a:gd name="T13" fmla="*/ 0 h 218"/>
                <a:gd name="T14" fmla="*/ 5 w 8"/>
                <a:gd name="T15" fmla="*/ 0 h 218"/>
                <a:gd name="T16" fmla="*/ 6 w 8"/>
                <a:gd name="T17" fmla="*/ 2 h 218"/>
                <a:gd name="T18" fmla="*/ 8 w 8"/>
                <a:gd name="T19" fmla="*/ 51 h 218"/>
                <a:gd name="T20" fmla="*/ 6 w 8"/>
                <a:gd name="T21" fmla="*/ 73 h 218"/>
                <a:gd name="T22" fmla="*/ 5 w 8"/>
                <a:gd name="T23" fmla="*/ 75 h 218"/>
                <a:gd name="T24" fmla="*/ 2 w 8"/>
                <a:gd name="T25" fmla="*/ 75 h 218"/>
                <a:gd name="T26" fmla="*/ 1 w 8"/>
                <a:gd name="T27" fmla="*/ 73 h 218"/>
                <a:gd name="T28" fmla="*/ 0 w 8"/>
                <a:gd name="T29" fmla="*/ 51 h 218"/>
                <a:gd name="T30" fmla="*/ 1 w 8"/>
                <a:gd name="T31" fmla="*/ 49 h 218"/>
                <a:gd name="T32" fmla="*/ 3 w 8"/>
                <a:gd name="T33" fmla="*/ 48 h 218"/>
                <a:gd name="T34" fmla="*/ 6 w 8"/>
                <a:gd name="T35" fmla="*/ 49 h 218"/>
                <a:gd name="T36" fmla="*/ 8 w 8"/>
                <a:gd name="T37" fmla="*/ 51 h 218"/>
                <a:gd name="T38" fmla="*/ 8 w 8"/>
                <a:gd name="T39" fmla="*/ 119 h 218"/>
                <a:gd name="T40" fmla="*/ 6 w 8"/>
                <a:gd name="T41" fmla="*/ 122 h 218"/>
                <a:gd name="T42" fmla="*/ 4 w 8"/>
                <a:gd name="T43" fmla="*/ 123 h 218"/>
                <a:gd name="T44" fmla="*/ 1 w 8"/>
                <a:gd name="T45" fmla="*/ 122 h 218"/>
                <a:gd name="T46" fmla="*/ 0 w 8"/>
                <a:gd name="T47" fmla="*/ 119 h 218"/>
                <a:gd name="T48" fmla="*/ 1 w 8"/>
                <a:gd name="T49" fmla="*/ 97 h 218"/>
                <a:gd name="T50" fmla="*/ 2 w 8"/>
                <a:gd name="T51" fmla="*/ 96 h 218"/>
                <a:gd name="T52" fmla="*/ 5 w 8"/>
                <a:gd name="T53" fmla="*/ 96 h 218"/>
                <a:gd name="T54" fmla="*/ 6 w 8"/>
                <a:gd name="T55" fmla="*/ 97 h 218"/>
                <a:gd name="T56" fmla="*/ 8 w 8"/>
                <a:gd name="T57" fmla="*/ 146 h 218"/>
                <a:gd name="T58" fmla="*/ 8 w 8"/>
                <a:gd name="T59" fmla="*/ 168 h 218"/>
                <a:gd name="T60" fmla="*/ 5 w 8"/>
                <a:gd name="T61" fmla="*/ 170 h 218"/>
                <a:gd name="T62" fmla="*/ 3 w 8"/>
                <a:gd name="T63" fmla="*/ 170 h 218"/>
                <a:gd name="T64" fmla="*/ 1 w 8"/>
                <a:gd name="T65" fmla="*/ 168 h 218"/>
                <a:gd name="T66" fmla="*/ 1 w 8"/>
                <a:gd name="T67" fmla="*/ 146 h 218"/>
                <a:gd name="T68" fmla="*/ 1 w 8"/>
                <a:gd name="T69" fmla="*/ 144 h 218"/>
                <a:gd name="T70" fmla="*/ 4 w 8"/>
                <a:gd name="T71" fmla="*/ 143 h 218"/>
                <a:gd name="T72" fmla="*/ 6 w 8"/>
                <a:gd name="T73" fmla="*/ 144 h 218"/>
                <a:gd name="T74" fmla="*/ 8 w 8"/>
                <a:gd name="T75" fmla="*/ 146 h 218"/>
                <a:gd name="T76" fmla="*/ 8 w 8"/>
                <a:gd name="T77" fmla="*/ 215 h 218"/>
                <a:gd name="T78" fmla="*/ 6 w 8"/>
                <a:gd name="T79" fmla="*/ 217 h 218"/>
                <a:gd name="T80" fmla="*/ 4 w 8"/>
                <a:gd name="T81" fmla="*/ 218 h 218"/>
                <a:gd name="T82" fmla="*/ 2 w 8"/>
                <a:gd name="T83" fmla="*/ 217 h 218"/>
                <a:gd name="T84" fmla="*/ 1 w 8"/>
                <a:gd name="T85" fmla="*/ 215 h 218"/>
                <a:gd name="T86" fmla="*/ 1 w 8"/>
                <a:gd name="T87" fmla="*/ 193 h 218"/>
                <a:gd name="T88" fmla="*/ 3 w 8"/>
                <a:gd name="T89" fmla="*/ 191 h 218"/>
                <a:gd name="T90" fmla="*/ 5 w 8"/>
                <a:gd name="T91" fmla="*/ 191 h 218"/>
                <a:gd name="T92" fmla="*/ 8 w 8"/>
                <a:gd name="T93" fmla="*/ 19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 h="218">
                  <a:moveTo>
                    <a:pt x="8" y="3"/>
                  </a:moveTo>
                  <a:lnTo>
                    <a:pt x="8" y="24"/>
                  </a:lnTo>
                  <a:lnTo>
                    <a:pt x="6" y="25"/>
                  </a:lnTo>
                  <a:lnTo>
                    <a:pt x="6" y="26"/>
                  </a:lnTo>
                  <a:lnTo>
                    <a:pt x="5" y="27"/>
                  </a:lnTo>
                  <a:lnTo>
                    <a:pt x="3" y="27"/>
                  </a:lnTo>
                  <a:lnTo>
                    <a:pt x="2" y="27"/>
                  </a:lnTo>
                  <a:lnTo>
                    <a:pt x="1" y="26"/>
                  </a:lnTo>
                  <a:lnTo>
                    <a:pt x="1" y="25"/>
                  </a:lnTo>
                  <a:lnTo>
                    <a:pt x="0" y="24"/>
                  </a:lnTo>
                  <a:lnTo>
                    <a:pt x="0" y="3"/>
                  </a:lnTo>
                  <a:lnTo>
                    <a:pt x="1" y="2"/>
                  </a:lnTo>
                  <a:lnTo>
                    <a:pt x="1" y="1"/>
                  </a:lnTo>
                  <a:lnTo>
                    <a:pt x="2" y="0"/>
                  </a:lnTo>
                  <a:lnTo>
                    <a:pt x="3" y="0"/>
                  </a:lnTo>
                  <a:lnTo>
                    <a:pt x="5" y="0"/>
                  </a:lnTo>
                  <a:lnTo>
                    <a:pt x="6" y="1"/>
                  </a:lnTo>
                  <a:lnTo>
                    <a:pt x="6" y="2"/>
                  </a:lnTo>
                  <a:lnTo>
                    <a:pt x="8" y="3"/>
                  </a:lnTo>
                  <a:close/>
                  <a:moveTo>
                    <a:pt x="8" y="51"/>
                  </a:moveTo>
                  <a:lnTo>
                    <a:pt x="8" y="72"/>
                  </a:lnTo>
                  <a:lnTo>
                    <a:pt x="6" y="73"/>
                  </a:lnTo>
                  <a:lnTo>
                    <a:pt x="6" y="74"/>
                  </a:lnTo>
                  <a:lnTo>
                    <a:pt x="5" y="75"/>
                  </a:lnTo>
                  <a:lnTo>
                    <a:pt x="4" y="75"/>
                  </a:lnTo>
                  <a:lnTo>
                    <a:pt x="2" y="75"/>
                  </a:lnTo>
                  <a:lnTo>
                    <a:pt x="1" y="74"/>
                  </a:lnTo>
                  <a:lnTo>
                    <a:pt x="1" y="73"/>
                  </a:lnTo>
                  <a:lnTo>
                    <a:pt x="0" y="72"/>
                  </a:lnTo>
                  <a:lnTo>
                    <a:pt x="0" y="51"/>
                  </a:lnTo>
                  <a:lnTo>
                    <a:pt x="1" y="50"/>
                  </a:lnTo>
                  <a:lnTo>
                    <a:pt x="1" y="49"/>
                  </a:lnTo>
                  <a:lnTo>
                    <a:pt x="2" y="48"/>
                  </a:lnTo>
                  <a:lnTo>
                    <a:pt x="3" y="48"/>
                  </a:lnTo>
                  <a:lnTo>
                    <a:pt x="5" y="48"/>
                  </a:lnTo>
                  <a:lnTo>
                    <a:pt x="6" y="49"/>
                  </a:lnTo>
                  <a:lnTo>
                    <a:pt x="6" y="50"/>
                  </a:lnTo>
                  <a:lnTo>
                    <a:pt x="8" y="51"/>
                  </a:lnTo>
                  <a:close/>
                  <a:moveTo>
                    <a:pt x="8" y="99"/>
                  </a:moveTo>
                  <a:lnTo>
                    <a:pt x="8" y="119"/>
                  </a:lnTo>
                  <a:lnTo>
                    <a:pt x="6" y="121"/>
                  </a:lnTo>
                  <a:lnTo>
                    <a:pt x="6" y="122"/>
                  </a:lnTo>
                  <a:lnTo>
                    <a:pt x="5" y="122"/>
                  </a:lnTo>
                  <a:lnTo>
                    <a:pt x="4" y="123"/>
                  </a:lnTo>
                  <a:lnTo>
                    <a:pt x="2" y="122"/>
                  </a:lnTo>
                  <a:lnTo>
                    <a:pt x="1" y="122"/>
                  </a:lnTo>
                  <a:lnTo>
                    <a:pt x="1" y="121"/>
                  </a:lnTo>
                  <a:lnTo>
                    <a:pt x="0" y="119"/>
                  </a:lnTo>
                  <a:lnTo>
                    <a:pt x="0" y="99"/>
                  </a:lnTo>
                  <a:lnTo>
                    <a:pt x="1" y="97"/>
                  </a:lnTo>
                  <a:lnTo>
                    <a:pt x="1" y="96"/>
                  </a:lnTo>
                  <a:lnTo>
                    <a:pt x="2" y="96"/>
                  </a:lnTo>
                  <a:lnTo>
                    <a:pt x="4" y="96"/>
                  </a:lnTo>
                  <a:lnTo>
                    <a:pt x="5" y="96"/>
                  </a:lnTo>
                  <a:lnTo>
                    <a:pt x="6" y="96"/>
                  </a:lnTo>
                  <a:lnTo>
                    <a:pt x="6" y="97"/>
                  </a:lnTo>
                  <a:lnTo>
                    <a:pt x="8" y="99"/>
                  </a:lnTo>
                  <a:close/>
                  <a:moveTo>
                    <a:pt x="8" y="146"/>
                  </a:moveTo>
                  <a:lnTo>
                    <a:pt x="8" y="167"/>
                  </a:lnTo>
                  <a:lnTo>
                    <a:pt x="8" y="168"/>
                  </a:lnTo>
                  <a:lnTo>
                    <a:pt x="6" y="169"/>
                  </a:lnTo>
                  <a:lnTo>
                    <a:pt x="5" y="170"/>
                  </a:lnTo>
                  <a:lnTo>
                    <a:pt x="4" y="170"/>
                  </a:lnTo>
                  <a:lnTo>
                    <a:pt x="3" y="170"/>
                  </a:lnTo>
                  <a:lnTo>
                    <a:pt x="2" y="169"/>
                  </a:lnTo>
                  <a:lnTo>
                    <a:pt x="1" y="168"/>
                  </a:lnTo>
                  <a:lnTo>
                    <a:pt x="1" y="167"/>
                  </a:lnTo>
                  <a:lnTo>
                    <a:pt x="1" y="146"/>
                  </a:lnTo>
                  <a:lnTo>
                    <a:pt x="1" y="145"/>
                  </a:lnTo>
                  <a:lnTo>
                    <a:pt x="1" y="144"/>
                  </a:lnTo>
                  <a:lnTo>
                    <a:pt x="2" y="144"/>
                  </a:lnTo>
                  <a:lnTo>
                    <a:pt x="4" y="143"/>
                  </a:lnTo>
                  <a:lnTo>
                    <a:pt x="5" y="144"/>
                  </a:lnTo>
                  <a:lnTo>
                    <a:pt x="6" y="144"/>
                  </a:lnTo>
                  <a:lnTo>
                    <a:pt x="8" y="145"/>
                  </a:lnTo>
                  <a:lnTo>
                    <a:pt x="8" y="146"/>
                  </a:lnTo>
                  <a:close/>
                  <a:moveTo>
                    <a:pt x="8" y="194"/>
                  </a:moveTo>
                  <a:lnTo>
                    <a:pt x="8" y="215"/>
                  </a:lnTo>
                  <a:lnTo>
                    <a:pt x="8" y="216"/>
                  </a:lnTo>
                  <a:lnTo>
                    <a:pt x="6" y="217"/>
                  </a:lnTo>
                  <a:lnTo>
                    <a:pt x="5" y="218"/>
                  </a:lnTo>
                  <a:lnTo>
                    <a:pt x="4" y="218"/>
                  </a:lnTo>
                  <a:lnTo>
                    <a:pt x="3" y="218"/>
                  </a:lnTo>
                  <a:lnTo>
                    <a:pt x="2" y="217"/>
                  </a:lnTo>
                  <a:lnTo>
                    <a:pt x="1" y="216"/>
                  </a:lnTo>
                  <a:lnTo>
                    <a:pt x="1" y="215"/>
                  </a:lnTo>
                  <a:lnTo>
                    <a:pt x="1" y="194"/>
                  </a:lnTo>
                  <a:lnTo>
                    <a:pt x="1" y="193"/>
                  </a:lnTo>
                  <a:lnTo>
                    <a:pt x="2" y="192"/>
                  </a:lnTo>
                  <a:lnTo>
                    <a:pt x="3" y="191"/>
                  </a:lnTo>
                  <a:lnTo>
                    <a:pt x="4" y="191"/>
                  </a:lnTo>
                  <a:lnTo>
                    <a:pt x="5" y="191"/>
                  </a:lnTo>
                  <a:lnTo>
                    <a:pt x="6" y="192"/>
                  </a:lnTo>
                  <a:lnTo>
                    <a:pt x="8" y="193"/>
                  </a:lnTo>
                  <a:lnTo>
                    <a:pt x="8" y="194"/>
                  </a:lnTo>
                  <a:close/>
                </a:path>
              </a:pathLst>
            </a:custGeom>
            <a:solidFill>
              <a:srgbClr val="993366"/>
            </a:solidFill>
            <a:ln w="1588">
              <a:solidFill>
                <a:srgbClr val="993366"/>
              </a:solidFill>
              <a:round/>
              <a:headEnd/>
              <a:tailEnd/>
            </a:ln>
          </p:spPr>
          <p:txBody>
            <a:bodyPr/>
            <a:lstStyle/>
            <a:p>
              <a:endParaRPr lang="zh-CN" altLang="en-US"/>
            </a:p>
          </p:txBody>
        </p:sp>
        <p:sp>
          <p:nvSpPr>
            <p:cNvPr id="94227" name="Rectangle 46">
              <a:extLst>
                <a:ext uri="{FF2B5EF4-FFF2-40B4-BE49-F238E27FC236}">
                  <a16:creationId xmlns:a16="http://schemas.microsoft.com/office/drawing/2014/main" id="{13A7EBDB-F9BB-62B8-CD60-A1C047544BC4}"/>
                </a:ext>
              </a:extLst>
            </p:cNvPr>
            <p:cNvSpPr>
              <a:spLocks noChangeArrowheads="1"/>
            </p:cNvSpPr>
            <p:nvPr/>
          </p:nvSpPr>
          <p:spPr bwMode="auto">
            <a:xfrm>
              <a:off x="975" y="1434"/>
              <a:ext cx="68"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i="1">
                  <a:solidFill>
                    <a:srgbClr val="000000"/>
                  </a:solidFill>
                  <a:ea typeface="宋体" panose="02010600030101010101" pitchFamily="2" charset="-122"/>
                </a:rPr>
                <a:t>o</a:t>
              </a:r>
              <a:endParaRPr lang="en-US" altLang="zh-CN" sz="2000">
                <a:latin typeface="Arial" panose="020B0604020202020204" pitchFamily="34" charset="0"/>
                <a:ea typeface="宋体" panose="02010600030101010101" pitchFamily="2" charset="-122"/>
              </a:endParaRPr>
            </a:p>
          </p:txBody>
        </p:sp>
        <p:sp>
          <p:nvSpPr>
            <p:cNvPr id="94228" name="Rectangle 49">
              <a:extLst>
                <a:ext uri="{FF2B5EF4-FFF2-40B4-BE49-F238E27FC236}">
                  <a16:creationId xmlns:a16="http://schemas.microsoft.com/office/drawing/2014/main" id="{88730031-6F21-2587-CA16-3DE1032448CB}"/>
                </a:ext>
              </a:extLst>
            </p:cNvPr>
            <p:cNvSpPr>
              <a:spLocks noChangeArrowheads="1"/>
            </p:cNvSpPr>
            <p:nvPr/>
          </p:nvSpPr>
          <p:spPr bwMode="auto">
            <a:xfrm>
              <a:off x="1247" y="1469"/>
              <a:ext cx="12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b="0" i="1">
                  <a:solidFill>
                    <a:srgbClr val="000000"/>
                  </a:solidFill>
                  <a:ea typeface="宋体" panose="02010600030101010101" pitchFamily="2" charset="-122"/>
                </a:rPr>
                <a:t>E</a:t>
              </a:r>
              <a:r>
                <a:rPr lang="en-US" altLang="zh-CN" sz="2000" b="0" i="1" baseline="-25000">
                  <a:solidFill>
                    <a:srgbClr val="000000"/>
                  </a:solidFill>
                  <a:ea typeface="宋体" panose="02010600030101010101" pitchFamily="2" charset="-122"/>
                </a:rPr>
                <a:t>x</a:t>
              </a:r>
            </a:p>
          </p:txBody>
        </p:sp>
        <p:sp>
          <p:nvSpPr>
            <p:cNvPr id="94229" name="Rectangle 51">
              <a:extLst>
                <a:ext uri="{FF2B5EF4-FFF2-40B4-BE49-F238E27FC236}">
                  <a16:creationId xmlns:a16="http://schemas.microsoft.com/office/drawing/2014/main" id="{CBBC2886-95C3-A4FE-3FBA-F53910720D42}"/>
                </a:ext>
              </a:extLst>
            </p:cNvPr>
            <p:cNvSpPr>
              <a:spLocks noChangeArrowheads="1"/>
            </p:cNvSpPr>
            <p:nvPr/>
          </p:nvSpPr>
          <p:spPr bwMode="auto">
            <a:xfrm>
              <a:off x="1122" y="890"/>
              <a:ext cx="136"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i="1">
                  <a:solidFill>
                    <a:srgbClr val="000000"/>
                  </a:solidFill>
                  <a:ea typeface="宋体" panose="02010600030101010101" pitchFamily="2" charset="-122"/>
                </a:rPr>
                <a:t>E</a:t>
              </a:r>
              <a:r>
                <a:rPr lang="en-US" altLang="zh-CN" sz="2000" baseline="-25000">
                  <a:solidFill>
                    <a:srgbClr val="000000"/>
                  </a:solidFill>
                  <a:ea typeface="宋体" panose="02010600030101010101" pitchFamily="2" charset="-122"/>
                </a:rPr>
                <a:t>y</a:t>
              </a:r>
            </a:p>
          </p:txBody>
        </p:sp>
        <p:sp>
          <p:nvSpPr>
            <p:cNvPr id="94230" name="Rectangle 53">
              <a:extLst>
                <a:ext uri="{FF2B5EF4-FFF2-40B4-BE49-F238E27FC236}">
                  <a16:creationId xmlns:a16="http://schemas.microsoft.com/office/drawing/2014/main" id="{6E88AD26-4AC6-AF7E-FF48-BEBECDE15D37}"/>
                </a:ext>
              </a:extLst>
            </p:cNvPr>
            <p:cNvSpPr>
              <a:spLocks noChangeArrowheads="1"/>
            </p:cNvSpPr>
            <p:nvPr/>
          </p:nvSpPr>
          <p:spPr bwMode="auto">
            <a:xfrm>
              <a:off x="1661" y="1469"/>
              <a:ext cx="136"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i="1">
                  <a:solidFill>
                    <a:srgbClr val="000000"/>
                  </a:solidFill>
                  <a:ea typeface="宋体" panose="02010600030101010101" pitchFamily="2" charset="-122"/>
                </a:rPr>
                <a:t>E</a:t>
              </a:r>
              <a:r>
                <a:rPr lang="en-US" altLang="zh-CN" sz="2000" i="1" baseline="-25000">
                  <a:solidFill>
                    <a:srgbClr val="000000"/>
                  </a:solidFill>
                  <a:ea typeface="宋体" panose="02010600030101010101" pitchFamily="2" charset="-122"/>
                </a:rPr>
                <a:t>x</a:t>
              </a:r>
            </a:p>
          </p:txBody>
        </p:sp>
        <p:sp>
          <p:nvSpPr>
            <p:cNvPr id="94231" name="Rectangle 55">
              <a:extLst>
                <a:ext uri="{FF2B5EF4-FFF2-40B4-BE49-F238E27FC236}">
                  <a16:creationId xmlns:a16="http://schemas.microsoft.com/office/drawing/2014/main" id="{FB71C906-0A5F-3449-5D29-16BDF4FAF793}"/>
                </a:ext>
              </a:extLst>
            </p:cNvPr>
            <p:cNvSpPr>
              <a:spLocks noChangeArrowheads="1"/>
            </p:cNvSpPr>
            <p:nvPr/>
          </p:nvSpPr>
          <p:spPr bwMode="auto">
            <a:xfrm>
              <a:off x="1432" y="1162"/>
              <a:ext cx="178"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i="1">
                  <a:solidFill>
                    <a:srgbClr val="000000"/>
                  </a:solidFill>
                  <a:ea typeface="宋体" panose="02010600030101010101" pitchFamily="2" charset="-122"/>
                </a:rPr>
                <a:t>E</a:t>
              </a:r>
              <a:endParaRPr lang="en-US" altLang="zh-CN" sz="2000" b="0" i="1">
                <a:latin typeface="Arial" panose="020B0604020202020204" pitchFamily="34" charset="0"/>
                <a:ea typeface="宋体" panose="02010600030101010101" pitchFamily="2" charset="-122"/>
              </a:endParaRPr>
            </a:p>
          </p:txBody>
        </p:sp>
        <p:sp>
          <p:nvSpPr>
            <p:cNvPr id="94232" name="Rectangle 57">
              <a:extLst>
                <a:ext uri="{FF2B5EF4-FFF2-40B4-BE49-F238E27FC236}">
                  <a16:creationId xmlns:a16="http://schemas.microsoft.com/office/drawing/2014/main" id="{78B83E73-7CF7-A1D5-D645-DEF146356B4E}"/>
                </a:ext>
              </a:extLst>
            </p:cNvPr>
            <p:cNvSpPr>
              <a:spLocks noChangeArrowheads="1"/>
            </p:cNvSpPr>
            <p:nvPr/>
          </p:nvSpPr>
          <p:spPr bwMode="auto">
            <a:xfrm>
              <a:off x="1492" y="1296"/>
              <a:ext cx="34"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a:solidFill>
                    <a:srgbClr val="000000"/>
                  </a:solidFill>
                  <a:ea typeface="宋体" panose="02010600030101010101" pitchFamily="2" charset="-122"/>
                </a:rPr>
                <a:t> </a:t>
              </a:r>
              <a:endParaRPr lang="en-US" altLang="zh-CN" sz="2000" b="0">
                <a:latin typeface="Arial" panose="020B0604020202020204" pitchFamily="34" charset="0"/>
                <a:ea typeface="宋体" panose="02010600030101010101" pitchFamily="2" charset="-122"/>
              </a:endParaRPr>
            </a:p>
          </p:txBody>
        </p:sp>
        <p:sp>
          <p:nvSpPr>
            <p:cNvPr id="94233" name="Rectangle 59">
              <a:extLst>
                <a:ext uri="{FF2B5EF4-FFF2-40B4-BE49-F238E27FC236}">
                  <a16:creationId xmlns:a16="http://schemas.microsoft.com/office/drawing/2014/main" id="{15A5F661-BE99-03CC-F6ED-DE5D38773D46}"/>
                </a:ext>
              </a:extLst>
            </p:cNvPr>
            <p:cNvSpPr>
              <a:spLocks noChangeArrowheads="1"/>
            </p:cNvSpPr>
            <p:nvPr/>
          </p:nvSpPr>
          <p:spPr bwMode="auto">
            <a:xfrm>
              <a:off x="930" y="1162"/>
              <a:ext cx="123"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b="0" i="1">
                  <a:solidFill>
                    <a:srgbClr val="000000"/>
                  </a:solidFill>
                  <a:ea typeface="宋体" panose="02010600030101010101" pitchFamily="2" charset="-122"/>
                </a:rPr>
                <a:t>E</a:t>
              </a:r>
              <a:r>
                <a:rPr lang="en-US" altLang="zh-CN" sz="2000" b="0" i="1" baseline="-25000">
                  <a:solidFill>
                    <a:srgbClr val="000000"/>
                  </a:solidFill>
                  <a:ea typeface="宋体" panose="02010600030101010101" pitchFamily="2" charset="-122"/>
                </a:rPr>
                <a:t>y</a:t>
              </a:r>
            </a:p>
          </p:txBody>
        </p:sp>
        <p:sp>
          <p:nvSpPr>
            <p:cNvPr id="94234" name="Rectangle 61">
              <a:extLst>
                <a:ext uri="{FF2B5EF4-FFF2-40B4-BE49-F238E27FC236}">
                  <a16:creationId xmlns:a16="http://schemas.microsoft.com/office/drawing/2014/main" id="{5BED4612-5883-2FF1-7BCB-F0FDC043F480}"/>
                </a:ext>
              </a:extLst>
            </p:cNvPr>
            <p:cNvSpPr>
              <a:spLocks noChangeArrowheads="1"/>
            </p:cNvSpPr>
            <p:nvPr/>
          </p:nvSpPr>
          <p:spPr bwMode="auto">
            <a:xfrm>
              <a:off x="1239" y="1298"/>
              <a:ext cx="86"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b="0" i="1">
                  <a:solidFill>
                    <a:srgbClr val="000000"/>
                  </a:solidFill>
                  <a:latin typeface="Symbol" panose="05050102010706020507" pitchFamily="18" charset="2"/>
                  <a:ea typeface="宋体" panose="02010600030101010101" pitchFamily="2" charset="-122"/>
                </a:rPr>
                <a:t>a</a:t>
              </a:r>
              <a:endParaRPr lang="en-US" altLang="zh-CN" sz="2000" b="0">
                <a:latin typeface="Arial" panose="020B0604020202020204" pitchFamily="34" charset="0"/>
                <a:ea typeface="宋体" panose="02010600030101010101" pitchFamily="2" charset="-122"/>
              </a:endParaRPr>
            </a:p>
          </p:txBody>
        </p:sp>
        <p:sp>
          <p:nvSpPr>
            <p:cNvPr id="94235" name="Rectangle 62">
              <a:extLst>
                <a:ext uri="{FF2B5EF4-FFF2-40B4-BE49-F238E27FC236}">
                  <a16:creationId xmlns:a16="http://schemas.microsoft.com/office/drawing/2014/main" id="{FAEDBD61-1841-9660-7681-B93223AC52CC}"/>
                </a:ext>
              </a:extLst>
            </p:cNvPr>
            <p:cNvSpPr>
              <a:spLocks noChangeArrowheads="1"/>
            </p:cNvSpPr>
            <p:nvPr/>
          </p:nvSpPr>
          <p:spPr bwMode="auto">
            <a:xfrm>
              <a:off x="1343" y="1363"/>
              <a:ext cx="34"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sz="2000">
                  <a:solidFill>
                    <a:srgbClr val="000000"/>
                  </a:solidFill>
                  <a:ea typeface="宋体" panose="02010600030101010101" pitchFamily="2" charset="-122"/>
                </a:rPr>
                <a:t> </a:t>
              </a:r>
              <a:endParaRPr lang="en-US" altLang="zh-CN" sz="2000" b="0">
                <a:latin typeface="Arial" panose="020B0604020202020204" pitchFamily="34" charset="0"/>
                <a:ea typeface="宋体" panose="02010600030101010101" pitchFamily="2" charset="-122"/>
              </a:endParaRPr>
            </a:p>
          </p:txBody>
        </p:sp>
        <p:sp>
          <p:nvSpPr>
            <p:cNvPr id="94236" name="Freeform 63">
              <a:extLst>
                <a:ext uri="{FF2B5EF4-FFF2-40B4-BE49-F238E27FC236}">
                  <a16:creationId xmlns:a16="http://schemas.microsoft.com/office/drawing/2014/main" id="{C38A54B6-0715-CFBD-8226-E60423D28BC2}"/>
                </a:ext>
              </a:extLst>
            </p:cNvPr>
            <p:cNvSpPr>
              <a:spLocks noChangeArrowheads="1"/>
            </p:cNvSpPr>
            <p:nvPr/>
          </p:nvSpPr>
          <p:spPr bwMode="auto">
            <a:xfrm>
              <a:off x="1186" y="1389"/>
              <a:ext cx="65" cy="101"/>
            </a:xfrm>
            <a:custGeom>
              <a:avLst/>
              <a:gdLst>
                <a:gd name="T0" fmla="*/ 28 w 34"/>
                <a:gd name="T1" fmla="*/ 61 h 61"/>
                <a:gd name="T2" fmla="*/ 29 w 34"/>
                <a:gd name="T3" fmla="*/ 55 h 61"/>
                <a:gd name="T4" fmla="*/ 31 w 34"/>
                <a:gd name="T5" fmla="*/ 51 h 61"/>
                <a:gd name="T6" fmla="*/ 33 w 34"/>
                <a:gd name="T7" fmla="*/ 45 h 61"/>
                <a:gd name="T8" fmla="*/ 34 w 34"/>
                <a:gd name="T9" fmla="*/ 43 h 61"/>
                <a:gd name="T10" fmla="*/ 34 w 34"/>
                <a:gd name="T11" fmla="*/ 40 h 61"/>
                <a:gd name="T12" fmla="*/ 34 w 34"/>
                <a:gd name="T13" fmla="*/ 36 h 61"/>
                <a:gd name="T14" fmla="*/ 33 w 34"/>
                <a:gd name="T15" fmla="*/ 32 h 61"/>
                <a:gd name="T16" fmla="*/ 32 w 34"/>
                <a:gd name="T17" fmla="*/ 29 h 61"/>
                <a:gd name="T18" fmla="*/ 31 w 34"/>
                <a:gd name="T19" fmla="*/ 26 h 61"/>
                <a:gd name="T20" fmla="*/ 29 w 34"/>
                <a:gd name="T21" fmla="*/ 22 h 61"/>
                <a:gd name="T22" fmla="*/ 27 w 34"/>
                <a:gd name="T23" fmla="*/ 20 h 61"/>
                <a:gd name="T24" fmla="*/ 22 w 34"/>
                <a:gd name="T25" fmla="*/ 16 h 61"/>
                <a:gd name="T26" fmla="*/ 16 w 34"/>
                <a:gd name="T27" fmla="*/ 12 h 61"/>
                <a:gd name="T28" fmla="*/ 11 w 34"/>
                <a:gd name="T29" fmla="*/ 8 h 61"/>
                <a:gd name="T30" fmla="*/ 5 w 34"/>
                <a:gd name="T31" fmla="*/ 4 h 61"/>
                <a:gd name="T32" fmla="*/ 2 w 34"/>
                <a:gd name="T33" fmla="*/ 2 h 61"/>
                <a:gd name="T34" fmla="*/ 0 w 34"/>
                <a:gd name="T35"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 h="61">
                  <a:moveTo>
                    <a:pt x="28" y="61"/>
                  </a:moveTo>
                  <a:lnTo>
                    <a:pt x="29" y="55"/>
                  </a:lnTo>
                  <a:lnTo>
                    <a:pt x="31" y="51"/>
                  </a:lnTo>
                  <a:lnTo>
                    <a:pt x="33" y="45"/>
                  </a:lnTo>
                  <a:lnTo>
                    <a:pt x="34" y="43"/>
                  </a:lnTo>
                  <a:lnTo>
                    <a:pt x="34" y="40"/>
                  </a:lnTo>
                  <a:lnTo>
                    <a:pt x="34" y="36"/>
                  </a:lnTo>
                  <a:lnTo>
                    <a:pt x="33" y="32"/>
                  </a:lnTo>
                  <a:lnTo>
                    <a:pt x="32" y="29"/>
                  </a:lnTo>
                  <a:lnTo>
                    <a:pt x="31" y="26"/>
                  </a:lnTo>
                  <a:lnTo>
                    <a:pt x="29" y="22"/>
                  </a:lnTo>
                  <a:lnTo>
                    <a:pt x="27" y="20"/>
                  </a:lnTo>
                  <a:lnTo>
                    <a:pt x="22" y="16"/>
                  </a:lnTo>
                  <a:lnTo>
                    <a:pt x="16" y="12"/>
                  </a:lnTo>
                  <a:lnTo>
                    <a:pt x="11" y="8"/>
                  </a:lnTo>
                  <a:lnTo>
                    <a:pt x="5" y="4"/>
                  </a:lnTo>
                  <a:lnTo>
                    <a:pt x="2" y="2"/>
                  </a:lnTo>
                  <a:lnTo>
                    <a:pt x="0"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37" name="Freeform 64">
              <a:extLst>
                <a:ext uri="{FF2B5EF4-FFF2-40B4-BE49-F238E27FC236}">
                  <a16:creationId xmlns:a16="http://schemas.microsoft.com/office/drawing/2014/main" id="{57848889-604A-A61D-0789-5FE08D2A368C}"/>
                </a:ext>
              </a:extLst>
            </p:cNvPr>
            <p:cNvSpPr>
              <a:spLocks noEditPoints="1" noChangeArrowheads="1"/>
            </p:cNvSpPr>
            <p:nvPr/>
          </p:nvSpPr>
          <p:spPr bwMode="auto">
            <a:xfrm>
              <a:off x="1180" y="1071"/>
              <a:ext cx="219" cy="113"/>
            </a:xfrm>
            <a:custGeom>
              <a:avLst/>
              <a:gdLst>
                <a:gd name="T0" fmla="*/ 47 w 219"/>
                <a:gd name="T1" fmla="*/ 7 h 113"/>
                <a:gd name="T2" fmla="*/ 62 w 219"/>
                <a:gd name="T3" fmla="*/ 11 h 113"/>
                <a:gd name="T4" fmla="*/ 76 w 219"/>
                <a:gd name="T5" fmla="*/ 15 h 113"/>
                <a:gd name="T6" fmla="*/ 91 w 219"/>
                <a:gd name="T7" fmla="*/ 19 h 113"/>
                <a:gd name="T8" fmla="*/ 106 w 219"/>
                <a:gd name="T9" fmla="*/ 25 h 113"/>
                <a:gd name="T10" fmla="*/ 119 w 219"/>
                <a:gd name="T11" fmla="*/ 30 h 113"/>
                <a:gd name="T12" fmla="*/ 127 w 219"/>
                <a:gd name="T13" fmla="*/ 35 h 113"/>
                <a:gd name="T14" fmla="*/ 134 w 219"/>
                <a:gd name="T15" fmla="*/ 39 h 113"/>
                <a:gd name="T16" fmla="*/ 148 w 219"/>
                <a:gd name="T17" fmla="*/ 48 h 113"/>
                <a:gd name="T18" fmla="*/ 163 w 219"/>
                <a:gd name="T19" fmla="*/ 58 h 113"/>
                <a:gd name="T20" fmla="*/ 178 w 219"/>
                <a:gd name="T21" fmla="*/ 69 h 113"/>
                <a:gd name="T22" fmla="*/ 191 w 219"/>
                <a:gd name="T23" fmla="*/ 78 h 113"/>
                <a:gd name="T24" fmla="*/ 197 w 219"/>
                <a:gd name="T25" fmla="*/ 84 h 113"/>
                <a:gd name="T26" fmla="*/ 202 w 219"/>
                <a:gd name="T27" fmla="*/ 88 h 113"/>
                <a:gd name="T28" fmla="*/ 208 w 219"/>
                <a:gd name="T29" fmla="*/ 91 h 113"/>
                <a:gd name="T30" fmla="*/ 213 w 219"/>
                <a:gd name="T31" fmla="*/ 96 h 113"/>
                <a:gd name="T32" fmla="*/ 216 w 219"/>
                <a:gd name="T33" fmla="*/ 99 h 113"/>
                <a:gd name="T34" fmla="*/ 219 w 219"/>
                <a:gd name="T35" fmla="*/ 101 h 113"/>
                <a:gd name="T36" fmla="*/ 209 w 219"/>
                <a:gd name="T37" fmla="*/ 113 h 113"/>
                <a:gd name="T38" fmla="*/ 206 w 219"/>
                <a:gd name="T39" fmla="*/ 111 h 113"/>
                <a:gd name="T40" fmla="*/ 201 w 219"/>
                <a:gd name="T41" fmla="*/ 108 h 113"/>
                <a:gd name="T42" fmla="*/ 197 w 219"/>
                <a:gd name="T43" fmla="*/ 105 h 113"/>
                <a:gd name="T44" fmla="*/ 192 w 219"/>
                <a:gd name="T45" fmla="*/ 100 h 113"/>
                <a:gd name="T46" fmla="*/ 187 w 219"/>
                <a:gd name="T47" fmla="*/ 96 h 113"/>
                <a:gd name="T48" fmla="*/ 180 w 219"/>
                <a:gd name="T49" fmla="*/ 91 h 113"/>
                <a:gd name="T50" fmla="*/ 168 w 219"/>
                <a:gd name="T51" fmla="*/ 81 h 113"/>
                <a:gd name="T52" fmla="*/ 154 w 219"/>
                <a:gd name="T53" fmla="*/ 71 h 113"/>
                <a:gd name="T54" fmla="*/ 139 w 219"/>
                <a:gd name="T55" fmla="*/ 61 h 113"/>
                <a:gd name="T56" fmla="*/ 126 w 219"/>
                <a:gd name="T57" fmla="*/ 52 h 113"/>
                <a:gd name="T58" fmla="*/ 119 w 219"/>
                <a:gd name="T59" fmla="*/ 49 h 113"/>
                <a:gd name="T60" fmla="*/ 112 w 219"/>
                <a:gd name="T61" fmla="*/ 46 h 113"/>
                <a:gd name="T62" fmla="*/ 100 w 219"/>
                <a:gd name="T63" fmla="*/ 40 h 113"/>
                <a:gd name="T64" fmla="*/ 85 w 219"/>
                <a:gd name="T65" fmla="*/ 35 h 113"/>
                <a:gd name="T66" fmla="*/ 72 w 219"/>
                <a:gd name="T67" fmla="*/ 30 h 113"/>
                <a:gd name="T68" fmla="*/ 57 w 219"/>
                <a:gd name="T69" fmla="*/ 26 h 113"/>
                <a:gd name="T70" fmla="*/ 44 w 219"/>
                <a:gd name="T71" fmla="*/ 23 h 113"/>
                <a:gd name="T72" fmla="*/ 47 w 219"/>
                <a:gd name="T73" fmla="*/ 7 h 113"/>
                <a:gd name="T74" fmla="*/ 51 w 219"/>
                <a:gd name="T75" fmla="*/ 35 h 113"/>
                <a:gd name="T76" fmla="*/ 0 w 219"/>
                <a:gd name="T77" fmla="*/ 5 h 113"/>
                <a:gd name="T78" fmla="*/ 58 w 219"/>
                <a:gd name="T79" fmla="*/ 0 h 113"/>
                <a:gd name="T80" fmla="*/ 51 w 219"/>
                <a:gd name="T81" fmla="*/ 35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9" h="113">
                  <a:moveTo>
                    <a:pt x="47" y="7"/>
                  </a:moveTo>
                  <a:lnTo>
                    <a:pt x="62" y="11"/>
                  </a:lnTo>
                  <a:lnTo>
                    <a:pt x="76" y="15"/>
                  </a:lnTo>
                  <a:lnTo>
                    <a:pt x="91" y="19"/>
                  </a:lnTo>
                  <a:lnTo>
                    <a:pt x="106" y="25"/>
                  </a:lnTo>
                  <a:lnTo>
                    <a:pt x="119" y="30"/>
                  </a:lnTo>
                  <a:lnTo>
                    <a:pt x="127" y="35"/>
                  </a:lnTo>
                  <a:lnTo>
                    <a:pt x="134" y="39"/>
                  </a:lnTo>
                  <a:lnTo>
                    <a:pt x="148" y="48"/>
                  </a:lnTo>
                  <a:lnTo>
                    <a:pt x="163" y="58"/>
                  </a:lnTo>
                  <a:lnTo>
                    <a:pt x="178" y="69"/>
                  </a:lnTo>
                  <a:lnTo>
                    <a:pt x="191" y="78"/>
                  </a:lnTo>
                  <a:lnTo>
                    <a:pt x="197" y="84"/>
                  </a:lnTo>
                  <a:lnTo>
                    <a:pt x="202" y="88"/>
                  </a:lnTo>
                  <a:lnTo>
                    <a:pt x="208" y="91"/>
                  </a:lnTo>
                  <a:lnTo>
                    <a:pt x="213" y="96"/>
                  </a:lnTo>
                  <a:lnTo>
                    <a:pt x="216" y="99"/>
                  </a:lnTo>
                  <a:lnTo>
                    <a:pt x="219" y="101"/>
                  </a:lnTo>
                  <a:lnTo>
                    <a:pt x="209" y="113"/>
                  </a:lnTo>
                  <a:lnTo>
                    <a:pt x="206" y="111"/>
                  </a:lnTo>
                  <a:lnTo>
                    <a:pt x="201" y="108"/>
                  </a:lnTo>
                  <a:lnTo>
                    <a:pt x="197" y="105"/>
                  </a:lnTo>
                  <a:lnTo>
                    <a:pt x="192" y="100"/>
                  </a:lnTo>
                  <a:lnTo>
                    <a:pt x="187" y="96"/>
                  </a:lnTo>
                  <a:lnTo>
                    <a:pt x="180" y="91"/>
                  </a:lnTo>
                  <a:lnTo>
                    <a:pt x="168" y="81"/>
                  </a:lnTo>
                  <a:lnTo>
                    <a:pt x="154" y="71"/>
                  </a:lnTo>
                  <a:lnTo>
                    <a:pt x="139" y="61"/>
                  </a:lnTo>
                  <a:lnTo>
                    <a:pt x="126" y="52"/>
                  </a:lnTo>
                  <a:lnTo>
                    <a:pt x="119" y="49"/>
                  </a:lnTo>
                  <a:lnTo>
                    <a:pt x="112" y="46"/>
                  </a:lnTo>
                  <a:lnTo>
                    <a:pt x="100" y="40"/>
                  </a:lnTo>
                  <a:lnTo>
                    <a:pt x="85" y="35"/>
                  </a:lnTo>
                  <a:lnTo>
                    <a:pt x="72" y="30"/>
                  </a:lnTo>
                  <a:lnTo>
                    <a:pt x="57" y="26"/>
                  </a:lnTo>
                  <a:lnTo>
                    <a:pt x="44" y="23"/>
                  </a:lnTo>
                  <a:lnTo>
                    <a:pt x="47" y="7"/>
                  </a:lnTo>
                  <a:close/>
                  <a:moveTo>
                    <a:pt x="51" y="35"/>
                  </a:moveTo>
                  <a:lnTo>
                    <a:pt x="0" y="5"/>
                  </a:lnTo>
                  <a:lnTo>
                    <a:pt x="58" y="0"/>
                  </a:lnTo>
                  <a:lnTo>
                    <a:pt x="51" y="35"/>
                  </a:lnTo>
                  <a:close/>
                </a:path>
              </a:pathLst>
            </a:custGeom>
            <a:solidFill>
              <a:srgbClr val="FF0000"/>
            </a:solidFill>
            <a:ln w="1588">
              <a:solidFill>
                <a:srgbClr val="FF0000"/>
              </a:solidFill>
              <a:round/>
              <a:headEnd/>
              <a:tailEnd/>
            </a:ln>
          </p:spPr>
          <p:txBody>
            <a:bodyPr/>
            <a:lstStyle/>
            <a:p>
              <a:endParaRPr lang="zh-CN" altLang="en-US"/>
            </a:p>
          </p:txBody>
        </p:sp>
      </p:grpSp>
      <p:sp>
        <p:nvSpPr>
          <p:cNvPr id="546928" name="Text Box 112">
            <a:extLst>
              <a:ext uri="{FF2B5EF4-FFF2-40B4-BE49-F238E27FC236}">
                <a16:creationId xmlns:a16="http://schemas.microsoft.com/office/drawing/2014/main" id="{8271C08E-A0E4-FC8D-DE1F-D14E04D1B27F}"/>
              </a:ext>
            </a:extLst>
          </p:cNvPr>
          <p:cNvSpPr txBox="1">
            <a:spLocks noChangeArrowheads="1"/>
          </p:cNvSpPr>
          <p:nvPr/>
        </p:nvSpPr>
        <p:spPr bwMode="auto">
          <a:xfrm>
            <a:off x="179388" y="774700"/>
            <a:ext cx="4608512"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5"/>
              </a:buBlip>
            </a:pPr>
            <a:r>
              <a:rPr lang="en-US" altLang="zh-CN">
                <a:solidFill>
                  <a:srgbClr val="FF7C80"/>
                </a:solidFill>
              </a:rPr>
              <a:t>   </a:t>
            </a:r>
            <a:r>
              <a:rPr lang="zh-CN" altLang="en-US">
                <a:solidFill>
                  <a:srgbClr val="FF99FF"/>
                </a:solidFill>
                <a:ea typeface="宋体" panose="02010600030101010101" pitchFamily="2" charset="-122"/>
              </a:rPr>
              <a:t>右旋圆极化波</a:t>
            </a:r>
            <a:endParaRPr lang="zh-CN" altLang="en-US">
              <a:solidFill>
                <a:schemeClr val="bg1"/>
              </a:solidFill>
            </a:endParaRPr>
          </a:p>
        </p:txBody>
      </p:sp>
      <p:sp>
        <p:nvSpPr>
          <p:cNvPr id="546930" name="Text Box 114">
            <a:extLst>
              <a:ext uri="{FF2B5EF4-FFF2-40B4-BE49-F238E27FC236}">
                <a16:creationId xmlns:a16="http://schemas.microsoft.com/office/drawing/2014/main" id="{B1E4202D-C902-A1B7-6A74-614EFFE8300F}"/>
              </a:ext>
            </a:extLst>
          </p:cNvPr>
          <p:cNvSpPr txBox="1">
            <a:spLocks noChangeArrowheads="1"/>
          </p:cNvSpPr>
          <p:nvPr/>
        </p:nvSpPr>
        <p:spPr bwMode="auto">
          <a:xfrm>
            <a:off x="552450" y="1603375"/>
            <a:ext cx="35274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pPr>
            <a:r>
              <a:rPr lang="zh-CN" altLang="en-US">
                <a:solidFill>
                  <a:schemeClr val="bg1"/>
                </a:solidFill>
              </a:rPr>
              <a:t>若</a:t>
            </a:r>
            <a:r>
              <a:rPr lang="el-GR" altLang="zh-CN" i="1">
                <a:solidFill>
                  <a:schemeClr val="bg1"/>
                </a:solidFill>
              </a:rPr>
              <a:t>φ</a:t>
            </a:r>
            <a:r>
              <a:rPr lang="en-US" altLang="zh-CN" i="1" baseline="-25000">
                <a:solidFill>
                  <a:schemeClr val="bg1"/>
                </a:solidFill>
              </a:rPr>
              <a:t>y</a:t>
            </a:r>
            <a:r>
              <a:rPr lang="zh-CN" altLang="en-US">
                <a:solidFill>
                  <a:schemeClr val="bg1"/>
                </a:solidFill>
              </a:rPr>
              <a:t>－</a:t>
            </a:r>
            <a:r>
              <a:rPr lang="el-GR" altLang="zh-CN" i="1">
                <a:solidFill>
                  <a:schemeClr val="bg1"/>
                </a:solidFill>
              </a:rPr>
              <a:t>φ</a:t>
            </a:r>
            <a:r>
              <a:rPr lang="en-US" altLang="zh-CN" i="1" baseline="-25000">
                <a:solidFill>
                  <a:schemeClr val="bg1"/>
                </a:solidFill>
              </a:rPr>
              <a:t>x</a:t>
            </a:r>
            <a:r>
              <a:rPr lang="en-US" altLang="zh-CN" b="0">
                <a:solidFill>
                  <a:schemeClr val="bg1"/>
                </a:solidFill>
                <a:latin typeface="Arial" panose="020B0604020202020204" pitchFamily="34" charset="0"/>
              </a:rPr>
              <a:t>=</a:t>
            </a:r>
            <a:r>
              <a:rPr lang="zh-CN" altLang="en-US">
                <a:solidFill>
                  <a:schemeClr val="bg1"/>
                </a:solidFill>
                <a:latin typeface="Arial" panose="020B0604020202020204" pitchFamily="34" charset="0"/>
              </a:rPr>
              <a:t>－</a:t>
            </a:r>
            <a:r>
              <a:rPr lang="el-GR" altLang="zh-CN">
                <a:solidFill>
                  <a:schemeClr val="bg1"/>
                </a:solidFill>
              </a:rPr>
              <a:t>π</a:t>
            </a:r>
            <a:r>
              <a:rPr lang="en-US" altLang="zh-CN">
                <a:solidFill>
                  <a:schemeClr val="bg1"/>
                </a:solidFill>
              </a:rPr>
              <a:t>/2</a:t>
            </a:r>
          </a:p>
        </p:txBody>
      </p:sp>
      <p:sp>
        <p:nvSpPr>
          <p:cNvPr id="546931" name="Text Box 115">
            <a:extLst>
              <a:ext uri="{FF2B5EF4-FFF2-40B4-BE49-F238E27FC236}">
                <a16:creationId xmlns:a16="http://schemas.microsoft.com/office/drawing/2014/main" id="{A2AC5B47-DD46-63CB-9D18-D8579C5E75BE}"/>
              </a:ext>
            </a:extLst>
          </p:cNvPr>
          <p:cNvSpPr txBox="1">
            <a:spLocks noChangeArrowheads="1"/>
          </p:cNvSpPr>
          <p:nvPr/>
        </p:nvSpPr>
        <p:spPr bwMode="auto">
          <a:xfrm>
            <a:off x="395288" y="2420938"/>
            <a:ext cx="81724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20000"/>
              </a:spcBef>
            </a:pPr>
            <a:r>
              <a:rPr lang="zh-CN" altLang="en-US">
                <a:solidFill>
                  <a:schemeClr val="bg1"/>
                </a:solidFill>
              </a:rPr>
              <a:t>右旋圆极化波：电场矢端的旋转方向与电磁波传播方向成右手螺旋关系 。</a:t>
            </a:r>
          </a:p>
        </p:txBody>
      </p:sp>
      <p:graphicFrame>
        <p:nvGraphicFramePr>
          <p:cNvPr id="546932" name="Object 116">
            <a:extLst>
              <a:ext uri="{FF2B5EF4-FFF2-40B4-BE49-F238E27FC236}">
                <a16:creationId xmlns:a16="http://schemas.microsoft.com/office/drawing/2014/main" id="{4FE22DDA-578E-6FA8-4173-57E3F65288BE}"/>
              </a:ext>
            </a:extLst>
          </p:cNvPr>
          <p:cNvGraphicFramePr>
            <a:graphicFrameLocks noChangeAspect="1"/>
          </p:cNvGraphicFramePr>
          <p:nvPr/>
        </p:nvGraphicFramePr>
        <p:xfrm>
          <a:off x="4151313" y="1674813"/>
          <a:ext cx="3949700" cy="458787"/>
        </p:xfrm>
        <a:graphic>
          <a:graphicData uri="http://schemas.openxmlformats.org/presentationml/2006/ole">
            <mc:AlternateContent xmlns:mc="http://schemas.openxmlformats.org/markup-compatibility/2006">
              <mc:Choice xmlns:v="urn:schemas-microsoft-com:vml" Requires="v">
                <p:oleObj r:id="rId6" imgW="1697400" imgH="137520" progId="Equation.DSMT4">
                  <p:embed/>
                </p:oleObj>
              </mc:Choice>
              <mc:Fallback>
                <p:oleObj r:id="rId6" imgW="1697400" imgH="137520" progId="Equation.DSMT4">
                  <p:embed/>
                  <p:pic>
                    <p:nvPicPr>
                      <p:cNvPr id="0" name="Object 1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51313" y="1674813"/>
                        <a:ext cx="39497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6933" name="Object 117">
            <a:extLst>
              <a:ext uri="{FF2B5EF4-FFF2-40B4-BE49-F238E27FC236}">
                <a16:creationId xmlns:a16="http://schemas.microsoft.com/office/drawing/2014/main" id="{4F7DC2BF-C78F-C30F-C948-93F016B37EB0}"/>
              </a:ext>
            </a:extLst>
          </p:cNvPr>
          <p:cNvGraphicFramePr>
            <a:graphicFrameLocks noGrp="1" noChangeAspect="1"/>
          </p:cNvGraphicFramePr>
          <p:nvPr>
            <p:ph/>
          </p:nvPr>
        </p:nvGraphicFramePr>
        <p:xfrm>
          <a:off x="3287713" y="1819275"/>
          <a:ext cx="728662" cy="244475"/>
        </p:xfrm>
        <a:graphic>
          <a:graphicData uri="http://schemas.openxmlformats.org/presentationml/2006/ole">
            <mc:AlternateContent xmlns:mc="http://schemas.openxmlformats.org/markup-compatibility/2006">
              <mc:Choice xmlns:v="urn:schemas-microsoft-com:vml" Requires="v">
                <p:oleObj r:id="rId8" imgW="882396" imgH="705002" progId="MS_ClipArt_Gallery.2">
                  <p:embed/>
                </p:oleObj>
              </mc:Choice>
              <mc:Fallback>
                <p:oleObj r:id="rId8" imgW="882396" imgH="705002" progId="MS_ClipArt_Gallery.2">
                  <p:embed/>
                  <p:pic>
                    <p:nvPicPr>
                      <p:cNvPr id="0" name="Object 1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87713" y="1819275"/>
                        <a:ext cx="72866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46928">
                                            <p:txEl>
                                              <p:pRg st="0" end="0"/>
                                            </p:txEl>
                                          </p:spTgt>
                                        </p:tgtEl>
                                        <p:attrNameLst>
                                          <p:attrName>style.visibility</p:attrName>
                                        </p:attrNameLst>
                                      </p:cBhvr>
                                      <p:to>
                                        <p:strVal val="visible"/>
                                      </p:to>
                                    </p:set>
                                    <p:animEffect transition="in" filter="wipe(up)">
                                      <p:cBhvr>
                                        <p:cTn id="7" dur="2000"/>
                                        <p:tgtEl>
                                          <p:spTgt spid="54692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46930">
                                            <p:txEl>
                                              <p:pRg st="0" end="0"/>
                                            </p:txEl>
                                          </p:spTgt>
                                        </p:tgtEl>
                                        <p:attrNameLst>
                                          <p:attrName>style.visibility</p:attrName>
                                        </p:attrNameLst>
                                      </p:cBhvr>
                                      <p:to>
                                        <p:strVal val="visible"/>
                                      </p:to>
                                    </p:set>
                                    <p:animEffect transition="in" filter="wipe(up)">
                                      <p:cBhvr>
                                        <p:cTn id="12" dur="2000"/>
                                        <p:tgtEl>
                                          <p:spTgt spid="54693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546933"/>
                                        </p:tgtEl>
                                        <p:attrNameLst>
                                          <p:attrName>style.visibility</p:attrName>
                                        </p:attrNameLst>
                                      </p:cBhvr>
                                      <p:to>
                                        <p:strVal val="visible"/>
                                      </p:to>
                                    </p:set>
                                    <p:animEffect transition="in" filter="wipe(up)">
                                      <p:cBhvr>
                                        <p:cTn id="17" dur="2000"/>
                                        <p:tgtEl>
                                          <p:spTgt spid="546933"/>
                                        </p:tgtEl>
                                      </p:cBhvr>
                                    </p:animEffect>
                                  </p:childTnLst>
                                </p:cTn>
                              </p:par>
                            </p:childTnLst>
                          </p:cTn>
                        </p:par>
                        <p:par>
                          <p:cTn id="18" fill="hold" nodeType="afterGroup">
                            <p:stCondLst>
                              <p:cond delay="2000"/>
                            </p:stCondLst>
                            <p:childTnLst>
                              <p:par>
                                <p:cTn id="19" presetID="22" presetClass="entr" presetSubtype="1" fill="hold" nodeType="afterEffect">
                                  <p:stCondLst>
                                    <p:cond delay="0"/>
                                  </p:stCondLst>
                                  <p:childTnLst>
                                    <p:set>
                                      <p:cBhvr>
                                        <p:cTn id="20" dur="1" fill="hold">
                                          <p:stCondLst>
                                            <p:cond delay="0"/>
                                          </p:stCondLst>
                                        </p:cTn>
                                        <p:tgtEl>
                                          <p:spTgt spid="546932"/>
                                        </p:tgtEl>
                                        <p:attrNameLst>
                                          <p:attrName>style.visibility</p:attrName>
                                        </p:attrNameLst>
                                      </p:cBhvr>
                                      <p:to>
                                        <p:strVal val="visible"/>
                                      </p:to>
                                    </p:set>
                                    <p:animEffect transition="in" filter="wipe(up)">
                                      <p:cBhvr>
                                        <p:cTn id="21" dur="2000"/>
                                        <p:tgtEl>
                                          <p:spTgt spid="54693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546931">
                                            <p:txEl>
                                              <p:pRg st="0" end="0"/>
                                            </p:txEl>
                                          </p:spTgt>
                                        </p:tgtEl>
                                        <p:attrNameLst>
                                          <p:attrName>style.visibility</p:attrName>
                                        </p:attrNameLst>
                                      </p:cBhvr>
                                      <p:to>
                                        <p:strVal val="visible"/>
                                      </p:to>
                                    </p:set>
                                    <p:animEffect transition="in" filter="wipe(up)">
                                      <p:cBhvr>
                                        <p:cTn id="26" dur="2000"/>
                                        <p:tgtEl>
                                          <p:spTgt spid="546931">
                                            <p:txEl>
                                              <p:pRg st="0" end="0"/>
                                            </p:txEl>
                                          </p:spTgt>
                                        </p:tgtEl>
                                      </p:cBhvr>
                                    </p:animEffect>
                                  </p:childTnLst>
                                </p:cTn>
                              </p:par>
                            </p:childTnLst>
                          </p:cTn>
                        </p:par>
                        <p:par>
                          <p:cTn id="27" fill="hold" nodeType="afterGroup">
                            <p:stCondLst>
                              <p:cond delay="2000"/>
                            </p:stCondLst>
                            <p:childTnLst>
                              <p:par>
                                <p:cTn id="28" presetID="10" presetClass="entr" presetSubtype="0" fill="hold" nodeType="afterEffect">
                                  <p:stCondLst>
                                    <p:cond delay="0"/>
                                  </p:stCondLst>
                                  <p:childTnLst>
                                    <p:set>
                                      <p:cBhvr>
                                        <p:cTn id="29" dur="1" fill="hold">
                                          <p:stCondLst>
                                            <p:cond delay="0"/>
                                          </p:stCondLst>
                                        </p:cTn>
                                        <p:tgtEl>
                                          <p:spTgt spid="546922"/>
                                        </p:tgtEl>
                                        <p:attrNameLst>
                                          <p:attrName>style.visibility</p:attrName>
                                        </p:attrNameLst>
                                      </p:cBhvr>
                                      <p:to>
                                        <p:strVal val="visible"/>
                                      </p:to>
                                    </p:set>
                                    <p:animEffect transition="in" filter="fade">
                                      <p:cBhvr>
                                        <p:cTn id="30" dur="2000"/>
                                        <p:tgtEl>
                                          <p:spTgt spid="546922"/>
                                        </p:tgtEl>
                                      </p:cBhvr>
                                    </p:animEffect>
                                  </p:childTnLst>
                                </p:cTn>
                              </p:par>
                              <p:par>
                                <p:cTn id="31" presetID="10" presetClass="entr" presetSubtype="0" fill="hold" nodeType="withEffect">
                                  <p:stCondLst>
                                    <p:cond delay="0"/>
                                  </p:stCondLst>
                                  <p:childTnLst>
                                    <p:set>
                                      <p:cBhvr>
                                        <p:cTn id="32" dur="1" fill="hold">
                                          <p:stCondLst>
                                            <p:cond delay="0"/>
                                          </p:stCondLst>
                                        </p:cTn>
                                        <p:tgtEl>
                                          <p:spTgt spid="546836"/>
                                        </p:tgtEl>
                                        <p:attrNameLst>
                                          <p:attrName>style.visibility</p:attrName>
                                        </p:attrNameLst>
                                      </p:cBhvr>
                                      <p:to>
                                        <p:strVal val="visible"/>
                                      </p:to>
                                    </p:set>
                                    <p:animEffect transition="in" filter="fade">
                                      <p:cBhvr>
                                        <p:cTn id="33" dur="2000"/>
                                        <p:tgtEl>
                                          <p:spTgt spid="546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928" grpId="0" build="p"/>
      <p:bldP spid="546930" grpId="0" build="p"/>
      <p:bldP spid="54693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4">
            <a:extLst>
              <a:ext uri="{FF2B5EF4-FFF2-40B4-BE49-F238E27FC236}">
                <a16:creationId xmlns:a16="http://schemas.microsoft.com/office/drawing/2014/main" id="{39294F28-E5CF-6B64-C89D-06F52BDA3360}"/>
              </a:ext>
            </a:extLst>
          </p:cNvPr>
          <p:cNvSpPr>
            <a:spLocks noGrp="1"/>
          </p:cNvSpPr>
          <p:nvPr>
            <p:ph type="sldNum" sz="quarter" idx="10"/>
          </p:nvPr>
        </p:nvSpPr>
        <p:spPr/>
        <p:txBody>
          <a:bodyPr/>
          <a:lstStyle/>
          <a:p>
            <a:fld id="{34EACC46-8A05-4522-B35C-61E685D0E925}" type="slidenum">
              <a:rPr lang="en-US" altLang="zh-CN"/>
              <a:pPr/>
              <a:t>10</a:t>
            </a:fld>
            <a:endParaRPr lang="en-US" altLang="zh-CN"/>
          </a:p>
        </p:txBody>
      </p:sp>
      <p:grpSp>
        <p:nvGrpSpPr>
          <p:cNvPr id="663563" name="Group 11">
            <a:extLst>
              <a:ext uri="{FF2B5EF4-FFF2-40B4-BE49-F238E27FC236}">
                <a16:creationId xmlns:a16="http://schemas.microsoft.com/office/drawing/2014/main" id="{7EA61A7E-D3DF-EFC7-857B-67FDAAB3C55F}"/>
              </a:ext>
            </a:extLst>
          </p:cNvPr>
          <p:cNvGrpSpPr>
            <a:grpSpLocks/>
          </p:cNvGrpSpPr>
          <p:nvPr/>
        </p:nvGrpSpPr>
        <p:grpSpPr bwMode="auto">
          <a:xfrm>
            <a:off x="1619250" y="981075"/>
            <a:ext cx="4510088" cy="482600"/>
            <a:chOff x="204" y="677"/>
            <a:chExt cx="2841" cy="304"/>
          </a:xfrm>
        </p:grpSpPr>
        <p:sp>
          <p:nvSpPr>
            <p:cNvPr id="96259" name="Text Box 3">
              <a:extLst>
                <a:ext uri="{FF2B5EF4-FFF2-40B4-BE49-F238E27FC236}">
                  <a16:creationId xmlns:a16="http://schemas.microsoft.com/office/drawing/2014/main" id="{77A4F3FA-9891-2AD1-9C37-CDE6B7E02D2D}"/>
                </a:ext>
              </a:extLst>
            </p:cNvPr>
            <p:cNvSpPr txBox="1">
              <a:spLocks noChangeArrowheads="1"/>
            </p:cNvSpPr>
            <p:nvPr/>
          </p:nvSpPr>
          <p:spPr bwMode="auto">
            <a:xfrm>
              <a:off x="204" y="677"/>
              <a:ext cx="17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a:solidFill>
                    <a:schemeClr val="bg1"/>
                  </a:solidFill>
                </a:rPr>
                <a:t>其它情况下，令</a:t>
              </a:r>
            </a:p>
          </p:txBody>
        </p:sp>
        <p:graphicFrame>
          <p:nvGraphicFramePr>
            <p:cNvPr id="96260" name="Object 4">
              <a:extLst>
                <a:ext uri="{FF2B5EF4-FFF2-40B4-BE49-F238E27FC236}">
                  <a16:creationId xmlns:a16="http://schemas.microsoft.com/office/drawing/2014/main" id="{C3C0D53F-D0C8-2304-01A7-929FA86FF471}"/>
                </a:ext>
              </a:extLst>
            </p:cNvPr>
            <p:cNvGraphicFramePr>
              <a:graphicFrameLocks noChangeAspect="1"/>
            </p:cNvGraphicFramePr>
            <p:nvPr/>
          </p:nvGraphicFramePr>
          <p:xfrm>
            <a:off x="1663" y="677"/>
            <a:ext cx="852" cy="304"/>
          </p:xfrm>
          <a:graphic>
            <a:graphicData uri="http://schemas.openxmlformats.org/presentationml/2006/ole">
              <mc:AlternateContent xmlns:mc="http://schemas.openxmlformats.org/markup-compatibility/2006">
                <mc:Choice xmlns:v="urn:schemas-microsoft-com:vml" Requires="v">
                  <p:oleObj r:id="rId3" imgW="522000" imgH="148680" progId="Equation.DSMT4">
                    <p:embed/>
                  </p:oleObj>
                </mc:Choice>
                <mc:Fallback>
                  <p:oleObj r:id="rId3" imgW="522000" imgH="14868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3" y="677"/>
                          <a:ext cx="85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6261" name="Text Box 5">
              <a:extLst>
                <a:ext uri="{FF2B5EF4-FFF2-40B4-BE49-F238E27FC236}">
                  <a16:creationId xmlns:a16="http://schemas.microsoft.com/office/drawing/2014/main" id="{8FA98961-7B9D-244D-6FC7-F7E08E97CFDC}"/>
                </a:ext>
              </a:extLst>
            </p:cNvPr>
            <p:cNvSpPr txBox="1">
              <a:spLocks noChangeArrowheads="1"/>
            </p:cNvSpPr>
            <p:nvPr/>
          </p:nvSpPr>
          <p:spPr bwMode="auto">
            <a:xfrm>
              <a:off x="2517" y="677"/>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a:solidFill>
                    <a:schemeClr val="bg1"/>
                  </a:solidFill>
                  <a:ea typeface="幼圆" panose="02010509060101010101" pitchFamily="49" charset="-122"/>
                </a:rPr>
                <a:t>，</a:t>
              </a:r>
              <a:r>
                <a:rPr lang="zh-CN" altLang="en-US">
                  <a:solidFill>
                    <a:schemeClr val="bg1"/>
                  </a:solidFill>
                </a:rPr>
                <a:t>由</a:t>
              </a:r>
            </a:p>
          </p:txBody>
        </p:sp>
      </p:grpSp>
      <p:graphicFrame>
        <p:nvGraphicFramePr>
          <p:cNvPr id="548870" name="Object 6">
            <a:extLst>
              <a:ext uri="{FF2B5EF4-FFF2-40B4-BE49-F238E27FC236}">
                <a16:creationId xmlns:a16="http://schemas.microsoft.com/office/drawing/2014/main" id="{B6E0E49D-5814-46AB-3C4A-63256CDCFD59}"/>
              </a:ext>
            </a:extLst>
          </p:cNvPr>
          <p:cNvGraphicFramePr>
            <a:graphicFrameLocks noChangeAspect="1"/>
          </p:cNvGraphicFramePr>
          <p:nvPr/>
        </p:nvGraphicFramePr>
        <p:xfrm>
          <a:off x="2419350" y="1628775"/>
          <a:ext cx="3232150" cy="457200"/>
        </p:xfrm>
        <a:graphic>
          <a:graphicData uri="http://schemas.openxmlformats.org/presentationml/2006/ole">
            <mc:AlternateContent xmlns:mc="http://schemas.openxmlformats.org/markup-compatibility/2006">
              <mc:Choice xmlns:v="urn:schemas-microsoft-com:vml" Requires="v">
                <p:oleObj r:id="rId5" imgW="1334880" imgH="137520" progId="Equation.DSMT4">
                  <p:embed/>
                </p:oleObj>
              </mc:Choice>
              <mc:Fallback>
                <p:oleObj r:id="rId5" imgW="1334880" imgH="13752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9350" y="1628775"/>
                        <a:ext cx="323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8871" name="Object 7">
            <a:extLst>
              <a:ext uri="{FF2B5EF4-FFF2-40B4-BE49-F238E27FC236}">
                <a16:creationId xmlns:a16="http://schemas.microsoft.com/office/drawing/2014/main" id="{CE346C3C-8E4D-1040-1274-8935B8A1E678}"/>
              </a:ext>
            </a:extLst>
          </p:cNvPr>
          <p:cNvGraphicFramePr>
            <a:graphicFrameLocks noChangeAspect="1"/>
          </p:cNvGraphicFramePr>
          <p:nvPr/>
        </p:nvGraphicFramePr>
        <p:xfrm>
          <a:off x="2411413" y="2276475"/>
          <a:ext cx="3441700" cy="482600"/>
        </p:xfrm>
        <a:graphic>
          <a:graphicData uri="http://schemas.openxmlformats.org/presentationml/2006/ole">
            <mc:AlternateContent xmlns:mc="http://schemas.openxmlformats.org/markup-compatibility/2006">
              <mc:Choice xmlns:v="urn:schemas-microsoft-com:vml" Requires="v">
                <p:oleObj r:id="rId7" imgW="1532880" imgH="148680" progId="Equation.DSMT4">
                  <p:embed/>
                </p:oleObj>
              </mc:Choice>
              <mc:Fallback>
                <p:oleObj r:id="rId7" imgW="1532880" imgH="14868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11413" y="2276475"/>
                        <a:ext cx="34417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8876" name="Object 12">
            <a:extLst>
              <a:ext uri="{FF2B5EF4-FFF2-40B4-BE49-F238E27FC236}">
                <a16:creationId xmlns:a16="http://schemas.microsoft.com/office/drawing/2014/main" id="{E0A4ACCD-4B37-AFFA-D500-CC60DC05BFE4}"/>
              </a:ext>
            </a:extLst>
          </p:cNvPr>
          <p:cNvGraphicFramePr>
            <a:graphicFrameLocks noChangeAspect="1"/>
          </p:cNvGraphicFramePr>
          <p:nvPr/>
        </p:nvGraphicFramePr>
        <p:xfrm>
          <a:off x="1979613" y="2852738"/>
          <a:ext cx="4464050" cy="1012825"/>
        </p:xfrm>
        <a:graphic>
          <a:graphicData uri="http://schemas.openxmlformats.org/presentationml/2006/ole">
            <mc:AlternateContent xmlns:mc="http://schemas.openxmlformats.org/markup-compatibility/2006">
              <mc:Choice xmlns:v="urn:schemas-microsoft-com:vml" Requires="v">
                <p:oleObj r:id="rId9" imgW="1774440" imgH="357480" progId="Equation.DSMT4">
                  <p:embed/>
                </p:oleObj>
              </mc:Choice>
              <mc:Fallback>
                <p:oleObj r:id="rId9" imgW="1774440" imgH="35748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79613" y="2852738"/>
                        <a:ext cx="4464050"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8878" name="Rectangle 14">
            <a:extLst>
              <a:ext uri="{FF2B5EF4-FFF2-40B4-BE49-F238E27FC236}">
                <a16:creationId xmlns:a16="http://schemas.microsoft.com/office/drawing/2014/main" id="{08F02E5A-66EC-86AA-E2E5-509EC20F25B9}"/>
              </a:ext>
            </a:extLst>
          </p:cNvPr>
          <p:cNvSpPr>
            <a:spLocks noChangeArrowheads="1"/>
          </p:cNvSpPr>
          <p:nvPr/>
        </p:nvSpPr>
        <p:spPr bwMode="auto">
          <a:xfrm>
            <a:off x="106363" y="476250"/>
            <a:ext cx="4537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solidFill>
                  <a:schemeClr val="bg1"/>
                </a:solidFill>
              </a:rPr>
              <a:t>5.4.</a:t>
            </a:r>
            <a:r>
              <a:rPr lang="en-US" altLang="zh-CN">
                <a:solidFill>
                  <a:schemeClr val="bg1"/>
                </a:solidFill>
                <a:ea typeface="宋体" panose="02010600030101010101" pitchFamily="2" charset="-122"/>
              </a:rPr>
              <a:t>4  </a:t>
            </a:r>
            <a:r>
              <a:rPr lang="zh-CN" altLang="en-US">
                <a:solidFill>
                  <a:schemeClr val="bg1"/>
                </a:solidFill>
                <a:ea typeface="宋体" panose="02010600030101010101" pitchFamily="2" charset="-122"/>
              </a:rPr>
              <a:t>椭圆极化波</a:t>
            </a:r>
          </a:p>
        </p:txBody>
      </p:sp>
      <p:sp>
        <p:nvSpPr>
          <p:cNvPr id="548879" name="Text Box 15">
            <a:extLst>
              <a:ext uri="{FF2B5EF4-FFF2-40B4-BE49-F238E27FC236}">
                <a16:creationId xmlns:a16="http://schemas.microsoft.com/office/drawing/2014/main" id="{E383FAFC-8A5E-5BC6-A87A-DCF4CB488440}"/>
              </a:ext>
            </a:extLst>
          </p:cNvPr>
          <p:cNvSpPr txBox="1">
            <a:spLocks noChangeArrowheads="1"/>
          </p:cNvSpPr>
          <p:nvPr/>
        </p:nvSpPr>
        <p:spPr bwMode="auto">
          <a:xfrm>
            <a:off x="828675" y="3116263"/>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a:solidFill>
                  <a:schemeClr val="bg1"/>
                </a:solidFill>
              </a:rPr>
              <a:t>可得到</a:t>
            </a:r>
          </a:p>
        </p:txBody>
      </p:sp>
      <p:sp>
        <p:nvSpPr>
          <p:cNvPr id="96267" name="Rectangle 4">
            <a:extLst>
              <a:ext uri="{FF2B5EF4-FFF2-40B4-BE49-F238E27FC236}">
                <a16:creationId xmlns:a16="http://schemas.microsoft.com/office/drawing/2014/main" id="{4229FB46-654F-5443-A701-F3C01C10ACDF}"/>
              </a:ext>
            </a:extLst>
          </p:cNvPr>
          <p:cNvSpPr>
            <a:spLocks noChangeArrowheads="1"/>
          </p:cNvSpPr>
          <p:nvPr/>
        </p:nvSpPr>
        <p:spPr bwMode="auto">
          <a:xfrm>
            <a:off x="0" y="27844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spcBef>
                <a:spcPct val="20000"/>
              </a:spcBef>
            </a:pPr>
            <a:endParaRPr lang="zh-CN" altLang="en-US"/>
          </a:p>
        </p:txBody>
      </p:sp>
      <p:graphicFrame>
        <p:nvGraphicFramePr>
          <p:cNvPr id="96268" name="Object 14">
            <a:extLst>
              <a:ext uri="{FF2B5EF4-FFF2-40B4-BE49-F238E27FC236}">
                <a16:creationId xmlns:a16="http://schemas.microsoft.com/office/drawing/2014/main" id="{B565A267-42DC-7BFE-C8EC-0CEF63C20CDC}"/>
              </a:ext>
            </a:extLst>
          </p:cNvPr>
          <p:cNvGraphicFramePr>
            <a:graphicFrameLocks noGrp="1" noChangeAspect="1"/>
          </p:cNvGraphicFramePr>
          <p:nvPr>
            <p:ph sz="half" idx="2"/>
            <p:extLst>
              <p:ext uri="{D42A27DB-BD31-4B8C-83A1-F6EECF244321}">
                <p14:modId xmlns:p14="http://schemas.microsoft.com/office/powerpoint/2010/main" val="1671292006"/>
              </p:ext>
            </p:extLst>
          </p:nvPr>
        </p:nvGraphicFramePr>
        <p:xfrm>
          <a:off x="611188" y="3919538"/>
          <a:ext cx="6265068" cy="1310869"/>
        </p:xfrm>
        <a:graphic>
          <a:graphicData uri="http://schemas.openxmlformats.org/presentationml/2006/ole">
            <mc:AlternateContent xmlns:mc="http://schemas.openxmlformats.org/markup-compatibility/2006">
              <mc:Choice xmlns:v="urn:schemas-microsoft-com:vml" Requires="v">
                <p:oleObj r:id="rId11" imgW="3822700" imgH="800100" progId="Equation.DSMT4">
                  <p:embed/>
                </p:oleObj>
              </mc:Choice>
              <mc:Fallback>
                <p:oleObj r:id="rId11" imgW="3822700" imgH="800100" progId="Equation.DSMT4">
                  <p:embed/>
                  <p:pic>
                    <p:nvPicPr>
                      <p:cNvPr id="0" name="Object 14"/>
                      <p:cNvPicPr>
                        <a:picLocks noGrp="1"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1188" y="3919538"/>
                        <a:ext cx="6265068" cy="1310869"/>
                      </a:xfrm>
                      <a:prstGeom prst="rect">
                        <a:avLst/>
                      </a:prstGeom>
                      <a:solidFill>
                        <a:schemeClr val="bg1"/>
                      </a:solidFill>
                      <a:ln>
                        <a:noFill/>
                      </a:ln>
                    </p:spPr>
                  </p:pic>
                </p:oleObj>
              </mc:Fallback>
            </mc:AlternateContent>
          </a:graphicData>
        </a:graphic>
      </p:graphicFrame>
      <p:sp>
        <p:nvSpPr>
          <p:cNvPr id="663570" name="Text Box 18">
            <a:extLst>
              <a:ext uri="{FF2B5EF4-FFF2-40B4-BE49-F238E27FC236}">
                <a16:creationId xmlns:a16="http://schemas.microsoft.com/office/drawing/2014/main" id="{00B260AB-86F4-9DD4-76CF-57339E82BD86}"/>
              </a:ext>
            </a:extLst>
          </p:cNvPr>
          <p:cNvSpPr txBox="1">
            <a:spLocks noChangeArrowheads="1"/>
          </p:cNvSpPr>
          <p:nvPr/>
        </p:nvSpPr>
        <p:spPr bwMode="auto">
          <a:xfrm>
            <a:off x="323850" y="981075"/>
            <a:ext cx="59404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13"/>
              </a:buBlip>
            </a:pPr>
            <a:r>
              <a:rPr lang="en-US" altLang="zh-CN">
                <a:solidFill>
                  <a:schemeClr val="bg1"/>
                </a:solidFill>
              </a:rPr>
              <a:t>    </a:t>
            </a:r>
            <a:r>
              <a:rPr lang="zh-CN" altLang="en-US">
                <a:solidFill>
                  <a:srgbClr val="FF99FF"/>
                </a:solidFill>
                <a:ea typeface="宋体" panose="02010600030101010101" pitchFamily="2" charset="-122"/>
              </a:rPr>
              <a:t>条件：</a:t>
            </a:r>
          </a:p>
        </p:txBody>
      </p:sp>
      <p:sp>
        <p:nvSpPr>
          <p:cNvPr id="663571" name="Text Box 19">
            <a:extLst>
              <a:ext uri="{FF2B5EF4-FFF2-40B4-BE49-F238E27FC236}">
                <a16:creationId xmlns:a16="http://schemas.microsoft.com/office/drawing/2014/main" id="{4C3635B3-8297-C94F-2736-1C0111D0F0A5}"/>
              </a:ext>
            </a:extLst>
          </p:cNvPr>
          <p:cNvSpPr txBox="1">
            <a:spLocks noChangeArrowheads="1"/>
          </p:cNvSpPr>
          <p:nvPr/>
        </p:nvSpPr>
        <p:spPr bwMode="auto">
          <a:xfrm>
            <a:off x="307664" y="5290921"/>
            <a:ext cx="8785225" cy="1536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5000"/>
              </a:lnSpc>
              <a:buFontTx/>
              <a:buBlip>
                <a:blip r:embed="rId14"/>
              </a:buBlip>
            </a:pPr>
            <a:r>
              <a:rPr lang="en-US" altLang="zh-CN" dirty="0">
                <a:solidFill>
                  <a:schemeClr val="bg1"/>
                </a:solidFill>
              </a:rPr>
              <a:t>   </a:t>
            </a:r>
            <a:r>
              <a:rPr lang="zh-CN" altLang="en-US" dirty="0">
                <a:solidFill>
                  <a:srgbClr val="FF99FF"/>
                </a:solidFill>
                <a:ea typeface="宋体" panose="02010600030101010101" pitchFamily="2" charset="-122"/>
              </a:rPr>
              <a:t>特点：</a:t>
            </a:r>
            <a:r>
              <a:rPr lang="zh-CN" altLang="en-US" dirty="0">
                <a:solidFill>
                  <a:schemeClr val="bg1"/>
                </a:solidFill>
              </a:rPr>
              <a:t>任何</a:t>
            </a:r>
            <a:r>
              <a:rPr lang="zh-CN" altLang="en-US" u="sng" dirty="0">
                <a:solidFill>
                  <a:schemeClr val="bg1"/>
                </a:solidFill>
              </a:rPr>
              <a:t>两个</a:t>
            </a:r>
            <a:r>
              <a:rPr lang="zh-CN" altLang="en-US" dirty="0">
                <a:solidFill>
                  <a:schemeClr val="bg1"/>
                </a:solidFill>
              </a:rPr>
              <a:t>同频率、同传播方向且极化方向互相垂直的                   </a:t>
            </a:r>
            <a:r>
              <a:rPr lang="zh-CN" altLang="en-US" u="sng" dirty="0">
                <a:solidFill>
                  <a:schemeClr val="bg1"/>
                </a:solidFill>
              </a:rPr>
              <a:t>线极化波</a:t>
            </a:r>
            <a:r>
              <a:rPr lang="zh-CN" altLang="en-US" dirty="0">
                <a:solidFill>
                  <a:schemeClr val="bg1"/>
                </a:solidFill>
              </a:rPr>
              <a:t>，当它们的</a:t>
            </a:r>
            <a:r>
              <a:rPr lang="zh-CN" altLang="en-US" dirty="0">
                <a:solidFill>
                  <a:srgbClr val="FF0000"/>
                </a:solidFill>
              </a:rPr>
              <a:t>相差为其他值</a:t>
            </a:r>
            <a:r>
              <a:rPr lang="zh-CN" altLang="en-US" dirty="0">
                <a:solidFill>
                  <a:schemeClr val="bg1"/>
                </a:solidFill>
              </a:rPr>
              <a:t>时，其</a:t>
            </a:r>
            <a:r>
              <a:rPr lang="zh-CN" altLang="en-US" dirty="0">
                <a:solidFill>
                  <a:srgbClr val="FFFFFF"/>
                </a:solidFill>
              </a:rPr>
              <a:t>合成波电场的大小</a:t>
            </a:r>
            <a:r>
              <a:rPr lang="zh-CN" altLang="en-US" dirty="0">
                <a:solidFill>
                  <a:schemeClr val="bg1"/>
                </a:solidFill>
              </a:rPr>
              <a:t>和方向都随时间改变，其端点在一个椭圆上旋转。</a:t>
            </a:r>
          </a:p>
        </p:txBody>
      </p:sp>
      <p:graphicFrame>
        <p:nvGraphicFramePr>
          <p:cNvPr id="2" name="Object 12">
            <a:extLst>
              <a:ext uri="{FF2B5EF4-FFF2-40B4-BE49-F238E27FC236}">
                <a16:creationId xmlns:a16="http://schemas.microsoft.com/office/drawing/2014/main" id="{D5A9A14F-E3B0-6B53-C3F4-68BCDF3B30A4}"/>
              </a:ext>
            </a:extLst>
          </p:cNvPr>
          <p:cNvGraphicFramePr>
            <a:graphicFrameLocks noChangeAspect="1"/>
          </p:cNvGraphicFramePr>
          <p:nvPr>
            <p:extLst>
              <p:ext uri="{D42A27DB-BD31-4B8C-83A1-F6EECF244321}">
                <p14:modId xmlns:p14="http://schemas.microsoft.com/office/powerpoint/2010/main" val="2478287402"/>
              </p:ext>
            </p:extLst>
          </p:nvPr>
        </p:nvGraphicFramePr>
        <p:xfrm>
          <a:off x="2595005" y="417738"/>
          <a:ext cx="6516216" cy="549396"/>
        </p:xfrm>
        <a:graphic>
          <a:graphicData uri="http://schemas.openxmlformats.org/presentationml/2006/ole">
            <mc:AlternateContent xmlns:mc="http://schemas.openxmlformats.org/markup-compatibility/2006">
              <mc:Choice xmlns:v="urn:schemas-microsoft-com:vml" Requires="v">
                <p:oleObj r:id="rId15" imgW="2917080" imgH="214560" progId="Equation.3">
                  <p:embed/>
                </p:oleObj>
              </mc:Choice>
              <mc:Fallback>
                <p:oleObj r:id="rId15" imgW="2917080" imgH="214560" progId="Equation.3">
                  <p:embed/>
                  <p:pic>
                    <p:nvPicPr>
                      <p:cNvPr id="83020" name="Object 12">
                        <a:extLst>
                          <a:ext uri="{FF2B5EF4-FFF2-40B4-BE49-F238E27FC236}">
                            <a16:creationId xmlns:a16="http://schemas.microsoft.com/office/drawing/2014/main" id="{DB6CE083-C651-EDBD-A721-9331C75B159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95005" y="417738"/>
                        <a:ext cx="6516216" cy="549396"/>
                      </a:xfrm>
                      <a:prstGeom prst="rect">
                        <a:avLst/>
                      </a:prstGeom>
                      <a:solidFill>
                        <a:schemeClr val="accent1">
                          <a:lumMod val="90000"/>
                        </a:schemeClr>
                      </a:solid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48878"/>
                                        </p:tgtEl>
                                        <p:attrNameLst>
                                          <p:attrName>style.visibility</p:attrName>
                                        </p:attrNameLst>
                                      </p:cBhvr>
                                      <p:to>
                                        <p:strVal val="visible"/>
                                      </p:to>
                                    </p:set>
                                    <p:animEffect transition="in" filter="wipe(up)">
                                      <p:cBhvr>
                                        <p:cTn id="7" dur="2000"/>
                                        <p:tgtEl>
                                          <p:spTgt spid="5488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63563"/>
                                        </p:tgtEl>
                                        <p:attrNameLst>
                                          <p:attrName>style.visibility</p:attrName>
                                        </p:attrNameLst>
                                      </p:cBhvr>
                                      <p:to>
                                        <p:strVal val="visible"/>
                                      </p:to>
                                    </p:set>
                                    <p:animEffect transition="in" filter="wipe(up)">
                                      <p:cBhvr>
                                        <p:cTn id="12" dur="2000"/>
                                        <p:tgtEl>
                                          <p:spTgt spid="663563"/>
                                        </p:tgtEl>
                                      </p:cBhvr>
                                    </p:animEffect>
                                  </p:childTnLst>
                                </p:cTn>
                              </p:par>
                            </p:childTnLst>
                          </p:cTn>
                        </p:par>
                        <p:par>
                          <p:cTn id="13" fill="hold" nodeType="afterGroup">
                            <p:stCondLst>
                              <p:cond delay="2000"/>
                            </p:stCondLst>
                            <p:childTnLst>
                              <p:par>
                                <p:cTn id="14" presetID="22" presetClass="entr" presetSubtype="1" fill="hold" nodeType="afterEffect">
                                  <p:stCondLst>
                                    <p:cond delay="0"/>
                                  </p:stCondLst>
                                  <p:childTnLst>
                                    <p:set>
                                      <p:cBhvr>
                                        <p:cTn id="15" dur="1" fill="hold">
                                          <p:stCondLst>
                                            <p:cond delay="0"/>
                                          </p:stCondLst>
                                        </p:cTn>
                                        <p:tgtEl>
                                          <p:spTgt spid="548870"/>
                                        </p:tgtEl>
                                        <p:attrNameLst>
                                          <p:attrName>style.visibility</p:attrName>
                                        </p:attrNameLst>
                                      </p:cBhvr>
                                      <p:to>
                                        <p:strVal val="visible"/>
                                      </p:to>
                                    </p:set>
                                    <p:animEffect transition="in" filter="wipe(up)">
                                      <p:cBhvr>
                                        <p:cTn id="16" dur="2000"/>
                                        <p:tgtEl>
                                          <p:spTgt spid="548870"/>
                                        </p:tgtEl>
                                      </p:cBhvr>
                                    </p:animEffect>
                                  </p:childTnLst>
                                </p:cTn>
                              </p:par>
                            </p:childTnLst>
                          </p:cTn>
                        </p:par>
                        <p:par>
                          <p:cTn id="17" fill="hold" nodeType="afterGroup">
                            <p:stCondLst>
                              <p:cond delay="4000"/>
                            </p:stCondLst>
                            <p:childTnLst>
                              <p:par>
                                <p:cTn id="18" presetID="22" presetClass="entr" presetSubtype="1" fill="hold" nodeType="afterEffect">
                                  <p:stCondLst>
                                    <p:cond delay="0"/>
                                  </p:stCondLst>
                                  <p:childTnLst>
                                    <p:set>
                                      <p:cBhvr>
                                        <p:cTn id="19" dur="1" fill="hold">
                                          <p:stCondLst>
                                            <p:cond delay="0"/>
                                          </p:stCondLst>
                                        </p:cTn>
                                        <p:tgtEl>
                                          <p:spTgt spid="548871"/>
                                        </p:tgtEl>
                                        <p:attrNameLst>
                                          <p:attrName>style.visibility</p:attrName>
                                        </p:attrNameLst>
                                      </p:cBhvr>
                                      <p:to>
                                        <p:strVal val="visible"/>
                                      </p:to>
                                    </p:set>
                                    <p:animEffect transition="in" filter="wipe(up)">
                                      <p:cBhvr>
                                        <p:cTn id="20" dur="2000"/>
                                        <p:tgtEl>
                                          <p:spTgt spid="54887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548879"/>
                                        </p:tgtEl>
                                        <p:attrNameLst>
                                          <p:attrName>style.visibility</p:attrName>
                                        </p:attrNameLst>
                                      </p:cBhvr>
                                      <p:to>
                                        <p:strVal val="visible"/>
                                      </p:to>
                                    </p:set>
                                    <p:animEffect transition="in" filter="wipe(up)">
                                      <p:cBhvr>
                                        <p:cTn id="25" dur="2000"/>
                                        <p:tgtEl>
                                          <p:spTgt spid="548879"/>
                                        </p:tgtEl>
                                      </p:cBhvr>
                                    </p:animEffect>
                                  </p:childTnLst>
                                </p:cTn>
                              </p:par>
                            </p:childTnLst>
                          </p:cTn>
                        </p:par>
                        <p:par>
                          <p:cTn id="26" fill="hold" nodeType="afterGroup">
                            <p:stCondLst>
                              <p:cond delay="2000"/>
                            </p:stCondLst>
                            <p:childTnLst>
                              <p:par>
                                <p:cTn id="27" presetID="22" presetClass="entr" presetSubtype="1" fill="hold" nodeType="afterEffect">
                                  <p:stCondLst>
                                    <p:cond delay="0"/>
                                  </p:stCondLst>
                                  <p:childTnLst>
                                    <p:set>
                                      <p:cBhvr>
                                        <p:cTn id="28" dur="1" fill="hold">
                                          <p:stCondLst>
                                            <p:cond delay="0"/>
                                          </p:stCondLst>
                                        </p:cTn>
                                        <p:tgtEl>
                                          <p:spTgt spid="548876"/>
                                        </p:tgtEl>
                                        <p:attrNameLst>
                                          <p:attrName>style.visibility</p:attrName>
                                        </p:attrNameLst>
                                      </p:cBhvr>
                                      <p:to>
                                        <p:strVal val="visible"/>
                                      </p:to>
                                    </p:set>
                                    <p:animEffect transition="in" filter="wipe(up)">
                                      <p:cBhvr>
                                        <p:cTn id="29" dur="2000"/>
                                        <p:tgtEl>
                                          <p:spTgt spid="548876"/>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663570"/>
                                        </p:tgtEl>
                                        <p:attrNameLst>
                                          <p:attrName>style.visibility</p:attrName>
                                        </p:attrNameLst>
                                      </p:cBhvr>
                                      <p:to>
                                        <p:strVal val="visible"/>
                                      </p:to>
                                    </p:set>
                                    <p:animEffect transition="in" filter="wipe(up)">
                                      <p:cBhvr>
                                        <p:cTn id="32" dur="2000"/>
                                        <p:tgtEl>
                                          <p:spTgt spid="66357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663571"/>
                                        </p:tgtEl>
                                        <p:attrNameLst>
                                          <p:attrName>style.visibility</p:attrName>
                                        </p:attrNameLst>
                                      </p:cBhvr>
                                      <p:to>
                                        <p:strVal val="visible"/>
                                      </p:to>
                                    </p:set>
                                    <p:animEffect transition="in" filter="wipe(up)">
                                      <p:cBhvr>
                                        <p:cTn id="37" dur="500"/>
                                        <p:tgtEl>
                                          <p:spTgt spid="663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78" grpId="0"/>
      <p:bldP spid="548879" grpId="0"/>
      <p:bldP spid="663570" grpId="0"/>
      <p:bldP spid="66357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4">
            <a:extLst>
              <a:ext uri="{FF2B5EF4-FFF2-40B4-BE49-F238E27FC236}">
                <a16:creationId xmlns:a16="http://schemas.microsoft.com/office/drawing/2014/main" id="{420DBB1F-5356-9DD4-0205-E1D98A92CFF2}"/>
              </a:ext>
            </a:extLst>
          </p:cNvPr>
          <p:cNvSpPr>
            <a:spLocks noGrp="1"/>
          </p:cNvSpPr>
          <p:nvPr>
            <p:ph type="sldNum" sz="quarter" idx="10"/>
          </p:nvPr>
        </p:nvSpPr>
        <p:spPr/>
        <p:txBody>
          <a:bodyPr/>
          <a:lstStyle/>
          <a:p>
            <a:fld id="{773D0DFD-1AF5-44EC-8C37-EBF219C2D04E}" type="slidenum">
              <a:rPr lang="en-US" altLang="zh-CN"/>
              <a:pPr/>
              <a:t>11</a:t>
            </a:fld>
            <a:endParaRPr lang="en-US" altLang="zh-CN"/>
          </a:p>
        </p:txBody>
      </p:sp>
      <p:sp>
        <p:nvSpPr>
          <p:cNvPr id="757781" name="Text Box 21">
            <a:extLst>
              <a:ext uri="{FF2B5EF4-FFF2-40B4-BE49-F238E27FC236}">
                <a16:creationId xmlns:a16="http://schemas.microsoft.com/office/drawing/2014/main" id="{10F971B6-588F-642E-09D1-07606315F7B8}"/>
              </a:ext>
            </a:extLst>
          </p:cNvPr>
          <p:cNvSpPr txBox="1">
            <a:spLocks noChangeArrowheads="1"/>
          </p:cNvSpPr>
          <p:nvPr/>
        </p:nvSpPr>
        <p:spPr bwMode="auto">
          <a:xfrm>
            <a:off x="287338" y="476250"/>
            <a:ext cx="43561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3"/>
              </a:buBlip>
            </a:pPr>
            <a:r>
              <a:rPr lang="en-US" altLang="zh-CN">
                <a:solidFill>
                  <a:srgbClr val="FF7C80"/>
                </a:solidFill>
                <a:ea typeface="宋体" panose="02010600030101010101" pitchFamily="2" charset="-122"/>
              </a:rPr>
              <a:t>   </a:t>
            </a:r>
            <a:r>
              <a:rPr lang="zh-CN" altLang="en-US">
                <a:solidFill>
                  <a:srgbClr val="FF99FF"/>
                </a:solidFill>
                <a:ea typeface="宋体" panose="02010600030101010101" pitchFamily="2" charset="-122"/>
              </a:rPr>
              <a:t>左旋椭圆极化波</a:t>
            </a:r>
          </a:p>
        </p:txBody>
      </p:sp>
      <p:sp>
        <p:nvSpPr>
          <p:cNvPr id="757782" name="Text Box 22">
            <a:extLst>
              <a:ext uri="{FF2B5EF4-FFF2-40B4-BE49-F238E27FC236}">
                <a16:creationId xmlns:a16="http://schemas.microsoft.com/office/drawing/2014/main" id="{ED3FF66C-4958-D816-D69B-96F223CB25DE}"/>
              </a:ext>
            </a:extLst>
          </p:cNvPr>
          <p:cNvSpPr txBox="1">
            <a:spLocks noChangeArrowheads="1"/>
          </p:cNvSpPr>
          <p:nvPr/>
        </p:nvSpPr>
        <p:spPr bwMode="auto">
          <a:xfrm>
            <a:off x="250825" y="1773238"/>
            <a:ext cx="43561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3"/>
              </a:buBlip>
            </a:pPr>
            <a:r>
              <a:rPr lang="en-US" altLang="zh-CN">
                <a:solidFill>
                  <a:srgbClr val="FF7C80"/>
                </a:solidFill>
                <a:ea typeface="宋体" panose="02010600030101010101" pitchFamily="2" charset="-122"/>
              </a:rPr>
              <a:t>   </a:t>
            </a:r>
            <a:r>
              <a:rPr lang="zh-CN" altLang="en-US">
                <a:solidFill>
                  <a:srgbClr val="FF99FF"/>
                </a:solidFill>
                <a:ea typeface="宋体" panose="02010600030101010101" pitchFamily="2" charset="-122"/>
              </a:rPr>
              <a:t>右旋椭圆极化波</a:t>
            </a:r>
            <a:endParaRPr lang="zh-CN" altLang="en-US">
              <a:solidFill>
                <a:srgbClr val="FF99FF"/>
              </a:solidFill>
            </a:endParaRPr>
          </a:p>
        </p:txBody>
      </p:sp>
      <p:sp>
        <p:nvSpPr>
          <p:cNvPr id="98308" name="Rectangle 23">
            <a:extLst>
              <a:ext uri="{FF2B5EF4-FFF2-40B4-BE49-F238E27FC236}">
                <a16:creationId xmlns:a16="http://schemas.microsoft.com/office/drawing/2014/main" id="{6FB409D8-97CE-2E0B-6F5F-07493209BD28}"/>
              </a:ext>
            </a:extLst>
          </p:cNvPr>
          <p:cNvSpPr>
            <a:spLocks noChangeArrowheads="1"/>
          </p:cNvSpPr>
          <p:nvPr/>
        </p:nvSpPr>
        <p:spPr bwMode="auto">
          <a:xfrm>
            <a:off x="1403350" y="1041400"/>
            <a:ext cx="2449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en-US" altLang="zh-CN">
                <a:solidFill>
                  <a:schemeClr val="bg1"/>
                </a:solidFill>
                <a:sym typeface="Symbol" panose="05050102010706020507" pitchFamily="18" charset="2"/>
              </a:rPr>
              <a:t>0 &lt; </a:t>
            </a:r>
            <a:r>
              <a:rPr lang="el-GR" altLang="zh-CN" i="1">
                <a:solidFill>
                  <a:schemeClr val="bg1"/>
                </a:solidFill>
                <a:sym typeface="Symbol" panose="05050102010706020507" pitchFamily="18" charset="2"/>
              </a:rPr>
              <a:t>φ</a:t>
            </a:r>
            <a:r>
              <a:rPr lang="en-US" altLang="zh-CN" i="1">
                <a:solidFill>
                  <a:schemeClr val="bg1"/>
                </a:solidFill>
                <a:sym typeface="Symbol" panose="05050102010706020507" pitchFamily="18" charset="2"/>
              </a:rPr>
              <a:t> </a:t>
            </a:r>
            <a:r>
              <a:rPr lang="en-US" altLang="zh-CN">
                <a:solidFill>
                  <a:schemeClr val="bg1"/>
                </a:solidFill>
                <a:sym typeface="Symbol" panose="05050102010706020507" pitchFamily="18" charset="2"/>
              </a:rPr>
              <a:t>&lt;  </a:t>
            </a:r>
            <a:r>
              <a:rPr lang="zh-CN" altLang="en-US">
                <a:solidFill>
                  <a:schemeClr val="bg1"/>
                </a:solidFill>
                <a:sym typeface="Symbol" panose="05050102010706020507" pitchFamily="18" charset="2"/>
              </a:rPr>
              <a:t>，左旋</a:t>
            </a:r>
          </a:p>
        </p:txBody>
      </p:sp>
      <p:sp>
        <p:nvSpPr>
          <p:cNvPr id="98309" name="Rectangle 24">
            <a:extLst>
              <a:ext uri="{FF2B5EF4-FFF2-40B4-BE49-F238E27FC236}">
                <a16:creationId xmlns:a16="http://schemas.microsoft.com/office/drawing/2014/main" id="{8A8022F1-4785-7C1A-0294-30877BB9196A}"/>
              </a:ext>
            </a:extLst>
          </p:cNvPr>
          <p:cNvSpPr>
            <a:spLocks noChangeArrowheads="1"/>
          </p:cNvSpPr>
          <p:nvPr/>
        </p:nvSpPr>
        <p:spPr bwMode="auto">
          <a:xfrm>
            <a:off x="1331913" y="2411413"/>
            <a:ext cx="3455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r>
              <a:rPr lang="zh-CN" altLang="en-US">
                <a:solidFill>
                  <a:schemeClr val="bg1"/>
                </a:solidFill>
                <a:sym typeface="Symbol" panose="05050102010706020507" pitchFamily="18" charset="2"/>
              </a:rPr>
              <a:t>－ </a:t>
            </a:r>
            <a:r>
              <a:rPr lang="en-US" altLang="zh-CN">
                <a:solidFill>
                  <a:schemeClr val="bg1"/>
                </a:solidFill>
                <a:sym typeface="Symbol" panose="05050102010706020507" pitchFamily="18" charset="2"/>
              </a:rPr>
              <a:t>&lt; </a:t>
            </a:r>
            <a:r>
              <a:rPr lang="el-GR" altLang="zh-CN" i="1">
                <a:solidFill>
                  <a:schemeClr val="bg1"/>
                </a:solidFill>
                <a:sym typeface="Symbol" panose="05050102010706020507" pitchFamily="18" charset="2"/>
              </a:rPr>
              <a:t>φ</a:t>
            </a:r>
            <a:r>
              <a:rPr lang="zh-CN" altLang="en-US">
                <a:solidFill>
                  <a:schemeClr val="bg1"/>
                </a:solidFill>
                <a:sym typeface="Symbol" panose="05050102010706020507" pitchFamily="18" charset="2"/>
              </a:rPr>
              <a:t>＜</a:t>
            </a:r>
            <a:r>
              <a:rPr lang="en-US" altLang="zh-CN">
                <a:solidFill>
                  <a:schemeClr val="bg1"/>
                </a:solidFill>
                <a:sym typeface="Symbol" panose="05050102010706020507" pitchFamily="18" charset="2"/>
              </a:rPr>
              <a:t>0</a:t>
            </a:r>
            <a:r>
              <a:rPr lang="zh-CN" altLang="en-US">
                <a:solidFill>
                  <a:schemeClr val="bg1"/>
                </a:solidFill>
                <a:sym typeface="Symbol" panose="05050102010706020507" pitchFamily="18" charset="2"/>
              </a:rPr>
              <a:t>，右旋</a:t>
            </a:r>
          </a:p>
        </p:txBody>
      </p:sp>
      <p:grpSp>
        <p:nvGrpSpPr>
          <p:cNvPr id="757786" name="Group 26">
            <a:extLst>
              <a:ext uri="{FF2B5EF4-FFF2-40B4-BE49-F238E27FC236}">
                <a16:creationId xmlns:a16="http://schemas.microsoft.com/office/drawing/2014/main" id="{237456FF-63BE-387A-6F91-D26B44205A8C}"/>
              </a:ext>
            </a:extLst>
          </p:cNvPr>
          <p:cNvGrpSpPr>
            <a:grpSpLocks/>
          </p:cNvGrpSpPr>
          <p:nvPr/>
        </p:nvGrpSpPr>
        <p:grpSpPr bwMode="auto">
          <a:xfrm>
            <a:off x="3492500" y="3427413"/>
            <a:ext cx="5221288" cy="2016125"/>
            <a:chOff x="2494" y="2704"/>
            <a:chExt cx="3289" cy="1270"/>
          </a:xfrm>
        </p:grpSpPr>
        <p:sp>
          <p:nvSpPr>
            <p:cNvPr id="98311" name="Rectangle 27">
              <a:extLst>
                <a:ext uri="{FF2B5EF4-FFF2-40B4-BE49-F238E27FC236}">
                  <a16:creationId xmlns:a16="http://schemas.microsoft.com/office/drawing/2014/main" id="{DB905376-7C2C-FE69-8B89-A6F856A66F22}"/>
                </a:ext>
              </a:extLst>
            </p:cNvPr>
            <p:cNvSpPr>
              <a:spLocks noChangeArrowheads="1"/>
            </p:cNvSpPr>
            <p:nvPr/>
          </p:nvSpPr>
          <p:spPr bwMode="auto">
            <a:xfrm>
              <a:off x="2494" y="2704"/>
              <a:ext cx="3289" cy="127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spcBef>
                  <a:spcPct val="20000"/>
                </a:spcBef>
              </a:pPr>
              <a:endParaRPr lang="zh-CN" altLang="en-US"/>
            </a:p>
          </p:txBody>
        </p:sp>
        <p:pic>
          <p:nvPicPr>
            <p:cNvPr id="98312" name="Picture 28" descr="3">
              <a:extLst>
                <a:ext uri="{FF2B5EF4-FFF2-40B4-BE49-F238E27FC236}">
                  <a16:creationId xmlns:a16="http://schemas.microsoft.com/office/drawing/2014/main" id="{B76D0F8E-C25C-276A-1BCB-51C104CBCB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0" y="2793"/>
              <a:ext cx="914" cy="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13" name="Picture 29" descr="3">
              <a:extLst>
                <a:ext uri="{FF2B5EF4-FFF2-40B4-BE49-F238E27FC236}">
                  <a16:creationId xmlns:a16="http://schemas.microsoft.com/office/drawing/2014/main" id="{4E3AA3E8-5925-E166-1DB0-9F22711574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3" y="2793"/>
              <a:ext cx="1946" cy="1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14" name="Rectangle 30">
              <a:extLst>
                <a:ext uri="{FF2B5EF4-FFF2-40B4-BE49-F238E27FC236}">
                  <a16:creationId xmlns:a16="http://schemas.microsoft.com/office/drawing/2014/main" id="{BE222DD9-63B8-A250-6EE1-503EA93F125D}"/>
                </a:ext>
              </a:extLst>
            </p:cNvPr>
            <p:cNvSpPr>
              <a:spLocks noChangeArrowheads="1"/>
            </p:cNvSpPr>
            <p:nvPr/>
          </p:nvSpPr>
          <p:spPr bwMode="auto">
            <a:xfrm>
              <a:off x="2494" y="2704"/>
              <a:ext cx="3289" cy="127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spcBef>
                  <a:spcPct val="20000"/>
                </a:spcBef>
              </a:pPr>
              <a:endParaRPr lang="zh-CN" altLang="en-US"/>
            </a:p>
          </p:txBody>
        </p:sp>
      </p:grpSp>
      <p:pic>
        <p:nvPicPr>
          <p:cNvPr id="757791" name="Picture 31" descr="椭圆极化波">
            <a:extLst>
              <a:ext uri="{FF2B5EF4-FFF2-40B4-BE49-F238E27FC236}">
                <a16:creationId xmlns:a16="http://schemas.microsoft.com/office/drawing/2014/main" id="{4168D4BB-90E8-C2D8-B48F-D652F931B919}"/>
              </a:ext>
            </a:extLst>
          </p:cNvPr>
          <p:cNvPicPr>
            <a:picLocks noGrp="1" noChangeAspect="1" noChangeArrowheads="1"/>
          </p:cNvPicPr>
          <p:nvPr>
            <p:ph sz="half" idx="1"/>
          </p:nvPr>
        </p:nvPicPr>
        <p:blipFill>
          <a:blip r:embed="rId6">
            <a:extLst>
              <a:ext uri="{28A0092B-C50C-407E-A947-70E740481C1C}">
                <a14:useLocalDpi xmlns:a14="http://schemas.microsoft.com/office/drawing/2010/main" val="0"/>
              </a:ext>
            </a:extLst>
          </a:blip>
          <a:srcRect/>
          <a:stretch>
            <a:fillRect/>
          </a:stretch>
        </p:blipFill>
        <p:spPr bwMode="auto">
          <a:xfrm>
            <a:off x="755650" y="3355975"/>
            <a:ext cx="2111375" cy="2160588"/>
          </a:xfrm>
          <a:noFill/>
          <a:ln>
            <a:solidFill>
              <a:srgbClr val="FF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57781">
                                            <p:txEl>
                                              <p:pRg st="0" end="0"/>
                                            </p:txEl>
                                          </p:spTgt>
                                        </p:tgtEl>
                                        <p:attrNameLst>
                                          <p:attrName>style.visibility</p:attrName>
                                        </p:attrNameLst>
                                      </p:cBhvr>
                                      <p:to>
                                        <p:strVal val="visible"/>
                                      </p:to>
                                    </p:set>
                                    <p:animEffect transition="in" filter="wipe(up)">
                                      <p:cBhvr>
                                        <p:cTn id="7" dur="2000"/>
                                        <p:tgtEl>
                                          <p:spTgt spid="757781">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57782">
                                            <p:txEl>
                                              <p:pRg st="0" end="0"/>
                                            </p:txEl>
                                          </p:spTgt>
                                        </p:tgtEl>
                                        <p:attrNameLst>
                                          <p:attrName>style.visibility</p:attrName>
                                        </p:attrNameLst>
                                      </p:cBhvr>
                                      <p:to>
                                        <p:strVal val="visible"/>
                                      </p:to>
                                    </p:set>
                                    <p:animEffect transition="in" filter="wipe(up)">
                                      <p:cBhvr>
                                        <p:cTn id="10" dur="2000"/>
                                        <p:tgtEl>
                                          <p:spTgt spid="757782">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57791"/>
                                        </p:tgtEl>
                                        <p:attrNameLst>
                                          <p:attrName>style.visibility</p:attrName>
                                        </p:attrNameLst>
                                      </p:cBhvr>
                                      <p:to>
                                        <p:strVal val="visible"/>
                                      </p:to>
                                    </p:set>
                                  </p:childTnLst>
                                </p:cTn>
                              </p:par>
                            </p:childTnLst>
                          </p:cTn>
                        </p:par>
                        <p:par>
                          <p:cTn id="15" fill="hold" nodeType="afterGroup">
                            <p:stCondLst>
                              <p:cond delay="500"/>
                            </p:stCondLst>
                            <p:childTnLst>
                              <p:par>
                                <p:cTn id="16" presetID="1" presetClass="entr" presetSubtype="0" fill="hold" nodeType="afterEffect">
                                  <p:stCondLst>
                                    <p:cond delay="0"/>
                                  </p:stCondLst>
                                  <p:childTnLst>
                                    <p:set>
                                      <p:cBhvr>
                                        <p:cTn id="17" dur="1" fill="hold">
                                          <p:stCondLst>
                                            <p:cond delay="499"/>
                                          </p:stCondLst>
                                        </p:cTn>
                                        <p:tgtEl>
                                          <p:spTgt spid="7577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1" grpId="0" build="p"/>
      <p:bldP spid="75778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2">
            <a:extLst>
              <a:ext uri="{FF2B5EF4-FFF2-40B4-BE49-F238E27FC236}">
                <a16:creationId xmlns:a16="http://schemas.microsoft.com/office/drawing/2014/main" id="{EDF9691F-B0E4-CCCF-A86B-24CDFD277FD7}"/>
              </a:ext>
            </a:extLst>
          </p:cNvPr>
          <p:cNvSpPr>
            <a:spLocks noGrp="1"/>
          </p:cNvSpPr>
          <p:nvPr>
            <p:ph type="sldNum" sz="quarter" idx="10"/>
          </p:nvPr>
        </p:nvSpPr>
        <p:spPr/>
        <p:txBody>
          <a:bodyPr/>
          <a:lstStyle/>
          <a:p>
            <a:fld id="{2EF9A15A-2C7D-4C2C-A2FC-009A02F5B6B7}" type="slidenum">
              <a:rPr lang="en-US" altLang="zh-CN"/>
              <a:pPr/>
              <a:t>12</a:t>
            </a:fld>
            <a:endParaRPr lang="en-US" altLang="zh-CN"/>
          </a:p>
        </p:txBody>
      </p:sp>
      <p:sp>
        <p:nvSpPr>
          <p:cNvPr id="100354" name="Text Box 3">
            <a:extLst>
              <a:ext uri="{FF2B5EF4-FFF2-40B4-BE49-F238E27FC236}">
                <a16:creationId xmlns:a16="http://schemas.microsoft.com/office/drawing/2014/main" id="{5005F244-EA8A-1AEA-8CF1-71C9D3C4FA01}"/>
              </a:ext>
            </a:extLst>
          </p:cNvPr>
          <p:cNvSpPr txBox="1">
            <a:spLocks noChangeArrowheads="1"/>
          </p:cNvSpPr>
          <p:nvPr/>
        </p:nvSpPr>
        <p:spPr bwMode="auto">
          <a:xfrm>
            <a:off x="34925" y="1235075"/>
            <a:ext cx="882015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lnSpc>
                <a:spcPct val="130000"/>
              </a:lnSpc>
              <a:spcBef>
                <a:spcPct val="30000"/>
              </a:spcBef>
            </a:pPr>
            <a:r>
              <a:rPr lang="en-US" altLang="zh-CN">
                <a:solidFill>
                  <a:schemeClr val="bg1"/>
                </a:solidFill>
              </a:rPr>
              <a:t>           </a:t>
            </a:r>
          </a:p>
        </p:txBody>
      </p:sp>
      <p:sp>
        <p:nvSpPr>
          <p:cNvPr id="555014" name="Rectangle 6">
            <a:extLst>
              <a:ext uri="{FF2B5EF4-FFF2-40B4-BE49-F238E27FC236}">
                <a16:creationId xmlns:a16="http://schemas.microsoft.com/office/drawing/2014/main" id="{FD423247-9AED-7CB8-8B93-DD99BEBCBC50}"/>
              </a:ext>
            </a:extLst>
          </p:cNvPr>
          <p:cNvSpPr>
            <a:spLocks noChangeArrowheads="1"/>
          </p:cNvSpPr>
          <p:nvPr/>
        </p:nvSpPr>
        <p:spPr bwMode="auto">
          <a:xfrm>
            <a:off x="139700" y="423863"/>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solidFill>
                  <a:srgbClr val="FF99FF"/>
                </a:solidFill>
                <a:ea typeface="宋体" panose="02010600030101010101" pitchFamily="2" charset="-122"/>
              </a:rPr>
              <a:t>   </a:t>
            </a:r>
            <a:r>
              <a:rPr lang="zh-CN" altLang="en-US">
                <a:solidFill>
                  <a:srgbClr val="FF99FF"/>
                </a:solidFill>
                <a:ea typeface="宋体" panose="02010600030101010101" pitchFamily="2" charset="-122"/>
              </a:rPr>
              <a:t>合成波极化的小结</a:t>
            </a:r>
          </a:p>
        </p:txBody>
      </p:sp>
      <p:sp>
        <p:nvSpPr>
          <p:cNvPr id="555019" name="Text Box 11">
            <a:extLst>
              <a:ext uri="{FF2B5EF4-FFF2-40B4-BE49-F238E27FC236}">
                <a16:creationId xmlns:a16="http://schemas.microsoft.com/office/drawing/2014/main" id="{16D12836-6FA5-48F7-C06F-EA68337CC125}"/>
              </a:ext>
            </a:extLst>
          </p:cNvPr>
          <p:cNvSpPr txBox="1">
            <a:spLocks noChangeArrowheads="1"/>
          </p:cNvSpPr>
          <p:nvPr/>
        </p:nvSpPr>
        <p:spPr bwMode="auto">
          <a:xfrm>
            <a:off x="468313" y="3359150"/>
            <a:ext cx="853122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50000"/>
              </a:spcBef>
              <a:buFontTx/>
              <a:buBlip>
                <a:blip r:embed="rId2"/>
              </a:buBlip>
            </a:pPr>
            <a:r>
              <a:rPr lang="en-US" altLang="zh-CN">
                <a:solidFill>
                  <a:schemeClr val="bg1"/>
                </a:solidFill>
                <a:latin typeface="楷体_GB2312" pitchFamily="49" charset="-122"/>
                <a:sym typeface="Symbol" panose="05050102010706020507" pitchFamily="18" charset="2"/>
              </a:rPr>
              <a:t> </a:t>
            </a:r>
            <a:r>
              <a:rPr lang="zh-CN" altLang="en-US">
                <a:solidFill>
                  <a:schemeClr val="bg1"/>
                </a:solidFill>
                <a:latin typeface="楷体_GB2312" pitchFamily="49" charset="-122"/>
                <a:sym typeface="Symbol" panose="05050102010706020507" pitchFamily="18" charset="2"/>
              </a:rPr>
              <a:t>线极化：</a:t>
            </a:r>
            <a:r>
              <a:rPr lang="zh-CN" altLang="en-US">
                <a:solidFill>
                  <a:schemeClr val="bg1"/>
                </a:solidFill>
                <a:sym typeface="Symbol" panose="05050102010706020507" pitchFamily="18" charset="2"/>
              </a:rPr>
              <a:t></a:t>
            </a:r>
            <a:r>
              <a:rPr lang="el-GR" altLang="zh-CN" i="1">
                <a:solidFill>
                  <a:schemeClr val="bg1"/>
                </a:solidFill>
                <a:sym typeface="Symbol" panose="05050102010706020507" pitchFamily="18" charset="2"/>
              </a:rPr>
              <a:t>φ</a:t>
            </a:r>
            <a:r>
              <a:rPr lang="en-US" altLang="zh-CN" b="0">
                <a:solidFill>
                  <a:schemeClr val="bg1"/>
                </a:solidFill>
                <a:latin typeface="Arial" panose="020B0604020202020204" pitchFamily="34" charset="0"/>
                <a:sym typeface="Symbol" panose="05050102010706020507" pitchFamily="18" charset="2"/>
              </a:rPr>
              <a:t>= </a:t>
            </a:r>
            <a:r>
              <a:rPr lang="en-US" altLang="zh-CN">
                <a:solidFill>
                  <a:schemeClr val="bg1"/>
                </a:solidFill>
                <a:sym typeface="Symbol" panose="05050102010706020507" pitchFamily="18" charset="2"/>
              </a:rPr>
              <a:t>0</a:t>
            </a:r>
            <a:r>
              <a:rPr lang="zh-CN" altLang="en-US">
                <a:solidFill>
                  <a:schemeClr val="bg1"/>
                </a:solidFill>
                <a:sym typeface="Symbol" panose="05050102010706020507" pitchFamily="18" charset="2"/>
              </a:rPr>
              <a:t>、</a:t>
            </a:r>
            <a:r>
              <a:rPr lang="en-US" altLang="zh-CN">
                <a:solidFill>
                  <a:schemeClr val="bg1"/>
                </a:solidFill>
                <a:sym typeface="Symbol" panose="05050102010706020507" pitchFamily="18" charset="2"/>
              </a:rPr>
              <a:t>±</a:t>
            </a:r>
            <a:r>
              <a:rPr lang="en-US" altLang="zh-CN" i="1">
                <a:solidFill>
                  <a:schemeClr val="bg1"/>
                </a:solidFill>
                <a:latin typeface="楷体_GB2312" pitchFamily="49" charset="-122"/>
                <a:sym typeface="Symbol" panose="05050102010706020507" pitchFamily="18" charset="2"/>
              </a:rPr>
              <a:t> </a:t>
            </a:r>
            <a:r>
              <a:rPr lang="zh-CN" altLang="en-US">
                <a:solidFill>
                  <a:schemeClr val="bg1"/>
                </a:solidFill>
                <a:latin typeface="楷体_GB2312" pitchFamily="49" charset="-122"/>
                <a:sym typeface="Symbol" panose="05050102010706020507" pitchFamily="18" charset="2"/>
              </a:rPr>
              <a:t>。</a:t>
            </a:r>
          </a:p>
          <a:p>
            <a:pPr algn="just">
              <a:lnSpc>
                <a:spcPct val="110000"/>
              </a:lnSpc>
              <a:spcBef>
                <a:spcPct val="50000"/>
              </a:spcBef>
            </a:pPr>
            <a:r>
              <a:rPr lang="zh-CN" altLang="en-US">
                <a:solidFill>
                  <a:schemeClr val="bg1"/>
                </a:solidFill>
                <a:sym typeface="Symbol" panose="05050102010706020507" pitchFamily="18" charset="2"/>
              </a:rPr>
              <a:t>                     </a:t>
            </a:r>
            <a:r>
              <a:rPr lang="el-GR" altLang="zh-CN" i="1">
                <a:solidFill>
                  <a:schemeClr val="bg1"/>
                </a:solidFill>
                <a:sym typeface="Symbol" panose="05050102010706020507" pitchFamily="18" charset="2"/>
              </a:rPr>
              <a:t>φ</a:t>
            </a:r>
            <a:r>
              <a:rPr lang="en-US" altLang="zh-CN" b="0">
                <a:solidFill>
                  <a:schemeClr val="bg1"/>
                </a:solidFill>
                <a:latin typeface="Arial" panose="020B0604020202020204" pitchFamily="34" charset="0"/>
                <a:sym typeface="Symbol" panose="05050102010706020507" pitchFamily="18" charset="2"/>
              </a:rPr>
              <a:t>= </a:t>
            </a:r>
            <a:r>
              <a:rPr lang="en-US" altLang="zh-CN">
                <a:solidFill>
                  <a:schemeClr val="bg1"/>
                </a:solidFill>
                <a:sym typeface="Symbol" panose="05050102010706020507" pitchFamily="18" charset="2"/>
              </a:rPr>
              <a:t>0</a:t>
            </a:r>
            <a:r>
              <a:rPr lang="zh-CN" altLang="en-US">
                <a:solidFill>
                  <a:schemeClr val="bg1"/>
                </a:solidFill>
                <a:sym typeface="Symbol" panose="05050102010706020507" pitchFamily="18" charset="2"/>
              </a:rPr>
              <a:t>，在</a:t>
            </a:r>
            <a:r>
              <a:rPr lang="en-US" altLang="zh-CN">
                <a:solidFill>
                  <a:schemeClr val="bg1"/>
                </a:solidFill>
                <a:sym typeface="Symbol" panose="05050102010706020507" pitchFamily="18" charset="2"/>
              </a:rPr>
              <a:t>1</a:t>
            </a:r>
            <a:r>
              <a:rPr lang="zh-CN" altLang="en-US">
                <a:solidFill>
                  <a:schemeClr val="bg1"/>
                </a:solidFill>
                <a:sym typeface="Symbol" panose="05050102010706020507" pitchFamily="18" charset="2"/>
              </a:rPr>
              <a:t>、</a:t>
            </a:r>
            <a:r>
              <a:rPr lang="en-US" altLang="zh-CN">
                <a:solidFill>
                  <a:schemeClr val="bg1"/>
                </a:solidFill>
                <a:sym typeface="Symbol" panose="05050102010706020507" pitchFamily="18" charset="2"/>
              </a:rPr>
              <a:t>3</a:t>
            </a:r>
            <a:r>
              <a:rPr lang="zh-CN" altLang="en-US">
                <a:solidFill>
                  <a:schemeClr val="bg1"/>
                </a:solidFill>
                <a:sym typeface="Symbol" panose="05050102010706020507" pitchFamily="18" charset="2"/>
              </a:rPr>
              <a:t>象限；</a:t>
            </a:r>
            <a:r>
              <a:rPr lang="el-GR" altLang="zh-CN" i="1">
                <a:solidFill>
                  <a:schemeClr val="bg1"/>
                </a:solidFill>
                <a:sym typeface="Symbol" panose="05050102010706020507" pitchFamily="18" charset="2"/>
              </a:rPr>
              <a:t>φ</a:t>
            </a:r>
            <a:r>
              <a:rPr lang="en-US" altLang="zh-CN" b="0">
                <a:solidFill>
                  <a:schemeClr val="bg1"/>
                </a:solidFill>
                <a:latin typeface="Arial" panose="020B0604020202020204" pitchFamily="34" charset="0"/>
                <a:sym typeface="Symbol" panose="05050102010706020507" pitchFamily="18" charset="2"/>
              </a:rPr>
              <a:t>=</a:t>
            </a:r>
            <a:r>
              <a:rPr lang="en-US" altLang="zh-CN">
                <a:solidFill>
                  <a:schemeClr val="bg1"/>
                </a:solidFill>
                <a:latin typeface="Arial" panose="020B0604020202020204" pitchFamily="34" charset="0"/>
                <a:sym typeface="Symbol" panose="05050102010706020507" pitchFamily="18" charset="2"/>
              </a:rPr>
              <a:t>±</a:t>
            </a:r>
            <a:r>
              <a:rPr lang="en-US" altLang="zh-CN">
                <a:solidFill>
                  <a:schemeClr val="bg1"/>
                </a:solidFill>
                <a:sym typeface="Symbol" panose="05050102010706020507" pitchFamily="18" charset="2"/>
              </a:rPr>
              <a:t></a:t>
            </a:r>
            <a:r>
              <a:rPr lang="en-US" altLang="zh-CN" i="1">
                <a:solidFill>
                  <a:schemeClr val="bg1"/>
                </a:solidFill>
                <a:sym typeface="Symbol" panose="05050102010706020507" pitchFamily="18" charset="2"/>
              </a:rPr>
              <a:t> </a:t>
            </a:r>
            <a:r>
              <a:rPr lang="zh-CN" altLang="en-US">
                <a:solidFill>
                  <a:schemeClr val="bg1"/>
                </a:solidFill>
                <a:sym typeface="Symbol" panose="05050102010706020507" pitchFamily="18" charset="2"/>
              </a:rPr>
              <a:t>，在</a:t>
            </a:r>
            <a:r>
              <a:rPr lang="en-US" altLang="zh-CN">
                <a:solidFill>
                  <a:schemeClr val="bg1"/>
                </a:solidFill>
                <a:sym typeface="Symbol" panose="05050102010706020507" pitchFamily="18" charset="2"/>
              </a:rPr>
              <a:t>2</a:t>
            </a:r>
            <a:r>
              <a:rPr lang="zh-CN" altLang="en-US">
                <a:solidFill>
                  <a:schemeClr val="bg1"/>
                </a:solidFill>
                <a:sym typeface="Symbol" panose="05050102010706020507" pitchFamily="18" charset="2"/>
              </a:rPr>
              <a:t>、</a:t>
            </a:r>
            <a:r>
              <a:rPr lang="en-US" altLang="zh-CN">
                <a:solidFill>
                  <a:schemeClr val="bg1"/>
                </a:solidFill>
                <a:sym typeface="Symbol" panose="05050102010706020507" pitchFamily="18" charset="2"/>
              </a:rPr>
              <a:t>4</a:t>
            </a:r>
            <a:r>
              <a:rPr lang="zh-CN" altLang="en-US">
                <a:solidFill>
                  <a:schemeClr val="bg1"/>
                </a:solidFill>
                <a:sym typeface="Symbol" panose="05050102010706020507" pitchFamily="18" charset="2"/>
              </a:rPr>
              <a:t>象限。</a:t>
            </a:r>
          </a:p>
        </p:txBody>
      </p:sp>
      <p:sp>
        <p:nvSpPr>
          <p:cNvPr id="555021" name="Text Box 13">
            <a:extLst>
              <a:ext uri="{FF2B5EF4-FFF2-40B4-BE49-F238E27FC236}">
                <a16:creationId xmlns:a16="http://schemas.microsoft.com/office/drawing/2014/main" id="{E52DD211-C37E-9251-2694-24191118792F}"/>
              </a:ext>
            </a:extLst>
          </p:cNvPr>
          <p:cNvSpPr txBox="1">
            <a:spLocks noChangeArrowheads="1"/>
          </p:cNvSpPr>
          <p:nvPr/>
        </p:nvSpPr>
        <p:spPr bwMode="auto">
          <a:xfrm>
            <a:off x="468313" y="5516563"/>
            <a:ext cx="8208962"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50000"/>
              </a:spcBef>
              <a:buFontTx/>
              <a:buBlip>
                <a:blip r:embed="rId2"/>
              </a:buBlip>
            </a:pPr>
            <a:r>
              <a:rPr lang="en-US" altLang="zh-CN" dirty="0">
                <a:solidFill>
                  <a:schemeClr val="bg1"/>
                </a:solidFill>
                <a:latin typeface="楷体_GB2312" pitchFamily="49" charset="-122"/>
              </a:rPr>
              <a:t> </a:t>
            </a:r>
            <a:r>
              <a:rPr lang="zh-CN" altLang="en-US" dirty="0">
                <a:solidFill>
                  <a:schemeClr val="bg1"/>
                </a:solidFill>
              </a:rPr>
              <a:t>椭圆极化： </a:t>
            </a:r>
            <a:r>
              <a:rPr lang="zh-CN" altLang="en-US" dirty="0">
                <a:solidFill>
                  <a:schemeClr val="bg1"/>
                </a:solidFill>
                <a:sym typeface="Symbol" panose="05050102010706020507" pitchFamily="18" charset="2"/>
              </a:rPr>
              <a:t></a:t>
            </a:r>
            <a:r>
              <a:rPr lang="el-GR" altLang="zh-CN" i="1" dirty="0">
                <a:solidFill>
                  <a:schemeClr val="bg1"/>
                </a:solidFill>
                <a:sym typeface="Symbol" panose="05050102010706020507" pitchFamily="18" charset="2"/>
              </a:rPr>
              <a:t>φ</a:t>
            </a:r>
            <a:r>
              <a:rPr lang="en-US" altLang="zh-CN" b="0" dirty="0">
                <a:solidFill>
                  <a:schemeClr val="bg1"/>
                </a:solidFill>
                <a:sym typeface="Symbol" panose="05050102010706020507" pitchFamily="18" charset="2"/>
              </a:rPr>
              <a:t>=</a:t>
            </a:r>
            <a:r>
              <a:rPr lang="en-US" altLang="zh-CN" b="0" dirty="0">
                <a:sym typeface="Symbol" panose="05050102010706020507" pitchFamily="18" charset="2"/>
              </a:rPr>
              <a:t> </a:t>
            </a:r>
            <a:r>
              <a:rPr lang="zh-CN" altLang="en-US" dirty="0">
                <a:solidFill>
                  <a:schemeClr val="bg1"/>
                </a:solidFill>
                <a:sym typeface="Symbol" panose="05050102010706020507" pitchFamily="18" charset="2"/>
              </a:rPr>
              <a:t>其他值； </a:t>
            </a:r>
            <a:r>
              <a:rPr lang="zh-CN" altLang="en-US" dirty="0">
                <a:solidFill>
                  <a:srgbClr val="FF0000"/>
                </a:solidFill>
                <a:sym typeface="Symbol" panose="05050102010706020507" pitchFamily="18" charset="2"/>
              </a:rPr>
              <a:t></a:t>
            </a:r>
            <a:r>
              <a:rPr lang="el-GR" altLang="zh-CN" i="1" dirty="0">
                <a:solidFill>
                  <a:srgbClr val="FF0000"/>
                </a:solidFill>
                <a:sym typeface="Symbol" panose="05050102010706020507" pitchFamily="18" charset="2"/>
              </a:rPr>
              <a:t>φ</a:t>
            </a:r>
            <a:r>
              <a:rPr lang="en-US" altLang="zh-CN" b="0" dirty="0">
                <a:solidFill>
                  <a:srgbClr val="FF0000"/>
                </a:solidFill>
                <a:latin typeface="Arial" panose="020B0604020202020204" pitchFamily="34" charset="0"/>
                <a:sym typeface="Symbol" panose="05050102010706020507" pitchFamily="18" charset="2"/>
              </a:rPr>
              <a:t>=</a:t>
            </a:r>
            <a:r>
              <a:rPr lang="en-US" altLang="zh-CN" dirty="0">
                <a:solidFill>
                  <a:srgbClr val="FF0000"/>
                </a:solidFill>
                <a:sym typeface="Symbol" panose="05050102010706020507" pitchFamily="18" charset="2"/>
              </a:rPr>
              <a:t>±</a:t>
            </a:r>
            <a:r>
              <a:rPr lang="en-US" altLang="zh-CN" i="1" dirty="0">
                <a:solidFill>
                  <a:srgbClr val="FF0000"/>
                </a:solidFill>
                <a:sym typeface="Symbol" panose="05050102010706020507" pitchFamily="18" charset="2"/>
              </a:rPr>
              <a:t> </a:t>
            </a:r>
            <a:r>
              <a:rPr lang="en-US" altLang="zh-CN" dirty="0">
                <a:solidFill>
                  <a:srgbClr val="FF0000"/>
                </a:solidFill>
                <a:sym typeface="Symbol" panose="05050102010706020507" pitchFamily="18" charset="2"/>
              </a:rPr>
              <a:t>/2</a:t>
            </a:r>
            <a:r>
              <a:rPr lang="zh-CN" altLang="en-US" dirty="0">
                <a:solidFill>
                  <a:srgbClr val="FF0000"/>
                </a:solidFill>
                <a:sym typeface="Symbol" panose="05050102010706020507" pitchFamily="18" charset="2"/>
              </a:rPr>
              <a:t>，但</a:t>
            </a:r>
            <a:r>
              <a:rPr lang="en-US" altLang="zh-CN" b="0" i="1" dirty="0" err="1">
                <a:solidFill>
                  <a:srgbClr val="FF0000"/>
                </a:solidFill>
                <a:sym typeface="Symbol" panose="05050102010706020507" pitchFamily="18" charset="2"/>
              </a:rPr>
              <a:t>E</a:t>
            </a:r>
            <a:r>
              <a:rPr lang="en-US" altLang="zh-CN" b="0" i="1" baseline="-25000" dirty="0" err="1">
                <a:solidFill>
                  <a:srgbClr val="FF0000"/>
                </a:solidFill>
                <a:sym typeface="Symbol" panose="05050102010706020507" pitchFamily="18" charset="2"/>
              </a:rPr>
              <a:t>x</a:t>
            </a:r>
            <a:r>
              <a:rPr lang="en-US" altLang="zh-CN" b="0" baseline="-25000" dirty="0" err="1">
                <a:solidFill>
                  <a:srgbClr val="FF0000"/>
                </a:solidFill>
                <a:sym typeface="Symbol" panose="05050102010706020507" pitchFamily="18" charset="2"/>
              </a:rPr>
              <a:t>m</a:t>
            </a:r>
            <a:r>
              <a:rPr lang="en-US" altLang="zh-CN" b="0" dirty="0">
                <a:solidFill>
                  <a:srgbClr val="FF0000"/>
                </a:solidFill>
                <a:latin typeface="Arial" panose="020B0604020202020204" pitchFamily="34" charset="0"/>
                <a:sym typeface="Symbol" panose="05050102010706020507" pitchFamily="18" charset="2"/>
              </a:rPr>
              <a:t>≠ </a:t>
            </a:r>
            <a:r>
              <a:rPr lang="en-US" altLang="zh-CN" b="0" i="1" dirty="0" err="1">
                <a:solidFill>
                  <a:srgbClr val="FF0000"/>
                </a:solidFill>
                <a:sym typeface="Symbol" panose="05050102010706020507" pitchFamily="18" charset="2"/>
              </a:rPr>
              <a:t>E</a:t>
            </a:r>
            <a:r>
              <a:rPr lang="en-US" altLang="zh-CN" b="0" i="1" baseline="-25000" dirty="0" err="1">
                <a:solidFill>
                  <a:srgbClr val="FF0000"/>
                </a:solidFill>
                <a:sym typeface="Symbol" panose="05050102010706020507" pitchFamily="18" charset="2"/>
              </a:rPr>
              <a:t>y</a:t>
            </a:r>
            <a:r>
              <a:rPr lang="en-US" altLang="zh-CN" b="0" baseline="-25000" dirty="0" err="1">
                <a:solidFill>
                  <a:srgbClr val="FF0000"/>
                </a:solidFill>
                <a:sym typeface="Symbol" panose="05050102010706020507" pitchFamily="18" charset="2"/>
              </a:rPr>
              <a:t>m</a:t>
            </a:r>
            <a:r>
              <a:rPr lang="en-US" altLang="zh-CN" b="0" baseline="-25000" dirty="0">
                <a:solidFill>
                  <a:srgbClr val="FF0000"/>
                </a:solidFill>
                <a:sym typeface="Symbol" panose="05050102010706020507" pitchFamily="18" charset="2"/>
              </a:rPr>
              <a:t> </a:t>
            </a:r>
            <a:r>
              <a:rPr lang="zh-CN" altLang="en-US" dirty="0">
                <a:solidFill>
                  <a:schemeClr val="bg1"/>
                </a:solidFill>
                <a:sym typeface="Symbol" panose="05050102010706020507" pitchFamily="18" charset="2"/>
              </a:rPr>
              <a:t>。</a:t>
            </a:r>
          </a:p>
          <a:p>
            <a:pPr algn="just">
              <a:lnSpc>
                <a:spcPct val="110000"/>
              </a:lnSpc>
              <a:spcBef>
                <a:spcPct val="50000"/>
              </a:spcBef>
            </a:pPr>
            <a:r>
              <a:rPr lang="zh-CN" altLang="en-US" dirty="0">
                <a:solidFill>
                  <a:schemeClr val="bg1"/>
                </a:solidFill>
                <a:sym typeface="Symbol" panose="05050102010706020507" pitchFamily="18" charset="2"/>
              </a:rPr>
              <a:t>                          </a:t>
            </a:r>
            <a:r>
              <a:rPr lang="en-US" altLang="zh-CN" dirty="0">
                <a:solidFill>
                  <a:schemeClr val="bg1"/>
                </a:solidFill>
                <a:sym typeface="Symbol" panose="05050102010706020507" pitchFamily="18" charset="2"/>
              </a:rPr>
              <a:t>0 </a:t>
            </a:r>
            <a:r>
              <a:rPr lang="en-US" altLang="zh-CN" dirty="0">
                <a:solidFill>
                  <a:schemeClr val="bg1"/>
                </a:solidFill>
                <a:latin typeface="Arial" panose="020B0604020202020204" pitchFamily="34" charset="0"/>
                <a:sym typeface="Symbol" panose="05050102010706020507" pitchFamily="18" charset="2"/>
              </a:rPr>
              <a:t>&lt;</a:t>
            </a:r>
            <a:r>
              <a:rPr lang="en-US" altLang="zh-CN" dirty="0">
                <a:solidFill>
                  <a:schemeClr val="bg1"/>
                </a:solidFill>
                <a:sym typeface="Symbol" panose="05050102010706020507" pitchFamily="18" charset="2"/>
              </a:rPr>
              <a:t> </a:t>
            </a:r>
            <a:r>
              <a:rPr lang="el-GR" altLang="zh-CN" i="1" dirty="0">
                <a:solidFill>
                  <a:schemeClr val="bg1"/>
                </a:solidFill>
                <a:sym typeface="Symbol" panose="05050102010706020507" pitchFamily="18" charset="2"/>
              </a:rPr>
              <a:t>φ</a:t>
            </a:r>
            <a:r>
              <a:rPr lang="en-US" altLang="zh-CN" i="1" dirty="0">
                <a:solidFill>
                  <a:schemeClr val="bg1"/>
                </a:solidFill>
                <a:sym typeface="Symbol" panose="05050102010706020507" pitchFamily="18" charset="2"/>
              </a:rPr>
              <a:t> </a:t>
            </a:r>
            <a:r>
              <a:rPr lang="en-US" altLang="zh-CN" dirty="0">
                <a:solidFill>
                  <a:schemeClr val="bg1"/>
                </a:solidFill>
                <a:latin typeface="Arial" panose="020B0604020202020204" pitchFamily="34" charset="0"/>
                <a:sym typeface="Symbol" panose="05050102010706020507" pitchFamily="18" charset="2"/>
              </a:rPr>
              <a:t>&lt;</a:t>
            </a:r>
            <a:r>
              <a:rPr lang="en-US" altLang="zh-CN" dirty="0">
                <a:solidFill>
                  <a:schemeClr val="bg1"/>
                </a:solidFill>
                <a:sym typeface="Symbol" panose="05050102010706020507" pitchFamily="18" charset="2"/>
              </a:rPr>
              <a:t>  </a:t>
            </a:r>
            <a:r>
              <a:rPr lang="zh-CN" altLang="en-US" dirty="0">
                <a:solidFill>
                  <a:schemeClr val="bg1"/>
                </a:solidFill>
                <a:sym typeface="Symbol" panose="05050102010706020507" pitchFamily="18" charset="2"/>
              </a:rPr>
              <a:t>，左旋；－ </a:t>
            </a:r>
            <a:r>
              <a:rPr lang="en-US" altLang="zh-CN" dirty="0">
                <a:solidFill>
                  <a:schemeClr val="bg1"/>
                </a:solidFill>
                <a:latin typeface="Arial" panose="020B0604020202020204" pitchFamily="34" charset="0"/>
                <a:sym typeface="Symbol" panose="05050102010706020507" pitchFamily="18" charset="2"/>
              </a:rPr>
              <a:t>&lt;</a:t>
            </a:r>
            <a:r>
              <a:rPr lang="en-US" altLang="zh-CN" dirty="0">
                <a:solidFill>
                  <a:schemeClr val="bg1"/>
                </a:solidFill>
                <a:sym typeface="Symbol" panose="05050102010706020507" pitchFamily="18" charset="2"/>
              </a:rPr>
              <a:t> </a:t>
            </a:r>
            <a:r>
              <a:rPr lang="el-GR" altLang="zh-CN" i="1" dirty="0">
                <a:solidFill>
                  <a:schemeClr val="bg1"/>
                </a:solidFill>
                <a:sym typeface="Symbol" panose="05050102010706020507" pitchFamily="18" charset="2"/>
              </a:rPr>
              <a:t>φ</a:t>
            </a:r>
            <a:r>
              <a:rPr lang="en-US" altLang="zh-CN" i="1" dirty="0">
                <a:solidFill>
                  <a:schemeClr val="bg1"/>
                </a:solidFill>
                <a:sym typeface="Symbol" panose="05050102010706020507" pitchFamily="18" charset="2"/>
              </a:rPr>
              <a:t> </a:t>
            </a:r>
            <a:r>
              <a:rPr lang="en-US" altLang="zh-CN" dirty="0">
                <a:solidFill>
                  <a:schemeClr val="bg1"/>
                </a:solidFill>
                <a:latin typeface="Arial" panose="020B0604020202020204" pitchFamily="34" charset="0"/>
                <a:sym typeface="Symbol" panose="05050102010706020507" pitchFamily="18" charset="2"/>
              </a:rPr>
              <a:t>&lt;</a:t>
            </a:r>
            <a:r>
              <a:rPr lang="en-US" altLang="zh-CN" b="0" dirty="0">
                <a:solidFill>
                  <a:schemeClr val="bg1"/>
                </a:solidFill>
                <a:latin typeface="Arial" panose="020B0604020202020204" pitchFamily="34" charset="0"/>
                <a:sym typeface="Symbol" panose="05050102010706020507" pitchFamily="18" charset="2"/>
              </a:rPr>
              <a:t> </a:t>
            </a:r>
            <a:r>
              <a:rPr lang="en-US" altLang="zh-CN" dirty="0">
                <a:solidFill>
                  <a:schemeClr val="bg1"/>
                </a:solidFill>
                <a:sym typeface="Symbol" panose="05050102010706020507" pitchFamily="18" charset="2"/>
              </a:rPr>
              <a:t>0</a:t>
            </a:r>
            <a:r>
              <a:rPr lang="zh-CN" altLang="en-US" dirty="0">
                <a:solidFill>
                  <a:schemeClr val="bg1"/>
                </a:solidFill>
                <a:sym typeface="Symbol" panose="05050102010706020507" pitchFamily="18" charset="2"/>
              </a:rPr>
              <a:t>，右旋 。</a:t>
            </a:r>
          </a:p>
        </p:txBody>
      </p:sp>
      <p:sp>
        <p:nvSpPr>
          <p:cNvPr id="555022" name="Text Box 14">
            <a:extLst>
              <a:ext uri="{FF2B5EF4-FFF2-40B4-BE49-F238E27FC236}">
                <a16:creationId xmlns:a16="http://schemas.microsoft.com/office/drawing/2014/main" id="{20108B62-D34A-377C-B951-CD866B337AB4}"/>
              </a:ext>
            </a:extLst>
          </p:cNvPr>
          <p:cNvSpPr txBox="1">
            <a:spLocks noChangeArrowheads="1"/>
          </p:cNvSpPr>
          <p:nvPr/>
        </p:nvSpPr>
        <p:spPr bwMode="auto">
          <a:xfrm>
            <a:off x="468313" y="4475163"/>
            <a:ext cx="8351837"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0000"/>
              </a:lnSpc>
              <a:spcBef>
                <a:spcPct val="50000"/>
              </a:spcBef>
              <a:spcAft>
                <a:spcPct val="10000"/>
              </a:spcAft>
              <a:buFontTx/>
              <a:buBlip>
                <a:blip r:embed="rId2"/>
              </a:buBlip>
            </a:pPr>
            <a:r>
              <a:rPr lang="en-US" altLang="zh-CN" dirty="0">
                <a:solidFill>
                  <a:schemeClr val="bg1"/>
                </a:solidFill>
                <a:latin typeface="楷体_GB2312" pitchFamily="49" charset="-122"/>
                <a:sym typeface="Symbol" panose="05050102010706020507" pitchFamily="18" charset="2"/>
              </a:rPr>
              <a:t> </a:t>
            </a:r>
            <a:r>
              <a:rPr lang="zh-CN" altLang="en-US" dirty="0">
                <a:solidFill>
                  <a:schemeClr val="bg1"/>
                </a:solidFill>
                <a:latin typeface="楷体_GB2312" pitchFamily="49" charset="-122"/>
                <a:sym typeface="Symbol" panose="05050102010706020507" pitchFamily="18" charset="2"/>
              </a:rPr>
              <a:t>圆极化：</a:t>
            </a:r>
            <a:r>
              <a:rPr lang="zh-CN" altLang="en-US" dirty="0">
                <a:solidFill>
                  <a:schemeClr val="bg1"/>
                </a:solidFill>
                <a:sym typeface="Symbol" panose="05050102010706020507" pitchFamily="18" charset="2"/>
              </a:rPr>
              <a:t></a:t>
            </a:r>
            <a:r>
              <a:rPr lang="el-GR" altLang="zh-CN" i="1" dirty="0">
                <a:solidFill>
                  <a:schemeClr val="bg1"/>
                </a:solidFill>
                <a:sym typeface="Symbol" panose="05050102010706020507" pitchFamily="18" charset="2"/>
              </a:rPr>
              <a:t>φ</a:t>
            </a:r>
            <a:r>
              <a:rPr lang="en-US" altLang="zh-CN" b="0" dirty="0">
                <a:solidFill>
                  <a:schemeClr val="bg1"/>
                </a:solidFill>
                <a:latin typeface="Arial" panose="020B0604020202020204" pitchFamily="34" charset="0"/>
                <a:sym typeface="Symbol" panose="05050102010706020507" pitchFamily="18" charset="2"/>
              </a:rPr>
              <a:t>=</a:t>
            </a:r>
            <a:r>
              <a:rPr lang="en-US" altLang="zh-CN" dirty="0">
                <a:solidFill>
                  <a:schemeClr val="bg1"/>
                </a:solidFill>
                <a:sym typeface="Symbol" panose="05050102010706020507" pitchFamily="18" charset="2"/>
              </a:rPr>
              <a:t>±</a:t>
            </a:r>
            <a:r>
              <a:rPr lang="en-US" altLang="zh-CN" i="1" dirty="0">
                <a:solidFill>
                  <a:schemeClr val="bg1"/>
                </a:solidFill>
                <a:sym typeface="Symbol" panose="05050102010706020507" pitchFamily="18" charset="2"/>
              </a:rPr>
              <a:t> </a:t>
            </a:r>
            <a:r>
              <a:rPr lang="en-US" altLang="zh-CN" dirty="0">
                <a:solidFill>
                  <a:schemeClr val="bg1"/>
                </a:solidFill>
                <a:sym typeface="Symbol" panose="05050102010706020507" pitchFamily="18" charset="2"/>
              </a:rPr>
              <a:t>/2</a:t>
            </a:r>
            <a:r>
              <a:rPr lang="zh-CN" altLang="en-US" dirty="0">
                <a:solidFill>
                  <a:schemeClr val="bg1"/>
                </a:solidFill>
                <a:sym typeface="Symbol" panose="05050102010706020507" pitchFamily="18" charset="2"/>
              </a:rPr>
              <a:t>，</a:t>
            </a:r>
            <a:r>
              <a:rPr lang="en-US" altLang="zh-CN" b="0" i="1" dirty="0" err="1">
                <a:solidFill>
                  <a:schemeClr val="bg1"/>
                </a:solidFill>
                <a:sym typeface="Symbol" panose="05050102010706020507" pitchFamily="18" charset="2"/>
              </a:rPr>
              <a:t>E</a:t>
            </a:r>
            <a:r>
              <a:rPr lang="en-US" altLang="zh-CN" b="0" i="1" baseline="-25000" dirty="0" err="1">
                <a:solidFill>
                  <a:schemeClr val="bg1"/>
                </a:solidFill>
                <a:sym typeface="Symbol" panose="05050102010706020507" pitchFamily="18" charset="2"/>
              </a:rPr>
              <a:t>x</a:t>
            </a:r>
            <a:r>
              <a:rPr lang="en-US" altLang="zh-CN" b="0" baseline="-25000" dirty="0" err="1">
                <a:solidFill>
                  <a:schemeClr val="bg1"/>
                </a:solidFill>
                <a:sym typeface="Symbol" panose="05050102010706020507" pitchFamily="18" charset="2"/>
              </a:rPr>
              <a:t>m</a:t>
            </a:r>
            <a:r>
              <a:rPr lang="en-US" altLang="zh-CN" b="0" dirty="0">
                <a:solidFill>
                  <a:schemeClr val="bg1"/>
                </a:solidFill>
                <a:latin typeface="Arial" panose="020B0604020202020204" pitchFamily="34" charset="0"/>
                <a:sym typeface="Symbol" panose="05050102010706020507" pitchFamily="18" charset="2"/>
              </a:rPr>
              <a:t>= </a:t>
            </a:r>
            <a:r>
              <a:rPr lang="en-US" altLang="zh-CN" b="0" i="1" dirty="0" err="1">
                <a:solidFill>
                  <a:schemeClr val="bg1"/>
                </a:solidFill>
                <a:sym typeface="Symbol" panose="05050102010706020507" pitchFamily="18" charset="2"/>
              </a:rPr>
              <a:t>E</a:t>
            </a:r>
            <a:r>
              <a:rPr lang="en-US" altLang="zh-CN" b="0" i="1" baseline="-25000" dirty="0" err="1">
                <a:solidFill>
                  <a:schemeClr val="bg1"/>
                </a:solidFill>
                <a:sym typeface="Symbol" panose="05050102010706020507" pitchFamily="18" charset="2"/>
              </a:rPr>
              <a:t>y</a:t>
            </a:r>
            <a:r>
              <a:rPr lang="en-US" altLang="zh-CN" b="0" baseline="-25000" dirty="0" err="1">
                <a:solidFill>
                  <a:schemeClr val="bg1"/>
                </a:solidFill>
                <a:sym typeface="Symbol" panose="05050102010706020507" pitchFamily="18" charset="2"/>
              </a:rPr>
              <a:t>m</a:t>
            </a:r>
            <a:r>
              <a:rPr lang="en-US" altLang="zh-CN" b="0" baseline="-25000" dirty="0">
                <a:solidFill>
                  <a:schemeClr val="bg1"/>
                </a:solidFill>
                <a:sym typeface="Symbol" panose="05050102010706020507" pitchFamily="18" charset="2"/>
              </a:rPr>
              <a:t> </a:t>
            </a:r>
            <a:r>
              <a:rPr lang="zh-CN" altLang="en-US" dirty="0">
                <a:solidFill>
                  <a:schemeClr val="bg1"/>
                </a:solidFill>
                <a:sym typeface="Symbol" panose="05050102010706020507" pitchFamily="18" charset="2"/>
              </a:rPr>
              <a:t>。</a:t>
            </a:r>
            <a:endParaRPr lang="zh-CN" altLang="en-US" b="0" dirty="0">
              <a:solidFill>
                <a:schemeClr val="bg1"/>
              </a:solidFill>
              <a:sym typeface="Symbol" panose="05050102010706020507" pitchFamily="18" charset="2"/>
            </a:endParaRPr>
          </a:p>
          <a:p>
            <a:pPr algn="just">
              <a:lnSpc>
                <a:spcPct val="110000"/>
              </a:lnSpc>
              <a:spcBef>
                <a:spcPct val="40000"/>
              </a:spcBef>
            </a:pPr>
            <a:r>
              <a:rPr lang="zh-CN" altLang="en-US" dirty="0">
                <a:solidFill>
                  <a:schemeClr val="bg1"/>
                </a:solidFill>
                <a:latin typeface="楷体_GB2312" pitchFamily="49" charset="-122"/>
                <a:sym typeface="Symbol" panose="05050102010706020507" pitchFamily="18" charset="2"/>
              </a:rPr>
              <a:t>          取</a:t>
            </a:r>
            <a:r>
              <a:rPr lang="zh-CN" altLang="en-US" dirty="0">
                <a:solidFill>
                  <a:schemeClr val="bg1"/>
                </a:solidFill>
                <a:sym typeface="Symbol" panose="05050102010706020507" pitchFamily="18" charset="2"/>
              </a:rPr>
              <a:t>“</a:t>
            </a:r>
            <a:r>
              <a:rPr lang="en-US" altLang="zh-CN" b="0" dirty="0">
                <a:solidFill>
                  <a:schemeClr val="bg1"/>
                </a:solidFill>
                <a:latin typeface="Arial" panose="020B0604020202020204" pitchFamily="34" charset="0"/>
                <a:sym typeface="Symbol" panose="05050102010706020507" pitchFamily="18" charset="2"/>
              </a:rPr>
              <a:t>+</a:t>
            </a:r>
            <a:r>
              <a:rPr lang="en-US" altLang="zh-CN" dirty="0">
                <a:solidFill>
                  <a:schemeClr val="bg1"/>
                </a:solidFill>
                <a:sym typeface="Symbol" panose="05050102010706020507" pitchFamily="18" charset="2"/>
              </a:rPr>
              <a:t>”</a:t>
            </a:r>
            <a:r>
              <a:rPr lang="zh-CN" altLang="en-US" dirty="0">
                <a:solidFill>
                  <a:schemeClr val="bg1"/>
                </a:solidFill>
                <a:latin typeface="楷体_GB2312" pitchFamily="49" charset="-122"/>
                <a:sym typeface="Symbol" panose="05050102010706020507" pitchFamily="18" charset="2"/>
              </a:rPr>
              <a:t>，左旋</a:t>
            </a:r>
            <a:r>
              <a:rPr lang="zh-CN" altLang="en-US" dirty="0">
                <a:solidFill>
                  <a:schemeClr val="bg1"/>
                </a:solidFill>
                <a:sym typeface="Symbol" panose="05050102010706020507" pitchFamily="18" charset="2"/>
              </a:rPr>
              <a:t>圆极化</a:t>
            </a:r>
            <a:r>
              <a:rPr lang="zh-CN" altLang="en-US" dirty="0">
                <a:solidFill>
                  <a:schemeClr val="bg1"/>
                </a:solidFill>
                <a:latin typeface="楷体_GB2312" pitchFamily="49" charset="-122"/>
                <a:sym typeface="Symbol" panose="05050102010706020507" pitchFamily="18" charset="2"/>
              </a:rPr>
              <a:t>；取</a:t>
            </a:r>
            <a:r>
              <a:rPr lang="zh-CN" altLang="en-US" dirty="0">
                <a:solidFill>
                  <a:schemeClr val="bg1"/>
                </a:solidFill>
                <a:sym typeface="Symbol" panose="05050102010706020507" pitchFamily="18" charset="2"/>
              </a:rPr>
              <a:t>“</a:t>
            </a:r>
            <a:r>
              <a:rPr lang="zh-CN" altLang="en-US" dirty="0">
                <a:solidFill>
                  <a:schemeClr val="bg1"/>
                </a:solidFill>
                <a:latin typeface="楷体_GB2312" pitchFamily="49" charset="-122"/>
                <a:sym typeface="Symbol" panose="05050102010706020507" pitchFamily="18" charset="2"/>
              </a:rPr>
              <a:t>－</a:t>
            </a:r>
            <a:r>
              <a:rPr lang="zh-CN" altLang="en-US" dirty="0">
                <a:solidFill>
                  <a:schemeClr val="bg1"/>
                </a:solidFill>
                <a:sym typeface="Symbol" panose="05050102010706020507" pitchFamily="18" charset="2"/>
              </a:rPr>
              <a:t>”</a:t>
            </a:r>
            <a:r>
              <a:rPr lang="zh-CN" altLang="en-US" dirty="0">
                <a:solidFill>
                  <a:schemeClr val="bg1"/>
                </a:solidFill>
                <a:latin typeface="楷体_GB2312" pitchFamily="49" charset="-122"/>
                <a:sym typeface="Symbol" panose="05050102010706020507" pitchFamily="18" charset="2"/>
              </a:rPr>
              <a:t>，右旋圆极化</a:t>
            </a:r>
            <a:r>
              <a:rPr lang="zh-CN" altLang="en-US" dirty="0">
                <a:solidFill>
                  <a:schemeClr val="bg1"/>
                </a:solidFill>
                <a:sym typeface="Symbol" panose="05050102010706020507" pitchFamily="18" charset="2"/>
              </a:rPr>
              <a:t>。</a:t>
            </a:r>
          </a:p>
        </p:txBody>
      </p:sp>
      <p:sp>
        <p:nvSpPr>
          <p:cNvPr id="555023" name="Text Box 15">
            <a:extLst>
              <a:ext uri="{FF2B5EF4-FFF2-40B4-BE49-F238E27FC236}">
                <a16:creationId xmlns:a16="http://schemas.microsoft.com/office/drawing/2014/main" id="{4B9E63C2-CE2C-D567-A90C-A5F3C948DB3B}"/>
              </a:ext>
            </a:extLst>
          </p:cNvPr>
          <p:cNvSpPr txBox="1">
            <a:spLocks noChangeArrowheads="1"/>
          </p:cNvSpPr>
          <p:nvPr/>
        </p:nvSpPr>
        <p:spPr bwMode="auto">
          <a:xfrm>
            <a:off x="122238" y="1647825"/>
            <a:ext cx="8963025"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0000"/>
              </a:lnSpc>
              <a:spcBef>
                <a:spcPct val="20000"/>
              </a:spcBef>
              <a:spcAft>
                <a:spcPct val="15000"/>
              </a:spcAft>
              <a:buFontTx/>
              <a:buBlip>
                <a:blip r:embed="rId3"/>
              </a:buBlip>
            </a:pPr>
            <a:r>
              <a:rPr lang="en-US" altLang="zh-CN">
                <a:solidFill>
                  <a:schemeClr val="bg1"/>
                </a:solidFill>
              </a:rPr>
              <a:t>     </a:t>
            </a:r>
            <a:r>
              <a:rPr lang="zh-CN" altLang="en-US">
                <a:solidFill>
                  <a:schemeClr val="bg1"/>
                </a:solidFill>
              </a:rPr>
              <a:t>电磁波的极化状态取决于</a:t>
            </a:r>
            <a:r>
              <a:rPr lang="en-US" altLang="zh-CN" b="0" i="1">
                <a:solidFill>
                  <a:schemeClr val="bg1"/>
                </a:solidFill>
              </a:rPr>
              <a:t>E</a:t>
            </a:r>
            <a:r>
              <a:rPr lang="en-US" altLang="zh-CN" i="1" baseline="-25000">
                <a:solidFill>
                  <a:schemeClr val="bg1"/>
                </a:solidFill>
              </a:rPr>
              <a:t>x </a:t>
            </a:r>
            <a:r>
              <a:rPr lang="zh-CN" altLang="en-US">
                <a:solidFill>
                  <a:schemeClr val="bg1"/>
                </a:solidFill>
              </a:rPr>
              <a:t>和 </a:t>
            </a:r>
            <a:r>
              <a:rPr lang="en-US" altLang="zh-CN" b="0" i="1">
                <a:solidFill>
                  <a:schemeClr val="bg1"/>
                </a:solidFill>
              </a:rPr>
              <a:t>E</a:t>
            </a:r>
            <a:r>
              <a:rPr lang="en-US" altLang="zh-CN" i="1" baseline="-25000">
                <a:solidFill>
                  <a:schemeClr val="bg1"/>
                </a:solidFill>
              </a:rPr>
              <a:t>y </a:t>
            </a:r>
            <a:r>
              <a:rPr lang="zh-CN" altLang="en-US">
                <a:solidFill>
                  <a:schemeClr val="bg1"/>
                </a:solidFill>
              </a:rPr>
              <a:t>的振幅</a:t>
            </a:r>
            <a:r>
              <a:rPr lang="en-US" altLang="zh-CN" b="0" i="1">
                <a:solidFill>
                  <a:schemeClr val="bg1"/>
                </a:solidFill>
              </a:rPr>
              <a:t>E</a:t>
            </a:r>
            <a:r>
              <a:rPr lang="en-US" altLang="zh-CN" b="0" i="1" baseline="-25000">
                <a:solidFill>
                  <a:schemeClr val="bg1"/>
                </a:solidFill>
              </a:rPr>
              <a:t>x</a:t>
            </a:r>
            <a:r>
              <a:rPr lang="en-US" altLang="zh-CN" b="0" baseline="-25000">
                <a:solidFill>
                  <a:schemeClr val="bg1"/>
                </a:solidFill>
              </a:rPr>
              <a:t>m</a:t>
            </a:r>
            <a:r>
              <a:rPr lang="zh-CN" altLang="en-US" b="0">
                <a:solidFill>
                  <a:schemeClr val="bg1"/>
                </a:solidFill>
              </a:rPr>
              <a:t>、</a:t>
            </a:r>
            <a:r>
              <a:rPr lang="en-US" altLang="zh-CN" b="0" i="1">
                <a:solidFill>
                  <a:schemeClr val="bg1"/>
                </a:solidFill>
              </a:rPr>
              <a:t>E</a:t>
            </a:r>
            <a:r>
              <a:rPr lang="en-US" altLang="zh-CN" b="0" i="1" baseline="-25000">
                <a:solidFill>
                  <a:schemeClr val="bg1"/>
                </a:solidFill>
              </a:rPr>
              <a:t>y</a:t>
            </a:r>
            <a:r>
              <a:rPr lang="en-US" altLang="zh-CN" b="0" baseline="-25000">
                <a:solidFill>
                  <a:schemeClr val="bg1"/>
                </a:solidFill>
              </a:rPr>
              <a:t>m </a:t>
            </a:r>
            <a:r>
              <a:rPr lang="zh-CN" altLang="en-US">
                <a:solidFill>
                  <a:schemeClr val="bg1"/>
                </a:solidFill>
              </a:rPr>
              <a:t>和相位差</a:t>
            </a:r>
          </a:p>
          <a:p>
            <a:pPr algn="just">
              <a:lnSpc>
                <a:spcPct val="120000"/>
              </a:lnSpc>
              <a:spcBef>
                <a:spcPct val="10000"/>
              </a:spcBef>
              <a:spcAft>
                <a:spcPct val="15000"/>
              </a:spcAft>
            </a:pPr>
            <a:r>
              <a:rPr lang="zh-CN" altLang="en-US" i="1">
                <a:solidFill>
                  <a:schemeClr val="bg1"/>
                </a:solidFill>
                <a:sym typeface="Symbol" panose="05050102010706020507" pitchFamily="18" charset="2"/>
              </a:rPr>
              <a:t>        </a:t>
            </a:r>
            <a:r>
              <a:rPr lang="zh-CN" altLang="en-US">
                <a:solidFill>
                  <a:schemeClr val="bg1"/>
                </a:solidFill>
                <a:sym typeface="Symbol" panose="05050102010706020507" pitchFamily="18" charset="2"/>
              </a:rPr>
              <a:t></a:t>
            </a:r>
            <a:r>
              <a:rPr lang="el-GR" altLang="zh-CN" i="1">
                <a:solidFill>
                  <a:schemeClr val="bg1"/>
                </a:solidFill>
                <a:sym typeface="Symbol" panose="05050102010706020507" pitchFamily="18" charset="2"/>
              </a:rPr>
              <a:t>φ</a:t>
            </a:r>
            <a:r>
              <a:rPr lang="en-US" altLang="zh-CN" b="0">
                <a:solidFill>
                  <a:schemeClr val="bg1"/>
                </a:solidFill>
                <a:latin typeface="Arial" panose="020B0604020202020204" pitchFamily="34" charset="0"/>
                <a:sym typeface="Symbol" panose="05050102010706020507" pitchFamily="18" charset="2"/>
              </a:rPr>
              <a:t>=</a:t>
            </a:r>
            <a:r>
              <a:rPr lang="el-GR" altLang="zh-CN" i="1">
                <a:solidFill>
                  <a:schemeClr val="bg1"/>
                </a:solidFill>
                <a:sym typeface="Symbol" panose="05050102010706020507" pitchFamily="18" charset="2"/>
              </a:rPr>
              <a:t>φ</a:t>
            </a:r>
            <a:r>
              <a:rPr lang="en-US" altLang="zh-CN" i="1" baseline="-25000">
                <a:solidFill>
                  <a:schemeClr val="bg1"/>
                </a:solidFill>
                <a:sym typeface="Symbol" panose="05050102010706020507" pitchFamily="18" charset="2"/>
              </a:rPr>
              <a:t>y</a:t>
            </a:r>
            <a:r>
              <a:rPr lang="zh-CN" altLang="en-US">
                <a:solidFill>
                  <a:schemeClr val="bg1"/>
                </a:solidFill>
                <a:sym typeface="Symbol" panose="05050102010706020507" pitchFamily="18" charset="2"/>
              </a:rPr>
              <a:t>－</a:t>
            </a:r>
            <a:r>
              <a:rPr lang="el-GR" altLang="zh-CN" i="1">
                <a:solidFill>
                  <a:schemeClr val="bg1"/>
                </a:solidFill>
                <a:sym typeface="Symbol" panose="05050102010706020507" pitchFamily="18" charset="2"/>
              </a:rPr>
              <a:t>φ</a:t>
            </a:r>
            <a:r>
              <a:rPr lang="en-US" altLang="zh-CN" i="1" baseline="-25000">
                <a:solidFill>
                  <a:schemeClr val="bg1"/>
                </a:solidFill>
                <a:sym typeface="Symbol" panose="05050102010706020507" pitchFamily="18" charset="2"/>
              </a:rPr>
              <a:t>x</a:t>
            </a:r>
            <a:endParaRPr lang="en-US" altLang="zh-CN" i="1" baseline="-25000">
              <a:solidFill>
                <a:schemeClr val="bg1"/>
              </a:solidFill>
            </a:endParaRPr>
          </a:p>
        </p:txBody>
      </p:sp>
      <p:sp>
        <p:nvSpPr>
          <p:cNvPr id="555024" name="Text Box 16">
            <a:extLst>
              <a:ext uri="{FF2B5EF4-FFF2-40B4-BE49-F238E27FC236}">
                <a16:creationId xmlns:a16="http://schemas.microsoft.com/office/drawing/2014/main" id="{7BA8D01B-61F1-90F3-1706-FF2977A63C7F}"/>
              </a:ext>
            </a:extLst>
          </p:cNvPr>
          <p:cNvSpPr txBox="1">
            <a:spLocks noChangeArrowheads="1"/>
          </p:cNvSpPr>
          <p:nvPr/>
        </p:nvSpPr>
        <p:spPr bwMode="auto">
          <a:xfrm>
            <a:off x="176213" y="2790825"/>
            <a:ext cx="655637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20000"/>
              </a:spcBef>
              <a:buFontTx/>
              <a:buBlip>
                <a:blip r:embed="rId3"/>
              </a:buBlip>
            </a:pPr>
            <a:r>
              <a:rPr lang="en-US" altLang="zh-CN">
                <a:solidFill>
                  <a:schemeClr val="bg1"/>
                </a:solidFill>
              </a:rPr>
              <a:t>     </a:t>
            </a:r>
            <a:r>
              <a:rPr lang="zh-CN" altLang="en-US">
                <a:solidFill>
                  <a:schemeClr val="bg1"/>
                </a:solidFill>
              </a:rPr>
              <a:t>对于沿</a:t>
            </a:r>
            <a:r>
              <a:rPr lang="en-US" altLang="zh-CN" b="0">
                <a:solidFill>
                  <a:schemeClr val="bg1"/>
                </a:solidFill>
                <a:latin typeface="Arial" panose="020B0604020202020204" pitchFamily="34" charset="0"/>
              </a:rPr>
              <a:t>+</a:t>
            </a:r>
            <a:r>
              <a:rPr lang="en-US" altLang="zh-CN">
                <a:solidFill>
                  <a:schemeClr val="bg1"/>
                </a:solidFill>
                <a:latin typeface="Arial" panose="020B0604020202020204" pitchFamily="34" charset="0"/>
              </a:rPr>
              <a:t> </a:t>
            </a:r>
            <a:r>
              <a:rPr lang="en-US" altLang="zh-CN" b="0" i="1">
                <a:solidFill>
                  <a:schemeClr val="bg1"/>
                </a:solidFill>
                <a:latin typeface="Arial" panose="020B0604020202020204" pitchFamily="34" charset="0"/>
              </a:rPr>
              <a:t>z </a:t>
            </a:r>
            <a:r>
              <a:rPr lang="zh-CN" altLang="en-US">
                <a:solidFill>
                  <a:schemeClr val="bg1"/>
                </a:solidFill>
              </a:rPr>
              <a:t>方向传播的均匀平面波：</a:t>
            </a:r>
            <a:endParaRPr lang="zh-CN" altLang="en-US" i="1" baseline="-25000">
              <a:solidFill>
                <a:schemeClr val="bg1"/>
              </a:solidFill>
            </a:endParaRPr>
          </a:p>
        </p:txBody>
      </p:sp>
      <p:graphicFrame>
        <p:nvGraphicFramePr>
          <p:cNvPr id="100361" name="Object 12">
            <a:extLst>
              <a:ext uri="{FF2B5EF4-FFF2-40B4-BE49-F238E27FC236}">
                <a16:creationId xmlns:a16="http://schemas.microsoft.com/office/drawing/2014/main" id="{E9C96BE0-4C1E-B8DF-9FBD-692F98BC75D4}"/>
              </a:ext>
            </a:extLst>
          </p:cNvPr>
          <p:cNvGraphicFramePr>
            <a:graphicFrameLocks noChangeAspect="1"/>
          </p:cNvGraphicFramePr>
          <p:nvPr>
            <p:extLst>
              <p:ext uri="{D42A27DB-BD31-4B8C-83A1-F6EECF244321}">
                <p14:modId xmlns:p14="http://schemas.microsoft.com/office/powerpoint/2010/main" val="3680391565"/>
              </p:ext>
            </p:extLst>
          </p:nvPr>
        </p:nvGraphicFramePr>
        <p:xfrm>
          <a:off x="660400" y="936625"/>
          <a:ext cx="7569200" cy="638175"/>
        </p:xfrm>
        <a:graphic>
          <a:graphicData uri="http://schemas.openxmlformats.org/presentationml/2006/ole">
            <mc:AlternateContent xmlns:mc="http://schemas.openxmlformats.org/markup-compatibility/2006">
              <mc:Choice xmlns:v="urn:schemas-microsoft-com:vml" Requires="v">
                <p:oleObj r:id="rId4" imgW="3386491" imgH="266353" progId="Equation.3">
                  <p:embed/>
                </p:oleObj>
              </mc:Choice>
              <mc:Fallback>
                <p:oleObj r:id="rId4" imgW="3386491" imgH="266353"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0400" y="936625"/>
                        <a:ext cx="7569200" cy="638175"/>
                      </a:xfrm>
                      <a:prstGeom prst="rect">
                        <a:avLst/>
                      </a:prstGeom>
                      <a:solidFill>
                        <a:schemeClr val="accent1">
                          <a:lumMod val="90000"/>
                        </a:schemeClr>
                      </a:solid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55014"/>
                                        </p:tgtEl>
                                        <p:attrNameLst>
                                          <p:attrName>style.visibility</p:attrName>
                                        </p:attrNameLst>
                                      </p:cBhvr>
                                      <p:to>
                                        <p:strVal val="visible"/>
                                      </p:to>
                                    </p:set>
                                    <p:animEffect transition="in" filter="wipe(up)">
                                      <p:cBhvr>
                                        <p:cTn id="7" dur="2000"/>
                                        <p:tgtEl>
                                          <p:spTgt spid="5550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5023">
                                            <p:txEl>
                                              <p:pRg st="0" end="0"/>
                                            </p:txEl>
                                          </p:spTgt>
                                        </p:tgtEl>
                                        <p:attrNameLst>
                                          <p:attrName>style.visibility</p:attrName>
                                        </p:attrNameLst>
                                      </p:cBhvr>
                                      <p:to>
                                        <p:strVal val="visible"/>
                                      </p:to>
                                    </p:set>
                                    <p:animEffect transition="in" filter="wipe(up)">
                                      <p:cBhvr>
                                        <p:cTn id="12" dur="2000"/>
                                        <p:tgtEl>
                                          <p:spTgt spid="555023">
                                            <p:txEl>
                                              <p:pRg st="0" end="0"/>
                                            </p:txEl>
                                          </p:spTgt>
                                        </p:tgtEl>
                                      </p:cBhvr>
                                    </p:animEffect>
                                  </p:childTnLst>
                                </p:cTn>
                              </p:par>
                            </p:childTnLst>
                          </p:cTn>
                        </p:par>
                        <p:par>
                          <p:cTn id="13" fill="hold" nodeType="afterGroup">
                            <p:stCondLst>
                              <p:cond delay="2000"/>
                            </p:stCondLst>
                            <p:childTnLst>
                              <p:par>
                                <p:cTn id="14" presetID="22" presetClass="entr" presetSubtype="1" fill="hold" grpId="0" nodeType="afterEffect">
                                  <p:stCondLst>
                                    <p:cond delay="0"/>
                                  </p:stCondLst>
                                  <p:childTnLst>
                                    <p:set>
                                      <p:cBhvr>
                                        <p:cTn id="15" dur="1" fill="hold">
                                          <p:stCondLst>
                                            <p:cond delay="0"/>
                                          </p:stCondLst>
                                        </p:cTn>
                                        <p:tgtEl>
                                          <p:spTgt spid="555023">
                                            <p:txEl>
                                              <p:pRg st="1" end="1"/>
                                            </p:txEl>
                                          </p:spTgt>
                                        </p:tgtEl>
                                        <p:attrNameLst>
                                          <p:attrName>style.visibility</p:attrName>
                                        </p:attrNameLst>
                                      </p:cBhvr>
                                      <p:to>
                                        <p:strVal val="visible"/>
                                      </p:to>
                                    </p:set>
                                    <p:animEffect transition="in" filter="wipe(up)">
                                      <p:cBhvr>
                                        <p:cTn id="16" dur="2000"/>
                                        <p:tgtEl>
                                          <p:spTgt spid="555023">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555024">
                                            <p:txEl>
                                              <p:pRg st="0" end="0"/>
                                            </p:txEl>
                                          </p:spTgt>
                                        </p:tgtEl>
                                        <p:attrNameLst>
                                          <p:attrName>style.visibility</p:attrName>
                                        </p:attrNameLst>
                                      </p:cBhvr>
                                      <p:to>
                                        <p:strVal val="visible"/>
                                      </p:to>
                                    </p:set>
                                    <p:animEffect transition="in" filter="wipe(up)">
                                      <p:cBhvr>
                                        <p:cTn id="21" dur="2000"/>
                                        <p:tgtEl>
                                          <p:spTgt spid="555024">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555019">
                                            <p:txEl>
                                              <p:pRg st="0" end="0"/>
                                            </p:txEl>
                                          </p:spTgt>
                                        </p:tgtEl>
                                        <p:attrNameLst>
                                          <p:attrName>style.visibility</p:attrName>
                                        </p:attrNameLst>
                                      </p:cBhvr>
                                      <p:to>
                                        <p:strVal val="visible"/>
                                      </p:to>
                                    </p:set>
                                    <p:animEffect transition="in" filter="wipe(up)">
                                      <p:cBhvr>
                                        <p:cTn id="26" dur="2000"/>
                                        <p:tgtEl>
                                          <p:spTgt spid="555019">
                                            <p:txEl>
                                              <p:pRg st="0" end="0"/>
                                            </p:txEl>
                                          </p:spTgt>
                                        </p:tgtEl>
                                      </p:cBhvr>
                                    </p:animEffect>
                                  </p:childTnLst>
                                </p:cTn>
                              </p:par>
                            </p:childTnLst>
                          </p:cTn>
                        </p:par>
                        <p:par>
                          <p:cTn id="27" fill="hold" nodeType="afterGroup">
                            <p:stCondLst>
                              <p:cond delay="2000"/>
                            </p:stCondLst>
                            <p:childTnLst>
                              <p:par>
                                <p:cTn id="28" presetID="22" presetClass="entr" presetSubtype="1" fill="hold" grpId="0" nodeType="afterEffect">
                                  <p:stCondLst>
                                    <p:cond delay="0"/>
                                  </p:stCondLst>
                                  <p:childTnLst>
                                    <p:set>
                                      <p:cBhvr>
                                        <p:cTn id="29" dur="1" fill="hold">
                                          <p:stCondLst>
                                            <p:cond delay="0"/>
                                          </p:stCondLst>
                                        </p:cTn>
                                        <p:tgtEl>
                                          <p:spTgt spid="555019">
                                            <p:txEl>
                                              <p:pRg st="1" end="1"/>
                                            </p:txEl>
                                          </p:spTgt>
                                        </p:tgtEl>
                                        <p:attrNameLst>
                                          <p:attrName>style.visibility</p:attrName>
                                        </p:attrNameLst>
                                      </p:cBhvr>
                                      <p:to>
                                        <p:strVal val="visible"/>
                                      </p:to>
                                    </p:set>
                                    <p:animEffect transition="in" filter="wipe(up)">
                                      <p:cBhvr>
                                        <p:cTn id="30" dur="2000"/>
                                        <p:tgtEl>
                                          <p:spTgt spid="555019">
                                            <p:txEl>
                                              <p:pRg st="1" end="1"/>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555022">
                                            <p:txEl>
                                              <p:pRg st="0" end="0"/>
                                            </p:txEl>
                                          </p:spTgt>
                                        </p:tgtEl>
                                        <p:attrNameLst>
                                          <p:attrName>style.visibility</p:attrName>
                                        </p:attrNameLst>
                                      </p:cBhvr>
                                      <p:to>
                                        <p:strVal val="visible"/>
                                      </p:to>
                                    </p:set>
                                    <p:animEffect transition="in" filter="wipe(up)">
                                      <p:cBhvr>
                                        <p:cTn id="35" dur="2000"/>
                                        <p:tgtEl>
                                          <p:spTgt spid="555022">
                                            <p:txEl>
                                              <p:pRg st="0" end="0"/>
                                            </p:txEl>
                                          </p:spTgt>
                                        </p:tgtEl>
                                      </p:cBhvr>
                                    </p:animEffect>
                                  </p:childTnLst>
                                </p:cTn>
                              </p:par>
                            </p:childTnLst>
                          </p:cTn>
                        </p:par>
                        <p:par>
                          <p:cTn id="36" fill="hold" nodeType="afterGroup">
                            <p:stCondLst>
                              <p:cond delay="2000"/>
                            </p:stCondLst>
                            <p:childTnLst>
                              <p:par>
                                <p:cTn id="37" presetID="22" presetClass="entr" presetSubtype="1" fill="hold" grpId="0" nodeType="afterEffect">
                                  <p:stCondLst>
                                    <p:cond delay="0"/>
                                  </p:stCondLst>
                                  <p:childTnLst>
                                    <p:set>
                                      <p:cBhvr>
                                        <p:cTn id="38" dur="1" fill="hold">
                                          <p:stCondLst>
                                            <p:cond delay="0"/>
                                          </p:stCondLst>
                                        </p:cTn>
                                        <p:tgtEl>
                                          <p:spTgt spid="555022">
                                            <p:txEl>
                                              <p:pRg st="1" end="1"/>
                                            </p:txEl>
                                          </p:spTgt>
                                        </p:tgtEl>
                                        <p:attrNameLst>
                                          <p:attrName>style.visibility</p:attrName>
                                        </p:attrNameLst>
                                      </p:cBhvr>
                                      <p:to>
                                        <p:strVal val="visible"/>
                                      </p:to>
                                    </p:set>
                                    <p:animEffect transition="in" filter="wipe(up)">
                                      <p:cBhvr>
                                        <p:cTn id="39" dur="2000"/>
                                        <p:tgtEl>
                                          <p:spTgt spid="555022">
                                            <p:txEl>
                                              <p:pRg st="1" end="1"/>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555021">
                                            <p:txEl>
                                              <p:pRg st="0" end="0"/>
                                            </p:txEl>
                                          </p:spTgt>
                                        </p:tgtEl>
                                        <p:attrNameLst>
                                          <p:attrName>style.visibility</p:attrName>
                                        </p:attrNameLst>
                                      </p:cBhvr>
                                      <p:to>
                                        <p:strVal val="visible"/>
                                      </p:to>
                                    </p:set>
                                    <p:animEffect transition="in" filter="wipe(up)">
                                      <p:cBhvr>
                                        <p:cTn id="44" dur="2000"/>
                                        <p:tgtEl>
                                          <p:spTgt spid="555021">
                                            <p:txEl>
                                              <p:pRg st="0" end="0"/>
                                            </p:txEl>
                                          </p:spTgt>
                                        </p:tgtEl>
                                      </p:cBhvr>
                                    </p:animEffect>
                                  </p:childTnLst>
                                </p:cTn>
                              </p:par>
                            </p:childTnLst>
                          </p:cTn>
                        </p:par>
                        <p:par>
                          <p:cTn id="45" fill="hold" nodeType="afterGroup">
                            <p:stCondLst>
                              <p:cond delay="2000"/>
                            </p:stCondLst>
                            <p:childTnLst>
                              <p:par>
                                <p:cTn id="46" presetID="22" presetClass="entr" presetSubtype="1" fill="hold" grpId="0" nodeType="afterEffect">
                                  <p:stCondLst>
                                    <p:cond delay="0"/>
                                  </p:stCondLst>
                                  <p:childTnLst>
                                    <p:set>
                                      <p:cBhvr>
                                        <p:cTn id="47" dur="1" fill="hold">
                                          <p:stCondLst>
                                            <p:cond delay="0"/>
                                          </p:stCondLst>
                                        </p:cTn>
                                        <p:tgtEl>
                                          <p:spTgt spid="555021">
                                            <p:txEl>
                                              <p:pRg st="1" end="1"/>
                                            </p:txEl>
                                          </p:spTgt>
                                        </p:tgtEl>
                                        <p:attrNameLst>
                                          <p:attrName>style.visibility</p:attrName>
                                        </p:attrNameLst>
                                      </p:cBhvr>
                                      <p:to>
                                        <p:strVal val="visible"/>
                                      </p:to>
                                    </p:set>
                                    <p:animEffect transition="in" filter="wipe(up)">
                                      <p:cBhvr>
                                        <p:cTn id="48" dur="2000"/>
                                        <p:tgtEl>
                                          <p:spTgt spid="55502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4" grpId="0"/>
      <p:bldP spid="555019" grpId="0" build="p"/>
      <p:bldP spid="555021" grpId="0" build="p"/>
      <p:bldP spid="555022" grpId="0" build="p"/>
      <p:bldP spid="555023" grpId="0" build="p"/>
      <p:bldP spid="55502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2">
            <a:extLst>
              <a:ext uri="{FF2B5EF4-FFF2-40B4-BE49-F238E27FC236}">
                <a16:creationId xmlns:a16="http://schemas.microsoft.com/office/drawing/2014/main" id="{392457CD-E556-6660-DD8C-75D766ADB835}"/>
              </a:ext>
            </a:extLst>
          </p:cNvPr>
          <p:cNvSpPr>
            <a:spLocks noGrp="1"/>
          </p:cNvSpPr>
          <p:nvPr>
            <p:ph type="sldNum" sz="quarter" idx="10"/>
          </p:nvPr>
        </p:nvSpPr>
        <p:spPr/>
        <p:txBody>
          <a:bodyPr/>
          <a:lstStyle/>
          <a:p>
            <a:fld id="{4FA0D8DA-0B05-4514-B195-0E5052115A76}" type="slidenum">
              <a:rPr lang="en-US" altLang="zh-CN"/>
              <a:pPr/>
              <a:t>13</a:t>
            </a:fld>
            <a:endParaRPr lang="en-US" altLang="zh-CN"/>
          </a:p>
        </p:txBody>
      </p:sp>
      <p:pic>
        <p:nvPicPr>
          <p:cNvPr id="101378" name="图片 1">
            <a:extLst>
              <a:ext uri="{FF2B5EF4-FFF2-40B4-BE49-F238E27FC236}">
                <a16:creationId xmlns:a16="http://schemas.microsoft.com/office/drawing/2014/main" id="{F3EB7983-E7A0-6D26-E046-79070FFAF6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513" y="1341438"/>
            <a:ext cx="7705725"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6">
            <a:extLst>
              <a:ext uri="{FF2B5EF4-FFF2-40B4-BE49-F238E27FC236}">
                <a16:creationId xmlns:a16="http://schemas.microsoft.com/office/drawing/2014/main" id="{358CBA20-067D-59CC-FAA5-AAAF73545B4C}"/>
              </a:ext>
            </a:extLst>
          </p:cNvPr>
          <p:cNvSpPr>
            <a:spLocks noChangeArrowheads="1"/>
          </p:cNvSpPr>
          <p:nvPr/>
        </p:nvSpPr>
        <p:spPr bwMode="auto">
          <a:xfrm>
            <a:off x="107950" y="638175"/>
            <a:ext cx="53276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solidFill>
                  <a:srgbClr val="FF99FF"/>
                </a:solidFill>
                <a:ea typeface="宋体" panose="02010600030101010101" pitchFamily="2" charset="-122"/>
              </a:rPr>
              <a:t>   </a:t>
            </a:r>
            <a:r>
              <a:rPr lang="zh-CN" altLang="en-US">
                <a:solidFill>
                  <a:srgbClr val="FF99FF"/>
                </a:solidFill>
                <a:ea typeface="宋体" panose="02010600030101010101" pitchFamily="2" charset="-122"/>
              </a:rPr>
              <a:t>判断合成波极化的其他方法（略）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2">
            <a:extLst>
              <a:ext uri="{FF2B5EF4-FFF2-40B4-BE49-F238E27FC236}">
                <a16:creationId xmlns:a16="http://schemas.microsoft.com/office/drawing/2014/main" id="{06CC51B8-C2DE-C210-43A8-435715CDE1E5}"/>
              </a:ext>
            </a:extLst>
          </p:cNvPr>
          <p:cNvSpPr>
            <a:spLocks noGrp="1"/>
          </p:cNvSpPr>
          <p:nvPr>
            <p:ph type="sldNum" sz="quarter" idx="10"/>
          </p:nvPr>
        </p:nvSpPr>
        <p:spPr/>
        <p:txBody>
          <a:bodyPr/>
          <a:lstStyle/>
          <a:p>
            <a:fld id="{FE89FEE4-EB6C-4637-A0FE-B4AA432E1FB9}" type="slidenum">
              <a:rPr lang="en-US" altLang="zh-CN"/>
              <a:pPr/>
              <a:t>14</a:t>
            </a:fld>
            <a:endParaRPr lang="en-US" altLang="zh-CN"/>
          </a:p>
        </p:txBody>
      </p:sp>
      <p:sp>
        <p:nvSpPr>
          <p:cNvPr id="103426" name="Text Box 3">
            <a:extLst>
              <a:ext uri="{FF2B5EF4-FFF2-40B4-BE49-F238E27FC236}">
                <a16:creationId xmlns:a16="http://schemas.microsoft.com/office/drawing/2014/main" id="{8738A1B6-834C-7433-B56F-776701B8CA40}"/>
              </a:ext>
            </a:extLst>
          </p:cNvPr>
          <p:cNvSpPr txBox="1">
            <a:spLocks noChangeArrowheads="1"/>
          </p:cNvSpPr>
          <p:nvPr/>
        </p:nvSpPr>
        <p:spPr bwMode="auto">
          <a:xfrm>
            <a:off x="34925" y="1235075"/>
            <a:ext cx="882015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lnSpc>
                <a:spcPct val="130000"/>
              </a:lnSpc>
              <a:spcBef>
                <a:spcPct val="30000"/>
              </a:spcBef>
            </a:pPr>
            <a:r>
              <a:rPr lang="en-US" altLang="zh-CN">
                <a:solidFill>
                  <a:schemeClr val="bg1"/>
                </a:solidFill>
              </a:rPr>
              <a:t>           </a:t>
            </a:r>
          </a:p>
        </p:txBody>
      </p:sp>
      <p:pic>
        <p:nvPicPr>
          <p:cNvPr id="103427" name="图片 2">
            <a:extLst>
              <a:ext uri="{FF2B5EF4-FFF2-40B4-BE49-F238E27FC236}">
                <a16:creationId xmlns:a16="http://schemas.microsoft.com/office/drawing/2014/main" id="{EA736D96-6AD6-4DF9-A784-7BF320F261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315913"/>
            <a:ext cx="67056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28" name="图片 3">
            <a:extLst>
              <a:ext uri="{FF2B5EF4-FFF2-40B4-BE49-F238E27FC236}">
                <a16:creationId xmlns:a16="http://schemas.microsoft.com/office/drawing/2014/main" id="{25EA2B0C-9C4A-5288-F469-E3777D6AAF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7963" y="3889375"/>
            <a:ext cx="6124575"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29" name="图片 4">
            <a:extLst>
              <a:ext uri="{FF2B5EF4-FFF2-40B4-BE49-F238E27FC236}">
                <a16:creationId xmlns:a16="http://schemas.microsoft.com/office/drawing/2014/main" id="{452DB4B6-7E8D-FFBB-EA18-2B0FFB9AC0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3663" y="6402388"/>
            <a:ext cx="63531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灯片编号占位符 3">
            <a:extLst>
              <a:ext uri="{FF2B5EF4-FFF2-40B4-BE49-F238E27FC236}">
                <a16:creationId xmlns:a16="http://schemas.microsoft.com/office/drawing/2014/main" id="{3C3F0ECE-248C-92F7-21A7-FEAB6C541235}"/>
              </a:ext>
            </a:extLst>
          </p:cNvPr>
          <p:cNvSpPr>
            <a:spLocks noGrp="1"/>
          </p:cNvSpPr>
          <p:nvPr>
            <p:ph type="sldNum" sz="quarter" idx="10"/>
          </p:nvPr>
        </p:nvSpPr>
        <p:spPr/>
        <p:txBody>
          <a:bodyPr/>
          <a:lstStyle/>
          <a:p>
            <a:fld id="{3AC61EEF-0CE7-49F0-81D0-2832094EC297}" type="slidenum">
              <a:rPr lang="en-US" altLang="zh-CN"/>
              <a:pPr/>
              <a:t>15</a:t>
            </a:fld>
            <a:endParaRPr lang="en-US" altLang="zh-CN"/>
          </a:p>
        </p:txBody>
      </p:sp>
      <p:sp>
        <p:nvSpPr>
          <p:cNvPr id="632834" name="Rectangle 2">
            <a:extLst>
              <a:ext uri="{FF2B5EF4-FFF2-40B4-BE49-F238E27FC236}">
                <a16:creationId xmlns:a16="http://schemas.microsoft.com/office/drawing/2014/main" id="{1ADD9C99-56C4-43B9-A4B5-B7E3C0220535}"/>
              </a:ext>
            </a:extLst>
          </p:cNvPr>
          <p:cNvSpPr>
            <a:spLocks noChangeArrowheads="1"/>
          </p:cNvSpPr>
          <p:nvPr/>
        </p:nvSpPr>
        <p:spPr bwMode="auto">
          <a:xfrm>
            <a:off x="-107950" y="476250"/>
            <a:ext cx="763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r>
              <a:rPr lang="en-US" altLang="zh-CN">
                <a:solidFill>
                  <a:srgbClr val="FF99FF"/>
                </a:solidFill>
                <a:latin typeface="幼圆" panose="02010509060101010101" pitchFamily="49" charset="-122"/>
                <a:ea typeface="幼圆" panose="02010509060101010101" pitchFamily="49" charset="-122"/>
              </a:rPr>
              <a:t>【</a:t>
            </a:r>
            <a:r>
              <a:rPr lang="zh-CN" altLang="en-US">
                <a:solidFill>
                  <a:srgbClr val="FF99FF"/>
                </a:solidFill>
                <a:latin typeface="幼圆" panose="02010509060101010101" pitchFamily="49" charset="-122"/>
                <a:ea typeface="幼圆" panose="02010509060101010101" pitchFamily="49" charset="-122"/>
              </a:rPr>
              <a:t>例</a:t>
            </a:r>
            <a:r>
              <a:rPr lang="en-US" altLang="zh-CN">
                <a:solidFill>
                  <a:srgbClr val="FF99FF"/>
                </a:solidFill>
                <a:ea typeface="幼圆" panose="02010509060101010101" pitchFamily="49" charset="-122"/>
              </a:rPr>
              <a:t>5.4.1】</a:t>
            </a:r>
            <a:r>
              <a:rPr lang="zh-CN" altLang="en-US">
                <a:solidFill>
                  <a:schemeClr val="bg1"/>
                </a:solidFill>
                <a:latin typeface="楷体_GB2312" pitchFamily="49" charset="-122"/>
              </a:rPr>
              <a:t>说明下列均匀平面波的极化方式。</a:t>
            </a:r>
          </a:p>
        </p:txBody>
      </p:sp>
      <p:grpSp>
        <p:nvGrpSpPr>
          <p:cNvPr id="662567" name="Group 39">
            <a:extLst>
              <a:ext uri="{FF2B5EF4-FFF2-40B4-BE49-F238E27FC236}">
                <a16:creationId xmlns:a16="http://schemas.microsoft.com/office/drawing/2014/main" id="{21F456B8-388A-3BCE-CEC6-32D04EA9EA90}"/>
              </a:ext>
            </a:extLst>
          </p:cNvPr>
          <p:cNvGrpSpPr>
            <a:grpSpLocks/>
          </p:cNvGrpSpPr>
          <p:nvPr/>
        </p:nvGrpSpPr>
        <p:grpSpPr bwMode="auto">
          <a:xfrm>
            <a:off x="163513" y="1484313"/>
            <a:ext cx="3937000" cy="534987"/>
            <a:chOff x="532" y="935"/>
            <a:chExt cx="2480" cy="337"/>
          </a:xfrm>
        </p:grpSpPr>
        <p:graphicFrame>
          <p:nvGraphicFramePr>
            <p:cNvPr id="104452" name="Object 6">
              <a:extLst>
                <a:ext uri="{FF2B5EF4-FFF2-40B4-BE49-F238E27FC236}">
                  <a16:creationId xmlns:a16="http://schemas.microsoft.com/office/drawing/2014/main" id="{95D896E5-E4DE-61FC-AD7F-8236D7FE8833}"/>
                </a:ext>
              </a:extLst>
            </p:cNvPr>
            <p:cNvGraphicFramePr>
              <a:graphicFrameLocks noChangeAspect="1"/>
            </p:cNvGraphicFramePr>
            <p:nvPr/>
          </p:nvGraphicFramePr>
          <p:xfrm>
            <a:off x="1040" y="935"/>
            <a:ext cx="1972" cy="337"/>
          </p:xfrm>
          <a:graphic>
            <a:graphicData uri="http://schemas.openxmlformats.org/presentationml/2006/ole">
              <mc:AlternateContent xmlns:mc="http://schemas.openxmlformats.org/markup-compatibility/2006">
                <mc:Choice xmlns:v="urn:schemas-microsoft-com:vml" Requires="v">
                  <p:oleObj r:id="rId5" imgW="1302120" imgH="170640" progId="Equation.DSMT4">
                    <p:embed/>
                  </p:oleObj>
                </mc:Choice>
                <mc:Fallback>
                  <p:oleObj r:id="rId5" imgW="1302120" imgH="17064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0" y="935"/>
                          <a:ext cx="1972"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4453" name="Rectangle 11">
              <a:extLst>
                <a:ext uri="{FF2B5EF4-FFF2-40B4-BE49-F238E27FC236}">
                  <a16:creationId xmlns:a16="http://schemas.microsoft.com/office/drawing/2014/main" id="{96AAB946-945F-FF8C-A239-61F6F9C587B2}"/>
                </a:ext>
              </a:extLst>
            </p:cNvPr>
            <p:cNvSpPr>
              <a:spLocks noChangeArrowheads="1"/>
            </p:cNvSpPr>
            <p:nvPr/>
          </p:nvSpPr>
          <p:spPr bwMode="auto">
            <a:xfrm>
              <a:off x="532" y="965"/>
              <a:ext cx="16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r>
                <a:rPr lang="en-US" altLang="zh-CN">
                  <a:solidFill>
                    <a:schemeClr val="bg1"/>
                  </a:solidFill>
                </a:rPr>
                <a:t>( 2 )</a:t>
              </a:r>
            </a:p>
          </p:txBody>
        </p:sp>
      </p:grpSp>
      <p:grpSp>
        <p:nvGrpSpPr>
          <p:cNvPr id="662568" name="Group 40">
            <a:extLst>
              <a:ext uri="{FF2B5EF4-FFF2-40B4-BE49-F238E27FC236}">
                <a16:creationId xmlns:a16="http://schemas.microsoft.com/office/drawing/2014/main" id="{1DC25B76-86DE-D5EF-B047-D284D493793E}"/>
              </a:ext>
            </a:extLst>
          </p:cNvPr>
          <p:cNvGrpSpPr>
            <a:grpSpLocks/>
          </p:cNvGrpSpPr>
          <p:nvPr/>
        </p:nvGrpSpPr>
        <p:grpSpPr bwMode="auto">
          <a:xfrm>
            <a:off x="146050" y="1989138"/>
            <a:ext cx="6802438" cy="787400"/>
            <a:chOff x="567" y="1253"/>
            <a:chExt cx="4285" cy="496"/>
          </a:xfrm>
        </p:grpSpPr>
        <p:graphicFrame>
          <p:nvGraphicFramePr>
            <p:cNvPr id="104455" name="Object 7">
              <a:extLst>
                <a:ext uri="{FF2B5EF4-FFF2-40B4-BE49-F238E27FC236}">
                  <a16:creationId xmlns:a16="http://schemas.microsoft.com/office/drawing/2014/main" id="{90E5C834-3AF8-80DA-92EA-8BB1BCED68A9}"/>
                </a:ext>
              </a:extLst>
            </p:cNvPr>
            <p:cNvGraphicFramePr>
              <a:graphicFrameLocks noChangeAspect="1"/>
            </p:cNvGraphicFramePr>
            <p:nvPr/>
          </p:nvGraphicFramePr>
          <p:xfrm>
            <a:off x="1064" y="1253"/>
            <a:ext cx="3788" cy="496"/>
          </p:xfrm>
          <a:graphic>
            <a:graphicData uri="http://schemas.openxmlformats.org/presentationml/2006/ole">
              <mc:AlternateContent xmlns:mc="http://schemas.openxmlformats.org/markup-compatibility/2006">
                <mc:Choice xmlns:v="urn:schemas-microsoft-com:vml" Requires="v">
                  <p:oleObj r:id="rId7" imgW="2521800" imgH="280440" progId="Equation.DSMT4">
                    <p:embed/>
                  </p:oleObj>
                </mc:Choice>
                <mc:Fallback>
                  <p:oleObj r:id="rId7" imgW="2521800" imgH="28044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4" y="1253"/>
                          <a:ext cx="3788"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4456" name="Rectangle 12">
              <a:extLst>
                <a:ext uri="{FF2B5EF4-FFF2-40B4-BE49-F238E27FC236}">
                  <a16:creationId xmlns:a16="http://schemas.microsoft.com/office/drawing/2014/main" id="{9E11D843-285A-D3CC-DBEF-8004085A482E}"/>
                </a:ext>
              </a:extLst>
            </p:cNvPr>
            <p:cNvSpPr>
              <a:spLocks noChangeArrowheads="1"/>
            </p:cNvSpPr>
            <p:nvPr/>
          </p:nvSpPr>
          <p:spPr bwMode="auto">
            <a:xfrm>
              <a:off x="567" y="1347"/>
              <a:ext cx="14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r>
                <a:rPr lang="en-US" altLang="zh-CN">
                  <a:solidFill>
                    <a:schemeClr val="bg1"/>
                  </a:solidFill>
                </a:rPr>
                <a:t>( 3 ) </a:t>
              </a:r>
            </a:p>
          </p:txBody>
        </p:sp>
      </p:grpSp>
      <p:grpSp>
        <p:nvGrpSpPr>
          <p:cNvPr id="662569" name="Group 41">
            <a:extLst>
              <a:ext uri="{FF2B5EF4-FFF2-40B4-BE49-F238E27FC236}">
                <a16:creationId xmlns:a16="http://schemas.microsoft.com/office/drawing/2014/main" id="{B78787CF-22DB-9CF3-5206-36CDAFC1D3A8}"/>
              </a:ext>
            </a:extLst>
          </p:cNvPr>
          <p:cNvGrpSpPr>
            <a:grpSpLocks/>
          </p:cNvGrpSpPr>
          <p:nvPr/>
        </p:nvGrpSpPr>
        <p:grpSpPr bwMode="auto">
          <a:xfrm>
            <a:off x="163513" y="2781300"/>
            <a:ext cx="6032500" cy="530225"/>
            <a:chOff x="532" y="1752"/>
            <a:chExt cx="3800" cy="334"/>
          </a:xfrm>
        </p:grpSpPr>
        <p:graphicFrame>
          <p:nvGraphicFramePr>
            <p:cNvPr id="104458" name="Object 8">
              <a:extLst>
                <a:ext uri="{FF2B5EF4-FFF2-40B4-BE49-F238E27FC236}">
                  <a16:creationId xmlns:a16="http://schemas.microsoft.com/office/drawing/2014/main" id="{C5BE04D5-4F73-0924-BB2C-EB1C6D8B1E9B}"/>
                </a:ext>
              </a:extLst>
            </p:cNvPr>
            <p:cNvGraphicFramePr>
              <a:graphicFrameLocks noChangeAspect="1"/>
            </p:cNvGraphicFramePr>
            <p:nvPr/>
          </p:nvGraphicFramePr>
          <p:xfrm>
            <a:off x="1042" y="1752"/>
            <a:ext cx="3290" cy="334"/>
          </p:xfrm>
          <a:graphic>
            <a:graphicData uri="http://schemas.openxmlformats.org/presentationml/2006/ole">
              <mc:AlternateContent xmlns:mc="http://schemas.openxmlformats.org/markup-compatibility/2006">
                <mc:Choice xmlns:v="urn:schemas-microsoft-com:vml" Requires="v">
                  <p:oleObj r:id="rId9" imgW="2180880" imgH="170640" progId="Equation.DSMT4">
                    <p:embed/>
                  </p:oleObj>
                </mc:Choice>
                <mc:Fallback>
                  <p:oleObj r:id="rId9" imgW="2180880" imgH="17064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2" y="1752"/>
                          <a:ext cx="3290"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4459" name="Rectangle 13">
              <a:extLst>
                <a:ext uri="{FF2B5EF4-FFF2-40B4-BE49-F238E27FC236}">
                  <a16:creationId xmlns:a16="http://schemas.microsoft.com/office/drawing/2014/main" id="{EAFAEDE7-9B9B-7536-16B5-9B7ABE80A288}"/>
                </a:ext>
              </a:extLst>
            </p:cNvPr>
            <p:cNvSpPr>
              <a:spLocks noChangeArrowheads="1"/>
            </p:cNvSpPr>
            <p:nvPr/>
          </p:nvSpPr>
          <p:spPr bwMode="auto">
            <a:xfrm>
              <a:off x="532" y="1753"/>
              <a:ext cx="12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r>
                <a:rPr lang="en-US" altLang="zh-CN">
                  <a:solidFill>
                    <a:schemeClr val="bg1"/>
                  </a:solidFill>
                </a:rPr>
                <a:t>( 4 ) </a:t>
              </a:r>
            </a:p>
          </p:txBody>
        </p:sp>
      </p:grpSp>
      <p:sp>
        <p:nvSpPr>
          <p:cNvPr id="632846" name="Rectangle 14">
            <a:extLst>
              <a:ext uri="{FF2B5EF4-FFF2-40B4-BE49-F238E27FC236}">
                <a16:creationId xmlns:a16="http://schemas.microsoft.com/office/drawing/2014/main" id="{EA9C4A30-A03B-A7EB-0CE2-4192A6C9EBB3}"/>
              </a:ext>
            </a:extLst>
          </p:cNvPr>
          <p:cNvSpPr>
            <a:spLocks noChangeArrowheads="1"/>
          </p:cNvSpPr>
          <p:nvPr/>
        </p:nvSpPr>
        <p:spPr bwMode="auto">
          <a:xfrm>
            <a:off x="-73025" y="3294063"/>
            <a:ext cx="4645025"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a:solidFill>
                  <a:srgbClr val="FF99FF"/>
                </a:solidFill>
                <a:latin typeface="幼圆" panose="02010509060101010101" pitchFamily="49" charset="-122"/>
                <a:ea typeface="幼圆" panose="02010509060101010101" pitchFamily="49" charset="-122"/>
              </a:rPr>
              <a:t>【</a:t>
            </a:r>
            <a:r>
              <a:rPr lang="zh-CN" altLang="en-US">
                <a:solidFill>
                  <a:srgbClr val="FF99FF"/>
                </a:solidFill>
                <a:latin typeface="幼圆" panose="02010509060101010101" pitchFamily="49" charset="-122"/>
                <a:ea typeface="幼圆" panose="02010509060101010101" pitchFamily="49" charset="-122"/>
              </a:rPr>
              <a:t>解</a:t>
            </a:r>
            <a:r>
              <a:rPr lang="en-US" altLang="zh-CN">
                <a:solidFill>
                  <a:srgbClr val="FF99FF"/>
                </a:solidFill>
                <a:latin typeface="幼圆" panose="02010509060101010101" pitchFamily="49" charset="-122"/>
                <a:ea typeface="幼圆" panose="02010509060101010101" pitchFamily="49" charset="-122"/>
              </a:rPr>
              <a:t>】</a:t>
            </a:r>
            <a:r>
              <a:rPr lang="zh-CN" altLang="en-US">
                <a:solidFill>
                  <a:schemeClr val="bg1"/>
                </a:solidFill>
              </a:rPr>
              <a:t>（</a:t>
            </a:r>
            <a:r>
              <a:rPr lang="en-US" altLang="zh-CN">
                <a:solidFill>
                  <a:schemeClr val="bg1"/>
                </a:solidFill>
              </a:rPr>
              <a:t>1</a:t>
            </a:r>
            <a:r>
              <a:rPr lang="zh-CN" altLang="en-US">
                <a:solidFill>
                  <a:schemeClr val="bg1"/>
                </a:solidFill>
              </a:rPr>
              <a:t>）</a:t>
            </a:r>
          </a:p>
        </p:txBody>
      </p:sp>
      <p:sp>
        <p:nvSpPr>
          <p:cNvPr id="662535" name="Rectangle 7">
            <a:extLst>
              <a:ext uri="{FF2B5EF4-FFF2-40B4-BE49-F238E27FC236}">
                <a16:creationId xmlns:a16="http://schemas.microsoft.com/office/drawing/2014/main" id="{C00A06D7-C63B-62FF-6728-6312CB0CA289}"/>
              </a:ext>
            </a:extLst>
          </p:cNvPr>
          <p:cNvSpPr>
            <a:spLocks noChangeArrowheads="1"/>
          </p:cNvSpPr>
          <p:nvPr/>
        </p:nvSpPr>
        <p:spPr bwMode="auto">
          <a:xfrm>
            <a:off x="179388" y="4076700"/>
            <a:ext cx="4105275"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a:solidFill>
                  <a:schemeClr val="bg1"/>
                </a:solidFill>
              </a:rPr>
              <a:t>       </a:t>
            </a:r>
            <a:r>
              <a:rPr lang="zh-CN" altLang="en-US">
                <a:solidFill>
                  <a:schemeClr val="bg1"/>
                </a:solidFill>
              </a:rPr>
              <a:t>（</a:t>
            </a:r>
            <a:r>
              <a:rPr lang="en-US" altLang="zh-CN">
                <a:solidFill>
                  <a:schemeClr val="bg1"/>
                </a:solidFill>
              </a:rPr>
              <a:t>2</a:t>
            </a:r>
            <a:r>
              <a:rPr lang="zh-CN" altLang="en-US">
                <a:solidFill>
                  <a:schemeClr val="bg1"/>
                </a:solidFill>
              </a:rPr>
              <a:t>）</a:t>
            </a:r>
          </a:p>
        </p:txBody>
      </p:sp>
      <p:sp>
        <p:nvSpPr>
          <p:cNvPr id="662536" name="Rectangle 8">
            <a:extLst>
              <a:ext uri="{FF2B5EF4-FFF2-40B4-BE49-F238E27FC236}">
                <a16:creationId xmlns:a16="http://schemas.microsoft.com/office/drawing/2014/main" id="{ADBBFA92-D608-33B6-489E-708A90EEAECE}"/>
              </a:ext>
            </a:extLst>
          </p:cNvPr>
          <p:cNvSpPr>
            <a:spLocks noChangeArrowheads="1"/>
          </p:cNvSpPr>
          <p:nvPr/>
        </p:nvSpPr>
        <p:spPr bwMode="auto">
          <a:xfrm>
            <a:off x="106362" y="4723606"/>
            <a:ext cx="377825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a:solidFill>
                  <a:schemeClr val="bg1"/>
                </a:solidFill>
              </a:rPr>
              <a:t>        </a:t>
            </a:r>
            <a:r>
              <a:rPr lang="zh-CN" altLang="en-US">
                <a:solidFill>
                  <a:schemeClr val="bg1"/>
                </a:solidFill>
              </a:rPr>
              <a:t>（</a:t>
            </a:r>
            <a:r>
              <a:rPr lang="en-US" altLang="zh-CN">
                <a:solidFill>
                  <a:schemeClr val="bg1"/>
                </a:solidFill>
              </a:rPr>
              <a:t>3</a:t>
            </a:r>
            <a:r>
              <a:rPr lang="zh-CN" altLang="en-US">
                <a:solidFill>
                  <a:schemeClr val="bg1"/>
                </a:solidFill>
              </a:rPr>
              <a:t>）</a:t>
            </a:r>
          </a:p>
        </p:txBody>
      </p:sp>
      <p:sp>
        <p:nvSpPr>
          <p:cNvPr id="662538" name="Rectangle 10">
            <a:extLst>
              <a:ext uri="{FF2B5EF4-FFF2-40B4-BE49-F238E27FC236}">
                <a16:creationId xmlns:a16="http://schemas.microsoft.com/office/drawing/2014/main" id="{8A6CD5A3-DC34-704A-3F25-7E4E689B9178}"/>
              </a:ext>
            </a:extLst>
          </p:cNvPr>
          <p:cNvSpPr>
            <a:spLocks noChangeArrowheads="1"/>
          </p:cNvSpPr>
          <p:nvPr/>
        </p:nvSpPr>
        <p:spPr bwMode="auto">
          <a:xfrm>
            <a:off x="107950" y="5734050"/>
            <a:ext cx="3959225"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a:solidFill>
                  <a:schemeClr val="bg1"/>
                </a:solidFill>
              </a:rPr>
              <a:t>        </a:t>
            </a:r>
            <a:r>
              <a:rPr lang="zh-CN" altLang="en-US">
                <a:solidFill>
                  <a:schemeClr val="bg1"/>
                </a:solidFill>
              </a:rPr>
              <a:t>（</a:t>
            </a:r>
            <a:r>
              <a:rPr lang="en-US" altLang="zh-CN">
                <a:solidFill>
                  <a:schemeClr val="bg1"/>
                </a:solidFill>
              </a:rPr>
              <a:t>4</a:t>
            </a:r>
            <a:r>
              <a:rPr lang="zh-CN" altLang="en-US">
                <a:solidFill>
                  <a:schemeClr val="bg1"/>
                </a:solidFill>
              </a:rPr>
              <a:t>）</a:t>
            </a:r>
          </a:p>
        </p:txBody>
      </p:sp>
      <p:grpSp>
        <p:nvGrpSpPr>
          <p:cNvPr id="662546" name="Group 18">
            <a:extLst>
              <a:ext uri="{FF2B5EF4-FFF2-40B4-BE49-F238E27FC236}">
                <a16:creationId xmlns:a16="http://schemas.microsoft.com/office/drawing/2014/main" id="{02189A5C-863F-9439-B7F4-D5000849036A}"/>
              </a:ext>
            </a:extLst>
          </p:cNvPr>
          <p:cNvGrpSpPr>
            <a:grpSpLocks/>
          </p:cNvGrpSpPr>
          <p:nvPr/>
        </p:nvGrpSpPr>
        <p:grpSpPr bwMode="auto">
          <a:xfrm>
            <a:off x="1590675" y="3295650"/>
            <a:ext cx="4852988" cy="781050"/>
            <a:chOff x="1026" y="2031"/>
            <a:chExt cx="3057" cy="492"/>
          </a:xfrm>
        </p:grpSpPr>
        <p:graphicFrame>
          <p:nvGraphicFramePr>
            <p:cNvPr id="104465" name="Object 11">
              <a:extLst>
                <a:ext uri="{FF2B5EF4-FFF2-40B4-BE49-F238E27FC236}">
                  <a16:creationId xmlns:a16="http://schemas.microsoft.com/office/drawing/2014/main" id="{7DBBD77E-A530-1DBF-3305-5300852CDD39}"/>
                </a:ext>
              </a:extLst>
            </p:cNvPr>
            <p:cNvGraphicFramePr>
              <a:graphicFrameLocks noChangeAspect="1"/>
            </p:cNvGraphicFramePr>
            <p:nvPr/>
          </p:nvGraphicFramePr>
          <p:xfrm>
            <a:off x="1026" y="2130"/>
            <a:ext cx="887" cy="302"/>
          </p:xfrm>
          <a:graphic>
            <a:graphicData uri="http://schemas.openxmlformats.org/presentationml/2006/ole">
              <mc:AlternateContent xmlns:mc="http://schemas.openxmlformats.org/markup-compatibility/2006">
                <mc:Choice xmlns:v="urn:schemas-microsoft-com:vml" Requires="v">
                  <p:oleObj r:id="rId11" imgW="543960" imgH="148680" progId="Equation.DSMT4">
                    <p:embed/>
                  </p:oleObj>
                </mc:Choice>
                <mc:Fallback>
                  <p:oleObj r:id="rId11" imgW="543960" imgH="148680"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26" y="2130"/>
                          <a:ext cx="887"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4466" name="Object 12">
              <a:extLst>
                <a:ext uri="{FF2B5EF4-FFF2-40B4-BE49-F238E27FC236}">
                  <a16:creationId xmlns:a16="http://schemas.microsoft.com/office/drawing/2014/main" id="{38EFE753-AEDC-57E2-7D26-AB789E725B81}"/>
                </a:ext>
              </a:extLst>
            </p:cNvPr>
            <p:cNvGraphicFramePr>
              <a:graphicFrameLocks noChangeAspect="1"/>
            </p:cNvGraphicFramePr>
            <p:nvPr/>
          </p:nvGraphicFramePr>
          <p:xfrm>
            <a:off x="2021" y="2031"/>
            <a:ext cx="2062" cy="492"/>
          </p:xfrm>
          <a:graphic>
            <a:graphicData uri="http://schemas.openxmlformats.org/presentationml/2006/ole">
              <mc:AlternateContent xmlns:mc="http://schemas.openxmlformats.org/markup-compatibility/2006">
                <mc:Choice xmlns:v="urn:schemas-microsoft-com:vml" Requires="v">
                  <p:oleObj r:id="rId13" imgW="1346040" imgH="280440" progId="Equation.DSMT4">
                    <p:embed/>
                  </p:oleObj>
                </mc:Choice>
                <mc:Fallback>
                  <p:oleObj r:id="rId13" imgW="1346040" imgH="280440" progId="Equation.DSMT4">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21" y="2031"/>
                          <a:ext cx="2062" cy="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662545" name="Group 17">
            <a:extLst>
              <a:ext uri="{FF2B5EF4-FFF2-40B4-BE49-F238E27FC236}">
                <a16:creationId xmlns:a16="http://schemas.microsoft.com/office/drawing/2014/main" id="{F0F78DCE-8755-E785-2B8C-833150B0249E}"/>
              </a:ext>
            </a:extLst>
          </p:cNvPr>
          <p:cNvGrpSpPr>
            <a:grpSpLocks/>
          </p:cNvGrpSpPr>
          <p:nvPr/>
        </p:nvGrpSpPr>
        <p:grpSpPr bwMode="auto">
          <a:xfrm>
            <a:off x="1482725" y="4076700"/>
            <a:ext cx="4948238" cy="781050"/>
            <a:chOff x="1012" y="2551"/>
            <a:chExt cx="3117" cy="492"/>
          </a:xfrm>
        </p:grpSpPr>
        <p:graphicFrame>
          <p:nvGraphicFramePr>
            <p:cNvPr id="104468" name="Object 13">
              <a:extLst>
                <a:ext uri="{FF2B5EF4-FFF2-40B4-BE49-F238E27FC236}">
                  <a16:creationId xmlns:a16="http://schemas.microsoft.com/office/drawing/2014/main" id="{6BCCD697-C261-D326-F597-10386D066F8A}"/>
                </a:ext>
              </a:extLst>
            </p:cNvPr>
            <p:cNvGraphicFramePr>
              <a:graphicFrameLocks noChangeAspect="1"/>
            </p:cNvGraphicFramePr>
            <p:nvPr/>
          </p:nvGraphicFramePr>
          <p:xfrm>
            <a:off x="1012" y="2636"/>
            <a:ext cx="888" cy="302"/>
          </p:xfrm>
          <a:graphic>
            <a:graphicData uri="http://schemas.openxmlformats.org/presentationml/2006/ole">
              <mc:AlternateContent xmlns:mc="http://schemas.openxmlformats.org/markup-compatibility/2006">
                <mc:Choice xmlns:v="urn:schemas-microsoft-com:vml" Requires="v">
                  <p:oleObj r:id="rId15" imgW="543960" imgH="148680" progId="Equation.DSMT4">
                    <p:embed/>
                  </p:oleObj>
                </mc:Choice>
                <mc:Fallback>
                  <p:oleObj r:id="rId15" imgW="543960" imgH="148680" progId="Equation.DSMT4">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12" y="2636"/>
                          <a:ext cx="888"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4469" name="Object 14">
              <a:extLst>
                <a:ext uri="{FF2B5EF4-FFF2-40B4-BE49-F238E27FC236}">
                  <a16:creationId xmlns:a16="http://schemas.microsoft.com/office/drawing/2014/main" id="{CCBCD766-25E8-E0EC-C058-9BB4DF362BE4}"/>
                </a:ext>
              </a:extLst>
            </p:cNvPr>
            <p:cNvGraphicFramePr>
              <a:graphicFrameLocks noChangeAspect="1"/>
            </p:cNvGraphicFramePr>
            <p:nvPr/>
          </p:nvGraphicFramePr>
          <p:xfrm>
            <a:off x="1938" y="2551"/>
            <a:ext cx="2191" cy="492"/>
          </p:xfrm>
          <a:graphic>
            <a:graphicData uri="http://schemas.openxmlformats.org/presentationml/2006/ole">
              <mc:AlternateContent xmlns:mc="http://schemas.openxmlformats.org/markup-compatibility/2006">
                <mc:Choice xmlns:v="urn:schemas-microsoft-com:vml" Requires="v">
                  <p:oleObj r:id="rId17" imgW="1433880" imgH="280440" progId="Equation.DSMT4">
                    <p:embed/>
                  </p:oleObj>
                </mc:Choice>
                <mc:Fallback>
                  <p:oleObj r:id="rId17" imgW="1433880" imgH="280440" progId="Equation.DSMT4">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38" y="2551"/>
                          <a:ext cx="2191" cy="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662547" name="Group 19">
            <a:extLst>
              <a:ext uri="{FF2B5EF4-FFF2-40B4-BE49-F238E27FC236}">
                <a16:creationId xmlns:a16="http://schemas.microsoft.com/office/drawing/2014/main" id="{3CD5656E-500E-256A-F8F2-0E45BA2C52BD}"/>
              </a:ext>
            </a:extLst>
          </p:cNvPr>
          <p:cNvGrpSpPr>
            <a:grpSpLocks/>
          </p:cNvGrpSpPr>
          <p:nvPr/>
        </p:nvGrpSpPr>
        <p:grpSpPr bwMode="auto">
          <a:xfrm>
            <a:off x="1590675" y="5743575"/>
            <a:ext cx="4852988" cy="781050"/>
            <a:chOff x="785" y="3528"/>
            <a:chExt cx="3057" cy="492"/>
          </a:xfrm>
        </p:grpSpPr>
        <p:graphicFrame>
          <p:nvGraphicFramePr>
            <p:cNvPr id="104471" name="Object 15">
              <a:extLst>
                <a:ext uri="{FF2B5EF4-FFF2-40B4-BE49-F238E27FC236}">
                  <a16:creationId xmlns:a16="http://schemas.microsoft.com/office/drawing/2014/main" id="{A9000D6E-6703-BD2B-9EE9-B19EABD1F48F}"/>
                </a:ext>
              </a:extLst>
            </p:cNvPr>
            <p:cNvGraphicFramePr>
              <a:graphicFrameLocks noChangeAspect="1"/>
            </p:cNvGraphicFramePr>
            <p:nvPr/>
          </p:nvGraphicFramePr>
          <p:xfrm>
            <a:off x="785" y="3634"/>
            <a:ext cx="887" cy="302"/>
          </p:xfrm>
          <a:graphic>
            <a:graphicData uri="http://schemas.openxmlformats.org/presentationml/2006/ole">
              <mc:AlternateContent xmlns:mc="http://schemas.openxmlformats.org/markup-compatibility/2006">
                <mc:Choice xmlns:v="urn:schemas-microsoft-com:vml" Requires="v">
                  <p:oleObj r:id="rId19" imgW="543960" imgH="148680" progId="Equation.DSMT4">
                    <p:embed/>
                  </p:oleObj>
                </mc:Choice>
                <mc:Fallback>
                  <p:oleObj r:id="rId19" imgW="543960" imgH="148680" progId="Equation.DSMT4">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85" y="3634"/>
                          <a:ext cx="887"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4472" name="Object 16">
              <a:extLst>
                <a:ext uri="{FF2B5EF4-FFF2-40B4-BE49-F238E27FC236}">
                  <a16:creationId xmlns:a16="http://schemas.microsoft.com/office/drawing/2014/main" id="{E30F0D64-2040-C167-B756-EB8241FCFA94}"/>
                </a:ext>
              </a:extLst>
            </p:cNvPr>
            <p:cNvGraphicFramePr>
              <a:graphicFrameLocks noChangeAspect="1"/>
            </p:cNvGraphicFramePr>
            <p:nvPr/>
          </p:nvGraphicFramePr>
          <p:xfrm>
            <a:off x="1780" y="3528"/>
            <a:ext cx="2062" cy="492"/>
          </p:xfrm>
          <a:graphic>
            <a:graphicData uri="http://schemas.openxmlformats.org/presentationml/2006/ole">
              <mc:AlternateContent xmlns:mc="http://schemas.openxmlformats.org/markup-compatibility/2006">
                <mc:Choice xmlns:v="urn:schemas-microsoft-com:vml" Requires="v">
                  <p:oleObj r:id="rId21" imgW="1346040" imgH="280440" progId="Equation.DSMT4">
                    <p:embed/>
                  </p:oleObj>
                </mc:Choice>
                <mc:Fallback>
                  <p:oleObj r:id="rId21" imgW="1346040" imgH="280440" progId="Equation.DSMT4">
                    <p:embed/>
                    <p:pic>
                      <p:nvPicPr>
                        <p:cNvPr id="0" name="Object 1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80" y="3528"/>
                          <a:ext cx="2062" cy="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662550" name="Object 22">
            <a:extLst>
              <a:ext uri="{FF2B5EF4-FFF2-40B4-BE49-F238E27FC236}">
                <a16:creationId xmlns:a16="http://schemas.microsoft.com/office/drawing/2014/main" id="{002AEAEF-3BEB-9C48-6191-07CEA55FF27E}"/>
              </a:ext>
            </a:extLst>
          </p:cNvPr>
          <p:cNvGraphicFramePr>
            <a:graphicFrameLocks noChangeAspect="1"/>
          </p:cNvGraphicFramePr>
          <p:nvPr>
            <p:extLst>
              <p:ext uri="{D42A27DB-BD31-4B8C-83A1-F6EECF244321}">
                <p14:modId xmlns:p14="http://schemas.microsoft.com/office/powerpoint/2010/main" val="902799874"/>
              </p:ext>
            </p:extLst>
          </p:nvPr>
        </p:nvGraphicFramePr>
        <p:xfrm>
          <a:off x="1635125" y="4726781"/>
          <a:ext cx="3656012" cy="781050"/>
        </p:xfrm>
        <a:graphic>
          <a:graphicData uri="http://schemas.openxmlformats.org/presentationml/2006/ole">
            <mc:AlternateContent xmlns:mc="http://schemas.openxmlformats.org/markup-compatibility/2006">
              <mc:Choice xmlns:v="urn:schemas-microsoft-com:vml" Requires="v">
                <p:oleObj r:id="rId23" imgW="1510920" imgH="280440" progId="Equation.DSMT4">
                  <p:embed/>
                </p:oleObj>
              </mc:Choice>
              <mc:Fallback>
                <p:oleObj r:id="rId23" imgW="1510920" imgH="280440" progId="Equation.DSMT4">
                  <p:embed/>
                  <p:pic>
                    <p:nvPicPr>
                      <p:cNvPr id="0" name="Object 2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635125" y="4726781"/>
                        <a:ext cx="3656012"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662558" name="Group 30">
            <a:extLst>
              <a:ext uri="{FF2B5EF4-FFF2-40B4-BE49-F238E27FC236}">
                <a16:creationId xmlns:a16="http://schemas.microsoft.com/office/drawing/2014/main" id="{9D973ABC-6DF1-13EC-B35B-92ED36BD7213}"/>
              </a:ext>
            </a:extLst>
          </p:cNvPr>
          <p:cNvGrpSpPr>
            <a:grpSpLocks/>
          </p:cNvGrpSpPr>
          <p:nvPr/>
        </p:nvGrpSpPr>
        <p:grpSpPr bwMode="auto">
          <a:xfrm>
            <a:off x="6443663" y="3284538"/>
            <a:ext cx="2773362" cy="639762"/>
            <a:chOff x="4059" y="2069"/>
            <a:chExt cx="1747" cy="403"/>
          </a:xfrm>
        </p:grpSpPr>
        <p:sp>
          <p:nvSpPr>
            <p:cNvPr id="104475" name="AutoShape 26">
              <a:extLst>
                <a:ext uri="{FF2B5EF4-FFF2-40B4-BE49-F238E27FC236}">
                  <a16:creationId xmlns:a16="http://schemas.microsoft.com/office/drawing/2014/main" id="{553F7224-99AB-AB61-60FB-B4BC44E127FF}"/>
                </a:ext>
              </a:extLst>
            </p:cNvPr>
            <p:cNvSpPr>
              <a:spLocks noChangeArrowheads="1"/>
            </p:cNvSpPr>
            <p:nvPr/>
          </p:nvSpPr>
          <p:spPr bwMode="auto">
            <a:xfrm>
              <a:off x="4059" y="2251"/>
              <a:ext cx="318" cy="140"/>
            </a:xfrm>
            <a:prstGeom prst="rightArrow">
              <a:avLst>
                <a:gd name="adj1" fmla="val 50000"/>
                <a:gd name="adj2" fmla="val 56765"/>
              </a:avLst>
            </a:prstGeom>
            <a:solidFill>
              <a:srgbClr val="FF8383"/>
            </a:solidFill>
            <a:ln w="9525">
              <a:solidFill>
                <a:srgbClr val="FF00FF"/>
              </a:solidFill>
              <a:miter lim="800000"/>
              <a:headEnd/>
              <a:tailEnd/>
            </a:ln>
          </p:spPr>
          <p:txBody>
            <a:bodyPr wrap="none" anchor="ctr"/>
            <a:lstStyle/>
            <a:p>
              <a:pPr>
                <a:spcBef>
                  <a:spcPct val="20000"/>
                </a:spcBef>
              </a:pPr>
              <a:endParaRPr lang="zh-CN" altLang="en-US"/>
            </a:p>
          </p:txBody>
        </p:sp>
        <p:sp>
          <p:nvSpPr>
            <p:cNvPr id="104476" name="Rectangle 29">
              <a:extLst>
                <a:ext uri="{FF2B5EF4-FFF2-40B4-BE49-F238E27FC236}">
                  <a16:creationId xmlns:a16="http://schemas.microsoft.com/office/drawing/2014/main" id="{1A76367B-7EE6-C1E5-8A74-1AF0FDEB32D8}"/>
                </a:ext>
              </a:extLst>
            </p:cNvPr>
            <p:cNvSpPr>
              <a:spLocks noChangeArrowheads="1"/>
            </p:cNvSpPr>
            <p:nvPr/>
          </p:nvSpPr>
          <p:spPr bwMode="auto">
            <a:xfrm>
              <a:off x="4332" y="2069"/>
              <a:ext cx="147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zh-CN" altLang="en-US">
                  <a:solidFill>
                    <a:schemeClr val="bg1"/>
                  </a:solidFill>
                </a:rPr>
                <a:t>左旋圆极化波</a:t>
              </a:r>
            </a:p>
          </p:txBody>
        </p:sp>
      </p:grpSp>
      <p:grpSp>
        <p:nvGrpSpPr>
          <p:cNvPr id="662560" name="Group 32">
            <a:extLst>
              <a:ext uri="{FF2B5EF4-FFF2-40B4-BE49-F238E27FC236}">
                <a16:creationId xmlns:a16="http://schemas.microsoft.com/office/drawing/2014/main" id="{D487397E-9E84-6EB0-BF70-E2CC103FE35B}"/>
              </a:ext>
            </a:extLst>
          </p:cNvPr>
          <p:cNvGrpSpPr>
            <a:grpSpLocks/>
          </p:cNvGrpSpPr>
          <p:nvPr/>
        </p:nvGrpSpPr>
        <p:grpSpPr bwMode="auto">
          <a:xfrm>
            <a:off x="6443663" y="4076700"/>
            <a:ext cx="2593975" cy="639763"/>
            <a:chOff x="4059" y="2568"/>
            <a:chExt cx="1634" cy="403"/>
          </a:xfrm>
        </p:grpSpPr>
        <p:sp>
          <p:nvSpPr>
            <p:cNvPr id="104478" name="AutoShape 25">
              <a:extLst>
                <a:ext uri="{FF2B5EF4-FFF2-40B4-BE49-F238E27FC236}">
                  <a16:creationId xmlns:a16="http://schemas.microsoft.com/office/drawing/2014/main" id="{B14E4799-965B-5147-1542-9E40AB6D7204}"/>
                </a:ext>
              </a:extLst>
            </p:cNvPr>
            <p:cNvSpPr>
              <a:spLocks noChangeArrowheads="1"/>
            </p:cNvSpPr>
            <p:nvPr/>
          </p:nvSpPr>
          <p:spPr bwMode="auto">
            <a:xfrm>
              <a:off x="4059" y="2750"/>
              <a:ext cx="318" cy="140"/>
            </a:xfrm>
            <a:prstGeom prst="rightArrow">
              <a:avLst>
                <a:gd name="adj1" fmla="val 50000"/>
                <a:gd name="adj2" fmla="val 56765"/>
              </a:avLst>
            </a:prstGeom>
            <a:solidFill>
              <a:srgbClr val="FF8383"/>
            </a:solidFill>
            <a:ln w="9525">
              <a:solidFill>
                <a:srgbClr val="FF00FF"/>
              </a:solidFill>
              <a:miter lim="800000"/>
              <a:headEnd/>
              <a:tailEnd/>
            </a:ln>
          </p:spPr>
          <p:txBody>
            <a:bodyPr wrap="none" anchor="ctr"/>
            <a:lstStyle/>
            <a:p>
              <a:pPr>
                <a:spcBef>
                  <a:spcPct val="20000"/>
                </a:spcBef>
              </a:pPr>
              <a:endParaRPr lang="zh-CN" altLang="en-US"/>
            </a:p>
          </p:txBody>
        </p:sp>
        <p:sp>
          <p:nvSpPr>
            <p:cNvPr id="104479" name="Rectangle 31">
              <a:extLst>
                <a:ext uri="{FF2B5EF4-FFF2-40B4-BE49-F238E27FC236}">
                  <a16:creationId xmlns:a16="http://schemas.microsoft.com/office/drawing/2014/main" id="{0AAA82E7-F8A4-2926-C013-3C75C2F327E1}"/>
                </a:ext>
              </a:extLst>
            </p:cNvPr>
            <p:cNvSpPr>
              <a:spLocks noChangeArrowheads="1"/>
            </p:cNvSpPr>
            <p:nvPr/>
          </p:nvSpPr>
          <p:spPr bwMode="auto">
            <a:xfrm>
              <a:off x="4332" y="2568"/>
              <a:ext cx="136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zh-CN" altLang="en-US">
                  <a:solidFill>
                    <a:schemeClr val="bg1"/>
                  </a:solidFill>
                </a:rPr>
                <a:t>右旋圆极化波</a:t>
              </a:r>
            </a:p>
          </p:txBody>
        </p:sp>
      </p:grpSp>
      <p:grpSp>
        <p:nvGrpSpPr>
          <p:cNvPr id="662562" name="Group 34">
            <a:extLst>
              <a:ext uri="{FF2B5EF4-FFF2-40B4-BE49-F238E27FC236}">
                <a16:creationId xmlns:a16="http://schemas.microsoft.com/office/drawing/2014/main" id="{7164CB76-7D24-0071-F738-F4E376DF8B27}"/>
              </a:ext>
            </a:extLst>
          </p:cNvPr>
          <p:cNvGrpSpPr>
            <a:grpSpLocks/>
          </p:cNvGrpSpPr>
          <p:nvPr/>
        </p:nvGrpSpPr>
        <p:grpSpPr bwMode="auto">
          <a:xfrm>
            <a:off x="5362575" y="4715669"/>
            <a:ext cx="2016125" cy="639762"/>
            <a:chOff x="4104" y="3113"/>
            <a:chExt cx="1270" cy="403"/>
          </a:xfrm>
        </p:grpSpPr>
        <p:sp>
          <p:nvSpPr>
            <p:cNvPr id="104481" name="AutoShape 27">
              <a:extLst>
                <a:ext uri="{FF2B5EF4-FFF2-40B4-BE49-F238E27FC236}">
                  <a16:creationId xmlns:a16="http://schemas.microsoft.com/office/drawing/2014/main" id="{57998A74-030A-13DB-9893-CEAC6697E9B5}"/>
                </a:ext>
              </a:extLst>
            </p:cNvPr>
            <p:cNvSpPr>
              <a:spLocks noChangeArrowheads="1"/>
            </p:cNvSpPr>
            <p:nvPr/>
          </p:nvSpPr>
          <p:spPr bwMode="auto">
            <a:xfrm>
              <a:off x="4104" y="3290"/>
              <a:ext cx="318" cy="140"/>
            </a:xfrm>
            <a:prstGeom prst="rightArrow">
              <a:avLst>
                <a:gd name="adj1" fmla="val 50000"/>
                <a:gd name="adj2" fmla="val 56765"/>
              </a:avLst>
            </a:prstGeom>
            <a:solidFill>
              <a:srgbClr val="FF8383"/>
            </a:solidFill>
            <a:ln w="9525">
              <a:solidFill>
                <a:srgbClr val="FF00FF"/>
              </a:solidFill>
              <a:miter lim="800000"/>
              <a:headEnd/>
              <a:tailEnd/>
            </a:ln>
          </p:spPr>
          <p:txBody>
            <a:bodyPr wrap="none" anchor="ctr"/>
            <a:lstStyle/>
            <a:p>
              <a:pPr>
                <a:spcBef>
                  <a:spcPct val="20000"/>
                </a:spcBef>
              </a:pPr>
              <a:endParaRPr lang="zh-CN" altLang="en-US"/>
            </a:p>
          </p:txBody>
        </p:sp>
        <p:sp>
          <p:nvSpPr>
            <p:cNvPr id="104482" name="Rectangle 33">
              <a:extLst>
                <a:ext uri="{FF2B5EF4-FFF2-40B4-BE49-F238E27FC236}">
                  <a16:creationId xmlns:a16="http://schemas.microsoft.com/office/drawing/2014/main" id="{530508B4-DEBE-DB9A-0725-A95831A04543}"/>
                </a:ext>
              </a:extLst>
            </p:cNvPr>
            <p:cNvSpPr>
              <a:spLocks noChangeArrowheads="1"/>
            </p:cNvSpPr>
            <p:nvPr/>
          </p:nvSpPr>
          <p:spPr bwMode="auto">
            <a:xfrm>
              <a:off x="4422" y="3113"/>
              <a:ext cx="95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zh-CN" altLang="en-US">
                  <a:solidFill>
                    <a:schemeClr val="bg1"/>
                  </a:solidFill>
                </a:rPr>
                <a:t>线极化波</a:t>
              </a:r>
            </a:p>
          </p:txBody>
        </p:sp>
      </p:grpSp>
      <p:grpSp>
        <p:nvGrpSpPr>
          <p:cNvPr id="662564" name="Group 36">
            <a:extLst>
              <a:ext uri="{FF2B5EF4-FFF2-40B4-BE49-F238E27FC236}">
                <a16:creationId xmlns:a16="http://schemas.microsoft.com/office/drawing/2014/main" id="{BAC252C5-2E57-6F21-371B-79959F504406}"/>
              </a:ext>
            </a:extLst>
          </p:cNvPr>
          <p:cNvGrpSpPr>
            <a:grpSpLocks/>
          </p:cNvGrpSpPr>
          <p:nvPr/>
        </p:nvGrpSpPr>
        <p:grpSpPr bwMode="auto">
          <a:xfrm>
            <a:off x="6443663" y="5805488"/>
            <a:ext cx="2881312" cy="639762"/>
            <a:chOff x="4059" y="3612"/>
            <a:chExt cx="1815" cy="403"/>
          </a:xfrm>
        </p:grpSpPr>
        <p:sp>
          <p:nvSpPr>
            <p:cNvPr id="104484" name="AutoShape 28">
              <a:extLst>
                <a:ext uri="{FF2B5EF4-FFF2-40B4-BE49-F238E27FC236}">
                  <a16:creationId xmlns:a16="http://schemas.microsoft.com/office/drawing/2014/main" id="{0C73BBB0-5C0E-1DB1-8812-D28836F08D92}"/>
                </a:ext>
              </a:extLst>
            </p:cNvPr>
            <p:cNvSpPr>
              <a:spLocks noChangeArrowheads="1"/>
            </p:cNvSpPr>
            <p:nvPr/>
          </p:nvSpPr>
          <p:spPr bwMode="auto">
            <a:xfrm>
              <a:off x="4059" y="3793"/>
              <a:ext cx="273" cy="136"/>
            </a:xfrm>
            <a:prstGeom prst="rightArrow">
              <a:avLst>
                <a:gd name="adj1" fmla="val 50000"/>
                <a:gd name="adj2" fmla="val 50165"/>
              </a:avLst>
            </a:prstGeom>
            <a:solidFill>
              <a:srgbClr val="FF8383"/>
            </a:solidFill>
            <a:ln w="9525">
              <a:solidFill>
                <a:srgbClr val="FF00FF"/>
              </a:solidFill>
              <a:miter lim="800000"/>
              <a:headEnd/>
              <a:tailEnd/>
            </a:ln>
          </p:spPr>
          <p:txBody>
            <a:bodyPr wrap="none" anchor="ctr"/>
            <a:lstStyle/>
            <a:p>
              <a:pPr>
                <a:spcBef>
                  <a:spcPct val="20000"/>
                </a:spcBef>
              </a:pPr>
              <a:endParaRPr lang="zh-CN" altLang="en-US"/>
            </a:p>
          </p:txBody>
        </p:sp>
        <p:sp>
          <p:nvSpPr>
            <p:cNvPr id="104485" name="Rectangle 35">
              <a:extLst>
                <a:ext uri="{FF2B5EF4-FFF2-40B4-BE49-F238E27FC236}">
                  <a16:creationId xmlns:a16="http://schemas.microsoft.com/office/drawing/2014/main" id="{D290536E-1ED7-238F-6FC8-D5F78198E782}"/>
                </a:ext>
              </a:extLst>
            </p:cNvPr>
            <p:cNvSpPr>
              <a:spLocks noChangeArrowheads="1"/>
            </p:cNvSpPr>
            <p:nvPr/>
          </p:nvSpPr>
          <p:spPr bwMode="auto">
            <a:xfrm>
              <a:off x="4287" y="3612"/>
              <a:ext cx="158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zh-CN" altLang="en-US">
                  <a:solidFill>
                    <a:schemeClr val="bg1"/>
                  </a:solidFill>
                </a:rPr>
                <a:t>左旋椭圆极化波</a:t>
              </a:r>
            </a:p>
          </p:txBody>
        </p:sp>
      </p:grpSp>
      <p:grpSp>
        <p:nvGrpSpPr>
          <p:cNvPr id="662566" name="Group 38">
            <a:extLst>
              <a:ext uri="{FF2B5EF4-FFF2-40B4-BE49-F238E27FC236}">
                <a16:creationId xmlns:a16="http://schemas.microsoft.com/office/drawing/2014/main" id="{FBC8873E-FDCA-4FF4-B1A0-FCD0541F0546}"/>
              </a:ext>
            </a:extLst>
          </p:cNvPr>
          <p:cNvGrpSpPr>
            <a:grpSpLocks/>
          </p:cNvGrpSpPr>
          <p:nvPr/>
        </p:nvGrpSpPr>
        <p:grpSpPr bwMode="auto">
          <a:xfrm>
            <a:off x="177800" y="954088"/>
            <a:ext cx="5803900" cy="530225"/>
            <a:chOff x="541" y="601"/>
            <a:chExt cx="3656" cy="334"/>
          </a:xfrm>
        </p:grpSpPr>
        <p:sp>
          <p:nvSpPr>
            <p:cNvPr id="104487" name="Rectangle 10">
              <a:extLst>
                <a:ext uri="{FF2B5EF4-FFF2-40B4-BE49-F238E27FC236}">
                  <a16:creationId xmlns:a16="http://schemas.microsoft.com/office/drawing/2014/main" id="{CB6B19B3-81FD-12F8-06ED-A52AC12CBD3F}"/>
                </a:ext>
              </a:extLst>
            </p:cNvPr>
            <p:cNvSpPr>
              <a:spLocks noChangeArrowheads="1"/>
            </p:cNvSpPr>
            <p:nvPr/>
          </p:nvSpPr>
          <p:spPr bwMode="auto">
            <a:xfrm>
              <a:off x="541" y="601"/>
              <a:ext cx="11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r>
                <a:rPr lang="en-US" altLang="zh-CN">
                  <a:solidFill>
                    <a:schemeClr val="bg1"/>
                  </a:solidFill>
                </a:rPr>
                <a:t>( 1 )</a:t>
              </a:r>
            </a:p>
          </p:txBody>
        </p:sp>
        <p:graphicFrame>
          <p:nvGraphicFramePr>
            <p:cNvPr id="104488" name="Object 37">
              <a:extLst>
                <a:ext uri="{FF2B5EF4-FFF2-40B4-BE49-F238E27FC236}">
                  <a16:creationId xmlns:a16="http://schemas.microsoft.com/office/drawing/2014/main" id="{15A8EAF8-4BD3-522D-0866-D7DF907293E2}"/>
                </a:ext>
              </a:extLst>
            </p:cNvPr>
            <p:cNvGraphicFramePr>
              <a:graphicFrameLocks noChangeAspect="1"/>
            </p:cNvGraphicFramePr>
            <p:nvPr/>
          </p:nvGraphicFramePr>
          <p:xfrm>
            <a:off x="1020" y="601"/>
            <a:ext cx="3177" cy="334"/>
          </p:xfrm>
          <a:graphic>
            <a:graphicData uri="http://schemas.openxmlformats.org/presentationml/2006/ole">
              <mc:AlternateContent xmlns:mc="http://schemas.openxmlformats.org/markup-compatibility/2006">
                <mc:Choice xmlns:v="urn:schemas-microsoft-com:vml" Requires="v">
                  <p:oleObj r:id="rId25" imgW="2104200" imgH="170640" progId="Equation.DSMT4">
                    <p:embed/>
                  </p:oleObj>
                </mc:Choice>
                <mc:Fallback>
                  <p:oleObj r:id="rId25" imgW="2104200" imgH="170640" progId="Equation.DSMT4">
                    <p:embed/>
                    <p:pic>
                      <p:nvPicPr>
                        <p:cNvPr id="0" name="Object 3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020" y="601"/>
                          <a:ext cx="3177"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04489" name="文本框 42">
            <a:extLst>
              <a:ext uri="{FF2B5EF4-FFF2-40B4-BE49-F238E27FC236}">
                <a16:creationId xmlns:a16="http://schemas.microsoft.com/office/drawing/2014/main" id="{ED08A3B2-3CEF-C104-E5FA-B3B492B2B8DD}"/>
              </a:ext>
            </a:extLst>
          </p:cNvPr>
          <p:cNvSpPr txBox="1">
            <a:spLocks noRot="1" noChangeAspect="1" noEditPoints="1" noChangeArrowheads="1" noTextEdit="1"/>
          </p:cNvSpPr>
          <p:nvPr/>
        </p:nvSpPr>
        <p:spPr bwMode="auto">
          <a:xfrm>
            <a:off x="4500563" y="1408906"/>
            <a:ext cx="4578350" cy="654050"/>
          </a:xfrm>
          <a:prstGeom prst="rect">
            <a:avLst/>
          </a:prstGeom>
          <a:blipFill dpi="0" rotWithShape="1">
            <a:blip r:embed="rId2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zh-CN"/>
          </a:p>
        </p:txBody>
      </p:sp>
      <p:sp>
        <p:nvSpPr>
          <p:cNvPr id="2" name="文本框 1">
            <a:extLst>
              <a:ext uri="{FF2B5EF4-FFF2-40B4-BE49-F238E27FC236}">
                <a16:creationId xmlns:a16="http://schemas.microsoft.com/office/drawing/2014/main" id="{9A6F2E67-82BD-4EE5-BB68-7704C48249D5}"/>
              </a:ext>
            </a:extLst>
          </p:cNvPr>
          <p:cNvSpPr txBox="1">
            <a:spLocks noRot="1" noChangeAspect="1" noMove="1" noResize="1" noEditPoints="1" noAdjustHandles="1" noChangeArrowheads="1" noChangeShapeType="1" noTextEdit="1"/>
          </p:cNvSpPr>
          <p:nvPr>
            <p:custDataLst>
              <p:tags r:id="rId1"/>
            </p:custDataLst>
          </p:nvPr>
        </p:nvSpPr>
        <p:spPr>
          <a:xfrm>
            <a:off x="6228621" y="923072"/>
            <a:ext cx="2343206" cy="518219"/>
          </a:xfrm>
          <a:prstGeom prst="rect">
            <a:avLst/>
          </a:prstGeom>
          <a:blipFill>
            <a:blip r:embed="rId28"/>
            <a:stretch>
              <a:fillRect l="-1302" b="-35294"/>
            </a:stretch>
          </a:blipFill>
        </p:spPr>
        <p:txBody>
          <a:bodyPr/>
          <a:lstStyle/>
          <a:p>
            <a:pPr eaLnBrk="0" hangingPunct="0"/>
            <a:r>
              <a:rPr lang="zh-CN" altLang="en-US" noProof="1">
                <a:noFill/>
              </a:rPr>
              <a:t> </a:t>
            </a:r>
          </a:p>
        </p:txBody>
      </p:sp>
      <p:cxnSp>
        <p:nvCxnSpPr>
          <p:cNvPr id="104491" name="直接箭头连接符 2">
            <a:extLst>
              <a:ext uri="{FF2B5EF4-FFF2-40B4-BE49-F238E27FC236}">
                <a16:creationId xmlns:a16="http://schemas.microsoft.com/office/drawing/2014/main" id="{2FAA6B65-E8FA-8851-A251-15AAF24CCA36}"/>
              </a:ext>
            </a:extLst>
          </p:cNvPr>
          <p:cNvCxnSpPr>
            <a:cxnSpLocks noChangeShapeType="1"/>
          </p:cNvCxnSpPr>
          <p:nvPr/>
        </p:nvCxnSpPr>
        <p:spPr bwMode="auto">
          <a:xfrm flipH="1">
            <a:off x="3276600" y="1381125"/>
            <a:ext cx="4102100" cy="103188"/>
          </a:xfrm>
          <a:prstGeom prst="straightConnector1">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cxnSp>
      <p:sp>
        <p:nvSpPr>
          <p:cNvPr id="104492" name="圆角矩形 3">
            <a:extLst>
              <a:ext uri="{FF2B5EF4-FFF2-40B4-BE49-F238E27FC236}">
                <a16:creationId xmlns:a16="http://schemas.microsoft.com/office/drawing/2014/main" id="{4EC0AD3D-39EE-33CF-BC6F-CA931120CC63}"/>
              </a:ext>
            </a:extLst>
          </p:cNvPr>
          <p:cNvSpPr>
            <a:spLocks noChangeArrowheads="1"/>
          </p:cNvSpPr>
          <p:nvPr/>
        </p:nvSpPr>
        <p:spPr bwMode="auto">
          <a:xfrm>
            <a:off x="2627313" y="1555750"/>
            <a:ext cx="215900" cy="360363"/>
          </a:xfrm>
          <a:prstGeom prst="roundRect">
            <a:avLst>
              <a:gd name="adj" fmla="val 16667"/>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endParaRPr lang="zh-CN" altLang="en-US"/>
          </a:p>
        </p:txBody>
      </p:sp>
      <p:sp>
        <p:nvSpPr>
          <p:cNvPr id="104493" name="圆角矩形 4">
            <a:extLst>
              <a:ext uri="{FF2B5EF4-FFF2-40B4-BE49-F238E27FC236}">
                <a16:creationId xmlns:a16="http://schemas.microsoft.com/office/drawing/2014/main" id="{7008EDC3-56E4-C4E9-BC86-BEE0312304EA}"/>
              </a:ext>
            </a:extLst>
          </p:cNvPr>
          <p:cNvSpPr>
            <a:spLocks noChangeArrowheads="1"/>
          </p:cNvSpPr>
          <p:nvPr>
            <p:custDataLst>
              <p:tags r:id="rId2"/>
            </p:custDataLst>
          </p:nvPr>
        </p:nvSpPr>
        <p:spPr bwMode="auto">
          <a:xfrm>
            <a:off x="3140075" y="1549400"/>
            <a:ext cx="117475" cy="463550"/>
          </a:xfrm>
          <a:prstGeom prst="roundRect">
            <a:avLst>
              <a:gd name="adj" fmla="val 16667"/>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spcBef>
                <a:spcPct val="20000"/>
              </a:spcBef>
            </a:pPr>
            <a:endParaRPr lang="zh-CN" altLang="en-US"/>
          </a:p>
        </p:txBody>
      </p:sp>
      <p:graphicFrame>
        <p:nvGraphicFramePr>
          <p:cNvPr id="3" name="Object 12">
            <a:extLst>
              <a:ext uri="{FF2B5EF4-FFF2-40B4-BE49-F238E27FC236}">
                <a16:creationId xmlns:a16="http://schemas.microsoft.com/office/drawing/2014/main" id="{752E07E5-FB80-B6BD-F8E2-7D8F8DD0CBFE}"/>
              </a:ext>
            </a:extLst>
          </p:cNvPr>
          <p:cNvGraphicFramePr>
            <a:graphicFrameLocks noChangeAspect="1"/>
          </p:cNvGraphicFramePr>
          <p:nvPr>
            <p:extLst>
              <p:ext uri="{D42A27DB-BD31-4B8C-83A1-F6EECF244321}">
                <p14:modId xmlns:p14="http://schemas.microsoft.com/office/powerpoint/2010/main" val="2697520778"/>
              </p:ext>
            </p:extLst>
          </p:nvPr>
        </p:nvGraphicFramePr>
        <p:xfrm>
          <a:off x="1259632" y="4763"/>
          <a:ext cx="6624736" cy="558545"/>
        </p:xfrm>
        <a:graphic>
          <a:graphicData uri="http://schemas.openxmlformats.org/presentationml/2006/ole">
            <mc:AlternateContent xmlns:mc="http://schemas.openxmlformats.org/markup-compatibility/2006">
              <mc:Choice xmlns:v="urn:schemas-microsoft-com:vml" Requires="v">
                <p:oleObj r:id="rId29" imgW="2917080" imgH="214560" progId="Equation.3">
                  <p:embed/>
                </p:oleObj>
              </mc:Choice>
              <mc:Fallback>
                <p:oleObj r:id="rId29" imgW="2917080" imgH="214560" progId="Equation.3">
                  <p:embed/>
                  <p:pic>
                    <p:nvPicPr>
                      <p:cNvPr id="83020" name="Object 12">
                        <a:extLst>
                          <a:ext uri="{FF2B5EF4-FFF2-40B4-BE49-F238E27FC236}">
                            <a16:creationId xmlns:a16="http://schemas.microsoft.com/office/drawing/2014/main" id="{DB6CE083-C651-EDBD-A721-9331C75B1596}"/>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259632" y="4763"/>
                        <a:ext cx="6624736" cy="558545"/>
                      </a:xfrm>
                      <a:prstGeom prst="rect">
                        <a:avLst/>
                      </a:prstGeom>
                      <a:solidFill>
                        <a:schemeClr val="accent1">
                          <a:lumMod val="90000"/>
                        </a:schemeClr>
                      </a:solidFill>
                      <a:ln>
                        <a:noFill/>
                      </a:ln>
                    </p:spPr>
                  </p:pic>
                </p:oleObj>
              </mc:Fallback>
            </mc:AlternateContent>
          </a:graphicData>
        </a:graphic>
      </p:graphicFrame>
      <p:pic>
        <p:nvPicPr>
          <p:cNvPr id="5" name="图片 4">
            <a:extLst>
              <a:ext uri="{FF2B5EF4-FFF2-40B4-BE49-F238E27FC236}">
                <a16:creationId xmlns:a16="http://schemas.microsoft.com/office/drawing/2014/main" id="{1A736749-089B-4D47-CB28-E9E64681845A}"/>
              </a:ext>
            </a:extLst>
          </p:cNvPr>
          <p:cNvPicPr>
            <a:picLocks noChangeAspect="1"/>
          </p:cNvPicPr>
          <p:nvPr/>
        </p:nvPicPr>
        <p:blipFill>
          <a:blip r:embed="rId31"/>
          <a:stretch>
            <a:fillRect/>
          </a:stretch>
        </p:blipFill>
        <p:spPr>
          <a:xfrm>
            <a:off x="4531675" y="3425159"/>
            <a:ext cx="80650" cy="7681"/>
          </a:xfrm>
          <a:prstGeom prst="rect">
            <a:avLst/>
          </a:prstGeom>
        </p:spPr>
      </p:pic>
      <p:pic>
        <p:nvPicPr>
          <p:cNvPr id="7" name="图片 6">
            <a:extLst>
              <a:ext uri="{FF2B5EF4-FFF2-40B4-BE49-F238E27FC236}">
                <a16:creationId xmlns:a16="http://schemas.microsoft.com/office/drawing/2014/main" id="{04A733B6-3FE6-DE7D-7A73-6722512CDA83}"/>
              </a:ext>
            </a:extLst>
          </p:cNvPr>
          <p:cNvPicPr>
            <a:picLocks noChangeAspect="1"/>
          </p:cNvPicPr>
          <p:nvPr/>
        </p:nvPicPr>
        <p:blipFill>
          <a:blip r:embed="rId31"/>
          <a:stretch>
            <a:fillRect/>
          </a:stretch>
        </p:blipFill>
        <p:spPr>
          <a:xfrm>
            <a:off x="1663174" y="5476874"/>
            <a:ext cx="3897352" cy="401638"/>
          </a:xfrm>
          <a:prstGeom prst="rect">
            <a:avLst/>
          </a:prstGeom>
          <a:ln w="19050">
            <a:solidFill>
              <a:srgbClr val="FF0000"/>
            </a:solidFill>
          </a:ln>
        </p:spPr>
      </p:pic>
      <p:pic>
        <p:nvPicPr>
          <p:cNvPr id="9" name="图片 8">
            <a:extLst>
              <a:ext uri="{FF2B5EF4-FFF2-40B4-BE49-F238E27FC236}">
                <a16:creationId xmlns:a16="http://schemas.microsoft.com/office/drawing/2014/main" id="{705F900E-CD3F-8F04-5166-7A19E94C6304}"/>
              </a:ext>
            </a:extLst>
          </p:cNvPr>
          <p:cNvPicPr>
            <a:picLocks noChangeAspect="1"/>
          </p:cNvPicPr>
          <p:nvPr/>
        </p:nvPicPr>
        <p:blipFill>
          <a:blip r:embed="rId32"/>
          <a:stretch>
            <a:fillRect/>
          </a:stretch>
        </p:blipFill>
        <p:spPr>
          <a:xfrm>
            <a:off x="3257550" y="6526441"/>
            <a:ext cx="2023491" cy="361960"/>
          </a:xfrm>
          <a:prstGeom prst="rect">
            <a:avLst/>
          </a:prstGeom>
          <a:ln w="19050">
            <a:solidFill>
              <a:schemeClr val="accent1">
                <a:lumMod val="90000"/>
              </a:schemeClr>
            </a:solidFill>
          </a:ln>
        </p:spPr>
      </p:pic>
      <p:pic>
        <p:nvPicPr>
          <p:cNvPr id="10" name="图片 9">
            <a:extLst>
              <a:ext uri="{FF2B5EF4-FFF2-40B4-BE49-F238E27FC236}">
                <a16:creationId xmlns:a16="http://schemas.microsoft.com/office/drawing/2014/main" id="{66252441-B451-3D03-ECFB-5CE043A1CBE1}"/>
              </a:ext>
            </a:extLst>
          </p:cNvPr>
          <p:cNvPicPr>
            <a:picLocks noChangeAspect="1"/>
          </p:cNvPicPr>
          <p:nvPr/>
        </p:nvPicPr>
        <p:blipFill>
          <a:blip r:embed="rId32"/>
          <a:stretch>
            <a:fillRect/>
          </a:stretch>
        </p:blipFill>
        <p:spPr>
          <a:xfrm>
            <a:off x="1941799" y="3912389"/>
            <a:ext cx="2023491" cy="361960"/>
          </a:xfrm>
          <a:prstGeom prst="rect">
            <a:avLst/>
          </a:prstGeom>
          <a:ln w="19050">
            <a:solidFill>
              <a:schemeClr val="accent1">
                <a:lumMod val="90000"/>
              </a:schemeClr>
            </a:solidFill>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632834"/>
                                        </p:tgtEl>
                                        <p:attrNameLst>
                                          <p:attrName>style.visibility</p:attrName>
                                        </p:attrNameLst>
                                      </p:cBhvr>
                                      <p:to>
                                        <p:strVal val="visible"/>
                                      </p:to>
                                    </p:set>
                                    <p:animEffect transition="in" filter="wipe(up)">
                                      <p:cBhvr>
                                        <p:cTn id="7" dur="2000"/>
                                        <p:tgtEl>
                                          <p:spTgt spid="632834"/>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662566"/>
                                        </p:tgtEl>
                                        <p:attrNameLst>
                                          <p:attrName>style.visibility</p:attrName>
                                        </p:attrNameLst>
                                      </p:cBhvr>
                                      <p:to>
                                        <p:strVal val="visible"/>
                                      </p:to>
                                    </p:set>
                                    <p:animEffect transition="in" filter="wipe(up)">
                                      <p:cBhvr>
                                        <p:cTn id="11" dur="2000"/>
                                        <p:tgtEl>
                                          <p:spTgt spid="662566"/>
                                        </p:tgtEl>
                                      </p:cBhvr>
                                    </p:animEffect>
                                  </p:childTnLst>
                                </p:cTn>
                              </p:par>
                            </p:childTnLst>
                          </p:cTn>
                        </p:par>
                        <p:par>
                          <p:cTn id="12" fill="hold" nodeType="afterGroup">
                            <p:stCondLst>
                              <p:cond delay="4000"/>
                            </p:stCondLst>
                            <p:childTnLst>
                              <p:par>
                                <p:cTn id="13" presetID="22" presetClass="entr" presetSubtype="1" fill="hold" nodeType="afterEffect">
                                  <p:stCondLst>
                                    <p:cond delay="0"/>
                                  </p:stCondLst>
                                  <p:childTnLst>
                                    <p:set>
                                      <p:cBhvr>
                                        <p:cTn id="14" dur="1" fill="hold">
                                          <p:stCondLst>
                                            <p:cond delay="0"/>
                                          </p:stCondLst>
                                        </p:cTn>
                                        <p:tgtEl>
                                          <p:spTgt spid="662567"/>
                                        </p:tgtEl>
                                        <p:attrNameLst>
                                          <p:attrName>style.visibility</p:attrName>
                                        </p:attrNameLst>
                                      </p:cBhvr>
                                      <p:to>
                                        <p:strVal val="visible"/>
                                      </p:to>
                                    </p:set>
                                    <p:animEffect transition="in" filter="wipe(up)">
                                      <p:cBhvr>
                                        <p:cTn id="15" dur="2000"/>
                                        <p:tgtEl>
                                          <p:spTgt spid="662567"/>
                                        </p:tgtEl>
                                      </p:cBhvr>
                                    </p:animEffect>
                                  </p:childTnLst>
                                </p:cTn>
                              </p:par>
                            </p:childTnLst>
                          </p:cTn>
                        </p:par>
                        <p:par>
                          <p:cTn id="16" fill="hold" nodeType="afterGroup">
                            <p:stCondLst>
                              <p:cond delay="6000"/>
                            </p:stCondLst>
                            <p:childTnLst>
                              <p:par>
                                <p:cTn id="17" presetID="22" presetClass="entr" presetSubtype="1" fill="hold" nodeType="afterEffect">
                                  <p:stCondLst>
                                    <p:cond delay="0"/>
                                  </p:stCondLst>
                                  <p:childTnLst>
                                    <p:set>
                                      <p:cBhvr>
                                        <p:cTn id="18" dur="1" fill="hold">
                                          <p:stCondLst>
                                            <p:cond delay="0"/>
                                          </p:stCondLst>
                                        </p:cTn>
                                        <p:tgtEl>
                                          <p:spTgt spid="662568"/>
                                        </p:tgtEl>
                                        <p:attrNameLst>
                                          <p:attrName>style.visibility</p:attrName>
                                        </p:attrNameLst>
                                      </p:cBhvr>
                                      <p:to>
                                        <p:strVal val="visible"/>
                                      </p:to>
                                    </p:set>
                                    <p:animEffect transition="in" filter="wipe(up)">
                                      <p:cBhvr>
                                        <p:cTn id="19" dur="2000"/>
                                        <p:tgtEl>
                                          <p:spTgt spid="662568"/>
                                        </p:tgtEl>
                                      </p:cBhvr>
                                    </p:animEffect>
                                  </p:childTnLst>
                                </p:cTn>
                              </p:par>
                            </p:childTnLst>
                          </p:cTn>
                        </p:par>
                        <p:par>
                          <p:cTn id="20" fill="hold" nodeType="afterGroup">
                            <p:stCondLst>
                              <p:cond delay="8000"/>
                            </p:stCondLst>
                            <p:childTnLst>
                              <p:par>
                                <p:cTn id="21" presetID="22" presetClass="entr" presetSubtype="1" fill="hold" nodeType="afterEffect">
                                  <p:stCondLst>
                                    <p:cond delay="0"/>
                                  </p:stCondLst>
                                  <p:childTnLst>
                                    <p:set>
                                      <p:cBhvr>
                                        <p:cTn id="22" dur="1" fill="hold">
                                          <p:stCondLst>
                                            <p:cond delay="0"/>
                                          </p:stCondLst>
                                        </p:cTn>
                                        <p:tgtEl>
                                          <p:spTgt spid="662569"/>
                                        </p:tgtEl>
                                        <p:attrNameLst>
                                          <p:attrName>style.visibility</p:attrName>
                                        </p:attrNameLst>
                                      </p:cBhvr>
                                      <p:to>
                                        <p:strVal val="visible"/>
                                      </p:to>
                                    </p:set>
                                    <p:animEffect transition="in" filter="wipe(up)">
                                      <p:cBhvr>
                                        <p:cTn id="23" dur="2000"/>
                                        <p:tgtEl>
                                          <p:spTgt spid="66256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632846"/>
                                        </p:tgtEl>
                                        <p:attrNameLst>
                                          <p:attrName>style.visibility</p:attrName>
                                        </p:attrNameLst>
                                      </p:cBhvr>
                                      <p:to>
                                        <p:strVal val="visible"/>
                                      </p:to>
                                    </p:set>
                                    <p:animEffect transition="in" filter="wipe(up)">
                                      <p:cBhvr>
                                        <p:cTn id="28" dur="2000"/>
                                        <p:tgtEl>
                                          <p:spTgt spid="632846"/>
                                        </p:tgtEl>
                                      </p:cBhvr>
                                    </p:animEffect>
                                  </p:childTnLst>
                                </p:cTn>
                              </p:par>
                            </p:childTnLst>
                          </p:cTn>
                        </p:par>
                        <p:par>
                          <p:cTn id="29" fill="hold" nodeType="afterGroup">
                            <p:stCondLst>
                              <p:cond delay="2000"/>
                            </p:stCondLst>
                            <p:childTnLst>
                              <p:par>
                                <p:cTn id="30" presetID="22" presetClass="entr" presetSubtype="1" fill="hold" nodeType="afterEffect">
                                  <p:stCondLst>
                                    <p:cond delay="0"/>
                                  </p:stCondLst>
                                  <p:childTnLst>
                                    <p:set>
                                      <p:cBhvr>
                                        <p:cTn id="31" dur="1" fill="hold">
                                          <p:stCondLst>
                                            <p:cond delay="0"/>
                                          </p:stCondLst>
                                        </p:cTn>
                                        <p:tgtEl>
                                          <p:spTgt spid="662546"/>
                                        </p:tgtEl>
                                        <p:attrNameLst>
                                          <p:attrName>style.visibility</p:attrName>
                                        </p:attrNameLst>
                                      </p:cBhvr>
                                      <p:to>
                                        <p:strVal val="visible"/>
                                      </p:to>
                                    </p:set>
                                    <p:animEffect transition="in" filter="wipe(up)">
                                      <p:cBhvr>
                                        <p:cTn id="32" dur="2000"/>
                                        <p:tgtEl>
                                          <p:spTgt spid="66254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662558"/>
                                        </p:tgtEl>
                                        <p:attrNameLst>
                                          <p:attrName>style.visibility</p:attrName>
                                        </p:attrNameLst>
                                      </p:cBhvr>
                                      <p:to>
                                        <p:strVal val="visible"/>
                                      </p:to>
                                    </p:set>
                                    <p:animEffect transition="in" filter="wipe(up)">
                                      <p:cBhvr>
                                        <p:cTn id="37" dur="2000"/>
                                        <p:tgtEl>
                                          <p:spTgt spid="66255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662535"/>
                                        </p:tgtEl>
                                        <p:attrNameLst>
                                          <p:attrName>style.visibility</p:attrName>
                                        </p:attrNameLst>
                                      </p:cBhvr>
                                      <p:to>
                                        <p:strVal val="visible"/>
                                      </p:to>
                                    </p:set>
                                    <p:animEffect transition="in" filter="wipe(up)">
                                      <p:cBhvr>
                                        <p:cTn id="42" dur="2000"/>
                                        <p:tgtEl>
                                          <p:spTgt spid="662535"/>
                                        </p:tgtEl>
                                      </p:cBhvr>
                                    </p:animEffect>
                                  </p:childTnLst>
                                </p:cTn>
                              </p:par>
                            </p:childTnLst>
                          </p:cTn>
                        </p:par>
                        <p:par>
                          <p:cTn id="43" fill="hold" nodeType="afterGroup">
                            <p:stCondLst>
                              <p:cond delay="2000"/>
                            </p:stCondLst>
                            <p:childTnLst>
                              <p:par>
                                <p:cTn id="44" presetID="22" presetClass="entr" presetSubtype="1" fill="hold" nodeType="afterEffect">
                                  <p:stCondLst>
                                    <p:cond delay="0"/>
                                  </p:stCondLst>
                                  <p:childTnLst>
                                    <p:set>
                                      <p:cBhvr>
                                        <p:cTn id="45" dur="1" fill="hold">
                                          <p:stCondLst>
                                            <p:cond delay="0"/>
                                          </p:stCondLst>
                                        </p:cTn>
                                        <p:tgtEl>
                                          <p:spTgt spid="662545"/>
                                        </p:tgtEl>
                                        <p:attrNameLst>
                                          <p:attrName>style.visibility</p:attrName>
                                        </p:attrNameLst>
                                      </p:cBhvr>
                                      <p:to>
                                        <p:strVal val="visible"/>
                                      </p:to>
                                    </p:set>
                                    <p:animEffect transition="in" filter="wipe(up)">
                                      <p:cBhvr>
                                        <p:cTn id="46" dur="2000"/>
                                        <p:tgtEl>
                                          <p:spTgt spid="66254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662560"/>
                                        </p:tgtEl>
                                        <p:attrNameLst>
                                          <p:attrName>style.visibility</p:attrName>
                                        </p:attrNameLst>
                                      </p:cBhvr>
                                      <p:to>
                                        <p:strVal val="visible"/>
                                      </p:to>
                                    </p:set>
                                    <p:animEffect transition="in" filter="wipe(up)">
                                      <p:cBhvr>
                                        <p:cTn id="51" dur="2000"/>
                                        <p:tgtEl>
                                          <p:spTgt spid="66256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662536"/>
                                        </p:tgtEl>
                                        <p:attrNameLst>
                                          <p:attrName>style.visibility</p:attrName>
                                        </p:attrNameLst>
                                      </p:cBhvr>
                                      <p:to>
                                        <p:strVal val="visible"/>
                                      </p:to>
                                    </p:set>
                                    <p:animEffect transition="in" filter="wipe(up)">
                                      <p:cBhvr>
                                        <p:cTn id="56" dur="2000"/>
                                        <p:tgtEl>
                                          <p:spTgt spid="662536"/>
                                        </p:tgtEl>
                                      </p:cBhvr>
                                    </p:animEffect>
                                  </p:childTnLst>
                                </p:cTn>
                              </p:par>
                            </p:childTnLst>
                          </p:cTn>
                        </p:par>
                        <p:par>
                          <p:cTn id="57" fill="hold" nodeType="afterGroup">
                            <p:stCondLst>
                              <p:cond delay="2000"/>
                            </p:stCondLst>
                            <p:childTnLst>
                              <p:par>
                                <p:cTn id="58" presetID="22" presetClass="entr" presetSubtype="1" fill="hold" nodeType="afterEffect">
                                  <p:stCondLst>
                                    <p:cond delay="0"/>
                                  </p:stCondLst>
                                  <p:childTnLst>
                                    <p:set>
                                      <p:cBhvr>
                                        <p:cTn id="59" dur="1" fill="hold">
                                          <p:stCondLst>
                                            <p:cond delay="0"/>
                                          </p:stCondLst>
                                        </p:cTn>
                                        <p:tgtEl>
                                          <p:spTgt spid="662550"/>
                                        </p:tgtEl>
                                        <p:attrNameLst>
                                          <p:attrName>style.visibility</p:attrName>
                                        </p:attrNameLst>
                                      </p:cBhvr>
                                      <p:to>
                                        <p:strVal val="visible"/>
                                      </p:to>
                                    </p:set>
                                    <p:animEffect transition="in" filter="wipe(up)">
                                      <p:cBhvr>
                                        <p:cTn id="60" dur="2000"/>
                                        <p:tgtEl>
                                          <p:spTgt spid="66255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662562"/>
                                        </p:tgtEl>
                                        <p:attrNameLst>
                                          <p:attrName>style.visibility</p:attrName>
                                        </p:attrNameLst>
                                      </p:cBhvr>
                                      <p:to>
                                        <p:strVal val="visible"/>
                                      </p:to>
                                    </p:set>
                                    <p:animEffect transition="in" filter="wipe(up)">
                                      <p:cBhvr>
                                        <p:cTn id="65" dur="2000"/>
                                        <p:tgtEl>
                                          <p:spTgt spid="662562"/>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grpId="0" nodeType="clickEffect">
                                  <p:stCondLst>
                                    <p:cond delay="0"/>
                                  </p:stCondLst>
                                  <p:childTnLst>
                                    <p:set>
                                      <p:cBhvr>
                                        <p:cTn id="69" dur="1" fill="hold">
                                          <p:stCondLst>
                                            <p:cond delay="0"/>
                                          </p:stCondLst>
                                        </p:cTn>
                                        <p:tgtEl>
                                          <p:spTgt spid="662538"/>
                                        </p:tgtEl>
                                        <p:attrNameLst>
                                          <p:attrName>style.visibility</p:attrName>
                                        </p:attrNameLst>
                                      </p:cBhvr>
                                      <p:to>
                                        <p:strVal val="visible"/>
                                      </p:to>
                                    </p:set>
                                    <p:animEffect transition="in" filter="wipe(up)">
                                      <p:cBhvr>
                                        <p:cTn id="70" dur="2000"/>
                                        <p:tgtEl>
                                          <p:spTgt spid="662538"/>
                                        </p:tgtEl>
                                      </p:cBhvr>
                                    </p:animEffect>
                                  </p:childTnLst>
                                </p:cTn>
                              </p:par>
                            </p:childTnLst>
                          </p:cTn>
                        </p:par>
                        <p:par>
                          <p:cTn id="71" fill="hold" nodeType="afterGroup">
                            <p:stCondLst>
                              <p:cond delay="2000"/>
                            </p:stCondLst>
                            <p:childTnLst>
                              <p:par>
                                <p:cTn id="72" presetID="22" presetClass="entr" presetSubtype="1" fill="hold" nodeType="afterEffect">
                                  <p:stCondLst>
                                    <p:cond delay="0"/>
                                  </p:stCondLst>
                                  <p:childTnLst>
                                    <p:set>
                                      <p:cBhvr>
                                        <p:cTn id="73" dur="1" fill="hold">
                                          <p:stCondLst>
                                            <p:cond delay="0"/>
                                          </p:stCondLst>
                                        </p:cTn>
                                        <p:tgtEl>
                                          <p:spTgt spid="662547"/>
                                        </p:tgtEl>
                                        <p:attrNameLst>
                                          <p:attrName>style.visibility</p:attrName>
                                        </p:attrNameLst>
                                      </p:cBhvr>
                                      <p:to>
                                        <p:strVal val="visible"/>
                                      </p:to>
                                    </p:set>
                                    <p:animEffect transition="in" filter="wipe(up)">
                                      <p:cBhvr>
                                        <p:cTn id="74" dur="2000"/>
                                        <p:tgtEl>
                                          <p:spTgt spid="662547"/>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nodeType="clickEffect">
                                  <p:stCondLst>
                                    <p:cond delay="0"/>
                                  </p:stCondLst>
                                  <p:childTnLst>
                                    <p:set>
                                      <p:cBhvr>
                                        <p:cTn id="78" dur="1" fill="hold">
                                          <p:stCondLst>
                                            <p:cond delay="0"/>
                                          </p:stCondLst>
                                        </p:cTn>
                                        <p:tgtEl>
                                          <p:spTgt spid="662564"/>
                                        </p:tgtEl>
                                        <p:attrNameLst>
                                          <p:attrName>style.visibility</p:attrName>
                                        </p:attrNameLst>
                                      </p:cBhvr>
                                      <p:to>
                                        <p:strVal val="visible"/>
                                      </p:to>
                                    </p:set>
                                    <p:animEffect transition="in" filter="wipe(up)">
                                      <p:cBhvr>
                                        <p:cTn id="79" dur="2000"/>
                                        <p:tgtEl>
                                          <p:spTgt spid="662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2834" grpId="0"/>
      <p:bldP spid="632846" grpId="0"/>
      <p:bldP spid="662535" grpId="0"/>
      <p:bldP spid="662536" grpId="0"/>
      <p:bldP spid="66253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a:extLst>
              <a:ext uri="{FF2B5EF4-FFF2-40B4-BE49-F238E27FC236}">
                <a16:creationId xmlns:a16="http://schemas.microsoft.com/office/drawing/2014/main" id="{9572C85D-4B43-93D0-51CA-58D95DB1A50C}"/>
              </a:ext>
            </a:extLst>
          </p:cNvPr>
          <p:cNvSpPr>
            <a:spLocks noGrp="1"/>
          </p:cNvSpPr>
          <p:nvPr>
            <p:ph type="sldNum" sz="quarter" idx="10"/>
          </p:nvPr>
        </p:nvSpPr>
        <p:spPr/>
        <p:txBody>
          <a:bodyPr/>
          <a:lstStyle/>
          <a:p>
            <a:fld id="{8E2B8C76-7C9D-4542-BC9A-C853A1008DF3}" type="slidenum">
              <a:rPr lang="en-US" altLang="zh-CN"/>
              <a:pPr/>
              <a:t>16</a:t>
            </a:fld>
            <a:endParaRPr lang="en-US" altLang="zh-CN"/>
          </a:p>
        </p:txBody>
      </p:sp>
      <p:sp>
        <p:nvSpPr>
          <p:cNvPr id="762882" name="Rectangle 2">
            <a:extLst>
              <a:ext uri="{FF2B5EF4-FFF2-40B4-BE49-F238E27FC236}">
                <a16:creationId xmlns:a16="http://schemas.microsoft.com/office/drawing/2014/main" id="{914E623B-24C0-C0D0-4DD1-B7654240A0F2}"/>
              </a:ext>
            </a:extLst>
          </p:cNvPr>
          <p:cNvSpPr>
            <a:spLocks noChangeArrowheads="1"/>
          </p:cNvSpPr>
          <p:nvPr/>
        </p:nvSpPr>
        <p:spPr bwMode="auto">
          <a:xfrm>
            <a:off x="107950" y="450850"/>
            <a:ext cx="4903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solidFill>
                  <a:schemeClr val="bg1"/>
                </a:solidFill>
              </a:rPr>
              <a:t>5.4.</a:t>
            </a:r>
            <a:r>
              <a:rPr lang="en-US" altLang="zh-CN">
                <a:solidFill>
                  <a:schemeClr val="bg1"/>
                </a:solidFill>
                <a:ea typeface="宋体" panose="02010600030101010101" pitchFamily="2" charset="-122"/>
              </a:rPr>
              <a:t>5   </a:t>
            </a:r>
            <a:r>
              <a:rPr lang="zh-CN" altLang="en-US">
                <a:solidFill>
                  <a:schemeClr val="bg1"/>
                </a:solidFill>
                <a:ea typeface="幼圆" panose="02010509060101010101" pitchFamily="49" charset="-122"/>
              </a:rPr>
              <a:t>极化波的分解</a:t>
            </a:r>
          </a:p>
        </p:txBody>
      </p:sp>
      <p:sp>
        <p:nvSpPr>
          <p:cNvPr id="762883" name="Rectangle 3">
            <a:extLst>
              <a:ext uri="{FF2B5EF4-FFF2-40B4-BE49-F238E27FC236}">
                <a16:creationId xmlns:a16="http://schemas.microsoft.com/office/drawing/2014/main" id="{2770BA48-9553-1BB0-4B93-E97A51F7049E}"/>
              </a:ext>
            </a:extLst>
          </p:cNvPr>
          <p:cNvSpPr>
            <a:spLocks noChangeArrowheads="1"/>
          </p:cNvSpPr>
          <p:nvPr/>
        </p:nvSpPr>
        <p:spPr bwMode="auto">
          <a:xfrm>
            <a:off x="73025" y="1989138"/>
            <a:ext cx="90360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lnSpc>
                <a:spcPct val="130000"/>
              </a:lnSpc>
              <a:spcBef>
                <a:spcPct val="30000"/>
              </a:spcBef>
              <a:buFont typeface="Wingdings" panose="05000000000000000000" pitchFamily="2" charset="2"/>
              <a:buChar char="q"/>
            </a:pPr>
            <a:r>
              <a:rPr lang="zh-CN" altLang="en-US" dirty="0">
                <a:solidFill>
                  <a:schemeClr val="bg1"/>
                </a:solidFill>
                <a:latin typeface="楷体_GB2312" pitchFamily="49" charset="-122"/>
              </a:rPr>
              <a:t>任何一个线极化波都可以表示成旋向相反、振幅相等的</a:t>
            </a:r>
            <a:r>
              <a:rPr lang="zh-CN" altLang="en-US" u="sng" dirty="0">
                <a:solidFill>
                  <a:schemeClr val="bg1"/>
                </a:solidFill>
                <a:latin typeface="楷体_GB2312" pitchFamily="49" charset="-122"/>
              </a:rPr>
              <a:t>两圆极化波的叠加</a:t>
            </a:r>
            <a:r>
              <a:rPr lang="zh-CN" altLang="en-US" dirty="0">
                <a:solidFill>
                  <a:schemeClr val="bg1"/>
                </a:solidFill>
                <a:latin typeface="楷体_GB2312" pitchFamily="49" charset="-122"/>
              </a:rPr>
              <a:t>：</a:t>
            </a:r>
          </a:p>
        </p:txBody>
      </p:sp>
      <p:sp>
        <p:nvSpPr>
          <p:cNvPr id="762884" name="Rectangle 4">
            <a:extLst>
              <a:ext uri="{FF2B5EF4-FFF2-40B4-BE49-F238E27FC236}">
                <a16:creationId xmlns:a16="http://schemas.microsoft.com/office/drawing/2014/main" id="{C9C84E89-7F97-8B6C-AA64-2C9497B265C0}"/>
              </a:ext>
            </a:extLst>
          </p:cNvPr>
          <p:cNvSpPr>
            <a:spLocks noChangeArrowheads="1"/>
          </p:cNvSpPr>
          <p:nvPr/>
        </p:nvSpPr>
        <p:spPr bwMode="auto">
          <a:xfrm>
            <a:off x="107950" y="3789363"/>
            <a:ext cx="8964613"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lnSpc>
                <a:spcPct val="130000"/>
              </a:lnSpc>
              <a:spcBef>
                <a:spcPct val="30000"/>
              </a:spcBef>
              <a:buFont typeface="Wingdings" panose="05000000000000000000" pitchFamily="2" charset="2"/>
              <a:buChar char="q"/>
            </a:pPr>
            <a:r>
              <a:rPr lang="zh-CN" altLang="en-US" dirty="0">
                <a:solidFill>
                  <a:schemeClr val="bg1"/>
                </a:solidFill>
                <a:latin typeface="楷体_GB2312" pitchFamily="49" charset="-122"/>
              </a:rPr>
              <a:t>任何一个椭圆极化波也可以表示成旋向相反、振幅不等的</a:t>
            </a:r>
            <a:r>
              <a:rPr lang="zh-CN" altLang="en-US" u="sng" dirty="0">
                <a:solidFill>
                  <a:schemeClr val="bg1"/>
                </a:solidFill>
                <a:latin typeface="楷体_GB2312" pitchFamily="49" charset="-122"/>
              </a:rPr>
              <a:t>两圆极化波的叠加</a:t>
            </a:r>
            <a:r>
              <a:rPr lang="zh-CN" altLang="en-US" dirty="0">
                <a:solidFill>
                  <a:schemeClr val="bg1"/>
                </a:solidFill>
                <a:latin typeface="楷体_GB2312" pitchFamily="49" charset="-122"/>
              </a:rPr>
              <a:t>：</a:t>
            </a:r>
          </a:p>
        </p:txBody>
      </p:sp>
      <p:graphicFrame>
        <p:nvGraphicFramePr>
          <p:cNvPr id="762885" name="Object 5">
            <a:extLst>
              <a:ext uri="{FF2B5EF4-FFF2-40B4-BE49-F238E27FC236}">
                <a16:creationId xmlns:a16="http://schemas.microsoft.com/office/drawing/2014/main" id="{A5C93051-BE74-6979-89EE-68D3AA6F8E76}"/>
              </a:ext>
            </a:extLst>
          </p:cNvPr>
          <p:cNvGraphicFramePr>
            <a:graphicFrameLocks noChangeAspect="1"/>
          </p:cNvGraphicFramePr>
          <p:nvPr/>
        </p:nvGraphicFramePr>
        <p:xfrm>
          <a:off x="1395413" y="3001963"/>
          <a:ext cx="6445250" cy="787400"/>
        </p:xfrm>
        <a:graphic>
          <a:graphicData uri="http://schemas.openxmlformats.org/presentationml/2006/ole">
            <mc:AlternateContent xmlns:mc="http://schemas.openxmlformats.org/markup-compatibility/2006">
              <mc:Choice xmlns:v="urn:schemas-microsoft-com:vml" Requires="v">
                <p:oleObj r:id="rId2" imgW="2730240" imgH="280440" progId="Equation.DSMT4">
                  <p:embed/>
                </p:oleObj>
              </mc:Choice>
              <mc:Fallback>
                <p:oleObj r:id="rId2" imgW="2730240" imgH="28044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5413" y="3001963"/>
                        <a:ext cx="644525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2886" name="Object 6">
            <a:extLst>
              <a:ext uri="{FF2B5EF4-FFF2-40B4-BE49-F238E27FC236}">
                <a16:creationId xmlns:a16="http://schemas.microsoft.com/office/drawing/2014/main" id="{F41B9F60-3803-2B97-AED0-24FBED114D48}"/>
              </a:ext>
            </a:extLst>
          </p:cNvPr>
          <p:cNvGraphicFramePr>
            <a:graphicFrameLocks noChangeAspect="1"/>
          </p:cNvGraphicFramePr>
          <p:nvPr/>
        </p:nvGraphicFramePr>
        <p:xfrm>
          <a:off x="1381125" y="5013325"/>
          <a:ext cx="7388225" cy="1419225"/>
        </p:xfrm>
        <a:graphic>
          <a:graphicData uri="http://schemas.openxmlformats.org/presentationml/2006/ole">
            <mc:AlternateContent xmlns:mc="http://schemas.openxmlformats.org/markup-compatibility/2006">
              <mc:Choice xmlns:v="urn:schemas-microsoft-com:vml" Requires="v">
                <p:oleObj r:id="rId4" imgW="2895120" imgH="533520" progId="Equation.DSMT4">
                  <p:embed/>
                </p:oleObj>
              </mc:Choice>
              <mc:Fallback>
                <p:oleObj r:id="rId4" imgW="2895120" imgH="53352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1125" y="5013325"/>
                        <a:ext cx="7388225"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62887" name="Rectangle 7">
            <a:extLst>
              <a:ext uri="{FF2B5EF4-FFF2-40B4-BE49-F238E27FC236}">
                <a16:creationId xmlns:a16="http://schemas.microsoft.com/office/drawing/2014/main" id="{9DB633C6-019F-2F9C-BC1F-B064A8C347F1}"/>
              </a:ext>
            </a:extLst>
          </p:cNvPr>
          <p:cNvSpPr>
            <a:spLocks noChangeArrowheads="1"/>
          </p:cNvSpPr>
          <p:nvPr/>
        </p:nvSpPr>
        <p:spPr bwMode="auto">
          <a:xfrm>
            <a:off x="107950" y="908050"/>
            <a:ext cx="90360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b="1">
                <a:solidFill>
                  <a:schemeClr val="tx1"/>
                </a:solidFill>
                <a:latin typeface="Times New Roman" panose="02020603050405020304" pitchFamily="18" charset="0"/>
                <a:ea typeface="楷体_GB2312" pitchFamily="49" charset="-122"/>
              </a:defRPr>
            </a:lvl1pPr>
            <a:lvl2pPr>
              <a:defRPr sz="2400" b="1">
                <a:solidFill>
                  <a:schemeClr val="tx1"/>
                </a:solidFill>
                <a:latin typeface="Times New Roman" panose="02020603050405020304" pitchFamily="18" charset="0"/>
                <a:ea typeface="楷体_GB2312" pitchFamily="49" charset="-122"/>
              </a:defRPr>
            </a:lvl2pPr>
            <a:lvl3pPr>
              <a:defRPr sz="2400" b="1">
                <a:solidFill>
                  <a:schemeClr val="tx1"/>
                </a:solidFill>
                <a:latin typeface="Times New Roman" panose="02020603050405020304" pitchFamily="18" charset="0"/>
                <a:ea typeface="楷体_GB2312" pitchFamily="49" charset="-122"/>
              </a:defRPr>
            </a:lvl3pPr>
            <a:lvl4pPr>
              <a:defRPr sz="2400" b="1">
                <a:solidFill>
                  <a:schemeClr val="tx1"/>
                </a:solidFill>
                <a:latin typeface="Times New Roman" panose="02020603050405020304" pitchFamily="18" charset="0"/>
                <a:ea typeface="楷体_GB2312" pitchFamily="49" charset="-122"/>
              </a:defRPr>
            </a:lvl4pPr>
            <a:lvl5pPr>
              <a:defRPr sz="2400" b="1">
                <a:solidFill>
                  <a:schemeClr val="tx1"/>
                </a:solidFill>
                <a:latin typeface="Times New Roman" panose="02020603050405020304" pitchFamily="18" charset="0"/>
                <a:ea typeface="楷体_GB2312" pitchFamily="49" charset="-122"/>
              </a:defRPr>
            </a:lvl5pPr>
            <a:lvl6pPr fontAlgn="base">
              <a:spcBef>
                <a:spcPct val="0"/>
              </a:spcBef>
              <a:spcAft>
                <a:spcPct val="0"/>
              </a:spcAft>
              <a:defRPr sz="2400" b="1">
                <a:solidFill>
                  <a:schemeClr val="tx1"/>
                </a:solidFill>
                <a:latin typeface="Times New Roman" panose="02020603050405020304" pitchFamily="18" charset="0"/>
                <a:ea typeface="楷体_GB2312" pitchFamily="49" charset="-122"/>
              </a:defRPr>
            </a:lvl6pPr>
            <a:lvl7pPr fontAlgn="base">
              <a:spcBef>
                <a:spcPct val="0"/>
              </a:spcBef>
              <a:spcAft>
                <a:spcPct val="0"/>
              </a:spcAft>
              <a:defRPr sz="2400" b="1">
                <a:solidFill>
                  <a:schemeClr val="tx1"/>
                </a:solidFill>
                <a:latin typeface="Times New Roman" panose="02020603050405020304" pitchFamily="18" charset="0"/>
                <a:ea typeface="楷体_GB2312" pitchFamily="49" charset="-122"/>
              </a:defRPr>
            </a:lvl7pPr>
            <a:lvl8pPr fontAlgn="base">
              <a:spcBef>
                <a:spcPct val="0"/>
              </a:spcBef>
              <a:spcAft>
                <a:spcPct val="0"/>
              </a:spcAft>
              <a:defRPr sz="2400" b="1">
                <a:solidFill>
                  <a:schemeClr val="tx1"/>
                </a:solidFill>
                <a:latin typeface="Times New Roman" panose="02020603050405020304" pitchFamily="18" charset="0"/>
                <a:ea typeface="楷体_GB2312" pitchFamily="49" charset="-122"/>
              </a:defRPr>
            </a:lvl8pPr>
            <a:lvl9pPr fontAlgn="base">
              <a:spcBef>
                <a:spcPct val="0"/>
              </a:spcBef>
              <a:spcAft>
                <a:spcPct val="0"/>
              </a:spcAft>
              <a:defRPr sz="2400" b="1">
                <a:solidFill>
                  <a:schemeClr val="tx1"/>
                </a:solidFill>
                <a:latin typeface="Times New Roman" panose="02020603050405020304" pitchFamily="18" charset="0"/>
                <a:ea typeface="楷体_GB2312" pitchFamily="49" charset="-122"/>
              </a:defRPr>
            </a:lvl9pPr>
          </a:lstStyle>
          <a:p>
            <a:pPr>
              <a:lnSpc>
                <a:spcPct val="130000"/>
              </a:lnSpc>
              <a:spcBef>
                <a:spcPct val="30000"/>
              </a:spcBef>
              <a:buFont typeface="Wingdings" panose="05000000000000000000" pitchFamily="2" charset="2"/>
              <a:buChar char="q"/>
            </a:pPr>
            <a:r>
              <a:rPr lang="zh-CN" altLang="en-US" dirty="0">
                <a:solidFill>
                  <a:schemeClr val="bg1"/>
                </a:solidFill>
                <a:latin typeface="楷体_GB2312" pitchFamily="49" charset="-122"/>
              </a:rPr>
              <a:t>任何一个线极化波、圆极化波或椭圆极化波可分解成两个线极化波的叠加</a:t>
            </a:r>
            <a:r>
              <a:rPr lang="zh-CN" altLang="en-US" dirty="0">
                <a:solidFill>
                  <a:srgbClr val="FF0000"/>
                </a:solidFill>
                <a:latin typeface="楷体_GB2312" pitchFamily="49" charset="-122"/>
              </a:rPr>
              <a:t>（可逆）</a:t>
            </a:r>
            <a:r>
              <a:rPr lang="zh-CN" altLang="en-US" dirty="0">
                <a:solidFill>
                  <a:schemeClr val="bg1"/>
                </a:solidFill>
                <a:latin typeface="楷体_GB2312" pitchFamily="49" charset="-122"/>
              </a:rPr>
              <a:t>。</a:t>
            </a:r>
          </a:p>
        </p:txBody>
      </p:sp>
      <p:sp>
        <p:nvSpPr>
          <p:cNvPr id="762888" name="AutoShape 8">
            <a:extLst>
              <a:ext uri="{FF2B5EF4-FFF2-40B4-BE49-F238E27FC236}">
                <a16:creationId xmlns:a16="http://schemas.microsoft.com/office/drawing/2014/main" id="{8D275AF1-9921-2A63-5C9C-42EB9FBAE4B6}"/>
              </a:ext>
            </a:extLst>
          </p:cNvPr>
          <p:cNvSpPr>
            <a:spLocks noChangeArrowheads="1"/>
          </p:cNvSpPr>
          <p:nvPr/>
        </p:nvSpPr>
        <p:spPr bwMode="auto">
          <a:xfrm>
            <a:off x="3348038" y="3141663"/>
            <a:ext cx="358775" cy="457200"/>
          </a:xfrm>
          <a:prstGeom prst="wedgeRoundRectCallout">
            <a:avLst>
              <a:gd name="adj1" fmla="val -91593"/>
              <a:gd name="adj2" fmla="val -102431"/>
              <a:gd name="adj3" fmla="val 16667"/>
            </a:avLst>
          </a:prstGeom>
          <a:noFill/>
          <a:ln w="2857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endParaRPr lang="zh-CN" altLang="zh-CN" sz="1800" b="0">
              <a:solidFill>
                <a:schemeClr val="bg1"/>
              </a:solidFill>
              <a:latin typeface="Verdana" panose="020B0604030504040204" pitchFamily="34" charset="0"/>
              <a:ea typeface="宋体" panose="02010600030101010101" pitchFamily="2" charset="-122"/>
            </a:endParaRPr>
          </a:p>
        </p:txBody>
      </p:sp>
      <p:sp>
        <p:nvSpPr>
          <p:cNvPr id="762889" name="Text Box 9">
            <a:extLst>
              <a:ext uri="{FF2B5EF4-FFF2-40B4-BE49-F238E27FC236}">
                <a16:creationId xmlns:a16="http://schemas.microsoft.com/office/drawing/2014/main" id="{91D3BCDA-9D95-BD05-83B0-B4C7E4910687}"/>
              </a:ext>
            </a:extLst>
          </p:cNvPr>
          <p:cNvSpPr txBox="1">
            <a:spLocks noChangeArrowheads="1"/>
          </p:cNvSpPr>
          <p:nvPr/>
        </p:nvSpPr>
        <p:spPr bwMode="auto">
          <a:xfrm>
            <a:off x="2771775" y="2492375"/>
            <a:ext cx="1519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ctr">
              <a:spcBef>
                <a:spcPct val="50000"/>
              </a:spcBef>
            </a:pPr>
            <a:r>
              <a:rPr lang="zh-CN" altLang="en-US" sz="2000">
                <a:solidFill>
                  <a:srgbClr val="FF9900"/>
                </a:solidFill>
                <a:ea typeface="宋体" panose="02010600030101010101" pitchFamily="2" charset="-122"/>
              </a:rPr>
              <a:t>振动方向</a:t>
            </a:r>
          </a:p>
        </p:txBody>
      </p:sp>
      <p:sp>
        <p:nvSpPr>
          <p:cNvPr id="762890" name="AutoShape 10">
            <a:extLst>
              <a:ext uri="{FF2B5EF4-FFF2-40B4-BE49-F238E27FC236}">
                <a16:creationId xmlns:a16="http://schemas.microsoft.com/office/drawing/2014/main" id="{4EC788A6-30AA-5146-70C8-7EBD7C828F5D}"/>
              </a:ext>
            </a:extLst>
          </p:cNvPr>
          <p:cNvSpPr>
            <a:spLocks noChangeArrowheads="1"/>
          </p:cNvSpPr>
          <p:nvPr/>
        </p:nvSpPr>
        <p:spPr bwMode="auto">
          <a:xfrm>
            <a:off x="4933950" y="3152775"/>
            <a:ext cx="574675" cy="420688"/>
          </a:xfrm>
          <a:prstGeom prst="wedgeRoundRectCallout">
            <a:avLst>
              <a:gd name="adj1" fmla="val 75690"/>
              <a:gd name="adj2" fmla="val -107736"/>
              <a:gd name="adj3" fmla="val 16667"/>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endParaRPr lang="zh-CN" altLang="zh-CN" sz="1800" b="0">
              <a:solidFill>
                <a:schemeClr val="bg1"/>
              </a:solidFill>
              <a:latin typeface="Verdana" panose="020B0604030504040204" pitchFamily="34" charset="0"/>
              <a:ea typeface="宋体" panose="02010600030101010101" pitchFamily="2" charset="-122"/>
            </a:endParaRPr>
          </a:p>
        </p:txBody>
      </p:sp>
      <p:sp>
        <p:nvSpPr>
          <p:cNvPr id="762891" name="Text Box 11">
            <a:extLst>
              <a:ext uri="{FF2B5EF4-FFF2-40B4-BE49-F238E27FC236}">
                <a16:creationId xmlns:a16="http://schemas.microsoft.com/office/drawing/2014/main" id="{3C2A652D-5D89-595E-1DFB-C32CA380AD83}"/>
              </a:ext>
            </a:extLst>
          </p:cNvPr>
          <p:cNvSpPr txBox="1">
            <a:spLocks noChangeArrowheads="1"/>
          </p:cNvSpPr>
          <p:nvPr/>
        </p:nvSpPr>
        <p:spPr bwMode="auto">
          <a:xfrm>
            <a:off x="5364163" y="2636838"/>
            <a:ext cx="3389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ctr">
              <a:spcBef>
                <a:spcPct val="50000"/>
              </a:spcBef>
            </a:pPr>
            <a:r>
              <a:rPr lang="zh-CN" altLang="en-US" sz="2000">
                <a:solidFill>
                  <a:srgbClr val="FF00FF"/>
                </a:solidFill>
                <a:ea typeface="宋体" panose="02010600030101010101" pitchFamily="2" charset="-122"/>
              </a:rPr>
              <a:t>波因子：指示传播方向</a:t>
            </a:r>
          </a:p>
        </p:txBody>
      </p:sp>
      <p:graphicFrame>
        <p:nvGraphicFramePr>
          <p:cNvPr id="13" name="Object 12">
            <a:extLst>
              <a:ext uri="{FF2B5EF4-FFF2-40B4-BE49-F238E27FC236}">
                <a16:creationId xmlns:a16="http://schemas.microsoft.com/office/drawing/2014/main" id="{DF5B0CF4-AA2F-4698-8A4B-BC89D131B17C}"/>
              </a:ext>
            </a:extLst>
          </p:cNvPr>
          <p:cNvGraphicFramePr>
            <a:graphicFrameLocks noChangeAspect="1"/>
          </p:cNvGraphicFramePr>
          <p:nvPr>
            <p:extLst>
              <p:ext uri="{D42A27DB-BD31-4B8C-83A1-F6EECF244321}">
                <p14:modId xmlns:p14="http://schemas.microsoft.com/office/powerpoint/2010/main" val="1979202692"/>
              </p:ext>
            </p:extLst>
          </p:nvPr>
        </p:nvGraphicFramePr>
        <p:xfrm>
          <a:off x="2987823" y="444036"/>
          <a:ext cx="6104533" cy="514686"/>
        </p:xfrm>
        <a:graphic>
          <a:graphicData uri="http://schemas.openxmlformats.org/presentationml/2006/ole">
            <mc:AlternateContent xmlns:mc="http://schemas.openxmlformats.org/markup-compatibility/2006">
              <mc:Choice xmlns:v="urn:schemas-microsoft-com:vml" Requires="v">
                <p:oleObj r:id="rId6" imgW="2917080" imgH="214560" progId="Equation.3">
                  <p:embed/>
                </p:oleObj>
              </mc:Choice>
              <mc:Fallback>
                <p:oleObj r:id="rId6" imgW="2917080" imgH="214560" progId="Equation.3">
                  <p:embed/>
                  <p:pic>
                    <p:nvPicPr>
                      <p:cNvPr id="3" name="Object 12">
                        <a:extLst>
                          <a:ext uri="{FF2B5EF4-FFF2-40B4-BE49-F238E27FC236}">
                            <a16:creationId xmlns:a16="http://schemas.microsoft.com/office/drawing/2014/main" id="{752E07E5-FB80-B6BD-F8E2-7D8F8DD0CBF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87823" y="444036"/>
                        <a:ext cx="6104533" cy="514686"/>
                      </a:xfrm>
                      <a:prstGeom prst="rect">
                        <a:avLst/>
                      </a:prstGeom>
                      <a:solidFill>
                        <a:schemeClr val="accent1">
                          <a:lumMod val="90000"/>
                        </a:schemeClr>
                      </a:solid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62882"/>
                                        </p:tgtEl>
                                        <p:attrNameLst>
                                          <p:attrName>style.visibility</p:attrName>
                                        </p:attrNameLst>
                                      </p:cBhvr>
                                      <p:to>
                                        <p:strVal val="visible"/>
                                      </p:to>
                                    </p:set>
                                    <p:animEffect transition="in" filter="wipe(up)">
                                      <p:cBhvr>
                                        <p:cTn id="7" dur="2000"/>
                                        <p:tgtEl>
                                          <p:spTgt spid="7628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62887"/>
                                        </p:tgtEl>
                                        <p:attrNameLst>
                                          <p:attrName>style.visibility</p:attrName>
                                        </p:attrNameLst>
                                      </p:cBhvr>
                                      <p:to>
                                        <p:strVal val="visible"/>
                                      </p:to>
                                    </p:set>
                                    <p:animEffect transition="in" filter="wipe(up)">
                                      <p:cBhvr>
                                        <p:cTn id="12" dur="2000"/>
                                        <p:tgtEl>
                                          <p:spTgt spid="7628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62883"/>
                                        </p:tgtEl>
                                        <p:attrNameLst>
                                          <p:attrName>style.visibility</p:attrName>
                                        </p:attrNameLst>
                                      </p:cBhvr>
                                      <p:to>
                                        <p:strVal val="visible"/>
                                      </p:to>
                                    </p:set>
                                    <p:animEffect transition="in" filter="wipe(up)">
                                      <p:cBhvr>
                                        <p:cTn id="17" dur="2000"/>
                                        <p:tgtEl>
                                          <p:spTgt spid="7628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762885"/>
                                        </p:tgtEl>
                                        <p:attrNameLst>
                                          <p:attrName>style.visibility</p:attrName>
                                        </p:attrNameLst>
                                      </p:cBhvr>
                                      <p:to>
                                        <p:strVal val="visible"/>
                                      </p:to>
                                    </p:set>
                                    <p:animEffect transition="in" filter="wipe(up)">
                                      <p:cBhvr>
                                        <p:cTn id="22" dur="2000"/>
                                        <p:tgtEl>
                                          <p:spTgt spid="7628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62884"/>
                                        </p:tgtEl>
                                        <p:attrNameLst>
                                          <p:attrName>style.visibility</p:attrName>
                                        </p:attrNameLst>
                                      </p:cBhvr>
                                      <p:to>
                                        <p:strVal val="visible"/>
                                      </p:to>
                                    </p:set>
                                    <p:animEffect transition="in" filter="wipe(up)">
                                      <p:cBhvr>
                                        <p:cTn id="27" dur="2000"/>
                                        <p:tgtEl>
                                          <p:spTgt spid="76288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762886"/>
                                        </p:tgtEl>
                                        <p:attrNameLst>
                                          <p:attrName>style.visibility</p:attrName>
                                        </p:attrNameLst>
                                      </p:cBhvr>
                                      <p:to>
                                        <p:strVal val="visible"/>
                                      </p:to>
                                    </p:set>
                                    <p:animEffect transition="in" filter="wipe(up)">
                                      <p:cBhvr>
                                        <p:cTn id="32" dur="2000"/>
                                        <p:tgtEl>
                                          <p:spTgt spid="76288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62888"/>
                                        </p:tgtEl>
                                        <p:attrNameLst>
                                          <p:attrName>style.visibility</p:attrName>
                                        </p:attrNameLst>
                                      </p:cBhvr>
                                      <p:to>
                                        <p:strVal val="visible"/>
                                      </p:to>
                                    </p:set>
                                    <p:animEffect transition="in" filter="fade">
                                      <p:cBhvr>
                                        <p:cTn id="37" dur="1000"/>
                                        <p:tgtEl>
                                          <p:spTgt spid="762888"/>
                                        </p:tgtEl>
                                      </p:cBhvr>
                                    </p:animEffect>
                                  </p:childTnLst>
                                </p:cTn>
                              </p:par>
                            </p:childTnLst>
                          </p:cTn>
                        </p:par>
                        <p:par>
                          <p:cTn id="38" fill="hold" nodeType="afterGroup">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762889"/>
                                        </p:tgtEl>
                                        <p:attrNameLst>
                                          <p:attrName>style.visibility</p:attrName>
                                        </p:attrNameLst>
                                      </p:cBhvr>
                                      <p:to>
                                        <p:strVal val="visible"/>
                                      </p:to>
                                    </p:set>
                                    <p:animEffect transition="in" filter="fade">
                                      <p:cBhvr>
                                        <p:cTn id="41" dur="1000"/>
                                        <p:tgtEl>
                                          <p:spTgt spid="76288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762890"/>
                                        </p:tgtEl>
                                        <p:attrNameLst>
                                          <p:attrName>style.visibility</p:attrName>
                                        </p:attrNameLst>
                                      </p:cBhvr>
                                      <p:to>
                                        <p:strVal val="visible"/>
                                      </p:to>
                                    </p:set>
                                    <p:animEffect transition="in" filter="fade">
                                      <p:cBhvr>
                                        <p:cTn id="46" dur="1000"/>
                                        <p:tgtEl>
                                          <p:spTgt spid="762890"/>
                                        </p:tgtEl>
                                      </p:cBhvr>
                                    </p:animEffect>
                                  </p:childTnLst>
                                </p:cTn>
                              </p:par>
                            </p:childTnLst>
                          </p:cTn>
                        </p:par>
                        <p:par>
                          <p:cTn id="47" fill="hold" nodeType="afterGroup">
                            <p:stCondLst>
                              <p:cond delay="1000"/>
                            </p:stCondLst>
                            <p:childTnLst>
                              <p:par>
                                <p:cTn id="48" presetID="10" presetClass="entr" presetSubtype="0" fill="hold" grpId="0" nodeType="afterEffect">
                                  <p:stCondLst>
                                    <p:cond delay="0"/>
                                  </p:stCondLst>
                                  <p:childTnLst>
                                    <p:set>
                                      <p:cBhvr>
                                        <p:cTn id="49" dur="1" fill="hold">
                                          <p:stCondLst>
                                            <p:cond delay="0"/>
                                          </p:stCondLst>
                                        </p:cTn>
                                        <p:tgtEl>
                                          <p:spTgt spid="762891"/>
                                        </p:tgtEl>
                                        <p:attrNameLst>
                                          <p:attrName>style.visibility</p:attrName>
                                        </p:attrNameLst>
                                      </p:cBhvr>
                                      <p:to>
                                        <p:strVal val="visible"/>
                                      </p:to>
                                    </p:set>
                                    <p:animEffect transition="in" filter="fade">
                                      <p:cBhvr>
                                        <p:cTn id="50" dur="1000"/>
                                        <p:tgtEl>
                                          <p:spTgt spid="762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2882" grpId="0"/>
      <p:bldP spid="762883" grpId="0"/>
      <p:bldP spid="762884" grpId="0"/>
      <p:bldP spid="762887" grpId="0"/>
      <p:bldP spid="762888" grpId="0" animBg="1"/>
      <p:bldP spid="762889" grpId="0"/>
      <p:bldP spid="762890" grpId="0" animBg="1"/>
      <p:bldP spid="76289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2">
            <a:extLst>
              <a:ext uri="{FF2B5EF4-FFF2-40B4-BE49-F238E27FC236}">
                <a16:creationId xmlns:a16="http://schemas.microsoft.com/office/drawing/2014/main" id="{9CF7213A-3A16-53FD-FF13-E7E1D88E0469}"/>
              </a:ext>
            </a:extLst>
          </p:cNvPr>
          <p:cNvSpPr>
            <a:spLocks noGrp="1"/>
          </p:cNvSpPr>
          <p:nvPr>
            <p:ph type="sldNum" sz="quarter" idx="10"/>
          </p:nvPr>
        </p:nvSpPr>
        <p:spPr/>
        <p:txBody>
          <a:bodyPr/>
          <a:lstStyle/>
          <a:p>
            <a:fld id="{AFED3EE7-3C0B-4C3F-864C-A6A35C6DCFF3}" type="slidenum">
              <a:rPr lang="en-US" altLang="zh-CN"/>
              <a:pPr/>
              <a:t>17</a:t>
            </a:fld>
            <a:endParaRPr lang="en-US" altLang="zh-CN"/>
          </a:p>
        </p:txBody>
      </p:sp>
      <p:sp>
        <p:nvSpPr>
          <p:cNvPr id="107522" name="AutoShape 2">
            <a:hlinkClick r:id="" action="ppaction://noaction" highlightClick="1"/>
            <a:extLst>
              <a:ext uri="{FF2B5EF4-FFF2-40B4-BE49-F238E27FC236}">
                <a16:creationId xmlns:a16="http://schemas.microsoft.com/office/drawing/2014/main" id="{59DF6BD3-E6E7-5A0C-60A4-F560A0694B47}"/>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p>
            <a:pPr>
              <a:spcBef>
                <a:spcPct val="20000"/>
              </a:spcBef>
            </a:pPr>
            <a:endParaRPr lang="zh-CN" altLang="en-US"/>
          </a:p>
        </p:txBody>
      </p:sp>
      <p:sp>
        <p:nvSpPr>
          <p:cNvPr id="107523" name="AutoShape 3">
            <a:hlinkClick r:id="" action="ppaction://hlinkshowjump?jump=previousslide" highlightClick="1"/>
            <a:extLst>
              <a:ext uri="{FF2B5EF4-FFF2-40B4-BE49-F238E27FC236}">
                <a16:creationId xmlns:a16="http://schemas.microsoft.com/office/drawing/2014/main" id="{604C0F3E-3477-6A4C-AD77-D7462F79941F}"/>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p>
            <a:pPr>
              <a:spcBef>
                <a:spcPct val="20000"/>
              </a:spcBef>
            </a:pPr>
            <a:endParaRPr lang="zh-CN" altLang="en-US"/>
          </a:p>
        </p:txBody>
      </p:sp>
      <p:sp>
        <p:nvSpPr>
          <p:cNvPr id="107524" name="AutoShape 4">
            <a:hlinkClick r:id="" action="ppaction://hlinkshowjump?jump=nextslide" highlightClick="1"/>
            <a:extLst>
              <a:ext uri="{FF2B5EF4-FFF2-40B4-BE49-F238E27FC236}">
                <a16:creationId xmlns:a16="http://schemas.microsoft.com/office/drawing/2014/main" id="{6726AD0D-4CE1-4375-9300-832EEA77C54A}"/>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p>
            <a:pPr>
              <a:spcBef>
                <a:spcPct val="20000"/>
              </a:spcBef>
            </a:pPr>
            <a:endParaRPr lang="zh-CN" altLang="en-US"/>
          </a:p>
        </p:txBody>
      </p:sp>
      <p:sp>
        <p:nvSpPr>
          <p:cNvPr id="107525" name="AutoShape 5">
            <a:hlinkClick r:id="" action="ppaction://hlinkshowjump?jump=lastslide" highlightClick="1"/>
            <a:extLst>
              <a:ext uri="{FF2B5EF4-FFF2-40B4-BE49-F238E27FC236}">
                <a16:creationId xmlns:a16="http://schemas.microsoft.com/office/drawing/2014/main" id="{CA167754-878C-E007-B4E9-4C09FD3A813D}"/>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p>
            <a:pPr>
              <a:spcBef>
                <a:spcPct val="20000"/>
              </a:spcBef>
            </a:pPr>
            <a:endParaRPr lang="zh-CN" altLang="en-US"/>
          </a:p>
        </p:txBody>
      </p:sp>
      <p:sp>
        <p:nvSpPr>
          <p:cNvPr id="749574" name="Text Box 6">
            <a:extLst>
              <a:ext uri="{FF2B5EF4-FFF2-40B4-BE49-F238E27FC236}">
                <a16:creationId xmlns:a16="http://schemas.microsoft.com/office/drawing/2014/main" id="{D3F0C5D9-F193-060B-B176-6F3D6565E6B5}"/>
              </a:ext>
            </a:extLst>
          </p:cNvPr>
          <p:cNvSpPr txBox="1">
            <a:spLocks noChangeArrowheads="1"/>
          </p:cNvSpPr>
          <p:nvPr/>
        </p:nvSpPr>
        <p:spPr bwMode="auto">
          <a:xfrm>
            <a:off x="3873500" y="2420938"/>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solidFill>
                  <a:schemeClr val="bg1"/>
                </a:solidFill>
                <a:latin typeface="Arial" panose="020B0604020202020204" pitchFamily="34" charset="0"/>
              </a:rPr>
              <a:t>5.6</a:t>
            </a:r>
            <a:endParaRPr lang="el-GR" altLang="zh-CN">
              <a:solidFill>
                <a:schemeClr val="bg1"/>
              </a:solidFill>
              <a:latin typeface="Arial" panose="020B0604020202020204" pitchFamily="34" charset="0"/>
            </a:endParaRPr>
          </a:p>
        </p:txBody>
      </p:sp>
      <p:sp>
        <p:nvSpPr>
          <p:cNvPr id="749575" name="Text Box 7">
            <a:extLst>
              <a:ext uri="{FF2B5EF4-FFF2-40B4-BE49-F238E27FC236}">
                <a16:creationId xmlns:a16="http://schemas.microsoft.com/office/drawing/2014/main" id="{0F38F59D-4D3E-D654-B985-833CC3FB411B}"/>
              </a:ext>
            </a:extLst>
          </p:cNvPr>
          <p:cNvSpPr txBox="1">
            <a:spLocks noChangeArrowheads="1"/>
          </p:cNvSpPr>
          <p:nvPr/>
        </p:nvSpPr>
        <p:spPr bwMode="auto">
          <a:xfrm>
            <a:off x="3779838" y="1557338"/>
            <a:ext cx="2808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FFB7B7"/>
                </a:solidFill>
              </a:rPr>
              <a:t>作业</a:t>
            </a:r>
            <a:r>
              <a:rPr lang="zh-CN" altLang="en-US">
                <a:solidFill>
                  <a:schemeClr val="bg1"/>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49574"/>
                                        </p:tgtEl>
                                        <p:attrNameLst>
                                          <p:attrName>style.visibility</p:attrName>
                                        </p:attrNameLst>
                                      </p:cBhvr>
                                      <p:to>
                                        <p:strVal val="visible"/>
                                      </p:to>
                                    </p:set>
                                    <p:animEffect transition="in" filter="wipe(up)">
                                      <p:cBhvr>
                                        <p:cTn id="7" dur="2000"/>
                                        <p:tgtEl>
                                          <p:spTgt spid="74957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49575"/>
                                        </p:tgtEl>
                                        <p:attrNameLst>
                                          <p:attrName>style.visibility</p:attrName>
                                        </p:attrNameLst>
                                      </p:cBhvr>
                                      <p:to>
                                        <p:strVal val="visible"/>
                                      </p:to>
                                    </p:set>
                                    <p:animEffect transition="in" filter="wipe(up)">
                                      <p:cBhvr>
                                        <p:cTn id="10" dur="2000"/>
                                        <p:tgtEl>
                                          <p:spTgt spid="749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9574" grpId="0"/>
      <p:bldP spid="749575"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077629a7-8530-4f4f-8193-4405e7030d9b"/>
  <p:tag name="COMMONDATA" val="eyJoZGlkIjoiOTk5ZGI1MDEzODM3NTRlMzM1MDZjZWE4NTNjMWYxMDk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Arial"/>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342900" marR="0" indent="-342900" algn="l" defTabSz="914400" rtl="0" eaLnBrk="1" fontAlgn="base" latinLnBrk="0" hangingPunct="1">
          <a:lnSpc>
            <a:spcPct val="100000"/>
          </a:lnSpc>
          <a:spcBef>
            <a:spcPct val="2000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342900" marR="0" indent="-342900" algn="l" defTabSz="914400" rtl="0" eaLnBrk="1" fontAlgn="base" latinLnBrk="0" hangingPunct="1">
          <a:lnSpc>
            <a:spcPct val="100000"/>
          </a:lnSpc>
          <a:spcBef>
            <a:spcPct val="2000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131</TotalTime>
  <Words>1400</Words>
  <Application>Microsoft Office PowerPoint</Application>
  <PresentationFormat>全屏显示(4:3)</PresentationFormat>
  <Paragraphs>229</Paragraphs>
  <Slides>17</Slides>
  <Notes>12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17</vt:i4>
      </vt:variant>
    </vt:vector>
  </HeadingPairs>
  <TitlesOfParts>
    <vt:vector size="30" baseType="lpstr">
      <vt:lpstr>楷体_GB2312</vt:lpstr>
      <vt:lpstr>隶书</vt:lpstr>
      <vt:lpstr>宋体</vt:lpstr>
      <vt:lpstr>幼圆</vt:lpstr>
      <vt:lpstr>Arial</vt:lpstr>
      <vt:lpstr>Symbol</vt:lpstr>
      <vt:lpstr>Times New Roman</vt:lpstr>
      <vt:lpstr>Verdana</vt:lpstr>
      <vt:lpstr>Wingdings</vt:lpstr>
      <vt:lpstr>1_默认设计模板</vt:lpstr>
      <vt:lpstr>Equation.DSMT4</vt:lpstr>
      <vt:lpstr>Equation.3</vt:lpstr>
      <vt:lpstr>MS_ClipArt_Gallery.2</vt:lpstr>
      <vt:lpstr>5.4   电磁波的极化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武汉大学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lsp</dc:creator>
  <cp:lastModifiedBy>Admin</cp:lastModifiedBy>
  <cp:revision>699</cp:revision>
  <dcterms:created xsi:type="dcterms:W3CDTF">2004-02-10T07:06:32Z</dcterms:created>
  <dcterms:modified xsi:type="dcterms:W3CDTF">2025-11-13T11:36:23Z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DC167FB416A642D88F043A07209B5944</vt:lpwstr>
  </property>
  <property fmtid="{D5CDD505-2E9C-101B-9397-08002B2CF9AE}" pid="3" name="KSOProductBuildVer">
    <vt:lpwstr>2052-11.1.0.13703</vt:lpwstr>
  </property>
</Properties>
</file>