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5.xml" ContentType="application/vnd.openxmlformats-officedocument.presentationml.notesSlide+xml"/>
  <Override PartName="/ppt/tags/tag4.xml" ContentType="application/vnd.openxmlformats-officedocument.presentationml.tags+xml"/>
  <Override PartName="/ppt/notesSlides/notesSlide16.xml" ContentType="application/vnd.openxmlformats-officedocument.presentationml.notesSlide+xml"/>
  <Override PartName="/ppt/tags/tag5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368" r:id="rId2"/>
    <p:sldId id="673" r:id="rId3"/>
    <p:sldId id="381" r:id="rId4"/>
    <p:sldId id="380" r:id="rId5"/>
    <p:sldId id="382" r:id="rId6"/>
    <p:sldId id="691" r:id="rId7"/>
    <p:sldId id="832" r:id="rId8"/>
    <p:sldId id="633" r:id="rId9"/>
    <p:sldId id="632" r:id="rId10"/>
    <p:sldId id="693" r:id="rId11"/>
    <p:sldId id="694" r:id="rId12"/>
    <p:sldId id="840" r:id="rId13"/>
    <p:sldId id="695" r:id="rId14"/>
    <p:sldId id="696" r:id="rId15"/>
    <p:sldId id="434" r:id="rId16"/>
    <p:sldId id="684" r:id="rId17"/>
    <p:sldId id="827" r:id="rId18"/>
    <p:sldId id="828" r:id="rId19"/>
    <p:sldId id="829" r:id="rId20"/>
    <p:sldId id="830" r:id="rId21"/>
    <p:sldId id="839" r:id="rId22"/>
    <p:sldId id="436" r:id="rId23"/>
    <p:sldId id="842" r:id="rId24"/>
    <p:sldId id="825" r:id="rId25"/>
    <p:sldId id="838" r:id="rId26"/>
    <p:sldId id="837" r:id="rId27"/>
    <p:sldId id="841" r:id="rId2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60093"/>
    <a:srgbClr val="FF33CC"/>
    <a:srgbClr val="FF9900"/>
    <a:srgbClr val="77C1C7"/>
    <a:srgbClr val="282828"/>
    <a:srgbClr val="FF3300"/>
    <a:srgbClr val="BAF1F4"/>
    <a:srgbClr val="FF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9" autoAdjust="0"/>
    <p:restoredTop sz="84305" autoAdjust="0"/>
  </p:normalViewPr>
  <p:slideViewPr>
    <p:cSldViewPr>
      <p:cViewPr varScale="1">
        <p:scale>
          <a:sx n="68" d="100"/>
          <a:sy n="68" d="100"/>
        </p:scale>
        <p:origin x="1200" y="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55718582-C99E-0661-2E30-E0147BF80D6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80D6E15F-C664-3116-66CE-FD23D12720D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8A6BD1A-3AB5-4CC6-9D29-8EDC4A748354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153604" name="Rectangle 4">
            <a:extLst>
              <a:ext uri="{FF2B5EF4-FFF2-40B4-BE49-F238E27FC236}">
                <a16:creationId xmlns:a16="http://schemas.microsoft.com/office/drawing/2014/main" id="{F7D677A1-55B5-7D8E-61A5-CCE83E1FCCC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2A5216FA-7A4D-65B7-ED93-4F3607904A8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noProof="1" smtClean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2534190-E36B-43DA-8559-619AFF81D21D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B1B28B6C-9F66-6553-78BA-0BAACE0EA34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9B7FF01C-CCF4-2945-C66B-CF6E8F56F43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9C6F435-E508-4CD1-86BF-5A8F77C66126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E476029-3093-BDF0-7F9D-8855CA41B7D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3" name="Rectangle 5">
            <a:extLst>
              <a:ext uri="{FF2B5EF4-FFF2-40B4-BE49-F238E27FC236}">
                <a16:creationId xmlns:a16="http://schemas.microsoft.com/office/drawing/2014/main" id="{64969551-8F51-A457-1392-8E311915B09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5654" name="Rectangle 6">
            <a:extLst>
              <a:ext uri="{FF2B5EF4-FFF2-40B4-BE49-F238E27FC236}">
                <a16:creationId xmlns:a16="http://schemas.microsoft.com/office/drawing/2014/main" id="{253FBE46-C72A-9CE2-0ECD-DAB55DDC102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5" name="Rectangle 7">
            <a:extLst>
              <a:ext uri="{FF2B5EF4-FFF2-40B4-BE49-F238E27FC236}">
                <a16:creationId xmlns:a16="http://schemas.microsoft.com/office/drawing/2014/main" id="{95EC9397-CB2A-71EE-CFCB-184D8446F3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noProof="1" smtClean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C5A734A-3362-4E54-BC74-9F9B00AF169C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95B29F3-DE32-11C5-AD1A-0C8F698CC56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437DC06-82FE-8496-9097-47C4D7351D8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C03051CB-523C-4D45-B236-DA39F6EF86B9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8916" name="Rectangle 6">
            <a:extLst>
              <a:ext uri="{FF2B5EF4-FFF2-40B4-BE49-F238E27FC236}">
                <a16:creationId xmlns:a16="http://schemas.microsoft.com/office/drawing/2014/main" id="{646DD20A-5F79-880C-DE49-A4CA30845E1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38917" name="Rectangle 7">
            <a:extLst>
              <a:ext uri="{FF2B5EF4-FFF2-40B4-BE49-F238E27FC236}">
                <a16:creationId xmlns:a16="http://schemas.microsoft.com/office/drawing/2014/main" id="{FE322F8D-EDF7-0CC4-CEC4-67C0B267DC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0B06CD04-32F7-4A7C-994D-C0C620267695}" type="slidenum">
              <a:rPr altLang="zh-CN"/>
              <a:pPr/>
              <a:t>1</a:t>
            </a:fld>
            <a:endParaRPr lang="zh-CN" altLang="zh-CN"/>
          </a:p>
        </p:txBody>
      </p:sp>
      <p:sp>
        <p:nvSpPr>
          <p:cNvPr id="38918" name="Rectangle 2">
            <a:extLst>
              <a:ext uri="{FF2B5EF4-FFF2-40B4-BE49-F238E27FC236}">
                <a16:creationId xmlns:a16="http://schemas.microsoft.com/office/drawing/2014/main" id="{E89A8338-1F6D-6C5D-35C7-88FCFC8B5A8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8919" name="Rectangle 3">
            <a:extLst>
              <a:ext uri="{FF2B5EF4-FFF2-40B4-BE49-F238E27FC236}">
                <a16:creationId xmlns:a16="http://schemas.microsoft.com/office/drawing/2014/main" id="{0D5DBB99-8678-AB86-8D10-51BCDC77521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en-US" b="1">
              <a:solidFill>
                <a:srgbClr val="000066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2A558A7-4D3B-530F-E14E-7762DEFF19E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DFF06440-BD46-0E42-B4CB-5AB89A44CA1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19D4B939-C2BC-4518-A45C-730F09280519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0964" name="Rectangle 6">
            <a:extLst>
              <a:ext uri="{FF2B5EF4-FFF2-40B4-BE49-F238E27FC236}">
                <a16:creationId xmlns:a16="http://schemas.microsoft.com/office/drawing/2014/main" id="{CA36B4F4-F880-D356-1E3C-2168FDD9FED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40965" name="Rectangle 7">
            <a:extLst>
              <a:ext uri="{FF2B5EF4-FFF2-40B4-BE49-F238E27FC236}">
                <a16:creationId xmlns:a16="http://schemas.microsoft.com/office/drawing/2014/main" id="{EF0BF612-40CB-6519-9C10-D8358C503F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7647187-B223-42E9-A6BE-52D48FAD51BA}" type="slidenum">
              <a:rPr altLang="zh-CN"/>
              <a:pPr/>
              <a:t>2</a:t>
            </a:fld>
            <a:endParaRPr lang="zh-CN" altLang="zh-CN"/>
          </a:p>
        </p:txBody>
      </p:sp>
      <p:sp>
        <p:nvSpPr>
          <p:cNvPr id="40966" name="Rectangle 2">
            <a:extLst>
              <a:ext uri="{FF2B5EF4-FFF2-40B4-BE49-F238E27FC236}">
                <a16:creationId xmlns:a16="http://schemas.microsoft.com/office/drawing/2014/main" id="{EF4D29C4-8707-D4D9-1CAC-C115CCC871E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0967" name="Rectangle 3">
            <a:extLst>
              <a:ext uri="{FF2B5EF4-FFF2-40B4-BE49-F238E27FC236}">
                <a16:creationId xmlns:a16="http://schemas.microsoft.com/office/drawing/2014/main" id="{F5E3C9B0-8DB7-15F9-0CB6-13E9222A756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7E1CD6DB-3C19-DFAF-1750-A5B38CFED9F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DAD94249-9A61-5E92-E820-D1D23FFF14C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1CEF02C6-C56C-4A13-B70A-861C10979B10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4036" name="Rectangle 6">
            <a:extLst>
              <a:ext uri="{FF2B5EF4-FFF2-40B4-BE49-F238E27FC236}">
                <a16:creationId xmlns:a16="http://schemas.microsoft.com/office/drawing/2014/main" id="{473084AC-29BF-86C1-5AE7-BF4969FF517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44037" name="Rectangle 7">
            <a:extLst>
              <a:ext uri="{FF2B5EF4-FFF2-40B4-BE49-F238E27FC236}">
                <a16:creationId xmlns:a16="http://schemas.microsoft.com/office/drawing/2014/main" id="{B95072CE-BA24-DECC-9C9E-D3C7A37E4B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5571C157-E5DD-48EF-8752-CA3B6BE4EDA5}" type="slidenum">
              <a:rPr altLang="zh-CN"/>
              <a:pPr/>
              <a:t>4</a:t>
            </a:fld>
            <a:endParaRPr lang="zh-CN" altLang="zh-CN"/>
          </a:p>
        </p:txBody>
      </p:sp>
      <p:sp>
        <p:nvSpPr>
          <p:cNvPr id="44038" name="Rectangle 2">
            <a:extLst>
              <a:ext uri="{FF2B5EF4-FFF2-40B4-BE49-F238E27FC236}">
                <a16:creationId xmlns:a16="http://schemas.microsoft.com/office/drawing/2014/main" id="{502C4710-2BC1-B62E-841C-531AC3EE5D7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4039" name="Rectangle 3">
            <a:extLst>
              <a:ext uri="{FF2B5EF4-FFF2-40B4-BE49-F238E27FC236}">
                <a16:creationId xmlns:a16="http://schemas.microsoft.com/office/drawing/2014/main" id="{DBC3749E-3A43-6A2F-3262-A4CBA92D4F2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8F506818-4464-6E78-C8C4-5CFB25CC867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E09D5F7E-15ED-133F-2F4A-A7F4BC26DF0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54E6B813-5433-2ABF-AE32-1F589587A83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B2DD4935-D2AB-02A0-0726-C5A40F32047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9E2E65FF-AE69-4949-BBDD-DC46715D7DCF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132" name="Rectangle 6">
            <a:extLst>
              <a:ext uri="{FF2B5EF4-FFF2-40B4-BE49-F238E27FC236}">
                <a16:creationId xmlns:a16="http://schemas.microsoft.com/office/drawing/2014/main" id="{5CF4FF3F-15D7-7B8E-50C0-96D8321F0F1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48133" name="Rectangle 7">
            <a:extLst>
              <a:ext uri="{FF2B5EF4-FFF2-40B4-BE49-F238E27FC236}">
                <a16:creationId xmlns:a16="http://schemas.microsoft.com/office/drawing/2014/main" id="{F5003973-3330-4E96-8797-68BA567322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7AF00899-EC05-4AE8-AFC5-C122C031EDFE}" type="slidenum">
              <a:rPr altLang="zh-CN"/>
              <a:pPr/>
              <a:t>6</a:t>
            </a:fld>
            <a:endParaRPr lang="zh-CN" altLang="zh-CN"/>
          </a:p>
        </p:txBody>
      </p:sp>
      <p:sp>
        <p:nvSpPr>
          <p:cNvPr id="48134" name="Rectangle 2">
            <a:extLst>
              <a:ext uri="{FF2B5EF4-FFF2-40B4-BE49-F238E27FC236}">
                <a16:creationId xmlns:a16="http://schemas.microsoft.com/office/drawing/2014/main" id="{3A92BA6C-BCA6-261A-1A1D-684442EA241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8135" name="Rectangle 3">
            <a:extLst>
              <a:ext uri="{FF2B5EF4-FFF2-40B4-BE49-F238E27FC236}">
                <a16:creationId xmlns:a16="http://schemas.microsoft.com/office/drawing/2014/main" id="{72293487-4658-4413-CE7D-97A8AA29CDE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56ABB731-A830-B219-5AEE-35539AED4DB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B0C8938C-7894-B1B6-0DFA-9C848AE8F7D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ACEE0789-7F57-FF1F-A940-29ADE8AA96D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EC7A91D6-93B1-8B9D-9248-306B1787BFF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F2E63BE6-98CC-46D2-ACE9-5B5EA44DFF8B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2228" name="Rectangle 6">
            <a:extLst>
              <a:ext uri="{FF2B5EF4-FFF2-40B4-BE49-F238E27FC236}">
                <a16:creationId xmlns:a16="http://schemas.microsoft.com/office/drawing/2014/main" id="{11EFF435-E8BC-06B9-C559-94103143109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52229" name="Rectangle 7">
            <a:extLst>
              <a:ext uri="{FF2B5EF4-FFF2-40B4-BE49-F238E27FC236}">
                <a16:creationId xmlns:a16="http://schemas.microsoft.com/office/drawing/2014/main" id="{18D2DA15-1E7E-13AF-A016-5442E28167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4CFD552-01B4-44B6-A974-F5C6D3EB6A2E}" type="slidenum">
              <a:rPr altLang="zh-CN"/>
              <a:pPr/>
              <a:t>8</a:t>
            </a:fld>
            <a:endParaRPr lang="zh-CN" altLang="zh-CN"/>
          </a:p>
        </p:txBody>
      </p:sp>
      <p:sp>
        <p:nvSpPr>
          <p:cNvPr id="52230" name="Rectangle 2">
            <a:extLst>
              <a:ext uri="{FF2B5EF4-FFF2-40B4-BE49-F238E27FC236}">
                <a16:creationId xmlns:a16="http://schemas.microsoft.com/office/drawing/2014/main" id="{4DDB4690-95AC-2AE9-3147-70EF1D067B3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2231" name="Rectangle 3">
            <a:extLst>
              <a:ext uri="{FF2B5EF4-FFF2-40B4-BE49-F238E27FC236}">
                <a16:creationId xmlns:a16="http://schemas.microsoft.com/office/drawing/2014/main" id="{1861682B-0946-2085-124D-37CC591DD44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FE0069CE-861B-99AF-F4A7-80D72093CD3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317B723E-286C-32E3-42AB-65FADBBBA0A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51B73D38-0DF0-4465-92B9-8C363565A42F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4276" name="Rectangle 6">
            <a:extLst>
              <a:ext uri="{FF2B5EF4-FFF2-40B4-BE49-F238E27FC236}">
                <a16:creationId xmlns:a16="http://schemas.microsoft.com/office/drawing/2014/main" id="{0904731A-B0F2-AE2F-4588-A4FA8415BDA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54277" name="Rectangle 7">
            <a:extLst>
              <a:ext uri="{FF2B5EF4-FFF2-40B4-BE49-F238E27FC236}">
                <a16:creationId xmlns:a16="http://schemas.microsoft.com/office/drawing/2014/main" id="{690F1271-5575-5B88-51F4-D3F93CF5B4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E779EB8-1C02-4015-9B85-AF07F5D2F780}" type="slidenum">
              <a:rPr altLang="zh-CN"/>
              <a:pPr/>
              <a:t>9</a:t>
            </a:fld>
            <a:endParaRPr lang="zh-CN" altLang="zh-CN"/>
          </a:p>
        </p:txBody>
      </p:sp>
      <p:sp>
        <p:nvSpPr>
          <p:cNvPr id="54278" name="Rectangle 2">
            <a:extLst>
              <a:ext uri="{FF2B5EF4-FFF2-40B4-BE49-F238E27FC236}">
                <a16:creationId xmlns:a16="http://schemas.microsoft.com/office/drawing/2014/main" id="{8CE27CF2-D76F-4E9D-FEE2-E8066D86DA1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4279" name="Rectangle 3">
            <a:extLst>
              <a:ext uri="{FF2B5EF4-FFF2-40B4-BE49-F238E27FC236}">
                <a16:creationId xmlns:a16="http://schemas.microsoft.com/office/drawing/2014/main" id="{5004F236-07FE-B3A8-F4CD-351F82B99D1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E1694CE2-7DBE-48AA-7B99-98478FFDAE6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DAA32D1B-187A-1F55-D111-6F017757F87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2C86B6F-E4FF-4C6E-A64E-B092DD68FB1A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6324" name="Rectangle 6">
            <a:extLst>
              <a:ext uri="{FF2B5EF4-FFF2-40B4-BE49-F238E27FC236}">
                <a16:creationId xmlns:a16="http://schemas.microsoft.com/office/drawing/2014/main" id="{DB32BCEA-4B5B-A912-50AF-332B9BD8C6B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56325" name="Rectangle 7">
            <a:extLst>
              <a:ext uri="{FF2B5EF4-FFF2-40B4-BE49-F238E27FC236}">
                <a16:creationId xmlns:a16="http://schemas.microsoft.com/office/drawing/2014/main" id="{A99261A4-096E-444B-09E1-648E00C3F5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56022D5F-9A89-43FF-8F66-BDC1B753C747}" type="slidenum">
              <a:rPr altLang="zh-CN"/>
              <a:pPr/>
              <a:t>10</a:t>
            </a:fld>
            <a:endParaRPr lang="zh-CN" altLang="zh-CN"/>
          </a:p>
        </p:txBody>
      </p:sp>
      <p:sp>
        <p:nvSpPr>
          <p:cNvPr id="56326" name="Rectangle 2">
            <a:extLst>
              <a:ext uri="{FF2B5EF4-FFF2-40B4-BE49-F238E27FC236}">
                <a16:creationId xmlns:a16="http://schemas.microsoft.com/office/drawing/2014/main" id="{5A10A134-7922-4CD8-B2BB-C1F5BC282C6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6327" name="Rectangle 3">
            <a:extLst>
              <a:ext uri="{FF2B5EF4-FFF2-40B4-BE49-F238E27FC236}">
                <a16:creationId xmlns:a16="http://schemas.microsoft.com/office/drawing/2014/main" id="{DC24F046-4AEF-2DCA-C991-C80C6A65C17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126BBDB0-3910-67C0-91B8-CD84F8D2E1C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D0809154-222D-DA0C-DB28-1EB3E66FE86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500377CA-371E-4280-B0FB-88A175F2E37D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8372" name="Rectangle 6">
            <a:extLst>
              <a:ext uri="{FF2B5EF4-FFF2-40B4-BE49-F238E27FC236}">
                <a16:creationId xmlns:a16="http://schemas.microsoft.com/office/drawing/2014/main" id="{69F06769-442E-C57B-4FBD-BAA21F42E68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58373" name="Rectangle 7">
            <a:extLst>
              <a:ext uri="{FF2B5EF4-FFF2-40B4-BE49-F238E27FC236}">
                <a16:creationId xmlns:a16="http://schemas.microsoft.com/office/drawing/2014/main" id="{B4151429-A00D-4763-18FB-9F901182FC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74778783-D5F5-4E6E-9FEB-F6A7164AC4D9}" type="slidenum">
              <a:rPr altLang="zh-CN"/>
              <a:pPr/>
              <a:t>11</a:t>
            </a:fld>
            <a:endParaRPr lang="zh-CN" altLang="zh-CN"/>
          </a:p>
        </p:txBody>
      </p:sp>
      <p:sp>
        <p:nvSpPr>
          <p:cNvPr id="58374" name="Rectangle 2">
            <a:extLst>
              <a:ext uri="{FF2B5EF4-FFF2-40B4-BE49-F238E27FC236}">
                <a16:creationId xmlns:a16="http://schemas.microsoft.com/office/drawing/2014/main" id="{463882D5-930B-886F-0519-3D77478D364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8375" name="Rectangle 3">
            <a:extLst>
              <a:ext uri="{FF2B5EF4-FFF2-40B4-BE49-F238E27FC236}">
                <a16:creationId xmlns:a16="http://schemas.microsoft.com/office/drawing/2014/main" id="{EB174236-42F2-83E4-F43B-512A28C6F2D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E58D6589-A0C1-0883-7B7E-8E8B55C5743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350369B6-AC64-BFE6-0B75-C3D8ADA42A7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1CDA8749-F5C7-4DE3-99C0-64D5193ECD9D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0420" name="Rectangle 6">
            <a:extLst>
              <a:ext uri="{FF2B5EF4-FFF2-40B4-BE49-F238E27FC236}">
                <a16:creationId xmlns:a16="http://schemas.microsoft.com/office/drawing/2014/main" id="{91EFA176-0383-ED6D-C257-BC3CA38197B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60421" name="Rectangle 7">
            <a:extLst>
              <a:ext uri="{FF2B5EF4-FFF2-40B4-BE49-F238E27FC236}">
                <a16:creationId xmlns:a16="http://schemas.microsoft.com/office/drawing/2014/main" id="{2B110F0F-2469-F987-6C92-9DB5F14522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B68EDC73-422E-4855-8874-CDBAC4E8E694}" type="slidenum">
              <a:rPr altLang="zh-CN"/>
              <a:pPr/>
              <a:t>13</a:t>
            </a:fld>
            <a:endParaRPr lang="zh-CN" altLang="zh-CN"/>
          </a:p>
        </p:txBody>
      </p:sp>
      <p:sp>
        <p:nvSpPr>
          <p:cNvPr id="60422" name="Rectangle 2">
            <a:extLst>
              <a:ext uri="{FF2B5EF4-FFF2-40B4-BE49-F238E27FC236}">
                <a16:creationId xmlns:a16="http://schemas.microsoft.com/office/drawing/2014/main" id="{1B93E157-A572-D0B7-C094-4D9E19B1007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0423" name="Rectangle 3">
            <a:extLst>
              <a:ext uri="{FF2B5EF4-FFF2-40B4-BE49-F238E27FC236}">
                <a16:creationId xmlns:a16="http://schemas.microsoft.com/office/drawing/2014/main" id="{1F079AD3-14CF-3FBD-62A2-FED2598DA44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B51A6501-25E1-0D36-7395-9E04A5B7E3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BDC4DBCC-1E5A-1328-12A4-13C456E23D6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654C8495-546E-4FD1-BB6A-7E4A311CE1D9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2468" name="Rectangle 6">
            <a:extLst>
              <a:ext uri="{FF2B5EF4-FFF2-40B4-BE49-F238E27FC236}">
                <a16:creationId xmlns:a16="http://schemas.microsoft.com/office/drawing/2014/main" id="{8D52F4FB-89F4-856F-244A-C82D0695541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62469" name="Rectangle 7">
            <a:extLst>
              <a:ext uri="{FF2B5EF4-FFF2-40B4-BE49-F238E27FC236}">
                <a16:creationId xmlns:a16="http://schemas.microsoft.com/office/drawing/2014/main" id="{B8978E06-E2AA-9D45-3BC3-7E2B7B548C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CC579FE0-37B5-43F8-A00D-172E55CFA9A1}" type="slidenum">
              <a:rPr altLang="zh-CN"/>
              <a:pPr/>
              <a:t>14</a:t>
            </a:fld>
            <a:endParaRPr lang="zh-CN" altLang="zh-CN"/>
          </a:p>
        </p:txBody>
      </p:sp>
      <p:sp>
        <p:nvSpPr>
          <p:cNvPr id="62470" name="Rectangle 2">
            <a:extLst>
              <a:ext uri="{FF2B5EF4-FFF2-40B4-BE49-F238E27FC236}">
                <a16:creationId xmlns:a16="http://schemas.microsoft.com/office/drawing/2014/main" id="{6B7FAC05-C984-D1C7-B742-A3D2450EE30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2471" name="Rectangle 3">
            <a:extLst>
              <a:ext uri="{FF2B5EF4-FFF2-40B4-BE49-F238E27FC236}">
                <a16:creationId xmlns:a16="http://schemas.microsoft.com/office/drawing/2014/main" id="{40FDB615-A725-2C6B-87E4-90D19DBE621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D4B5DE77-16BB-7A3E-10DF-025B85C4105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EDF7AA15-4967-C169-DA26-EF2C315BD6F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5001B185-D09A-40ED-B982-1A3F251F82F5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4516" name="Rectangle 6">
            <a:extLst>
              <a:ext uri="{FF2B5EF4-FFF2-40B4-BE49-F238E27FC236}">
                <a16:creationId xmlns:a16="http://schemas.microsoft.com/office/drawing/2014/main" id="{CCED358F-0F11-3B1E-BFC9-CA5F3A4D9EB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64517" name="Rectangle 7">
            <a:extLst>
              <a:ext uri="{FF2B5EF4-FFF2-40B4-BE49-F238E27FC236}">
                <a16:creationId xmlns:a16="http://schemas.microsoft.com/office/drawing/2014/main" id="{DB9D61FD-4877-087D-4625-49DBD3BCA5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4ADE3E5B-AAC0-4CE2-BC7C-9D60A8D0CC49}" type="slidenum">
              <a:rPr altLang="zh-CN"/>
              <a:pPr/>
              <a:t>15</a:t>
            </a:fld>
            <a:endParaRPr lang="zh-CN" altLang="zh-CN"/>
          </a:p>
        </p:txBody>
      </p:sp>
      <p:sp>
        <p:nvSpPr>
          <p:cNvPr id="64518" name="Rectangle 2">
            <a:extLst>
              <a:ext uri="{FF2B5EF4-FFF2-40B4-BE49-F238E27FC236}">
                <a16:creationId xmlns:a16="http://schemas.microsoft.com/office/drawing/2014/main" id="{FE57AD2E-90D9-4262-C45D-B052046C49B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4519" name="Rectangle 3">
            <a:extLst>
              <a:ext uri="{FF2B5EF4-FFF2-40B4-BE49-F238E27FC236}">
                <a16:creationId xmlns:a16="http://schemas.microsoft.com/office/drawing/2014/main" id="{91370208-9153-A060-94C9-8904A9596C7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A4CFFC77-38DA-209B-F7BF-2235BE0172D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34B122F4-9AE6-582E-34CC-E18B578783D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19E99789-BDB2-4F14-A22E-A2E3EC416A7B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6564" name="Rectangle 6">
            <a:extLst>
              <a:ext uri="{FF2B5EF4-FFF2-40B4-BE49-F238E27FC236}">
                <a16:creationId xmlns:a16="http://schemas.microsoft.com/office/drawing/2014/main" id="{6AEC84FE-DDE3-3E69-0268-E4BF70B5644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66565" name="Rectangle 7">
            <a:extLst>
              <a:ext uri="{FF2B5EF4-FFF2-40B4-BE49-F238E27FC236}">
                <a16:creationId xmlns:a16="http://schemas.microsoft.com/office/drawing/2014/main" id="{F556B3A0-824D-CE44-4E07-181FF98C3A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79D70B5-413D-44BD-BB41-11412BFD17F0}" type="slidenum">
              <a:rPr altLang="zh-CN"/>
              <a:pPr/>
              <a:t>16</a:t>
            </a:fld>
            <a:endParaRPr lang="zh-CN" altLang="zh-CN"/>
          </a:p>
        </p:txBody>
      </p:sp>
      <p:sp>
        <p:nvSpPr>
          <p:cNvPr id="66566" name="Rectangle 2">
            <a:extLst>
              <a:ext uri="{FF2B5EF4-FFF2-40B4-BE49-F238E27FC236}">
                <a16:creationId xmlns:a16="http://schemas.microsoft.com/office/drawing/2014/main" id="{9A526CEF-2E00-01CB-39F6-4D1E238D74C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6567" name="Rectangle 3">
            <a:extLst>
              <a:ext uri="{FF2B5EF4-FFF2-40B4-BE49-F238E27FC236}">
                <a16:creationId xmlns:a16="http://schemas.microsoft.com/office/drawing/2014/main" id="{18A06997-E8FA-E646-70AA-7FB9A54F06A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465EDB71-78A9-E876-E081-72DF29C7F6A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/>
              <a:t>第一课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BC79D0DC-8F63-BBB2-678A-90B76245AE4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BD4DD71B-AD9A-44C5-9CCB-3FBA777FB372}" type="datetime1">
              <a:rPr lang="zh-CN" altLang="en-US"/>
              <a:pPr algn="r" eaLnBrk="1" hangingPunct="1"/>
              <a:t>2025/12/26</a:t>
            </a:fld>
            <a:endParaRPr lang="zh-CN" altLang="en-US"/>
          </a:p>
        </p:txBody>
      </p:sp>
      <p:sp>
        <p:nvSpPr>
          <p:cNvPr id="69636" name="Rectangle 6">
            <a:extLst>
              <a:ext uri="{FF2B5EF4-FFF2-40B4-BE49-F238E27FC236}">
                <a16:creationId xmlns:a16="http://schemas.microsoft.com/office/drawing/2014/main" id="{76C2692A-6783-8792-EF34-FAD5080E701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/>
              <a:t>第一课</a:t>
            </a:r>
          </a:p>
        </p:txBody>
      </p:sp>
      <p:sp>
        <p:nvSpPr>
          <p:cNvPr id="69637" name="Rectangle 7">
            <a:extLst>
              <a:ext uri="{FF2B5EF4-FFF2-40B4-BE49-F238E27FC236}">
                <a16:creationId xmlns:a16="http://schemas.microsoft.com/office/drawing/2014/main" id="{4BD70370-68FB-DCE8-A7B0-EB03CEA276B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EC241794-5852-4DC6-BD65-60B258CA1E06}" type="slidenum">
              <a:rPr lang="en-US" altLang="zh-CN"/>
              <a:pPr algn="r" eaLnBrk="1" hangingPunct="1"/>
              <a:t>18</a:t>
            </a:fld>
            <a:endParaRPr lang="en-US" altLang="zh-CN"/>
          </a:p>
        </p:txBody>
      </p:sp>
      <p:sp>
        <p:nvSpPr>
          <p:cNvPr id="69638" name="Rectangle 2">
            <a:extLst>
              <a:ext uri="{FF2B5EF4-FFF2-40B4-BE49-F238E27FC236}">
                <a16:creationId xmlns:a16="http://schemas.microsoft.com/office/drawing/2014/main" id="{8183ACE7-F189-9726-807F-4A715BAB2F4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9639" name="Rectangle 3">
            <a:extLst>
              <a:ext uri="{FF2B5EF4-FFF2-40B4-BE49-F238E27FC236}">
                <a16:creationId xmlns:a16="http://schemas.microsoft.com/office/drawing/2014/main" id="{EA7D08F1-C4B7-1243-2321-7B2207C5E07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17A3AF3F-206B-D840-ABF0-F3067C73542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/>
              <a:t>第一课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DD4165B3-30A5-08B2-D0D0-5B62FCC85C6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7290647E-1224-4152-ADDC-BE05C721CC4D}" type="datetime1">
              <a:rPr lang="zh-CN" altLang="en-US"/>
              <a:pPr algn="r" eaLnBrk="1" hangingPunct="1"/>
              <a:t>2025/12/26</a:t>
            </a:fld>
            <a:endParaRPr lang="zh-CN" altLang="en-US"/>
          </a:p>
        </p:txBody>
      </p:sp>
      <p:sp>
        <p:nvSpPr>
          <p:cNvPr id="71684" name="Rectangle 6">
            <a:extLst>
              <a:ext uri="{FF2B5EF4-FFF2-40B4-BE49-F238E27FC236}">
                <a16:creationId xmlns:a16="http://schemas.microsoft.com/office/drawing/2014/main" id="{4D61E164-02D6-0E0A-8240-96EE0B4CDFF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/>
              <a:t>第一课</a:t>
            </a:r>
          </a:p>
        </p:txBody>
      </p:sp>
      <p:sp>
        <p:nvSpPr>
          <p:cNvPr id="71685" name="Rectangle 7">
            <a:extLst>
              <a:ext uri="{FF2B5EF4-FFF2-40B4-BE49-F238E27FC236}">
                <a16:creationId xmlns:a16="http://schemas.microsoft.com/office/drawing/2014/main" id="{6DA31F0B-49AB-2BB8-BC02-A0A7F7E7F04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451DC759-C019-451C-8192-5236A57A0A1A}" type="slidenum">
              <a:rPr lang="en-US" altLang="zh-CN"/>
              <a:pPr algn="r" eaLnBrk="1" hangingPunct="1"/>
              <a:t>19</a:t>
            </a:fld>
            <a:endParaRPr lang="en-US" altLang="zh-CN"/>
          </a:p>
        </p:txBody>
      </p:sp>
      <p:sp>
        <p:nvSpPr>
          <p:cNvPr id="71686" name="Rectangle 2">
            <a:extLst>
              <a:ext uri="{FF2B5EF4-FFF2-40B4-BE49-F238E27FC236}">
                <a16:creationId xmlns:a16="http://schemas.microsoft.com/office/drawing/2014/main" id="{9AC9584C-4AFB-5101-C099-C6221D88B73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1687" name="Rectangle 3">
            <a:extLst>
              <a:ext uri="{FF2B5EF4-FFF2-40B4-BE49-F238E27FC236}">
                <a16:creationId xmlns:a16="http://schemas.microsoft.com/office/drawing/2014/main" id="{C153BE60-2F81-42E7-24A0-5D4D6EED83E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A242BD47-CD1E-9599-8227-EC7F33A19B6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717D7BF0-75DF-BC98-6A66-74D711A8B31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无限长均匀带电的直线、圆柱面、圆柱壳</a:t>
            </a:r>
          </a:p>
          <a:p>
            <a:endParaRPr lang="zh-CN" altLang="en-US" b="1">
              <a:solidFill>
                <a:schemeClr val="bg1"/>
              </a:solidFill>
            </a:endParaRPr>
          </a:p>
          <a:p>
            <a:r>
              <a:rPr lang="zh-CN" altLang="en-US" b="1">
                <a:solidFill>
                  <a:schemeClr val="bg1"/>
                </a:solidFill>
              </a:rPr>
              <a:t>无限大的均匀带电平面、平板</a:t>
            </a:r>
          </a:p>
          <a:p>
            <a:endParaRPr lang="zh-CN" altLang="en-US" b="1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D02F8DB7-5D64-5B37-9BE4-A2F5B022CBE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E678AE12-6BB6-9827-F4B7-747091F7339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657B8AB2-3283-4E9B-B7DB-7A7B6C2BF865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7828" name="Rectangle 6">
            <a:extLst>
              <a:ext uri="{FF2B5EF4-FFF2-40B4-BE49-F238E27FC236}">
                <a16:creationId xmlns:a16="http://schemas.microsoft.com/office/drawing/2014/main" id="{FEBDF4F5-D838-922D-3D55-6CC81286023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77829" name="Rectangle 7">
            <a:extLst>
              <a:ext uri="{FF2B5EF4-FFF2-40B4-BE49-F238E27FC236}">
                <a16:creationId xmlns:a16="http://schemas.microsoft.com/office/drawing/2014/main" id="{0DB99F1A-0DCD-E9B5-B739-30DB24B516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55FD28CB-E8C1-4C46-AA76-9A7E8BC085C3}" type="slidenum">
              <a:rPr altLang="zh-CN"/>
              <a:pPr/>
              <a:t>22</a:t>
            </a:fld>
            <a:endParaRPr lang="zh-CN" altLang="zh-CN"/>
          </a:p>
        </p:txBody>
      </p:sp>
      <p:sp>
        <p:nvSpPr>
          <p:cNvPr id="77830" name="Rectangle 2">
            <a:extLst>
              <a:ext uri="{FF2B5EF4-FFF2-40B4-BE49-F238E27FC236}">
                <a16:creationId xmlns:a16="http://schemas.microsoft.com/office/drawing/2014/main" id="{5F5D5E75-7D7A-59F9-7AAD-981AF69D057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7831" name="Rectangle 3">
            <a:extLst>
              <a:ext uri="{FF2B5EF4-FFF2-40B4-BE49-F238E27FC236}">
                <a16:creationId xmlns:a16="http://schemas.microsoft.com/office/drawing/2014/main" id="{5FD7001C-3A86-1725-4105-E0E0DBC9B9A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0414C683-E61A-4DE0-E78B-D00D9966DD9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/>
              <a:t>第一课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1C12D8D9-7844-EDFB-6BBE-79AED000EA2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C0FBFFB3-A50E-4F77-9A84-F57D71D63AC5}" type="datetime1">
              <a:rPr lang="zh-CN" altLang="en-US"/>
              <a:pPr algn="r" eaLnBrk="1" hangingPunct="1"/>
              <a:t>2025/12/26</a:t>
            </a:fld>
            <a:endParaRPr lang="zh-CN" altLang="en-US"/>
          </a:p>
        </p:txBody>
      </p:sp>
      <p:sp>
        <p:nvSpPr>
          <p:cNvPr id="79876" name="Rectangle 6">
            <a:extLst>
              <a:ext uri="{FF2B5EF4-FFF2-40B4-BE49-F238E27FC236}">
                <a16:creationId xmlns:a16="http://schemas.microsoft.com/office/drawing/2014/main" id="{D10E7416-A13B-E743-29FB-ECF31E56838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/>
              <a:t>第一课</a:t>
            </a:r>
          </a:p>
        </p:txBody>
      </p:sp>
      <p:sp>
        <p:nvSpPr>
          <p:cNvPr id="79877" name="Rectangle 7">
            <a:extLst>
              <a:ext uri="{FF2B5EF4-FFF2-40B4-BE49-F238E27FC236}">
                <a16:creationId xmlns:a16="http://schemas.microsoft.com/office/drawing/2014/main" id="{79DFBFAA-6372-B1C5-B949-2C0A8ABF2A8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59A1D108-F1C3-49C7-BC9A-56070C91C38D}" type="slidenum">
              <a:rPr lang="en-US" altLang="zh-CN"/>
              <a:pPr algn="r" eaLnBrk="1" hangingPunct="1"/>
              <a:t>24</a:t>
            </a:fld>
            <a:endParaRPr lang="en-US" altLang="zh-CN"/>
          </a:p>
        </p:txBody>
      </p:sp>
      <p:sp>
        <p:nvSpPr>
          <p:cNvPr id="79878" name="Rectangle 2">
            <a:extLst>
              <a:ext uri="{FF2B5EF4-FFF2-40B4-BE49-F238E27FC236}">
                <a16:creationId xmlns:a16="http://schemas.microsoft.com/office/drawing/2014/main" id="{6B0CDA29-8344-513D-CAC7-76380C9EA85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9879" name="Rectangle 3">
            <a:extLst>
              <a:ext uri="{FF2B5EF4-FFF2-40B4-BE49-F238E27FC236}">
                <a16:creationId xmlns:a16="http://schemas.microsoft.com/office/drawing/2014/main" id="{85A0B675-5F84-1E0C-D8D4-45251CE00F0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 b="1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307A5191-1015-C121-E733-AA8B334038B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第一课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1174DBB8-7D48-245D-635A-A04ECEE37CE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60E4D93-F25F-4634-851C-95FDDFEF3E42}" type="datetime1">
              <a:rPr lang="zh-CN" altLang="en-US" smtClean="0"/>
              <a:pPr>
                <a:spcBef>
                  <a:spcPct val="0"/>
                </a:spcBef>
              </a:pPr>
              <a:t>2025/12/26</a:t>
            </a:fld>
            <a:endParaRPr lang="en-US" altLang="zh-CN"/>
          </a:p>
        </p:txBody>
      </p:sp>
      <p:sp>
        <p:nvSpPr>
          <p:cNvPr id="83972" name="Rectangle 6">
            <a:extLst>
              <a:ext uri="{FF2B5EF4-FFF2-40B4-BE49-F238E27FC236}">
                <a16:creationId xmlns:a16="http://schemas.microsoft.com/office/drawing/2014/main" id="{7EBD2A7F-6662-0B04-5893-D0D51A91F7C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第一课</a:t>
            </a:r>
          </a:p>
        </p:txBody>
      </p:sp>
      <p:sp>
        <p:nvSpPr>
          <p:cNvPr id="83973" name="Rectangle 7">
            <a:extLst>
              <a:ext uri="{FF2B5EF4-FFF2-40B4-BE49-F238E27FC236}">
                <a16:creationId xmlns:a16="http://schemas.microsoft.com/office/drawing/2014/main" id="{F1DEA8B5-FC53-0362-2B73-6DB32CBDE2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96B7E6B-0CB2-460B-84B1-8E8B31007BAD}" type="slidenum">
              <a:rPr altLang="zh-CN"/>
              <a:pPr>
                <a:spcBef>
                  <a:spcPct val="0"/>
                </a:spcBef>
              </a:pPr>
              <a:t>26</a:t>
            </a:fld>
            <a:endParaRPr lang="zh-CN" altLang="zh-CN"/>
          </a:p>
        </p:txBody>
      </p:sp>
      <p:sp>
        <p:nvSpPr>
          <p:cNvPr id="83974" name="Rectangle 2">
            <a:extLst>
              <a:ext uri="{FF2B5EF4-FFF2-40B4-BE49-F238E27FC236}">
                <a16:creationId xmlns:a16="http://schemas.microsoft.com/office/drawing/2014/main" id="{37CD198B-A832-B936-EE69-D117F3BA3D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5" name="Rectangle 3">
            <a:extLst>
              <a:ext uri="{FF2B5EF4-FFF2-40B4-BE49-F238E27FC236}">
                <a16:creationId xmlns:a16="http://schemas.microsoft.com/office/drawing/2014/main" id="{16DADA5A-984D-264A-22F2-ED33E5D11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2.2.4</a:t>
            </a:r>
            <a:r>
              <a:rPr lang="zh-CN" altLang="en-US" dirty="0"/>
              <a:t>和例</a:t>
            </a:r>
            <a:r>
              <a:rPr lang="en-US" altLang="zh-CN" dirty="0"/>
              <a:t>2.2.5</a:t>
            </a:r>
            <a:r>
              <a:rPr lang="zh-CN" altLang="en-US" dirty="0"/>
              <a:t>说明高斯面的选取是有技巧的，选取时要保证</a:t>
            </a:r>
            <a:r>
              <a:rPr lang="en-US" altLang="zh-CN" b="1" dirty="0"/>
              <a:t>E</a:t>
            </a:r>
            <a:r>
              <a:rPr lang="zh-CN" altLang="en-US" dirty="0"/>
              <a:t>和</a:t>
            </a:r>
            <a:r>
              <a:rPr lang="en-US" altLang="zh-CN" b="1" dirty="0" err="1"/>
              <a:t>dS</a:t>
            </a:r>
            <a:r>
              <a:rPr lang="zh-CN" altLang="en-US" dirty="0"/>
              <a:t>的</a:t>
            </a:r>
            <a:r>
              <a:rPr lang="zh-CN" altLang="en-US"/>
              <a:t>方向始终平行或</a:t>
            </a:r>
            <a:r>
              <a:rPr lang="zh-CN" altLang="en-US" dirty="0"/>
              <a:t>始终垂直。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B9C6F435-E508-4CD1-86BF-5A8F77C66126}" type="datetime1">
              <a:rPr lang="zh-CN" altLang="en-US" smtClean="0"/>
              <a:pPr>
                <a:defRPr/>
              </a:pPr>
              <a:t>2025/12/26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8606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1576166-F8A8-2BB4-DD70-4DCCC41CD5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DB07C4-D545-4019-999F-2BF1C9F16671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27127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0A496EF-690C-1322-217E-CF93873298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17126-F83D-483A-A81D-FB110B6CC884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01330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C76059A-DCE6-06DB-148D-23EFCAA634F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756850-B5A9-4138-96F8-43175F14C543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34620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BFA6E9E-9DC4-3D18-4801-133C430B919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00F768-CF50-45CB-A3B0-2FE34A0E6DEC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23316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641E05F3-2439-79E4-F7F5-8F2C2B617CE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FA487-D0DA-4C3E-9293-2476D2D3F26C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11199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489F1C90-3486-2E05-2147-30D0DE02442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252C24-0ABC-4BA9-9C3A-88D241B835A3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28459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E9D1B7D-3B07-509D-50EF-026DB3CDB03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31E09E-C200-45A4-8478-86CF5BDF056D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00330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5F4CA27-994E-AC0C-771F-3EF4C93DDB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4290EF-43E9-4B74-AB16-693B7C0904C9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0739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419DEBC-2523-BBA1-6502-B119703BF9D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29BB8-1C94-49D8-A2C5-F57E2411AA75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5114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EC59668-439D-3895-18B9-3DCEC5916B8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E51D90-C335-447A-8BA8-1A261C7F0EA1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8206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81BBA34-4FB6-72F9-BF3B-5E2C58618AD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BC69E9-5D55-4F66-A766-3326B497F49C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71404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0E47C4B-940B-16F5-F902-B74DC20157B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D5263-529B-4DFA-A584-ECBA7568C504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5518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BE66E56F-91DA-FD1C-A07B-339224985A1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19E1B-3695-45AD-9E6B-68F3904643D1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490021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031F72C9-FB7F-FB18-0D3D-A796B361CD8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788A6E-ED28-4B67-AFFA-044B2EF941D3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24291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hyperlink" Target="&#38543;&#26426;&#28857;&#21517;&#21161;&#25163;.exe" TargetMode="Externa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6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501" name="Rectangle 5">
            <a:extLst>
              <a:ext uri="{FF2B5EF4-FFF2-40B4-BE49-F238E27FC236}">
                <a16:creationId xmlns:a16="http://schemas.microsoft.com/office/drawing/2014/main" id="{469081B0-B31B-A751-8DAF-F86981C33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61913"/>
            <a:ext cx="5256212" cy="3508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 eaLnBrk="1" hangingPunct="1">
              <a:lnSpc>
                <a:spcPct val="60000"/>
              </a:lnSpc>
              <a:defRPr/>
            </a:pPr>
            <a:r>
              <a:rPr lang="zh-CN" altLang="en-US">
                <a:latin typeface="Times New Roman" panose="02020603050405020304" pitchFamily="18" charset="0"/>
                <a:ea typeface="隶书" panose="02010509060101010101" pitchFamily="49" charset="-122"/>
              </a:rPr>
              <a:t>第 </a:t>
            </a:r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2 </a:t>
            </a:r>
            <a:r>
              <a:rPr lang="zh-CN" altLang="en-US">
                <a:latin typeface="Times New Roman" panose="02020603050405020304" pitchFamily="18" charset="0"/>
                <a:ea typeface="隶书" panose="02010509060101010101" pitchFamily="49" charset="-122"/>
              </a:rPr>
              <a:t>章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电磁场的基本规律</a:t>
            </a:r>
          </a:p>
        </p:txBody>
      </p:sp>
      <p:sp>
        <p:nvSpPr>
          <p:cNvPr id="1027" name="Rectangle 6">
            <a:extLst>
              <a:ext uri="{FF2B5EF4-FFF2-40B4-BE49-F238E27FC236}">
                <a16:creationId xmlns:a16="http://schemas.microsoft.com/office/drawing/2014/main" id="{E6921E0D-608C-456E-16D9-D87EE0F58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-26988"/>
            <a:ext cx="2089150" cy="263526"/>
          </a:xfrm>
          <a:prstGeom prst="rect">
            <a:avLst/>
          </a:prstGeom>
          <a:noFill/>
          <a:ln>
            <a:noFill/>
          </a:ln>
        </p:spPr>
        <p:txBody>
          <a:bodyPr tIns="10800"/>
          <a:lstStyle>
            <a:lvl1pPr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  <a:defRPr/>
            </a:pPr>
            <a:r>
              <a:rPr lang="zh-CN" altLang="en-US" sz="2000">
                <a:solidFill>
                  <a:srgbClr val="573CFC"/>
                </a:solidFill>
                <a:ea typeface="华文行楷" panose="02010800040101010101" pitchFamily="2" charset="-122"/>
              </a:rPr>
              <a:t>电磁场与电磁波</a:t>
            </a:r>
          </a:p>
        </p:txBody>
      </p:sp>
      <p:sp>
        <p:nvSpPr>
          <p:cNvPr id="1028" name="Rectangle 10" descr="深色横线">
            <a:extLst>
              <a:ext uri="{FF2B5EF4-FFF2-40B4-BE49-F238E27FC236}">
                <a16:creationId xmlns:a16="http://schemas.microsoft.com/office/drawing/2014/main" id="{105FFC0F-C995-9B5A-F064-DA7D993A1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675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</p:spPr>
        <p:txBody>
          <a:bodyPr wrap="none" anchor="ctr"/>
          <a:lstStyle>
            <a:lvl1pPr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b="0"/>
          </a:p>
        </p:txBody>
      </p:sp>
      <p:sp>
        <p:nvSpPr>
          <p:cNvPr id="490507" name="Rectangle 11">
            <a:extLst>
              <a:ext uri="{FF2B5EF4-FFF2-40B4-BE49-F238E27FC236}">
                <a16:creationId xmlns:a16="http://schemas.microsoft.com/office/drawing/2014/main" id="{2BDE0A9D-C8EC-8929-4C60-946F3D72E34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77050" y="65088"/>
            <a:ext cx="2133600" cy="2682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noProof="1" smtClean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A2C5FE4-BC8C-4EF0-8366-115BDD2CE815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90516" name="Rectangle 20">
            <a:extLst>
              <a:ext uri="{FF2B5EF4-FFF2-40B4-BE49-F238E27FC236}">
                <a16:creationId xmlns:a16="http://schemas.microsoft.com/office/drawing/2014/main" id="{23391E95-09F1-6997-0833-928A0604D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92113"/>
            <a:ext cx="9144000" cy="6192837"/>
          </a:xfrm>
          <a:prstGeom prst="rect">
            <a:avLst/>
          </a:prstGeom>
          <a:gradFill rotWithShape="0">
            <a:gsLst>
              <a:gs pos="0">
                <a:srgbClr val="0000E8"/>
              </a:gs>
              <a:gs pos="100000">
                <a:srgbClr val="0000E8">
                  <a:gamma/>
                  <a:shade val="70196"/>
                  <a:invGamma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342900" indent="-342900" algn="ctr" eaLnBrk="1" hangingPunct="1">
              <a:spcBef>
                <a:spcPct val="20000"/>
              </a:spcBef>
              <a:defRPr/>
            </a:pPr>
            <a:endParaRPr lang="zh-CN" altLang="zh-CN" sz="2800" b="0"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1031" name="Rectangle 21" descr="栎木">
            <a:extLst>
              <a:ext uri="{FF2B5EF4-FFF2-40B4-BE49-F238E27FC236}">
                <a16:creationId xmlns:a16="http://schemas.microsoft.com/office/drawing/2014/main" id="{DE51BE3B-C1ED-DA07-DEFE-69DB2216F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6"/>
            <a:srcRect/>
            <a:tile tx="0" ty="0" sx="100000" sy="100000" flip="none" algn="tl"/>
          </a:blipFill>
          <a:ln>
            <a:noFill/>
          </a:ln>
        </p:spPr>
        <p:txBody>
          <a:bodyPr wrap="none" anchor="ctr"/>
          <a:lstStyle>
            <a:lvl1pPr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b="0"/>
          </a:p>
        </p:txBody>
      </p:sp>
      <p:sp>
        <p:nvSpPr>
          <p:cNvPr id="1032" name="Rectangle 23" descr="深色横线">
            <a:extLst>
              <a:ext uri="{FF2B5EF4-FFF2-40B4-BE49-F238E27FC236}">
                <a16:creationId xmlns:a16="http://schemas.microsoft.com/office/drawing/2014/main" id="{F7582914-BC2C-28C7-AA83-95E947AF3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26213"/>
            <a:ext cx="9144000" cy="71437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</p:spPr>
        <p:txBody>
          <a:bodyPr wrap="none" anchor="ctr"/>
          <a:lstStyle>
            <a:lvl1pPr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b="0"/>
          </a:p>
        </p:txBody>
      </p:sp>
      <p:pic>
        <p:nvPicPr>
          <p:cNvPr id="1033" name="Picture 29" descr="听诊器">
            <a:hlinkClick r:id="rId17" action="ppaction://hlinkfile"/>
            <a:extLst>
              <a:ext uri="{FF2B5EF4-FFF2-40B4-BE49-F238E27FC236}">
                <a16:creationId xmlns:a16="http://schemas.microsoft.com/office/drawing/2014/main" id="{48FAD43C-68E2-8588-1892-939F72B65C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0" y="5862638"/>
            <a:ext cx="508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slide" Target="slide1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10.png"/><Relationship Id="rId3" Type="http://schemas.openxmlformats.org/officeDocument/2006/relationships/image" Target="../media/image5.emf"/><Relationship Id="rId7" Type="http://schemas.openxmlformats.org/officeDocument/2006/relationships/image" Target="../media/image7.emf"/><Relationship Id="rId12" Type="http://schemas.openxmlformats.org/officeDocument/2006/relationships/slide" Target="slide1.xml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9.emf"/><Relationship Id="rId5" Type="http://schemas.openxmlformats.org/officeDocument/2006/relationships/image" Target="../media/image6.e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13" Type="http://schemas.openxmlformats.org/officeDocument/2006/relationships/image" Target="../media/image15.e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11" Type="http://schemas.openxmlformats.org/officeDocument/2006/relationships/slide" Target="slide1.xml"/><Relationship Id="rId5" Type="http://schemas.openxmlformats.org/officeDocument/2006/relationships/oleObject" Target="../embeddings/oleObject8.bin"/><Relationship Id="rId15" Type="http://schemas.openxmlformats.org/officeDocument/2006/relationships/image" Target="../media/image16.emf"/><Relationship Id="rId10" Type="http://schemas.openxmlformats.org/officeDocument/2006/relationships/image" Target="../media/image14.emf"/><Relationship Id="rId4" Type="http://schemas.openxmlformats.org/officeDocument/2006/relationships/image" Target="../media/image11.emf"/><Relationship Id="rId9" Type="http://schemas.openxmlformats.org/officeDocument/2006/relationships/oleObject" Target="../embeddings/oleObject10.bin"/><Relationship Id="rId14" Type="http://schemas.openxmlformats.org/officeDocument/2006/relationships/oleObject" Target="../embeddings/oleObject1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oleObject" Target="../embeddings/oleObject13.bin"/><Relationship Id="rId7" Type="http://schemas.openxmlformats.org/officeDocument/2006/relationships/slide" Target="slid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6.png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28.png"/><Relationship Id="rId4" Type="http://schemas.openxmlformats.org/officeDocument/2006/relationships/image" Target="../media/image25.emf"/><Relationship Id="rId9" Type="http://schemas.openxmlformats.org/officeDocument/2006/relationships/image" Target="../media/image27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slide" Target="slide1.xml"/><Relationship Id="rId7" Type="http://schemas.openxmlformats.org/officeDocument/2006/relationships/image" Target="../media/image30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9.e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4.png"/><Relationship Id="rId5" Type="http://schemas.openxmlformats.org/officeDocument/2006/relationships/image" Target="../media/image33.emf"/><Relationship Id="rId4" Type="http://schemas.openxmlformats.org/officeDocument/2006/relationships/oleObject" Target="../embeddings/oleObject18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slide" Target="slide1.xml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7.png"/><Relationship Id="rId5" Type="http://schemas.openxmlformats.org/officeDocument/2006/relationships/image" Target="../media/image36.emf"/><Relationship Id="rId4" Type="http://schemas.openxmlformats.org/officeDocument/2006/relationships/oleObject" Target="../embeddings/oleObject19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46.emf"/><Relationship Id="rId18" Type="http://schemas.openxmlformats.org/officeDocument/2006/relationships/image" Target="../media/image49.png"/><Relationship Id="rId3" Type="http://schemas.openxmlformats.org/officeDocument/2006/relationships/oleObject" Target="../embeddings/oleObject21.bin"/><Relationship Id="rId21" Type="http://schemas.openxmlformats.org/officeDocument/2006/relationships/oleObject" Target="../embeddings/oleObject29.bin"/><Relationship Id="rId7" Type="http://schemas.openxmlformats.org/officeDocument/2006/relationships/slide" Target="slide16.xml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48.emf"/><Relationship Id="rId2" Type="http://schemas.openxmlformats.org/officeDocument/2006/relationships/notesSlide" Target="../notesSlides/notesSlide11.xml"/><Relationship Id="rId16" Type="http://schemas.openxmlformats.org/officeDocument/2006/relationships/oleObject" Target="../embeddings/oleObject27.bin"/><Relationship Id="rId20" Type="http://schemas.openxmlformats.org/officeDocument/2006/relationships/image" Target="../media/image50.emf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3.emf"/><Relationship Id="rId11" Type="http://schemas.openxmlformats.org/officeDocument/2006/relationships/image" Target="../media/image45.emf"/><Relationship Id="rId5" Type="http://schemas.openxmlformats.org/officeDocument/2006/relationships/oleObject" Target="../embeddings/oleObject22.bin"/><Relationship Id="rId15" Type="http://schemas.openxmlformats.org/officeDocument/2006/relationships/image" Target="../media/image47.emf"/><Relationship Id="rId10" Type="http://schemas.openxmlformats.org/officeDocument/2006/relationships/oleObject" Target="../embeddings/oleObject24.bin"/><Relationship Id="rId19" Type="http://schemas.openxmlformats.org/officeDocument/2006/relationships/oleObject" Target="../embeddings/oleObject28.bin"/><Relationship Id="rId4" Type="http://schemas.openxmlformats.org/officeDocument/2006/relationships/image" Target="../media/image42.emf"/><Relationship Id="rId9" Type="http://schemas.openxmlformats.org/officeDocument/2006/relationships/image" Target="../media/image44.emf"/><Relationship Id="rId14" Type="http://schemas.openxmlformats.org/officeDocument/2006/relationships/oleObject" Target="../embeddings/oleObject26.bin"/><Relationship Id="rId22" Type="http://schemas.openxmlformats.org/officeDocument/2006/relationships/image" Target="../media/image51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13" Type="http://schemas.openxmlformats.org/officeDocument/2006/relationships/image" Target="../media/image56.emf"/><Relationship Id="rId18" Type="http://schemas.openxmlformats.org/officeDocument/2006/relationships/oleObject" Target="../embeddings/oleObject37.bin"/><Relationship Id="rId26" Type="http://schemas.openxmlformats.org/officeDocument/2006/relationships/image" Target="../media/image63.emf"/><Relationship Id="rId3" Type="http://schemas.openxmlformats.org/officeDocument/2006/relationships/oleObject" Target="../embeddings/oleObject30.bin"/><Relationship Id="rId21" Type="http://schemas.openxmlformats.org/officeDocument/2006/relationships/oleObject" Target="../embeddings/oleObject38.bin"/><Relationship Id="rId7" Type="http://schemas.openxmlformats.org/officeDocument/2006/relationships/oleObject" Target="../embeddings/oleObject32.bin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58.emf"/><Relationship Id="rId25" Type="http://schemas.openxmlformats.org/officeDocument/2006/relationships/oleObject" Target="../embeddings/oleObject40.bin"/><Relationship Id="rId2" Type="http://schemas.openxmlformats.org/officeDocument/2006/relationships/notesSlide" Target="../notesSlides/notesSlide12.xml"/><Relationship Id="rId16" Type="http://schemas.openxmlformats.org/officeDocument/2006/relationships/oleObject" Target="../embeddings/oleObject36.bin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3.emf"/><Relationship Id="rId11" Type="http://schemas.openxmlformats.org/officeDocument/2006/relationships/image" Target="../media/image55.emf"/><Relationship Id="rId24" Type="http://schemas.openxmlformats.org/officeDocument/2006/relationships/image" Target="../media/image62.emf"/><Relationship Id="rId5" Type="http://schemas.openxmlformats.org/officeDocument/2006/relationships/oleObject" Target="../embeddings/oleObject31.bin"/><Relationship Id="rId15" Type="http://schemas.openxmlformats.org/officeDocument/2006/relationships/image" Target="../media/image57.emf"/><Relationship Id="rId23" Type="http://schemas.openxmlformats.org/officeDocument/2006/relationships/oleObject" Target="../embeddings/oleObject39.bin"/><Relationship Id="rId10" Type="http://schemas.openxmlformats.org/officeDocument/2006/relationships/oleObject" Target="../embeddings/oleObject33.bin"/><Relationship Id="rId19" Type="http://schemas.openxmlformats.org/officeDocument/2006/relationships/image" Target="../media/image59.emf"/><Relationship Id="rId4" Type="http://schemas.openxmlformats.org/officeDocument/2006/relationships/image" Target="../media/image52.emf"/><Relationship Id="rId9" Type="http://schemas.openxmlformats.org/officeDocument/2006/relationships/slide" Target="slide16.xml"/><Relationship Id="rId14" Type="http://schemas.openxmlformats.org/officeDocument/2006/relationships/oleObject" Target="../embeddings/oleObject35.bin"/><Relationship Id="rId22" Type="http://schemas.openxmlformats.org/officeDocument/2006/relationships/image" Target="../media/image6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slide" Target="slide1.xml"/><Relationship Id="rId4" Type="http://schemas.openxmlformats.org/officeDocument/2006/relationships/image" Target="../media/image66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image" Target="../media/image72.emf"/><Relationship Id="rId18" Type="http://schemas.openxmlformats.org/officeDocument/2006/relationships/oleObject" Target="../embeddings/oleObject49.bin"/><Relationship Id="rId26" Type="http://schemas.openxmlformats.org/officeDocument/2006/relationships/oleObject" Target="../embeddings/oleObject53.bin"/><Relationship Id="rId3" Type="http://schemas.openxmlformats.org/officeDocument/2006/relationships/slide" Target="slide9.xml"/><Relationship Id="rId21" Type="http://schemas.openxmlformats.org/officeDocument/2006/relationships/image" Target="../media/image76.emf"/><Relationship Id="rId7" Type="http://schemas.openxmlformats.org/officeDocument/2006/relationships/image" Target="../media/image69.emf"/><Relationship Id="rId12" Type="http://schemas.openxmlformats.org/officeDocument/2006/relationships/oleObject" Target="../embeddings/oleObject46.bin"/><Relationship Id="rId17" Type="http://schemas.openxmlformats.org/officeDocument/2006/relationships/image" Target="../media/image74.emf"/><Relationship Id="rId25" Type="http://schemas.openxmlformats.org/officeDocument/2006/relationships/image" Target="../media/image78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8.bin"/><Relationship Id="rId20" Type="http://schemas.openxmlformats.org/officeDocument/2006/relationships/oleObject" Target="../embeddings/oleObject50.bin"/><Relationship Id="rId1" Type="http://schemas.openxmlformats.org/officeDocument/2006/relationships/tags" Target="../tags/tag2.x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71.emf"/><Relationship Id="rId24" Type="http://schemas.openxmlformats.org/officeDocument/2006/relationships/oleObject" Target="../embeddings/oleObject52.bin"/><Relationship Id="rId5" Type="http://schemas.openxmlformats.org/officeDocument/2006/relationships/image" Target="../media/image68.emf"/><Relationship Id="rId15" Type="http://schemas.openxmlformats.org/officeDocument/2006/relationships/image" Target="../media/image73.emf"/><Relationship Id="rId23" Type="http://schemas.openxmlformats.org/officeDocument/2006/relationships/image" Target="../media/image77.emf"/><Relationship Id="rId10" Type="http://schemas.openxmlformats.org/officeDocument/2006/relationships/oleObject" Target="../embeddings/oleObject45.bin"/><Relationship Id="rId19" Type="http://schemas.openxmlformats.org/officeDocument/2006/relationships/image" Target="../media/image75.emf"/><Relationship Id="rId4" Type="http://schemas.openxmlformats.org/officeDocument/2006/relationships/oleObject" Target="../embeddings/oleObject42.bin"/><Relationship Id="rId9" Type="http://schemas.openxmlformats.org/officeDocument/2006/relationships/image" Target="../media/image70.emf"/><Relationship Id="rId14" Type="http://schemas.openxmlformats.org/officeDocument/2006/relationships/oleObject" Target="../embeddings/oleObject47.bin"/><Relationship Id="rId22" Type="http://schemas.openxmlformats.org/officeDocument/2006/relationships/oleObject" Target="../embeddings/oleObject51.bin"/><Relationship Id="rId27" Type="http://schemas.openxmlformats.org/officeDocument/2006/relationships/image" Target="../media/image79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slide" Target="slide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slide" Target="slide1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8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slide" Target="slide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3" Type="http://schemas.openxmlformats.org/officeDocument/2006/relationships/slide" Target="slide1.xml"/><Relationship Id="rId7" Type="http://schemas.openxmlformats.org/officeDocument/2006/relationships/image" Target="../media/image88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87.emf"/><Relationship Id="rId4" Type="http://schemas.openxmlformats.org/officeDocument/2006/relationships/oleObject" Target="../embeddings/oleObject54.bin"/><Relationship Id="rId9" Type="http://schemas.openxmlformats.org/officeDocument/2006/relationships/image" Target="../media/image89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emf"/><Relationship Id="rId7" Type="http://schemas.openxmlformats.org/officeDocument/2006/relationships/image" Target="../media/image93.png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2.png"/><Relationship Id="rId5" Type="http://schemas.openxmlformats.org/officeDocument/2006/relationships/image" Target="../media/image91.emf"/><Relationship Id="rId4" Type="http://schemas.openxmlformats.org/officeDocument/2006/relationships/oleObject" Target="../embeddings/oleObject58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emf"/><Relationship Id="rId13" Type="http://schemas.openxmlformats.org/officeDocument/2006/relationships/image" Target="../media/image98.png"/><Relationship Id="rId3" Type="http://schemas.openxmlformats.org/officeDocument/2006/relationships/slide" Target="slide16.xml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91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e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97.emf"/><Relationship Id="rId4" Type="http://schemas.openxmlformats.org/officeDocument/2006/relationships/image" Target="../media/image94.png"/><Relationship Id="rId9" Type="http://schemas.openxmlformats.org/officeDocument/2006/relationships/oleObject" Target="../embeddings/oleObject61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emf"/><Relationship Id="rId3" Type="http://schemas.openxmlformats.org/officeDocument/2006/relationships/slide" Target="slide3.xml"/><Relationship Id="rId7" Type="http://schemas.openxmlformats.org/officeDocument/2006/relationships/oleObject" Target="../embeddings/oleObject64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1.png"/><Relationship Id="rId5" Type="http://schemas.openxmlformats.org/officeDocument/2006/relationships/image" Target="../media/image100.emf"/><Relationship Id="rId10" Type="http://schemas.openxmlformats.org/officeDocument/2006/relationships/image" Target="../media/image103.png"/><Relationship Id="rId4" Type="http://schemas.openxmlformats.org/officeDocument/2006/relationships/oleObject" Target="../embeddings/oleObject63.bin"/><Relationship Id="rId9" Type="http://schemas.openxmlformats.org/officeDocument/2006/relationships/image" Target="../media/image10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emf"/><Relationship Id="rId3" Type="http://schemas.openxmlformats.org/officeDocument/2006/relationships/image" Target="../media/image104.png"/><Relationship Id="rId7" Type="http://schemas.openxmlformats.org/officeDocument/2006/relationships/oleObject" Target="../embeddings/oleObject64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1.png"/><Relationship Id="rId5" Type="http://schemas.openxmlformats.org/officeDocument/2006/relationships/image" Target="../media/image105.emf"/><Relationship Id="rId10" Type="http://schemas.openxmlformats.org/officeDocument/2006/relationships/image" Target="../media/image102.png"/><Relationship Id="rId4" Type="http://schemas.openxmlformats.org/officeDocument/2006/relationships/oleObject" Target="../embeddings/oleObject65.bin"/><Relationship Id="rId9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3">
            <a:extLst>
              <a:ext uri="{FF2B5EF4-FFF2-40B4-BE49-F238E27FC236}">
                <a16:creationId xmlns:a16="http://schemas.microsoft.com/office/drawing/2014/main" id="{F7F9C044-9238-896F-D824-D9F6602A83D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0F70C7A-9B85-4593-A104-493CA0C76911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7891" name="Rectangle 24">
            <a:extLst>
              <a:ext uri="{FF2B5EF4-FFF2-40B4-BE49-F238E27FC236}">
                <a16:creationId xmlns:a16="http://schemas.microsoft.com/office/drawing/2014/main" id="{01F4EB73-F883-4218-8BB5-BFF445EE9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682625"/>
            <a:ext cx="8229600" cy="4905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2.2   </a:t>
            </a:r>
            <a:r>
              <a:rPr lang="zh-CN" altLang="en-US" sz="2800" b="1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真空中静电场的基本规律</a:t>
            </a:r>
          </a:p>
        </p:txBody>
      </p:sp>
      <p:sp>
        <p:nvSpPr>
          <p:cNvPr id="37892" name="Rectangle 30">
            <a:extLst>
              <a:ext uri="{FF2B5EF4-FFF2-40B4-BE49-F238E27FC236}">
                <a16:creationId xmlns:a16="http://schemas.microsoft.com/office/drawing/2014/main" id="{C52E2CA6-49F3-5E88-E060-4C3CFBF4E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389063"/>
            <a:ext cx="828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dirty="0">
                <a:solidFill>
                  <a:srgbClr val="FFCC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静电场</a:t>
            </a:r>
            <a:r>
              <a:rPr lang="zh-CN" altLang="en-US" dirty="0">
                <a:solidFill>
                  <a:srgbClr val="FFCC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r>
              <a:rPr lang="zh-CN" altLang="en-US" dirty="0">
                <a:latin typeface="楷体_GB2312" pitchFamily="49" charset="-122"/>
              </a:rPr>
              <a:t>由静止电荷产生的电场。</a:t>
            </a:r>
          </a:p>
        </p:txBody>
      </p:sp>
      <p:sp>
        <p:nvSpPr>
          <p:cNvPr id="37893" name="Rectangle 31">
            <a:extLst>
              <a:ext uri="{FF2B5EF4-FFF2-40B4-BE49-F238E27FC236}">
                <a16:creationId xmlns:a16="http://schemas.microsoft.com/office/drawing/2014/main" id="{5852F4F1-5519-E0E9-1BFD-E8EAEA558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035175"/>
            <a:ext cx="828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rgbClr val="FFCC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重要特征</a:t>
            </a:r>
            <a:r>
              <a:rPr lang="zh-CN" altLang="en-US">
                <a:solidFill>
                  <a:srgbClr val="FFCC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r>
              <a:rPr lang="zh-CN" altLang="en-US">
                <a:latin typeface="楷体_GB2312" pitchFamily="49" charset="-122"/>
              </a:rPr>
              <a:t>对位于电场中的电荷有电场力作用。</a:t>
            </a:r>
          </a:p>
        </p:txBody>
      </p:sp>
      <p:sp>
        <p:nvSpPr>
          <p:cNvPr id="37894" name="Rectangle 68">
            <a:extLst>
              <a:ext uri="{FF2B5EF4-FFF2-40B4-BE49-F238E27FC236}">
                <a16:creationId xmlns:a16="http://schemas.microsoft.com/office/drawing/2014/main" id="{A583171C-DF64-A4B7-1311-53AD70F2B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2997200"/>
            <a:ext cx="4392612" cy="2289175"/>
          </a:xfrm>
          <a:prstGeom prst="rect">
            <a:avLst/>
          </a:prstGeom>
          <a:solidFill>
            <a:srgbClr val="CCFFFF"/>
          </a:solidFill>
          <a:ln w="222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zh-CN" altLang="en-US" sz="2800" dirty="0">
                <a:solidFill>
                  <a:srgbClr val="99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本节内容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2.2.1  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hlinkClick r:id="rId3" action="ppaction://hlinksldjump"/>
              </a:rPr>
              <a:t>库仑定律 电场强度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2.2.2  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hlinkClick r:id="rId4" action="ppaction://hlinksldjump"/>
              </a:rPr>
              <a:t>静电场的散度与旋度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5" name="AutoShape 6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EF6515E-28FA-6D5A-F06A-FACF435CC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37896" name="AutoShape 7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BBA3CB5-2E99-D5E6-42CB-417D2CCAC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37897" name="AutoShape 7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A8B20441-7B55-3417-0D59-F283C4E5E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37898" name="AutoShape 72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C96C2478-7C3B-3263-338B-6F4930D75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3">
            <a:extLst>
              <a:ext uri="{FF2B5EF4-FFF2-40B4-BE49-F238E27FC236}">
                <a16:creationId xmlns:a16="http://schemas.microsoft.com/office/drawing/2014/main" id="{EB4D5F68-EF38-37D5-A917-3B747173F8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33ECD268-4A6F-427C-BFEF-C91AB04DF563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2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3" name="Group 29">
            <a:extLst>
              <a:ext uri="{FF2B5EF4-FFF2-40B4-BE49-F238E27FC236}">
                <a16:creationId xmlns:a16="http://schemas.microsoft.com/office/drawing/2014/main" id="{822F772C-E690-99BE-6C52-499F45F0E0C6}"/>
              </a:ext>
            </a:extLst>
          </p:cNvPr>
          <p:cNvGrpSpPr>
            <a:grpSpLocks/>
          </p:cNvGrpSpPr>
          <p:nvPr/>
        </p:nvGrpSpPr>
        <p:grpSpPr bwMode="auto">
          <a:xfrm>
            <a:off x="34925" y="5903913"/>
            <a:ext cx="5903913" cy="549275"/>
            <a:chOff x="68" y="3674"/>
            <a:chExt cx="3719" cy="346"/>
          </a:xfrm>
        </p:grpSpPr>
        <p:sp>
          <p:nvSpPr>
            <p:cNvPr id="39959" name="Rectangle 30">
              <a:extLst>
                <a:ext uri="{FF2B5EF4-FFF2-40B4-BE49-F238E27FC236}">
                  <a16:creationId xmlns:a16="http://schemas.microsoft.com/office/drawing/2014/main" id="{3337F5B0-A6A3-0B68-FF45-8A626D6FD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3674"/>
              <a:ext cx="3719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25000"/>
                </a:lnSpc>
                <a:buFontTx/>
                <a:buChar char="•"/>
              </a:pPr>
              <a:r>
                <a:rPr lang="en-US" altLang="zh-CN">
                  <a:latin typeface="Times New Roman" panose="02020603050405020304" pitchFamily="18" charset="0"/>
                </a:rPr>
                <a:t>                      </a:t>
              </a:r>
              <a:r>
                <a:rPr lang="zh-CN" altLang="en-US">
                  <a:latin typeface="Times New Roman" panose="02020603050405020304" pitchFamily="18" charset="0"/>
                </a:rPr>
                <a:t>，满足牛顿第三定律。</a:t>
              </a:r>
            </a:p>
          </p:txBody>
        </p:sp>
        <p:graphicFrame>
          <p:nvGraphicFramePr>
            <p:cNvPr id="39960" name="Object 31">
              <a:extLst>
                <a:ext uri="{FF2B5EF4-FFF2-40B4-BE49-F238E27FC236}">
                  <a16:creationId xmlns:a16="http://schemas.microsoft.com/office/drawing/2014/main" id="{EB1CDBDF-A85A-FA36-8063-974C029C921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0" y="3703"/>
            <a:ext cx="907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482687" imgH="152539" progId="Equation.DSMT4">
                    <p:embed/>
                  </p:oleObj>
                </mc:Choice>
                <mc:Fallback>
                  <p:oleObj r:id="rId3" imgW="482687" imgH="152539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" y="3703"/>
                          <a:ext cx="907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46176" name="Rectangle 32">
            <a:extLst>
              <a:ext uri="{FF2B5EF4-FFF2-40B4-BE49-F238E27FC236}">
                <a16:creationId xmlns:a16="http://schemas.microsoft.com/office/drawing/2014/main" id="{6CB2DE82-EC7B-5C82-B948-694B11B68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4608513"/>
            <a:ext cx="889317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Char char="•"/>
            </a:pPr>
            <a:r>
              <a:rPr lang="en-US" altLang="zh-CN">
                <a:latin typeface="Times New Roman" panose="02020603050405020304" pitchFamily="18" charset="0"/>
              </a:rPr>
              <a:t>   </a:t>
            </a:r>
            <a:r>
              <a:rPr lang="zh-CN" altLang="en-US">
                <a:latin typeface="Times New Roman" panose="02020603050405020304" pitchFamily="18" charset="0"/>
              </a:rPr>
              <a:t>大小与两电荷的电荷量成正比，与两电荷距离的平方成反比；</a:t>
            </a:r>
          </a:p>
        </p:txBody>
      </p:sp>
      <p:sp>
        <p:nvSpPr>
          <p:cNvPr id="646179" name="Rectangle 35">
            <a:extLst>
              <a:ext uri="{FF2B5EF4-FFF2-40B4-BE49-F238E27FC236}">
                <a16:creationId xmlns:a16="http://schemas.microsoft.com/office/drawing/2014/main" id="{A9EA00D6-6162-FBC0-940E-3182F558B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5256213"/>
            <a:ext cx="889317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Char char="•"/>
            </a:pPr>
            <a:r>
              <a:rPr lang="en-US" altLang="zh-CN">
                <a:latin typeface="Times New Roman" panose="02020603050405020304" pitchFamily="18" charset="0"/>
              </a:rPr>
              <a:t>   </a:t>
            </a:r>
            <a:r>
              <a:rPr lang="zh-CN" altLang="en-US">
                <a:latin typeface="Times New Roman" panose="02020603050405020304" pitchFamily="18" charset="0"/>
              </a:rPr>
              <a:t>方向沿</a:t>
            </a:r>
            <a:r>
              <a:rPr lang="en-US" altLang="zh-CN" b="0" i="1">
                <a:latin typeface="Times New Roman" panose="02020603050405020304" pitchFamily="18" charset="0"/>
              </a:rPr>
              <a:t>q</a:t>
            </a:r>
            <a:r>
              <a:rPr lang="en-US" altLang="zh-CN" baseline="-25000">
                <a:latin typeface="Times New Roman" panose="02020603050405020304" pitchFamily="18" charset="0"/>
              </a:rPr>
              <a:t>1 </a:t>
            </a:r>
            <a:r>
              <a:rPr lang="zh-CN" altLang="en-US">
                <a:latin typeface="Times New Roman" panose="02020603050405020304" pitchFamily="18" charset="0"/>
              </a:rPr>
              <a:t>和</a:t>
            </a:r>
            <a:r>
              <a:rPr lang="en-US" altLang="zh-CN" b="0" i="1">
                <a:latin typeface="Times New Roman" panose="02020603050405020304" pitchFamily="18" charset="0"/>
              </a:rPr>
              <a:t>q</a:t>
            </a:r>
            <a:r>
              <a:rPr lang="en-US" altLang="zh-CN" baseline="-25000">
                <a:latin typeface="Times New Roman" panose="02020603050405020304" pitchFamily="18" charset="0"/>
              </a:rPr>
              <a:t>2 </a:t>
            </a:r>
            <a:r>
              <a:rPr lang="zh-CN" altLang="en-US">
                <a:latin typeface="Times New Roman" panose="02020603050405020304" pitchFamily="18" charset="0"/>
              </a:rPr>
              <a:t>连线方向，同性电荷相排斥，异性电荷相吸引；</a:t>
            </a:r>
          </a:p>
        </p:txBody>
      </p:sp>
      <p:grpSp>
        <p:nvGrpSpPr>
          <p:cNvPr id="4" name="Group 38">
            <a:extLst>
              <a:ext uri="{FF2B5EF4-FFF2-40B4-BE49-F238E27FC236}">
                <a16:creationId xmlns:a16="http://schemas.microsoft.com/office/drawing/2014/main" id="{E57431F3-E39A-27BB-144E-CA82AF763327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4076700"/>
            <a:ext cx="2016125" cy="457200"/>
            <a:chOff x="113" y="2614"/>
            <a:chExt cx="1270" cy="288"/>
          </a:xfrm>
        </p:grpSpPr>
        <p:sp>
          <p:nvSpPr>
            <p:cNvPr id="39957" name="Rectangle 36">
              <a:extLst>
                <a:ext uri="{FF2B5EF4-FFF2-40B4-BE49-F238E27FC236}">
                  <a16:creationId xmlns:a16="http://schemas.microsoft.com/office/drawing/2014/main" id="{D5DC383A-06F8-5508-CA68-FA299CFE4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2614"/>
              <a:ext cx="11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zh-CN" altLang="en-US">
                  <a:solidFill>
                    <a:srgbClr val="FFCC66"/>
                  </a:solidFill>
                  <a:ea typeface="宋体" panose="02010600030101010101" pitchFamily="2" charset="-122"/>
                </a:rPr>
                <a:t>说明：</a:t>
              </a:r>
            </a:p>
          </p:txBody>
        </p:sp>
        <p:sp>
          <p:nvSpPr>
            <p:cNvPr id="39958" name="Rectangle 37">
              <a:extLst>
                <a:ext uri="{FF2B5EF4-FFF2-40B4-BE49-F238E27FC236}">
                  <a16:creationId xmlns:a16="http://schemas.microsoft.com/office/drawing/2014/main" id="{38FD2B13-40B6-DA9D-E4F0-E23088C91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2704"/>
              <a:ext cx="136" cy="136"/>
            </a:xfrm>
            <a:prstGeom prst="rect">
              <a:avLst/>
            </a:prstGeom>
            <a:gradFill rotWithShape="1">
              <a:gsLst>
                <a:gs pos="0">
                  <a:srgbClr val="5B1818"/>
                </a:gs>
                <a:gs pos="100000">
                  <a:srgbClr val="F03E3E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sp>
        <p:nvSpPr>
          <p:cNvPr id="39947" name="AutoShape 4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C1DBE412-CB1E-6E0F-F7F0-13F645400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39948" name="AutoShape 4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22B5C13-891C-1B32-2AC8-C2E2C37D9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39949" name="AutoShape 4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6E55563-751D-9BD6-AEE2-1527C7BDA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39950" name="AutoShape 46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DF15E543-56B5-70B7-E9BC-9DDFE5BC4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5" name="Group 50">
            <a:extLst>
              <a:ext uri="{FF2B5EF4-FFF2-40B4-BE49-F238E27FC236}">
                <a16:creationId xmlns:a16="http://schemas.microsoft.com/office/drawing/2014/main" id="{8C56C8CD-FBD1-5FFD-08CA-1367CE294789}"/>
              </a:ext>
            </a:extLst>
          </p:cNvPr>
          <p:cNvGrpSpPr>
            <a:grpSpLocks/>
          </p:cNvGrpSpPr>
          <p:nvPr/>
        </p:nvGrpSpPr>
        <p:grpSpPr bwMode="auto">
          <a:xfrm>
            <a:off x="443161" y="3482975"/>
            <a:ext cx="4032250" cy="952500"/>
            <a:chOff x="975" y="2478"/>
            <a:chExt cx="2540" cy="600"/>
          </a:xfrm>
        </p:grpSpPr>
        <p:sp>
          <p:nvSpPr>
            <p:cNvPr id="39955" name="Rectangle 51">
              <a:extLst>
                <a:ext uri="{FF2B5EF4-FFF2-40B4-BE49-F238E27FC236}">
                  <a16:creationId xmlns:a16="http://schemas.microsoft.com/office/drawing/2014/main" id="{51F27AEE-598E-E347-44E2-3FD5207AC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630"/>
              <a:ext cx="1497" cy="44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solidFill>
                    <a:srgbClr val="CC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真空中的介电常数（真空电容率）</a:t>
              </a:r>
            </a:p>
          </p:txBody>
        </p:sp>
        <p:sp>
          <p:nvSpPr>
            <p:cNvPr id="39956" name="Freeform 52">
              <a:extLst>
                <a:ext uri="{FF2B5EF4-FFF2-40B4-BE49-F238E27FC236}">
                  <a16:creationId xmlns:a16="http://schemas.microsoft.com/office/drawing/2014/main" id="{B9188264-2657-19B2-FEDF-4F1ED6B38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2478"/>
              <a:ext cx="1043" cy="272"/>
            </a:xfrm>
            <a:custGeom>
              <a:avLst/>
              <a:gdLst>
                <a:gd name="T0" fmla="*/ 0 w 1043"/>
                <a:gd name="T1" fmla="*/ 0 h 226"/>
                <a:gd name="T2" fmla="*/ 0 w 1043"/>
                <a:gd name="T3" fmla="*/ 327 h 226"/>
                <a:gd name="T4" fmla="*/ 1043 w 1043"/>
                <a:gd name="T5" fmla="*/ 327 h 2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43" h="226">
                  <a:moveTo>
                    <a:pt x="0" y="0"/>
                  </a:moveTo>
                  <a:lnTo>
                    <a:pt x="0" y="226"/>
                  </a:lnTo>
                  <a:lnTo>
                    <a:pt x="1043" y="226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B78B201E-CD15-D4D2-22B2-14F7FA3750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2" y="395358"/>
            <a:ext cx="9139128" cy="33708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3">
            <a:extLst>
              <a:ext uri="{FF2B5EF4-FFF2-40B4-BE49-F238E27FC236}">
                <a16:creationId xmlns:a16="http://schemas.microsoft.com/office/drawing/2014/main" id="{551DB9E0-C23A-84A9-065A-07DB5785EE4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940623B7-1069-49F8-B89B-7FFA7603EF2A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3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55009" name="Rectangle 33">
            <a:extLst>
              <a:ext uri="{FF2B5EF4-FFF2-40B4-BE49-F238E27FC236}">
                <a16:creationId xmlns:a16="http://schemas.microsoft.com/office/drawing/2014/main" id="{D17E742B-1EC3-A4BE-FB31-63A1AEEE4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76250"/>
            <a:ext cx="56165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>
                <a:solidFill>
                  <a:srgbClr val="FFCC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电场力服从叠加定理</a:t>
            </a:r>
          </a:p>
        </p:txBody>
      </p:sp>
      <p:graphicFrame>
        <p:nvGraphicFramePr>
          <p:cNvPr id="255010" name="Object 34">
            <a:extLst>
              <a:ext uri="{FF2B5EF4-FFF2-40B4-BE49-F238E27FC236}">
                <a16:creationId xmlns:a16="http://schemas.microsoft.com/office/drawing/2014/main" id="{DCFFEAFC-C439-14F5-8885-FA4C7C88E8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2349500"/>
          <a:ext cx="17049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77976" imgH="152539" progId="Equation.DSMT4">
                  <p:embed/>
                </p:oleObj>
              </mc:Choice>
              <mc:Fallback>
                <p:oleObj r:id="rId2" imgW="577976" imgH="152539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2349500"/>
                        <a:ext cx="17049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7">
            <a:extLst>
              <a:ext uri="{FF2B5EF4-FFF2-40B4-BE49-F238E27FC236}">
                <a16:creationId xmlns:a16="http://schemas.microsoft.com/office/drawing/2014/main" id="{E95EE986-50BC-1966-6EA8-F8F59AE61037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981075"/>
            <a:ext cx="8929687" cy="1152525"/>
            <a:chOff x="22" y="572"/>
            <a:chExt cx="5625" cy="726"/>
          </a:xfrm>
        </p:grpSpPr>
        <p:sp>
          <p:nvSpPr>
            <p:cNvPr id="42032" name="Rectangle 7">
              <a:extLst>
                <a:ext uri="{FF2B5EF4-FFF2-40B4-BE49-F238E27FC236}">
                  <a16:creationId xmlns:a16="http://schemas.microsoft.com/office/drawing/2014/main" id="{E6C59D1C-6710-C89B-70CB-C1ACB9DAD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" y="572"/>
              <a:ext cx="5625" cy="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 dirty="0">
                  <a:latin typeface="楷体_GB2312" pitchFamily="49" charset="-122"/>
                </a:rPr>
                <a:t>    </a:t>
              </a:r>
              <a:r>
                <a:rPr lang="zh-CN" altLang="en-US" dirty="0">
                  <a:latin typeface="Times New Roman" panose="02020603050405020304" pitchFamily="18" charset="0"/>
                </a:rPr>
                <a:t>真空中的</a:t>
              </a:r>
              <a:r>
                <a:rPr lang="en-US" altLang="zh-CN" i="1" dirty="0">
                  <a:latin typeface="Times New Roman" panose="02020603050405020304" pitchFamily="18" charset="0"/>
                </a:rPr>
                <a:t>N</a:t>
              </a:r>
              <a:r>
                <a:rPr lang="zh-CN" altLang="en-US" dirty="0">
                  <a:latin typeface="Times New Roman" panose="02020603050405020304" pitchFamily="18" charset="0"/>
                </a:rPr>
                <a:t>个点电荷                        （分别位于                       ）</a:t>
              </a:r>
            </a:p>
            <a:p>
              <a:pPr eaLnBrk="1" hangingPunct="1">
                <a:lnSpc>
                  <a:spcPct val="13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对点电荷  （位于  ）的作用力为</a:t>
              </a:r>
            </a:p>
          </p:txBody>
        </p:sp>
        <p:graphicFrame>
          <p:nvGraphicFramePr>
            <p:cNvPr id="42033" name="Object 37">
              <a:extLst>
                <a:ext uri="{FF2B5EF4-FFF2-40B4-BE49-F238E27FC236}">
                  <a16:creationId xmlns:a16="http://schemas.microsoft.com/office/drawing/2014/main" id="{5CDA40E4-F1BB-18B4-7623-D7EB1980D2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7069957"/>
                </p:ext>
              </p:extLst>
            </p:nvPr>
          </p:nvGraphicFramePr>
          <p:xfrm>
            <a:off x="2011" y="585"/>
            <a:ext cx="1255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742755" imgH="133419" progId="Equation.DSMT4">
                    <p:embed/>
                  </p:oleObj>
                </mc:Choice>
                <mc:Fallback>
                  <p:oleObj r:id="rId4" imgW="742755" imgH="133419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1" y="585"/>
                          <a:ext cx="1255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34" name="Object 36">
              <a:extLst>
                <a:ext uri="{FF2B5EF4-FFF2-40B4-BE49-F238E27FC236}">
                  <a16:creationId xmlns:a16="http://schemas.microsoft.com/office/drawing/2014/main" id="{8F113A90-C96D-7F27-1E89-28CE5FC2D8A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84" y="981"/>
            <a:ext cx="173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44524" imgH="82712" progId="Equation.DSMT4">
                    <p:embed/>
                  </p:oleObj>
                </mc:Choice>
                <mc:Fallback>
                  <p:oleObj r:id="rId6" imgW="44524" imgH="82712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" y="981"/>
                          <a:ext cx="173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35" name="Object 44">
              <a:extLst>
                <a:ext uri="{FF2B5EF4-FFF2-40B4-BE49-F238E27FC236}">
                  <a16:creationId xmlns:a16="http://schemas.microsoft.com/office/drawing/2014/main" id="{F11FD094-6F36-135D-F956-E31B63E71C7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1286772"/>
                </p:ext>
              </p:extLst>
            </p:nvPr>
          </p:nvGraphicFramePr>
          <p:xfrm>
            <a:off x="4049" y="585"/>
            <a:ext cx="113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660365" imgH="133419" progId="Equation.DSMT4">
                    <p:embed/>
                  </p:oleObj>
                </mc:Choice>
                <mc:Fallback>
                  <p:oleObj r:id="rId8" imgW="660365" imgH="133419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9" y="585"/>
                          <a:ext cx="1134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36" name="Object 45">
              <a:extLst>
                <a:ext uri="{FF2B5EF4-FFF2-40B4-BE49-F238E27FC236}">
                  <a16:creationId xmlns:a16="http://schemas.microsoft.com/office/drawing/2014/main" id="{65518D4C-E45A-2642-DEE2-2877D294AAC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68946104"/>
                </p:ext>
              </p:extLst>
            </p:nvPr>
          </p:nvGraphicFramePr>
          <p:xfrm>
            <a:off x="1485" y="907"/>
            <a:ext cx="170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44524" imgH="82712" progId="Equation.DSMT4">
                    <p:embed/>
                  </p:oleObj>
                </mc:Choice>
                <mc:Fallback>
                  <p:oleObj r:id="rId10" imgW="44524" imgH="82712" progId="Equation.DSMT4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5" y="907"/>
                          <a:ext cx="170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00">
            <a:extLst>
              <a:ext uri="{FF2B5EF4-FFF2-40B4-BE49-F238E27FC236}">
                <a16:creationId xmlns:a16="http://schemas.microsoft.com/office/drawing/2014/main" id="{189544C7-06F3-758B-02DA-1085108C9B5E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3214688"/>
            <a:ext cx="3889375" cy="3167062"/>
            <a:chOff x="476" y="2025"/>
            <a:chExt cx="2450" cy="1995"/>
          </a:xfrm>
        </p:grpSpPr>
        <p:sp>
          <p:nvSpPr>
            <p:cNvPr id="41996" name="Rectangle 63">
              <a:extLst>
                <a:ext uri="{FF2B5EF4-FFF2-40B4-BE49-F238E27FC236}">
                  <a16:creationId xmlns:a16="http://schemas.microsoft.com/office/drawing/2014/main" id="{7285042D-96B3-F01A-D68E-572D55B4E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2025"/>
              <a:ext cx="2450" cy="1995"/>
            </a:xfrm>
            <a:prstGeom prst="rect">
              <a:avLst/>
            </a:prstGeom>
            <a:solidFill>
              <a:srgbClr val="777777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grpSp>
          <p:nvGrpSpPr>
            <p:cNvPr id="41997" name="Group 65">
              <a:extLst>
                <a:ext uri="{FF2B5EF4-FFF2-40B4-BE49-F238E27FC236}">
                  <a16:creationId xmlns:a16="http://schemas.microsoft.com/office/drawing/2014/main" id="{2138F1E7-D632-1977-8FDD-D4BD241BCE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" y="2069"/>
              <a:ext cx="2404" cy="1860"/>
              <a:chOff x="385" y="2024"/>
              <a:chExt cx="2404" cy="1860"/>
            </a:xfrm>
          </p:grpSpPr>
          <p:sp>
            <p:nvSpPr>
              <p:cNvPr id="41998" name="Oval 66">
                <a:extLst>
                  <a:ext uri="{FF2B5EF4-FFF2-40B4-BE49-F238E27FC236}">
                    <a16:creationId xmlns:a16="http://schemas.microsoft.com/office/drawing/2014/main" id="{EAF2C489-595A-4CA7-489A-802104921C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2296"/>
                <a:ext cx="137" cy="136"/>
              </a:xfrm>
              <a:prstGeom prst="ellipse">
                <a:avLst/>
              </a:prstGeom>
              <a:gradFill rotWithShape="1">
                <a:gsLst>
                  <a:gs pos="0">
                    <a:srgbClr val="764700"/>
                  </a:gs>
                  <a:gs pos="100000">
                    <a:srgbClr val="FF9900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sp>
            <p:nvSpPr>
              <p:cNvPr id="41999" name="Oval 67">
                <a:extLst>
                  <a:ext uri="{FF2B5EF4-FFF2-40B4-BE49-F238E27FC236}">
                    <a16:creationId xmlns:a16="http://schemas.microsoft.com/office/drawing/2014/main" id="{AD7B3657-B9E9-9982-54EE-1647A8DD9A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" y="288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475E00"/>
                  </a:gs>
                  <a:gs pos="100000">
                    <a:srgbClr val="99CC00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sp>
            <p:nvSpPr>
              <p:cNvPr id="255044" name="Oval 68">
                <a:extLst>
                  <a:ext uri="{FF2B5EF4-FFF2-40B4-BE49-F238E27FC236}">
                    <a16:creationId xmlns:a16="http://schemas.microsoft.com/office/drawing/2014/main" id="{E937AB25-0843-F475-3E04-91015FC783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4" y="3068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255045" name="Oval 69">
                <a:extLst>
                  <a:ext uri="{FF2B5EF4-FFF2-40B4-BE49-F238E27FC236}">
                    <a16:creationId xmlns:a16="http://schemas.microsoft.com/office/drawing/2014/main" id="{D6E4389A-44D2-92BE-575F-CA7555D935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2" y="2296"/>
                <a:ext cx="137" cy="136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42002" name="Oval 70">
                <a:extLst>
                  <a:ext uri="{FF2B5EF4-FFF2-40B4-BE49-F238E27FC236}">
                    <a16:creationId xmlns:a16="http://schemas.microsoft.com/office/drawing/2014/main" id="{B189553D-56B8-9346-3887-35877A6A22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0" y="2659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760000"/>
                  </a:gs>
                  <a:gs pos="100000">
                    <a:srgbClr val="FF0000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zh-CN" sz="2800" b="0">
                  <a:solidFill>
                    <a:schemeClr val="tx1"/>
                  </a:solidFill>
                  <a:ea typeface="幼圆" panose="02010509060101010101" pitchFamily="49" charset="-122"/>
                </a:endParaRPr>
              </a:p>
            </p:txBody>
          </p:sp>
          <p:sp>
            <p:nvSpPr>
              <p:cNvPr id="255047" name="Oval 71">
                <a:extLst>
                  <a:ext uri="{FF2B5EF4-FFF2-40B4-BE49-F238E27FC236}">
                    <a16:creationId xmlns:a16="http://schemas.microsoft.com/office/drawing/2014/main" id="{2616A85A-95B8-F6C7-A9F8-E1FBCA1F6A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3339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42004" name="Oval 72">
                <a:extLst>
                  <a:ext uri="{FF2B5EF4-FFF2-40B4-BE49-F238E27FC236}">
                    <a16:creationId xmlns:a16="http://schemas.microsoft.com/office/drawing/2014/main" id="{10872EFC-5FCF-9450-0A67-1E2476E988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2" y="297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005E76"/>
                  </a:gs>
                  <a:gs pos="100000">
                    <a:srgbClr val="00CCFF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sp>
            <p:nvSpPr>
              <p:cNvPr id="42005" name="Line 73">
                <a:extLst>
                  <a:ext uri="{FF2B5EF4-FFF2-40B4-BE49-F238E27FC236}">
                    <a16:creationId xmlns:a16="http://schemas.microsoft.com/office/drawing/2014/main" id="{17E3D1E5-0CEB-CB7E-BDDE-9FA6D79FC3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43" y="3467"/>
                <a:ext cx="1501" cy="9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06" name="Line 74">
                <a:extLst>
                  <a:ext uri="{FF2B5EF4-FFF2-40B4-BE49-F238E27FC236}">
                    <a16:creationId xmlns:a16="http://schemas.microsoft.com/office/drawing/2014/main" id="{7F38B089-B7C3-0D1D-D4C2-FE2FC49214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43" y="2069"/>
                <a:ext cx="0" cy="140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07" name="Line 75">
                <a:extLst>
                  <a:ext uri="{FF2B5EF4-FFF2-40B4-BE49-F238E27FC236}">
                    <a16:creationId xmlns:a16="http://schemas.microsoft.com/office/drawing/2014/main" id="{368C67DF-F25B-C6C1-37D7-6D8F782252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6" y="3476"/>
                <a:ext cx="667" cy="408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08" name="Text Box 76">
                <a:extLst>
                  <a:ext uri="{FF2B5EF4-FFF2-40B4-BE49-F238E27FC236}">
                    <a16:creationId xmlns:a16="http://schemas.microsoft.com/office/drawing/2014/main" id="{09656475-567F-EE3E-2FAF-87ACFC2A8C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5" y="2387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endPara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009" name="Line 77">
                <a:extLst>
                  <a:ext uri="{FF2B5EF4-FFF2-40B4-BE49-F238E27FC236}">
                    <a16:creationId xmlns:a16="http://schemas.microsoft.com/office/drawing/2014/main" id="{ADA08037-6C76-6C75-A4FB-CB51EB653D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70" y="2387"/>
                <a:ext cx="544" cy="454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0" name="Line 78">
                <a:extLst>
                  <a:ext uri="{FF2B5EF4-FFF2-40B4-BE49-F238E27FC236}">
                    <a16:creationId xmlns:a16="http://schemas.microsoft.com/office/drawing/2014/main" id="{BED9F0F4-7183-7D97-7F21-E180BB4236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1" y="2387"/>
                <a:ext cx="1179" cy="454"/>
              </a:xfrm>
              <a:prstGeom prst="line">
                <a:avLst/>
              </a:prstGeom>
              <a:noFill/>
              <a:ln w="9525">
                <a:solidFill>
                  <a:srgbClr val="FF99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1" name="Line 79">
                <a:extLst>
                  <a:ext uri="{FF2B5EF4-FFF2-40B4-BE49-F238E27FC236}">
                    <a16:creationId xmlns:a16="http://schemas.microsoft.com/office/drawing/2014/main" id="{11E2E345-156F-822F-5604-ED320B2193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35" y="2659"/>
                <a:ext cx="1270" cy="272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2" name="Line 80">
                <a:extLst>
                  <a:ext uri="{FF2B5EF4-FFF2-40B4-BE49-F238E27FC236}">
                    <a16:creationId xmlns:a16="http://schemas.microsoft.com/office/drawing/2014/main" id="{871B349A-18BD-7607-1EA8-BAF15E6DB0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69" y="2432"/>
                <a:ext cx="197" cy="635"/>
              </a:xfrm>
              <a:prstGeom prst="line">
                <a:avLst/>
              </a:prstGeom>
              <a:noFill/>
              <a:ln w="9525">
                <a:solidFill>
                  <a:srgbClr val="00CC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3" name="Line 81">
                <a:extLst>
                  <a:ext uri="{FF2B5EF4-FFF2-40B4-BE49-F238E27FC236}">
                    <a16:creationId xmlns:a16="http://schemas.microsoft.com/office/drawing/2014/main" id="{1FD08EEC-586A-B6CB-B2C8-3334F1ADCC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03" y="2568"/>
                <a:ext cx="1224" cy="817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4" name="Line 82">
                <a:extLst>
                  <a:ext uri="{FF2B5EF4-FFF2-40B4-BE49-F238E27FC236}">
                    <a16:creationId xmlns:a16="http://schemas.microsoft.com/office/drawing/2014/main" id="{2E5FFEA7-97E3-824C-27E1-E26403127D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74" y="2734"/>
                <a:ext cx="862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5" name="Line 83">
                <a:extLst>
                  <a:ext uri="{FF2B5EF4-FFF2-40B4-BE49-F238E27FC236}">
                    <a16:creationId xmlns:a16="http://schemas.microsoft.com/office/drawing/2014/main" id="{49E44CE1-C458-E185-7E4F-CC0FA6A885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626" y="2478"/>
                <a:ext cx="362" cy="635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16" name="Oval 84">
                <a:extLst>
                  <a:ext uri="{FF2B5EF4-FFF2-40B4-BE49-F238E27FC236}">
                    <a16:creationId xmlns:a16="http://schemas.microsoft.com/office/drawing/2014/main" id="{DC53A354-D4C9-B3CF-A814-4F2788F0F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8" y="2659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760076"/>
                  </a:gs>
                  <a:gs pos="100000">
                    <a:srgbClr val="FF00FF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sp>
            <p:nvSpPr>
              <p:cNvPr id="42017" name="Text Box 85">
                <a:extLst>
                  <a:ext uri="{FF2B5EF4-FFF2-40B4-BE49-F238E27FC236}">
                    <a16:creationId xmlns:a16="http://schemas.microsoft.com/office/drawing/2014/main" id="{94D5521D-25E9-5506-DA6F-230CB6929A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" y="3203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b="0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018" name="Text Box 86">
                <a:extLst>
                  <a:ext uri="{FF2B5EF4-FFF2-40B4-BE49-F238E27FC236}">
                    <a16:creationId xmlns:a16="http://schemas.microsoft.com/office/drawing/2014/main" id="{E8E9E3A2-0518-9031-E5A6-0221917E3A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2659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b="0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019" name="Text Box 87">
                <a:extLst>
                  <a:ext uri="{FF2B5EF4-FFF2-40B4-BE49-F238E27FC236}">
                    <a16:creationId xmlns:a16="http://schemas.microsoft.com/office/drawing/2014/main" id="{2B4E306E-69A0-23CE-A110-139D9A5A25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2115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b="0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020" name="Text Box 88">
                <a:extLst>
                  <a:ext uri="{FF2B5EF4-FFF2-40B4-BE49-F238E27FC236}">
                    <a16:creationId xmlns:a16="http://schemas.microsoft.com/office/drawing/2014/main" id="{7D34961D-83FA-BACD-DC14-F0BD906DC0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2" y="202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b="0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  <a:endPara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021" name="Text Box 89">
                <a:extLst>
                  <a:ext uri="{FF2B5EF4-FFF2-40B4-BE49-F238E27FC236}">
                    <a16:creationId xmlns:a16="http://schemas.microsoft.com/office/drawing/2014/main" id="{72D4A3E2-F1C3-CAA4-6A5B-7D7B02A554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1" y="2523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b="0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endPara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022" name="Text Box 90">
                <a:extLst>
                  <a:ext uri="{FF2B5EF4-FFF2-40B4-BE49-F238E27FC236}">
                    <a16:creationId xmlns:a16="http://schemas.microsoft.com/office/drawing/2014/main" id="{0B9B4F4F-22E5-E7D0-23E9-1BDD6E3CA2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4" y="2886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b="0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endPara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023" name="Line 91">
                <a:extLst>
                  <a:ext uri="{FF2B5EF4-FFF2-40B4-BE49-F238E27FC236}">
                    <a16:creationId xmlns:a16="http://schemas.microsoft.com/office/drawing/2014/main" id="{80C40930-62E9-18A3-685A-8DAD8CB07D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56" y="2387"/>
                <a:ext cx="182" cy="10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4" name="Line 92">
                <a:extLst>
                  <a:ext uri="{FF2B5EF4-FFF2-40B4-BE49-F238E27FC236}">
                    <a16:creationId xmlns:a16="http://schemas.microsoft.com/office/drawing/2014/main" id="{DC64C4A7-E78A-3D3A-B3FE-BCD6433386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60" y="2387"/>
                <a:ext cx="272" cy="10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5" name="Line 93">
                <a:extLst>
                  <a:ext uri="{FF2B5EF4-FFF2-40B4-BE49-F238E27FC236}">
                    <a16:creationId xmlns:a16="http://schemas.microsoft.com/office/drawing/2014/main" id="{08E76CC0-5B92-288B-A41A-F2366E31E2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48" y="2976"/>
                <a:ext cx="363" cy="4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6" name="Line 94">
                <a:extLst>
                  <a:ext uri="{FF2B5EF4-FFF2-40B4-BE49-F238E27FC236}">
                    <a16:creationId xmlns:a16="http://schemas.microsoft.com/office/drawing/2014/main" id="{88AD721E-2492-301A-EC40-674C2109C4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19" y="3385"/>
                <a:ext cx="408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7" name="Line 95">
                <a:extLst>
                  <a:ext uri="{FF2B5EF4-FFF2-40B4-BE49-F238E27FC236}">
                    <a16:creationId xmlns:a16="http://schemas.microsoft.com/office/drawing/2014/main" id="{3EBD64DD-FA6C-009E-D70B-AD6F53B0F6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43" y="2750"/>
                <a:ext cx="603" cy="7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8" name="Line 96">
                <a:extLst>
                  <a:ext uri="{FF2B5EF4-FFF2-40B4-BE49-F238E27FC236}">
                    <a16:creationId xmlns:a16="http://schemas.microsoft.com/office/drawing/2014/main" id="{0AEF81D6-97E4-52D4-A346-3856623F72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56" y="3067"/>
                <a:ext cx="499" cy="4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9" name="Line 97">
                <a:extLst>
                  <a:ext uri="{FF2B5EF4-FFF2-40B4-BE49-F238E27FC236}">
                    <a16:creationId xmlns:a16="http://schemas.microsoft.com/office/drawing/2014/main" id="{AAA2B116-B2DA-E7BE-8B8C-475C6D4D78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56" y="2750"/>
                <a:ext cx="1180" cy="7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30" name="Line 98">
                <a:extLst>
                  <a:ext uri="{FF2B5EF4-FFF2-40B4-BE49-F238E27FC236}">
                    <a16:creationId xmlns:a16="http://schemas.microsoft.com/office/drawing/2014/main" id="{C596C89F-1293-6859-7D6E-D859FD6A0A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35" y="3158"/>
                <a:ext cx="838" cy="3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31" name="Text Box 99">
                <a:extLst>
                  <a:ext uri="{FF2B5EF4-FFF2-40B4-BE49-F238E27FC236}">
                    <a16:creationId xmlns:a16="http://schemas.microsoft.com/office/drawing/2014/main" id="{A5DB5247-8A7B-8B67-D1DF-823D49FB33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6" y="275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b="0" baseline="-25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7</a:t>
                </a:r>
                <a:endParaRPr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41992" name="AutoShape 103">
            <a:hlinkClick r:id="rId12" action="ppaction://hlinksldjump" highlightClick="1"/>
            <a:extLst>
              <a:ext uri="{FF2B5EF4-FFF2-40B4-BE49-F238E27FC236}">
                <a16:creationId xmlns:a16="http://schemas.microsoft.com/office/drawing/2014/main" id="{98B72F81-62E9-FFC5-AF3A-E0061CAC9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41993" name="AutoShape 10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FBC25D43-278B-4AAF-8184-368FE087A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41994" name="AutoShape 10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32BA7AF-9E95-9F3D-B577-85DF61F38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41995" name="AutoShape 106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AA00C76D-F8BD-CCDC-1112-0F54DDA0C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FDB801-E8B1-0CAF-2A32-F692650137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4888" y="1944759"/>
            <a:ext cx="4686300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3">
            <a:extLst>
              <a:ext uri="{FF2B5EF4-FFF2-40B4-BE49-F238E27FC236}">
                <a16:creationId xmlns:a16="http://schemas.microsoft.com/office/drawing/2014/main" id="{DD2362C4-A843-890E-BBC5-4CEFD83873B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7FEE53CB-40EC-4E94-888A-0B6C7BBA1923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4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53968" name="Rectangle 16">
            <a:extLst>
              <a:ext uri="{FF2B5EF4-FFF2-40B4-BE49-F238E27FC236}">
                <a16:creationId xmlns:a16="http://schemas.microsoft.com/office/drawing/2014/main" id="{F1B58095-3333-BDAD-39CC-53C4BE3A4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04813"/>
            <a:ext cx="83058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>
                <a:solidFill>
                  <a:srgbClr val="F8A6A6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>
                <a:solidFill>
                  <a:srgbClr val="F8A6A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电场强度</a:t>
            </a:r>
            <a:r>
              <a:rPr lang="zh-CN" altLang="en-US" sz="2000">
                <a:latin typeface="楷体_GB2312" pitchFamily="49" charset="-122"/>
              </a:rPr>
              <a:t>	</a:t>
            </a:r>
          </a:p>
        </p:txBody>
      </p:sp>
      <p:sp>
        <p:nvSpPr>
          <p:cNvPr id="253973" name="Rectangle 21">
            <a:extLst>
              <a:ext uri="{FF2B5EF4-FFF2-40B4-BE49-F238E27FC236}">
                <a16:creationId xmlns:a16="http://schemas.microsoft.com/office/drawing/2014/main" id="{F433F7A7-2CDB-B6C3-FD5B-69C8BC410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465263"/>
            <a:ext cx="856932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>
                <a:latin typeface="楷体_GB2312" pitchFamily="49" charset="-122"/>
              </a:rPr>
              <a:t>    </a:t>
            </a:r>
            <a:r>
              <a:rPr lang="zh-CN" altLang="en-US">
                <a:latin typeface="楷体_GB2312" pitchFamily="49" charset="-122"/>
              </a:rPr>
              <a:t>空间某点的电场强度定义为置于该点的单位点电荷（又称试验电荷）受到的作用力，即</a:t>
            </a:r>
          </a:p>
        </p:txBody>
      </p:sp>
      <p:graphicFrame>
        <p:nvGraphicFramePr>
          <p:cNvPr id="253974" name="Object 22">
            <a:extLst>
              <a:ext uri="{FF2B5EF4-FFF2-40B4-BE49-F238E27FC236}">
                <a16:creationId xmlns:a16="http://schemas.microsoft.com/office/drawing/2014/main" id="{5AD83741-05BC-5202-D8C7-841A380804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1825" y="2541588"/>
          <a:ext cx="21018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63427" imgH="336665" progId="Equation.3">
                  <p:embed/>
                </p:oleObj>
              </mc:Choice>
              <mc:Fallback>
                <p:oleObj r:id="rId3" imgW="863427" imgH="336665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825" y="2541588"/>
                        <a:ext cx="210185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75" name="Object 23">
            <a:extLst>
              <a:ext uri="{FF2B5EF4-FFF2-40B4-BE49-F238E27FC236}">
                <a16:creationId xmlns:a16="http://schemas.microsoft.com/office/drawing/2014/main" id="{0F26CBC2-90EA-3DEB-AB98-82C314C3EB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4368800"/>
          <a:ext cx="3695700" cy="125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180918" imgH="342900" progId="Equation.3">
                  <p:embed/>
                </p:oleObj>
              </mc:Choice>
              <mc:Fallback>
                <p:oleObj r:id="rId5" imgW="1180918" imgH="3429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368800"/>
                        <a:ext cx="3695700" cy="1258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977" name="Rectangle 25">
            <a:extLst>
              <a:ext uri="{FF2B5EF4-FFF2-40B4-BE49-F238E27FC236}">
                <a16:creationId xmlns:a16="http://schemas.microsoft.com/office/drawing/2014/main" id="{24E86DF2-5180-D7E0-A2ED-68DA96CCB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427413"/>
            <a:ext cx="4968875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dirty="0">
                <a:latin typeface="楷体_GB2312" pitchFamily="49" charset="-122"/>
              </a:rPr>
              <a:t>    </a:t>
            </a:r>
            <a:r>
              <a:rPr lang="zh-CN" altLang="en-US" dirty="0">
                <a:latin typeface="楷体_GB2312" pitchFamily="49" charset="-122"/>
              </a:rPr>
              <a:t>根据上述定义，真空中静止</a:t>
            </a:r>
            <a:r>
              <a:rPr lang="zh-CN" altLang="en-US" dirty="0">
                <a:solidFill>
                  <a:srgbClr val="F03E3E"/>
                </a:solidFill>
                <a:latin typeface="楷体_GB2312" pitchFamily="49" charset="-122"/>
              </a:rPr>
              <a:t>点电荷</a:t>
            </a:r>
            <a:r>
              <a:rPr lang="en-US" altLang="zh-CN" b="0" i="1" dirty="0">
                <a:latin typeface="Times New Roman" panose="02020603050405020304" pitchFamily="18" charset="0"/>
              </a:rPr>
              <a:t>q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楷体_GB2312" pitchFamily="49" charset="-122"/>
              </a:rPr>
              <a:t>激发的电场为</a:t>
            </a:r>
          </a:p>
        </p:txBody>
      </p:sp>
      <p:graphicFrame>
        <p:nvGraphicFramePr>
          <p:cNvPr id="253983" name="Object 31">
            <a:extLst>
              <a:ext uri="{FF2B5EF4-FFF2-40B4-BE49-F238E27FC236}">
                <a16:creationId xmlns:a16="http://schemas.microsoft.com/office/drawing/2014/main" id="{82C0FE07-69C7-DD1A-C1EB-A724EE1C85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8726678"/>
              </p:ext>
            </p:extLst>
          </p:nvPr>
        </p:nvGraphicFramePr>
        <p:xfrm>
          <a:off x="4140200" y="4652963"/>
          <a:ext cx="17589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565076" imgH="139654" progId="Equation.DSMT4">
                  <p:embed/>
                </p:oleObj>
              </mc:Choice>
              <mc:Fallback>
                <p:oleObj r:id="rId7" imgW="565076" imgH="139654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4652963"/>
                        <a:ext cx="1758950" cy="5969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982" name="Rectangle 30">
            <a:extLst>
              <a:ext uri="{FF2B5EF4-FFF2-40B4-BE49-F238E27FC236}">
                <a16:creationId xmlns:a16="http://schemas.microsoft.com/office/drawing/2014/main" id="{04222B35-6FEF-9A0F-FAB3-B0500DEEE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3650" y="1081088"/>
            <a:ext cx="4535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/>
              <a:t>：</a:t>
            </a:r>
            <a:r>
              <a:rPr lang="zh-CN" altLang="en-US">
                <a:latin typeface="Times New Roman" panose="02020603050405020304" pitchFamily="18" charset="0"/>
              </a:rPr>
              <a:t>描述电场分布的基本物理量。</a:t>
            </a:r>
            <a:r>
              <a:rPr lang="zh-CN" altLang="en-US" b="0">
                <a:solidFill>
                  <a:schemeClr val="tx1"/>
                </a:solidFill>
                <a:ea typeface="幼圆" panose="02010509060101010101" pitchFamily="49" charset="-122"/>
              </a:rPr>
              <a:t> </a:t>
            </a:r>
            <a:endParaRPr lang="zh-CN" altLang="en-US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61">
            <a:extLst>
              <a:ext uri="{FF2B5EF4-FFF2-40B4-BE49-F238E27FC236}">
                <a16:creationId xmlns:a16="http://schemas.microsoft.com/office/drawing/2014/main" id="{A5C6EA17-135F-5D0A-05B0-2907CDAD5448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1052513"/>
            <a:ext cx="2470150" cy="485775"/>
            <a:chOff x="190" y="663"/>
            <a:chExt cx="1556" cy="306"/>
          </a:xfrm>
        </p:grpSpPr>
        <p:sp>
          <p:nvSpPr>
            <p:cNvPr id="43050" name="Rectangle 28">
              <a:extLst>
                <a:ext uri="{FF2B5EF4-FFF2-40B4-BE49-F238E27FC236}">
                  <a16:creationId xmlns:a16="http://schemas.microsoft.com/office/drawing/2014/main" id="{0D8341A5-49C0-7D6C-2689-03529DCCC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" y="681"/>
              <a:ext cx="15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>
                  <a:latin typeface="楷体_GB2312" pitchFamily="49" charset="-122"/>
                </a:rPr>
                <a:t>电场强度矢量</a:t>
              </a:r>
              <a:endParaRPr lang="zh-CN" altLang="en-US">
                <a:latin typeface="楷体_GB2312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3051" name="Object 32">
              <a:extLst>
                <a:ext uri="{FF2B5EF4-FFF2-40B4-BE49-F238E27FC236}">
                  <a16:creationId xmlns:a16="http://schemas.microsoft.com/office/drawing/2014/main" id="{1317D2D4-01F5-1FAB-7FED-1E8E9B35A8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15" y="663"/>
            <a:ext cx="244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69906" imgH="114300" progId="Equation.DSMT4">
                    <p:embed/>
                  </p:oleObj>
                </mc:Choice>
                <mc:Fallback>
                  <p:oleObj r:id="rId9" imgW="69906" imgH="11430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5" y="663"/>
                          <a:ext cx="244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20" name="AutoShape 62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AA58DAF6-B75D-5909-038F-D3E826A5F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43021" name="AutoShape 6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FCA0FF0A-E17A-EBC8-B69B-C23DB42D2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43022" name="AutoShape 6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A223F96-84EA-8435-2D92-06E94FCAD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43023" name="AutoShape 65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BA6970D5-F493-2A44-8930-5E0494A6F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4" name="Group 66">
            <a:extLst>
              <a:ext uri="{FF2B5EF4-FFF2-40B4-BE49-F238E27FC236}">
                <a16:creationId xmlns:a16="http://schemas.microsoft.com/office/drawing/2014/main" id="{1AC81596-9EE4-B0CD-ED48-BB6B98BBD96A}"/>
              </a:ext>
            </a:extLst>
          </p:cNvPr>
          <p:cNvGrpSpPr>
            <a:grpSpLocks/>
          </p:cNvGrpSpPr>
          <p:nvPr/>
        </p:nvGrpSpPr>
        <p:grpSpPr bwMode="auto">
          <a:xfrm>
            <a:off x="3348038" y="2354264"/>
            <a:ext cx="2667000" cy="1147763"/>
            <a:chOff x="2063" y="1573"/>
            <a:chExt cx="1680" cy="723"/>
          </a:xfrm>
        </p:grpSpPr>
        <p:sp>
          <p:nvSpPr>
            <p:cNvPr id="43027" name="Rectangle 67">
              <a:extLst>
                <a:ext uri="{FF2B5EF4-FFF2-40B4-BE49-F238E27FC236}">
                  <a16:creationId xmlns:a16="http://schemas.microsoft.com/office/drawing/2014/main" id="{D0B92C6F-2960-0277-AED9-8B602A111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5" y="1573"/>
              <a:ext cx="998" cy="271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200" dirty="0">
                  <a:latin typeface="楷体_GB2312" pitchFamily="49" charset="-122"/>
                </a:rPr>
                <a:t>检验正电荷</a:t>
              </a:r>
              <a:r>
                <a:rPr lang="zh-CN" altLang="en-US" sz="2200" dirty="0">
                  <a:solidFill>
                    <a:schemeClr val="tx1"/>
                  </a:solidFill>
                  <a:latin typeface="楷体_GB2312" pitchFamily="49" charset="-122"/>
                </a:rPr>
                <a:t> </a:t>
              </a:r>
              <a:endParaRPr lang="zh-CN" altLang="en-US" sz="2200" dirty="0">
                <a:solidFill>
                  <a:schemeClr val="tx1"/>
                </a:solidFill>
                <a:latin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28" name="Freeform 68">
              <a:extLst>
                <a:ext uri="{FF2B5EF4-FFF2-40B4-BE49-F238E27FC236}">
                  <a16:creationId xmlns:a16="http://schemas.microsoft.com/office/drawing/2014/main" id="{EA3E9C97-3F21-BA48-AD78-0C802322E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6" y="1754"/>
              <a:ext cx="339" cy="414"/>
            </a:xfrm>
            <a:custGeom>
              <a:avLst/>
              <a:gdLst>
                <a:gd name="T0" fmla="*/ 0 w 908"/>
                <a:gd name="T1" fmla="*/ 454 h 454"/>
                <a:gd name="T2" fmla="*/ 182 w 908"/>
                <a:gd name="T3" fmla="*/ 454 h 454"/>
                <a:gd name="T4" fmla="*/ 182 w 908"/>
                <a:gd name="T5" fmla="*/ 0 h 454"/>
                <a:gd name="T6" fmla="*/ 908 w 908"/>
                <a:gd name="T7" fmla="*/ 0 h 4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08" h="454">
                  <a:moveTo>
                    <a:pt x="0" y="454"/>
                  </a:moveTo>
                  <a:lnTo>
                    <a:pt x="182" y="454"/>
                  </a:lnTo>
                  <a:lnTo>
                    <a:pt x="182" y="0"/>
                  </a:lnTo>
                  <a:lnTo>
                    <a:pt x="908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9" name="Oval 69">
              <a:extLst>
                <a:ext uri="{FF2B5EF4-FFF2-40B4-BE49-F238E27FC236}">
                  <a16:creationId xmlns:a16="http://schemas.microsoft.com/office/drawing/2014/main" id="{1B884D74-2678-9949-0032-A8D0BEE5C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3" y="2024"/>
              <a:ext cx="318" cy="272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aphicFrame>
        <p:nvGraphicFramePr>
          <p:cNvPr id="254022" name="Object 70">
            <a:extLst>
              <a:ext uri="{FF2B5EF4-FFF2-40B4-BE49-F238E27FC236}">
                <a16:creationId xmlns:a16="http://schemas.microsoft.com/office/drawing/2014/main" id="{6F60CB7B-04DE-9A70-1A1D-6C41BFBCAF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5351463"/>
          <a:ext cx="4103687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498409" imgH="342900" progId="Equation.3">
                  <p:embed/>
                </p:oleObj>
              </mc:Choice>
              <mc:Fallback>
                <p:oleObj r:id="rId12" imgW="1498409" imgH="342900" progId="Equation.3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351463"/>
                        <a:ext cx="4103687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0">
            <a:extLst>
              <a:ext uri="{FF2B5EF4-FFF2-40B4-BE49-F238E27FC236}">
                <a16:creationId xmlns:a16="http://schemas.microsoft.com/office/drawing/2014/main" id="{93F9723F-EE2A-80DE-2903-41DD9F4F33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5992602"/>
              </p:ext>
            </p:extLst>
          </p:nvPr>
        </p:nvGraphicFramePr>
        <p:xfrm>
          <a:off x="4965700" y="5401467"/>
          <a:ext cx="3663950" cy="1182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276207" imgH="342900" progId="Equation.3">
                  <p:embed/>
                </p:oleObj>
              </mc:Choice>
              <mc:Fallback>
                <p:oleObj r:id="rId14" imgW="1276207" imgH="342900" progId="Equation.3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5700" y="5401467"/>
                        <a:ext cx="3663950" cy="1182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椭圆 35">
            <a:extLst>
              <a:ext uri="{FF2B5EF4-FFF2-40B4-BE49-F238E27FC236}">
                <a16:creationId xmlns:a16="http://schemas.microsoft.com/office/drawing/2014/main" id="{A23A43C1-1E75-322E-F494-3F0332D98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3" y="4586875"/>
            <a:ext cx="327868" cy="633412"/>
          </a:xfrm>
          <a:prstGeom prst="ellipse">
            <a:avLst/>
          </a:prstGeom>
          <a:noFill/>
          <a:ln w="25400">
            <a:solidFill>
              <a:srgbClr val="FFFF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7" name="椭圆 35">
            <a:extLst>
              <a:ext uri="{FF2B5EF4-FFF2-40B4-BE49-F238E27FC236}">
                <a16:creationId xmlns:a16="http://schemas.microsoft.com/office/drawing/2014/main" id="{81C6A863-3EB4-CB4F-B09F-0C51706CD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3956" y="4350545"/>
            <a:ext cx="259683" cy="633412"/>
          </a:xfrm>
          <a:prstGeom prst="ellipse">
            <a:avLst/>
          </a:prstGeom>
          <a:noFill/>
          <a:ln w="25400">
            <a:solidFill>
              <a:srgbClr val="FFFF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8" name="Group 61">
            <a:extLst>
              <a:ext uri="{FF2B5EF4-FFF2-40B4-BE49-F238E27FC236}">
                <a16:creationId xmlns:a16="http://schemas.microsoft.com/office/drawing/2014/main" id="{BB08FF64-F2D6-C0A2-83DA-93E9F88AC699}"/>
              </a:ext>
            </a:extLst>
          </p:cNvPr>
          <p:cNvGrpSpPr>
            <a:grpSpLocks/>
          </p:cNvGrpSpPr>
          <p:nvPr/>
        </p:nvGrpSpPr>
        <p:grpSpPr bwMode="auto">
          <a:xfrm>
            <a:off x="3713957" y="3814762"/>
            <a:ext cx="1584325" cy="939799"/>
            <a:chOff x="3016" y="2251"/>
            <a:chExt cx="998" cy="592"/>
          </a:xfrm>
        </p:grpSpPr>
        <p:sp>
          <p:nvSpPr>
            <p:cNvPr id="9" name="AutoShape 58">
              <a:extLst>
                <a:ext uri="{FF2B5EF4-FFF2-40B4-BE49-F238E27FC236}">
                  <a16:creationId xmlns:a16="http://schemas.microsoft.com/office/drawing/2014/main" id="{BFACBC0D-987B-449A-FD43-3409C4BBF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2251"/>
              <a:ext cx="998" cy="589"/>
            </a:xfrm>
            <a:prstGeom prst="irregularSeal1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" name="Rectangle 25">
              <a:extLst>
                <a:ext uri="{FF2B5EF4-FFF2-40B4-BE49-F238E27FC236}">
                  <a16:creationId xmlns:a16="http://schemas.microsoft.com/office/drawing/2014/main" id="{94D73B21-0707-455B-6843-EC5301A9D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3" y="2357"/>
              <a:ext cx="771" cy="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2000" i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①矢量化</a:t>
              </a:r>
              <a:endParaRPr lang="zh-CN" altLang="en-US" sz="2000" dirty="0">
                <a:solidFill>
                  <a:srgbClr val="FF3300"/>
                </a:solidFill>
                <a:latin typeface="楷体_GB2312" pitchFamily="49" charset="-122"/>
              </a:endParaRPr>
            </a:p>
          </p:txBody>
        </p:sp>
      </p:grpSp>
      <p:sp>
        <p:nvSpPr>
          <p:cNvPr id="11" name="Rectangle 43">
            <a:extLst>
              <a:ext uri="{FF2B5EF4-FFF2-40B4-BE49-F238E27FC236}">
                <a16:creationId xmlns:a16="http://schemas.microsoft.com/office/drawing/2014/main" id="{86C1C5A7-C3AC-CD16-FC30-DBAFA99AB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13" y="6215821"/>
            <a:ext cx="6955130" cy="474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zh-CN" altLang="en-US" sz="2000" dirty="0">
                <a:solidFill>
                  <a:srgbClr val="FFCC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见</a:t>
            </a:r>
            <a:r>
              <a:rPr lang="en-US" altLang="zh-CN" sz="2000" dirty="0">
                <a:solidFill>
                  <a:srgbClr val="FFCC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PPT</a:t>
            </a:r>
            <a:r>
              <a:rPr lang="zh-CN" altLang="en-US" sz="2000" dirty="0">
                <a:solidFill>
                  <a:srgbClr val="FFCC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en-US" altLang="zh-CN" sz="2000" dirty="0">
                <a:solidFill>
                  <a:srgbClr val="FFCC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</a:t>
            </a:r>
            <a:r>
              <a:rPr lang="zh-CN" altLang="en-US" sz="2000" dirty="0">
                <a:solidFill>
                  <a:srgbClr val="FFCC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标量场的方向导数与梯度”中例</a:t>
            </a:r>
            <a:r>
              <a:rPr lang="en-US" altLang="zh-CN" sz="2000" dirty="0">
                <a:solidFill>
                  <a:srgbClr val="FFCC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1.3.2</a:t>
            </a:r>
          </a:p>
        </p:txBody>
      </p:sp>
      <p:sp>
        <p:nvSpPr>
          <p:cNvPr id="12" name="Line 63">
            <a:extLst>
              <a:ext uri="{FF2B5EF4-FFF2-40B4-BE49-F238E27FC236}">
                <a16:creationId xmlns:a16="http://schemas.microsoft.com/office/drawing/2014/main" id="{8A65DF55-8864-0FEB-3A1F-33855BDA0D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519" y="5941974"/>
            <a:ext cx="268783" cy="282615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A0B0C0D-5F44-4C0F-DF88-64F186783D2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39891" y="4675849"/>
            <a:ext cx="3083472" cy="64612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60C840A-542D-9E7C-D826-31D490FEC65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60529" y="1992543"/>
            <a:ext cx="3083472" cy="25711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9" name="AutoShape 15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7A4940C2-5B12-30C6-AE6C-6B9D145CA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45070" name="AutoShape 15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A6572BA-0BD1-773F-FE43-2C43D430B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45071" name="AutoShape 15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AFB35A5-7481-B870-1A7A-BFC98DC5B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45072" name="AutoShape 153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91A2B6E6-7AAE-C357-0C95-F27320477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4B755E1-85EE-3655-D530-54C7FAAB9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237" y="3414712"/>
            <a:ext cx="9525" cy="2857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AD893A3-674A-15C5-6C1D-1B2EFF4E76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2" y="371475"/>
            <a:ext cx="9096375" cy="6115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2">
            <a:extLst>
              <a:ext uri="{FF2B5EF4-FFF2-40B4-BE49-F238E27FC236}">
                <a16:creationId xmlns:a16="http://schemas.microsoft.com/office/drawing/2014/main" id="{E55DE75B-8C74-E99E-958B-647821FE81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1C5B51BD-C1DA-4D21-86E3-E1395F37B535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6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7107" name="AutoShape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EC0A28E-2F7F-CCAA-993F-E9FDF2294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47108" name="AutoShape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F44D7755-E84C-1C33-E8C7-BAD8905EC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47109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CCC952C-50B4-F01D-2847-5EA7B5881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47110" name="AutoShape 5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65FE2998-6C57-DD2D-ABEF-C0FAFE9D8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696326" name="Text Box 6">
            <a:extLst>
              <a:ext uri="{FF2B5EF4-FFF2-40B4-BE49-F238E27FC236}">
                <a16:creationId xmlns:a16="http://schemas.microsoft.com/office/drawing/2014/main" id="{60B3697E-764D-F8AB-2767-FA6436EF7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475" y="442913"/>
            <a:ext cx="8847138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lang="en-US" altLang="zh-CN" dirty="0">
                <a:solidFill>
                  <a:srgbClr val="FFCC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【</a:t>
            </a:r>
            <a:r>
              <a:rPr lang="zh-CN" altLang="en-US" dirty="0">
                <a:solidFill>
                  <a:srgbClr val="FFCC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例</a:t>
            </a:r>
            <a:r>
              <a:rPr lang="en-US" altLang="zh-CN" dirty="0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2.2.1</a:t>
            </a:r>
            <a:r>
              <a:rPr lang="en-US" altLang="zh-CN" dirty="0">
                <a:solidFill>
                  <a:srgbClr val="FFCC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】</a:t>
            </a:r>
            <a:r>
              <a:rPr lang="zh-CN" altLang="en-US" dirty="0">
                <a:latin typeface="Times New Roman" panose="02020603050405020304" pitchFamily="18" charset="0"/>
              </a:rPr>
              <a:t>在空气中点</a:t>
            </a:r>
            <a:r>
              <a:rPr lang="en-US" altLang="zh-CN" dirty="0">
                <a:latin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0.2,0.1,-2.5</a:t>
            </a:r>
            <a:r>
              <a:rPr lang="zh-CN" altLang="en-US" dirty="0">
                <a:latin typeface="Times New Roman" panose="02020603050405020304" pitchFamily="18" charset="0"/>
              </a:rPr>
              <a:t>）处有一个</a:t>
            </a:r>
            <a:r>
              <a:rPr lang="en-US" altLang="zh-CN" dirty="0">
                <a:latin typeface="Times New Roman" panose="02020603050405020304" pitchFamily="18" charset="0"/>
              </a:rPr>
              <a:t>5</a:t>
            </a:r>
            <a:r>
              <a:rPr lang="en-US" altLang="zh-CN" dirty="0"/>
              <a:t>×10</a:t>
            </a:r>
            <a:r>
              <a:rPr lang="en-US" altLang="zh-CN" baseline="30000" dirty="0"/>
              <a:t>-9 </a:t>
            </a:r>
            <a:r>
              <a:rPr lang="en-US" altLang="zh-CN" dirty="0"/>
              <a:t>C</a:t>
            </a:r>
            <a:r>
              <a:rPr lang="zh-CN" altLang="en-US" dirty="0"/>
              <a:t>的点电荷，求它在</a:t>
            </a:r>
            <a:r>
              <a:rPr lang="en-US" altLang="zh-CN" dirty="0"/>
              <a:t>P</a:t>
            </a:r>
            <a:r>
              <a:rPr lang="zh-CN" altLang="en-US" dirty="0"/>
              <a:t>（</a:t>
            </a:r>
            <a:r>
              <a:rPr lang="en-US" altLang="zh-CN" dirty="0"/>
              <a:t>-0.2,0,-2.3</a:t>
            </a:r>
            <a:r>
              <a:rPr lang="zh-CN" altLang="en-US" dirty="0"/>
              <a:t>）处产生的电场强度</a:t>
            </a: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。</a:t>
            </a:r>
          </a:p>
        </p:txBody>
      </p:sp>
      <p:sp>
        <p:nvSpPr>
          <p:cNvPr id="696327" name="Text Box 7">
            <a:extLst>
              <a:ext uri="{FF2B5EF4-FFF2-40B4-BE49-F238E27FC236}">
                <a16:creationId xmlns:a16="http://schemas.microsoft.com/office/drawing/2014/main" id="{5F9E3E98-48AB-0537-A6B0-15834D48A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003425"/>
            <a:ext cx="5184775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FFCC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解</a:t>
            </a:r>
            <a:r>
              <a:rPr lang="en-US" altLang="zh-CN" dirty="0">
                <a:solidFill>
                  <a:srgbClr val="FFCC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:</a:t>
            </a: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场点的位置矢量</a:t>
            </a:r>
          </a:p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      源点的位置矢量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B36D913-C73C-7864-B8FC-0227301D1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8044" y="2061602"/>
            <a:ext cx="5262751" cy="10779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D8EB056-1512-461A-2E6F-34274B9D20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3113" y="963333"/>
            <a:ext cx="2000250" cy="16192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6BF27E6-34E5-F65B-6CFA-D57357E667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550" y="3238655"/>
            <a:ext cx="7539632" cy="26560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1A18C17A-C15C-A91E-3357-5839721AB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2838"/>
            <a:ext cx="9144000" cy="641516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 advTm="4405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2">
            <a:extLst>
              <a:ext uri="{FF2B5EF4-FFF2-40B4-BE49-F238E27FC236}">
                <a16:creationId xmlns:a16="http://schemas.microsoft.com/office/drawing/2014/main" id="{5CE2B4FF-7794-1339-E8FD-29A1E53A425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48D6518-A25D-4880-A140-9C6485CC39E6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8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52">
            <a:extLst>
              <a:ext uri="{FF2B5EF4-FFF2-40B4-BE49-F238E27FC236}">
                <a16:creationId xmlns:a16="http://schemas.microsoft.com/office/drawing/2014/main" id="{7CE5C497-CCF9-521D-8C68-9B28F57C8316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3157538"/>
            <a:ext cx="3313113" cy="487362"/>
            <a:chOff x="1247" y="1623"/>
            <a:chExt cx="2087" cy="307"/>
          </a:xfrm>
        </p:grpSpPr>
        <p:graphicFrame>
          <p:nvGraphicFramePr>
            <p:cNvPr id="51236" name="Object 17">
              <a:extLst>
                <a:ext uri="{FF2B5EF4-FFF2-40B4-BE49-F238E27FC236}">
                  <a16:creationId xmlns:a16="http://schemas.microsoft.com/office/drawing/2014/main" id="{7DDE401D-D6A4-54BD-11DF-C8D8667C40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47" y="1623"/>
            <a:ext cx="573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330391" imgH="139654" progId="Equation.DSMT4">
                    <p:embed/>
                  </p:oleObj>
                </mc:Choice>
                <mc:Fallback>
                  <p:oleObj r:id="rId3" imgW="330391" imgH="139654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" y="1623"/>
                          <a:ext cx="573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37" name="Rectangle 20">
              <a:extLst>
                <a:ext uri="{FF2B5EF4-FFF2-40B4-BE49-F238E27FC236}">
                  <a16:creationId xmlns:a16="http://schemas.microsoft.com/office/drawing/2014/main" id="{D38D5852-32BE-D746-A13A-78892DABE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1642"/>
              <a:ext cx="15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fontAlgn="ctr" hangingPunct="1"/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——</a:t>
              </a:r>
              <a:r>
                <a:rPr lang="zh-CN" altLang="en-US">
                  <a:latin typeface="Times New Roman" panose="02020603050405020304" pitchFamily="18" charset="0"/>
                </a:rPr>
                <a:t>电偶极矩</a:t>
              </a:r>
              <a:endParaRPr lang="zh-CN" altLang="en-US"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Group 158">
            <a:extLst>
              <a:ext uri="{FF2B5EF4-FFF2-40B4-BE49-F238E27FC236}">
                <a16:creationId xmlns:a16="http://schemas.microsoft.com/office/drawing/2014/main" id="{5F1CF26E-6D38-6FE8-3C95-A777E8D7C1E8}"/>
              </a:ext>
            </a:extLst>
          </p:cNvPr>
          <p:cNvGrpSpPr>
            <a:grpSpLocks/>
          </p:cNvGrpSpPr>
          <p:nvPr/>
        </p:nvGrpSpPr>
        <p:grpSpPr bwMode="auto">
          <a:xfrm>
            <a:off x="4643438" y="2995613"/>
            <a:ext cx="3473450" cy="3529012"/>
            <a:chOff x="748" y="1842"/>
            <a:chExt cx="2188" cy="2223"/>
          </a:xfrm>
        </p:grpSpPr>
        <p:grpSp>
          <p:nvGrpSpPr>
            <p:cNvPr id="51216" name="Group 147">
              <a:extLst>
                <a:ext uri="{FF2B5EF4-FFF2-40B4-BE49-F238E27FC236}">
                  <a16:creationId xmlns:a16="http://schemas.microsoft.com/office/drawing/2014/main" id="{9DF256CB-14D4-EFE7-1B54-8DB4350499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8" y="1842"/>
              <a:ext cx="2132" cy="2222"/>
              <a:chOff x="748" y="1888"/>
              <a:chExt cx="2066" cy="2222"/>
            </a:xfrm>
          </p:grpSpPr>
          <p:graphicFrame>
            <p:nvGraphicFramePr>
              <p:cNvPr id="51226" name="Object 107">
                <a:extLst>
                  <a:ext uri="{FF2B5EF4-FFF2-40B4-BE49-F238E27FC236}">
                    <a16:creationId xmlns:a16="http://schemas.microsoft.com/office/drawing/2014/main" id="{F22F2EFC-C999-2479-0AEE-CF106D1295E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8" y="1888"/>
              <a:ext cx="2066" cy="20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5" imgW="2895238" imgH="2838846" progId="Paint.Picture">
                      <p:embed/>
                    </p:oleObj>
                  </mc:Choice>
                  <mc:Fallback>
                    <p:oleObj r:id="rId5" imgW="2895238" imgH="2838846" progId="Paint.Picture">
                      <p:embed/>
                      <p:pic>
                        <p:nvPicPr>
                          <p:cNvPr id="0" name="Object 10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8" y="1888"/>
                            <a:ext cx="2066" cy="20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51227" name="Group 143">
                <a:extLst>
                  <a:ext uri="{FF2B5EF4-FFF2-40B4-BE49-F238E27FC236}">
                    <a16:creationId xmlns:a16="http://schemas.microsoft.com/office/drawing/2014/main" id="{A18CE527-6EBA-9C8D-1E18-23EC889122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93" y="2878"/>
                <a:ext cx="136" cy="136"/>
                <a:chOff x="3990" y="3203"/>
                <a:chExt cx="136" cy="136"/>
              </a:xfrm>
            </p:grpSpPr>
            <p:sp>
              <p:nvSpPr>
                <p:cNvPr id="570503" name="Oval 135">
                  <a:extLst>
                    <a:ext uri="{FF2B5EF4-FFF2-40B4-BE49-F238E27FC236}">
                      <a16:creationId xmlns:a16="http://schemas.microsoft.com/office/drawing/2014/main" id="{09E79DE0-03BB-D3ED-5A02-DDC54B0290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1" y="3203"/>
                  <a:ext cx="141" cy="13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36078"/>
                        <a:invGamma/>
                      </a:schemeClr>
                    </a:gs>
                    <a:gs pos="100000">
                      <a:schemeClr val="hlink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51235" name="Line 138">
                  <a:extLst>
                    <a:ext uri="{FF2B5EF4-FFF2-40B4-BE49-F238E27FC236}">
                      <a16:creationId xmlns:a16="http://schemas.microsoft.com/office/drawing/2014/main" id="{9BB3AC96-B448-BEDF-89A7-C9BD66C920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22" y="3270"/>
                  <a:ext cx="68" cy="0"/>
                </a:xfrm>
                <a:prstGeom prst="line">
                  <a:avLst/>
                </a:prstGeom>
                <a:noFill/>
                <a:ln w="222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228" name="Group 144">
                <a:extLst>
                  <a:ext uri="{FF2B5EF4-FFF2-40B4-BE49-F238E27FC236}">
                    <a16:creationId xmlns:a16="http://schemas.microsoft.com/office/drawing/2014/main" id="{D2613B56-4730-84E9-0FE6-8C7E02571E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93" y="2696"/>
                <a:ext cx="136" cy="136"/>
                <a:chOff x="3990" y="2704"/>
                <a:chExt cx="136" cy="136"/>
              </a:xfrm>
            </p:grpSpPr>
            <p:sp>
              <p:nvSpPr>
                <p:cNvPr id="51230" name="Oval 134">
                  <a:extLst>
                    <a:ext uri="{FF2B5EF4-FFF2-40B4-BE49-F238E27FC236}">
                      <a16:creationId xmlns:a16="http://schemas.microsoft.com/office/drawing/2014/main" id="{81467BBD-BBB4-2E2B-5048-FF4CCAA725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0" y="2704"/>
                  <a:ext cx="136" cy="13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C2500"/>
                    </a:gs>
                    <a:gs pos="100000">
                      <a:srgbClr val="FF6600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grpSp>
              <p:nvGrpSpPr>
                <p:cNvPr id="51231" name="Group 139">
                  <a:extLst>
                    <a:ext uri="{FF2B5EF4-FFF2-40B4-BE49-F238E27FC236}">
                      <a16:creationId xmlns:a16="http://schemas.microsoft.com/office/drawing/2014/main" id="{A108EEF3-CF65-B53B-CD8A-BE58A038DED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22" y="2733"/>
                  <a:ext cx="68" cy="68"/>
                  <a:chOff x="2661" y="3323"/>
                  <a:chExt cx="68" cy="68"/>
                </a:xfrm>
              </p:grpSpPr>
              <p:sp>
                <p:nvSpPr>
                  <p:cNvPr id="51232" name="Line 140">
                    <a:extLst>
                      <a:ext uri="{FF2B5EF4-FFF2-40B4-BE49-F238E27FC236}">
                        <a16:creationId xmlns:a16="http://schemas.microsoft.com/office/drawing/2014/main" id="{54825790-3B78-68B6-0CD7-00C579F78FF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61" y="3361"/>
                    <a:ext cx="68" cy="0"/>
                  </a:xfrm>
                  <a:prstGeom prst="line">
                    <a:avLst/>
                  </a:prstGeom>
                  <a:noFill/>
                  <a:ln w="22225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233" name="Line 141">
                    <a:extLst>
                      <a:ext uri="{FF2B5EF4-FFF2-40B4-BE49-F238E27FC236}">
                        <a16:creationId xmlns:a16="http://schemas.microsoft.com/office/drawing/2014/main" id="{54EB4BAB-8A7C-EB90-6BA4-2CA9A7E2D2C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2662" y="3357"/>
                    <a:ext cx="68" cy="0"/>
                  </a:xfrm>
                  <a:prstGeom prst="line">
                    <a:avLst/>
                  </a:prstGeom>
                  <a:noFill/>
                  <a:ln w="22225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51229" name="Rectangle 146">
                <a:extLst>
                  <a:ext uri="{FF2B5EF4-FFF2-40B4-BE49-F238E27FC236}">
                    <a16:creationId xmlns:a16="http://schemas.microsoft.com/office/drawing/2014/main" id="{AE0753EC-B43D-62DE-61B0-7DFEC5F01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4" y="3884"/>
                <a:ext cx="2041" cy="226"/>
              </a:xfrm>
              <a:prstGeom prst="rect">
                <a:avLst/>
              </a:prstGeom>
              <a:solidFill>
                <a:schemeClr val="bg1"/>
              </a:solidFill>
              <a:ln w="349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</p:grpSp>
        <p:sp>
          <p:nvSpPr>
            <p:cNvPr id="51217" name="Text Box 148">
              <a:extLst>
                <a:ext uri="{FF2B5EF4-FFF2-40B4-BE49-F238E27FC236}">
                  <a16:creationId xmlns:a16="http://schemas.microsoft.com/office/drawing/2014/main" id="{462A2520-66F2-981A-6195-5AA4B0431E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1" y="3838"/>
              <a:ext cx="1361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电偶极子的场图</a:t>
              </a:r>
              <a:endParaRPr lang="zh-CN" altLang="en-US" sz="18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1218" name="Rectangle 149">
              <a:extLst>
                <a:ext uri="{FF2B5EF4-FFF2-40B4-BE49-F238E27FC236}">
                  <a16:creationId xmlns:a16="http://schemas.microsoft.com/office/drawing/2014/main" id="{1476AAF5-EDDC-55A9-4398-36316C8E0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6" y="3566"/>
              <a:ext cx="589" cy="2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grpSp>
          <p:nvGrpSpPr>
            <p:cNvPr id="51219" name="Group 153">
              <a:extLst>
                <a:ext uri="{FF2B5EF4-FFF2-40B4-BE49-F238E27FC236}">
                  <a16:creationId xmlns:a16="http://schemas.microsoft.com/office/drawing/2014/main" id="{A588B0B5-E18F-9CA3-7E56-F06131F413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0" y="3651"/>
              <a:ext cx="736" cy="187"/>
              <a:chOff x="2200" y="3651"/>
              <a:chExt cx="736" cy="187"/>
            </a:xfrm>
          </p:grpSpPr>
          <p:sp>
            <p:nvSpPr>
              <p:cNvPr id="51224" name="Text Box 150">
                <a:extLst>
                  <a:ext uri="{FF2B5EF4-FFF2-40B4-BE49-F238E27FC236}">
                    <a16:creationId xmlns:a16="http://schemas.microsoft.com/office/drawing/2014/main" id="{8D73F836-8139-8EED-855C-2B358222D9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7" y="3651"/>
                <a:ext cx="589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15000"/>
                  </a:spcBef>
                </a:pPr>
                <a:r>
                  <a:rPr lang="zh-CN" altLang="en-US" sz="1800">
                    <a:solidFill>
                      <a:srgbClr val="0000CC"/>
                    </a:solidFill>
                    <a:latin typeface="Times New Roman" panose="02020603050405020304" pitchFamily="18" charset="0"/>
                  </a:rPr>
                  <a:t>等位线</a:t>
                </a:r>
                <a:endParaRPr lang="zh-CN" altLang="en-US" sz="1800">
                  <a:solidFill>
                    <a:srgbClr val="0000CC"/>
                  </a:solidFill>
                </a:endParaRPr>
              </a:p>
            </p:txBody>
          </p:sp>
          <p:sp>
            <p:nvSpPr>
              <p:cNvPr id="51225" name="Line 151">
                <a:extLst>
                  <a:ext uri="{FF2B5EF4-FFF2-40B4-BE49-F238E27FC236}">
                    <a16:creationId xmlns:a16="http://schemas.microsoft.com/office/drawing/2014/main" id="{FA78F13A-489C-7E33-E0B7-A9284ADEB4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0" y="3793"/>
                <a:ext cx="182" cy="0"/>
              </a:xfrm>
              <a:prstGeom prst="line">
                <a:avLst/>
              </a:prstGeom>
              <a:noFill/>
              <a:ln w="22225">
                <a:solidFill>
                  <a:srgbClr val="0000FF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1220" name="Group 154">
              <a:extLst>
                <a:ext uri="{FF2B5EF4-FFF2-40B4-BE49-F238E27FC236}">
                  <a16:creationId xmlns:a16="http://schemas.microsoft.com/office/drawing/2014/main" id="{46620FD1-3D28-CC19-5020-58589E6BF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0" y="3505"/>
              <a:ext cx="736" cy="187"/>
              <a:chOff x="2200" y="3651"/>
              <a:chExt cx="736" cy="187"/>
            </a:xfrm>
          </p:grpSpPr>
          <p:sp>
            <p:nvSpPr>
              <p:cNvPr id="51222" name="Text Box 155">
                <a:extLst>
                  <a:ext uri="{FF2B5EF4-FFF2-40B4-BE49-F238E27FC236}">
                    <a16:creationId xmlns:a16="http://schemas.microsoft.com/office/drawing/2014/main" id="{A372C9B2-66E7-3B6A-C3B2-8F77D8A8E8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7" y="3651"/>
                <a:ext cx="589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15000"/>
                  </a:spcBef>
                </a:pPr>
                <a:r>
                  <a:rPr lang="zh-CN" altLang="en-US" sz="18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电场线</a:t>
                </a:r>
                <a:endParaRPr lang="zh-CN" alt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51223" name="Line 156">
                <a:extLst>
                  <a:ext uri="{FF2B5EF4-FFF2-40B4-BE49-F238E27FC236}">
                    <a16:creationId xmlns:a16="http://schemas.microsoft.com/office/drawing/2014/main" id="{D4498E66-405D-8722-962E-02F8C9C625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0" y="3793"/>
                <a:ext cx="182" cy="0"/>
              </a:xfrm>
              <a:prstGeom prst="line">
                <a:avLst/>
              </a:pr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1221" name="Rectangle 157">
              <a:extLst>
                <a:ext uri="{FF2B5EF4-FFF2-40B4-BE49-F238E27FC236}">
                  <a16:creationId xmlns:a16="http://schemas.microsoft.com/office/drawing/2014/main" id="{ED0EB7AB-782A-603F-B8AB-CAD930122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1842"/>
              <a:ext cx="2132" cy="2223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sp>
        <p:nvSpPr>
          <p:cNvPr id="570527" name="Rectangle 159">
            <a:extLst>
              <a:ext uri="{FF2B5EF4-FFF2-40B4-BE49-F238E27FC236}">
                <a16:creationId xmlns:a16="http://schemas.microsoft.com/office/drawing/2014/main" id="{53F9FAFA-C487-1360-FEFF-9043E751C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3" y="836613"/>
            <a:ext cx="8713787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30000"/>
              </a:lnSpc>
            </a:pPr>
            <a:r>
              <a:rPr lang="zh-CN" altLang="en-US">
                <a:latin typeface="楷体_GB2312" pitchFamily="49" charset="-122"/>
              </a:rPr>
              <a:t>静电偶极子是由相距很近、带等值异号的两个点电荷组成的电荷系统，其</a:t>
            </a:r>
            <a:r>
              <a:rPr lang="zh-CN" altLang="en-US" u="sng">
                <a:latin typeface="楷体_GB2312" pitchFamily="49" charset="-122"/>
              </a:rPr>
              <a:t>远区</a:t>
            </a:r>
            <a:r>
              <a:rPr lang="en-US" altLang="zh-CN" u="sng">
                <a:latin typeface="楷体_GB2312" pitchFamily="49" charset="-122"/>
              </a:rPr>
              <a:t>P</a:t>
            </a:r>
            <a:r>
              <a:rPr lang="zh-CN" altLang="en-US" u="sng">
                <a:latin typeface="楷体_GB2312" pitchFamily="49" charset="-122"/>
              </a:rPr>
              <a:t>点处的电场强度</a:t>
            </a:r>
            <a:r>
              <a:rPr lang="zh-CN" altLang="en-US">
                <a:latin typeface="楷体_GB2312" pitchFamily="49" charset="-122"/>
              </a:rPr>
              <a:t>为</a:t>
            </a:r>
            <a:r>
              <a:rPr lang="en-US" altLang="zh-CN">
                <a:latin typeface="楷体_GB2312" pitchFamily="49" charset="-122"/>
              </a:rPr>
              <a:t>:</a:t>
            </a:r>
            <a:endParaRPr lang="zh-CN" altLang="en-US"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206" name="AutoShape 162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AA8D01CA-22E1-9D8F-7CF4-8B93B5EDA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51207" name="AutoShape 16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2E052D2-1AF3-0819-2728-CC5787459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51208" name="AutoShape 16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4E98B0D-07F1-75D2-08AD-F795E66D6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51209" name="AutoShape 165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18537748-87E6-4F08-12D2-F88CCF3E6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403548" name="Rectangle 92">
            <a:extLst>
              <a:ext uri="{FF2B5EF4-FFF2-40B4-BE49-F238E27FC236}">
                <a16:creationId xmlns:a16="http://schemas.microsoft.com/office/drawing/2014/main" id="{01BF6531-2F9B-FEE7-2664-F3E1B0F56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404813"/>
            <a:ext cx="345757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rgbClr val="FF9900"/>
                </a:solidFill>
                <a:latin typeface="楷体_GB2312" pitchFamily="49" charset="-122"/>
              </a:rPr>
              <a:t>（两个点电荷的叠加）</a:t>
            </a:r>
            <a:endParaRPr lang="zh-CN" altLang="en-US" b="0">
              <a:solidFill>
                <a:srgbClr val="FF9900"/>
              </a:solidFill>
              <a:latin typeface="楷体_GB2312" pitchFamily="49" charset="-122"/>
            </a:endParaRPr>
          </a:p>
        </p:txBody>
      </p:sp>
      <p:graphicFrame>
        <p:nvGraphicFramePr>
          <p:cNvPr id="5" name="Object 70">
            <a:extLst>
              <a:ext uri="{FF2B5EF4-FFF2-40B4-BE49-F238E27FC236}">
                <a16:creationId xmlns:a16="http://schemas.microsoft.com/office/drawing/2014/main" id="{061D9710-C5AA-DDC7-E1F2-1637AA5C73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1916113"/>
          <a:ext cx="637222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247822" imgH="298427" progId="Equation.3">
                  <p:embed/>
                </p:oleObj>
              </mc:Choice>
              <mc:Fallback>
                <p:oleObj r:id="rId8" imgW="2247822" imgH="298427" progId="Equation.3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916113"/>
                        <a:ext cx="6372225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12" name="Picture 42">
            <a:extLst>
              <a:ext uri="{FF2B5EF4-FFF2-40B4-BE49-F238E27FC236}">
                <a16:creationId xmlns:a16="http://schemas.microsoft.com/office/drawing/2014/main" id="{6C925A50-4C20-2D1E-7DE5-517B9AB85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3932238"/>
            <a:ext cx="2808287" cy="220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61">
            <a:extLst>
              <a:ext uri="{FF2B5EF4-FFF2-40B4-BE49-F238E27FC236}">
                <a16:creationId xmlns:a16="http://schemas.microsoft.com/office/drawing/2014/main" id="{412F7160-AADA-4C0A-848E-A1C006B6B96E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404813"/>
            <a:ext cx="4826000" cy="457200"/>
            <a:chOff x="158" y="255"/>
            <a:chExt cx="3040" cy="288"/>
          </a:xfrm>
        </p:grpSpPr>
        <p:sp>
          <p:nvSpPr>
            <p:cNvPr id="51214" name="Rectangle 18">
              <a:extLst>
                <a:ext uri="{FF2B5EF4-FFF2-40B4-BE49-F238E27FC236}">
                  <a16:creationId xmlns:a16="http://schemas.microsoft.com/office/drawing/2014/main" id="{2A819EAE-0935-9738-F597-BCB347344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255"/>
              <a:ext cx="30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fontAlgn="ctr" hangingPunct="1"/>
              <a:r>
                <a:rPr lang="en-US" altLang="zh-CN">
                  <a:latin typeface="楷体_GB2312" pitchFamily="49" charset="-122"/>
                </a:rPr>
                <a:t>  </a:t>
              </a:r>
              <a:r>
                <a:rPr lang="zh-CN" altLang="en-US">
                  <a:latin typeface="楷体_GB2312" pitchFamily="49" charset="-122"/>
                </a:rPr>
                <a:t>电偶极子的电场强度</a:t>
              </a:r>
              <a:endParaRPr lang="zh-CN" altLang="en-US">
                <a:latin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1215" name="Oval 160">
              <a:extLst>
                <a:ext uri="{FF2B5EF4-FFF2-40B4-BE49-F238E27FC236}">
                  <a16:creationId xmlns:a16="http://schemas.microsoft.com/office/drawing/2014/main" id="{00DD43FE-40A1-C53B-FDA7-767B7F5992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" y="391"/>
              <a:ext cx="114" cy="152"/>
            </a:xfrm>
            <a:prstGeom prst="ellipse">
              <a:avLst/>
            </a:prstGeom>
            <a:gradFill rotWithShape="1">
              <a:gsLst>
                <a:gs pos="0">
                  <a:srgbClr val="FF99CC"/>
                </a:gs>
                <a:gs pos="100000">
                  <a:srgbClr val="A96587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2">
            <a:extLst>
              <a:ext uri="{FF2B5EF4-FFF2-40B4-BE49-F238E27FC236}">
                <a16:creationId xmlns:a16="http://schemas.microsoft.com/office/drawing/2014/main" id="{B1BD8A8D-2582-838C-821F-DC63786EE65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3E85DBFD-03E5-443E-9B2B-422E1DCBD555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9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69462" name="Rectangle 118">
            <a:extLst>
              <a:ext uri="{FF2B5EF4-FFF2-40B4-BE49-F238E27FC236}">
                <a16:creationId xmlns:a16="http://schemas.microsoft.com/office/drawing/2014/main" id="{D61BF88C-9F79-226E-1BB3-B6DF0032D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979863"/>
            <a:ext cx="295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15000"/>
              </a:spcBef>
            </a:pPr>
            <a:r>
              <a:rPr lang="zh-CN" altLang="en-US"/>
              <a:t>无限长 </a:t>
            </a:r>
          </a:p>
        </p:txBody>
      </p:sp>
      <p:sp>
        <p:nvSpPr>
          <p:cNvPr id="569465" name="Rectangle 121">
            <a:extLst>
              <a:ext uri="{FF2B5EF4-FFF2-40B4-BE49-F238E27FC236}">
                <a16:creationId xmlns:a16="http://schemas.microsoft.com/office/drawing/2014/main" id="{0FD510F2-715D-928E-852E-870AB1A91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205038"/>
            <a:ext cx="230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15000"/>
              </a:spcBef>
            </a:pPr>
            <a:r>
              <a:rPr lang="zh-CN" altLang="en-US">
                <a:latin typeface="Times New Roman" panose="02020603050405020304" pitchFamily="18" charset="0"/>
              </a:rPr>
              <a:t>有限长</a:t>
            </a:r>
          </a:p>
        </p:txBody>
      </p:sp>
      <p:grpSp>
        <p:nvGrpSpPr>
          <p:cNvPr id="2" name="Group 134">
            <a:extLst>
              <a:ext uri="{FF2B5EF4-FFF2-40B4-BE49-F238E27FC236}">
                <a16:creationId xmlns:a16="http://schemas.microsoft.com/office/drawing/2014/main" id="{9B3C9970-AA20-9362-0952-0ADC9747A0B7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052513"/>
            <a:ext cx="5832475" cy="457200"/>
            <a:chOff x="295" y="663"/>
            <a:chExt cx="3238" cy="288"/>
          </a:xfrm>
        </p:grpSpPr>
        <p:sp>
          <p:nvSpPr>
            <p:cNvPr id="53264" name="Rectangle 116">
              <a:extLst>
                <a:ext uri="{FF2B5EF4-FFF2-40B4-BE49-F238E27FC236}">
                  <a16:creationId xmlns:a16="http://schemas.microsoft.com/office/drawing/2014/main" id="{2D5A1848-D1E2-39FE-DE73-E3948BBF9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" y="663"/>
              <a:ext cx="31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zh-CN" altLang="en-US"/>
                <a:t>均匀带电直线段（长度为</a:t>
              </a:r>
              <a:r>
                <a:rPr lang="en-US" altLang="zh-CN"/>
                <a:t>l</a:t>
              </a:r>
              <a:r>
                <a:rPr lang="zh-CN" altLang="en-US"/>
                <a:t>）的电场强度</a:t>
              </a:r>
              <a:endParaRPr lang="zh-CN" altLang="en-US" sz="2800">
                <a:ea typeface="幼圆" panose="02010509060101010101" pitchFamily="49" charset="-122"/>
              </a:endParaRPr>
            </a:p>
          </p:txBody>
        </p:sp>
        <p:sp>
          <p:nvSpPr>
            <p:cNvPr id="53265" name="Oval 132">
              <a:extLst>
                <a:ext uri="{FF2B5EF4-FFF2-40B4-BE49-F238E27FC236}">
                  <a16:creationId xmlns:a16="http://schemas.microsoft.com/office/drawing/2014/main" id="{260F8449-E9D7-20B1-DD0D-23F9F63E5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799"/>
              <a:ext cx="102" cy="102"/>
            </a:xfrm>
            <a:prstGeom prst="ellipse">
              <a:avLst/>
            </a:prstGeom>
            <a:gradFill rotWithShape="1">
              <a:gsLst>
                <a:gs pos="0">
                  <a:srgbClr val="FF99CC"/>
                </a:gs>
                <a:gs pos="100000">
                  <a:srgbClr val="A96587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sp>
        <p:nvSpPr>
          <p:cNvPr id="53254" name="AutoShape 13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778EEEE-6865-468E-4ED4-58B63BA6A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53255" name="AutoShape 14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54B0429-77DD-45D8-6454-98A1093AC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53256" name="AutoShape 14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1896368-9168-53F5-32CC-7ECBEA02E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53257" name="AutoShape 142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1129D55E-7505-3148-1A5B-E18EC3E8D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569492" name="Object 148">
            <a:extLst>
              <a:ext uri="{FF2B5EF4-FFF2-40B4-BE49-F238E27FC236}">
                <a16:creationId xmlns:a16="http://schemas.microsoft.com/office/drawing/2014/main" id="{95592E17-3CD2-057B-E6B9-00945AA5E137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2124075" y="1892300"/>
          <a:ext cx="3455988" cy="163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17550" imgH="679565" progId="Equation.3">
                  <p:embed/>
                </p:oleObj>
              </mc:Choice>
              <mc:Fallback>
                <p:oleObj r:id="rId4" imgW="1517550" imgH="679565" progId="Equation.3">
                  <p:embed/>
                  <p:pic>
                    <p:nvPicPr>
                      <p:cNvPr id="0" name="Object 14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892300"/>
                        <a:ext cx="3455988" cy="163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9494" name="Object 150">
            <a:extLst>
              <a:ext uri="{FF2B5EF4-FFF2-40B4-BE49-F238E27FC236}">
                <a16:creationId xmlns:a16="http://schemas.microsoft.com/office/drawing/2014/main" id="{0BB20431-ACBB-0E35-DA86-2A2CC7E323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2475" y="3933825"/>
          <a:ext cx="17526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98647" imgH="482554" progId="Equation.3">
                  <p:embed/>
                </p:oleObj>
              </mc:Choice>
              <mc:Fallback>
                <p:oleObj r:id="rId6" imgW="698647" imgH="482554" progId="Equation.3">
                  <p:embed/>
                  <p:pic>
                    <p:nvPicPr>
                      <p:cNvPr id="0" name="Object 1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5" y="3933825"/>
                        <a:ext cx="1752600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3260" name="Picture 155">
            <a:extLst>
              <a:ext uri="{FF2B5EF4-FFF2-40B4-BE49-F238E27FC236}">
                <a16:creationId xmlns:a16="http://schemas.microsoft.com/office/drawing/2014/main" id="{84D34857-DCCE-0833-2433-6C073B636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38" y="3424238"/>
            <a:ext cx="9525" cy="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61" name="Picture 156">
            <a:extLst>
              <a:ext uri="{FF2B5EF4-FFF2-40B4-BE49-F238E27FC236}">
                <a16:creationId xmlns:a16="http://schemas.microsoft.com/office/drawing/2014/main" id="{0789B237-91DA-C243-A93F-D88E3FB79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38" y="3424238"/>
            <a:ext cx="9525" cy="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62" name="Picture 157">
            <a:extLst>
              <a:ext uri="{FF2B5EF4-FFF2-40B4-BE49-F238E27FC236}">
                <a16:creationId xmlns:a16="http://schemas.microsoft.com/office/drawing/2014/main" id="{4F951080-C4E6-15DA-9368-529C2ADBD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6925" y="1844675"/>
            <a:ext cx="3267075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3548" name="Rectangle 92">
            <a:extLst>
              <a:ext uri="{FF2B5EF4-FFF2-40B4-BE49-F238E27FC236}">
                <a16:creationId xmlns:a16="http://schemas.microsoft.com/office/drawing/2014/main" id="{5902DDAD-9CC7-57E6-18FA-D59359811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1052513"/>
            <a:ext cx="27368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rgbClr val="FF9900"/>
                </a:solidFill>
                <a:latin typeface="楷体_GB2312" pitchFamily="49" charset="-122"/>
              </a:rPr>
              <a:t>（线分布电荷）</a:t>
            </a:r>
            <a:endParaRPr lang="zh-CN" altLang="en-US" b="0">
              <a:solidFill>
                <a:srgbClr val="FF9900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2">
            <a:extLst>
              <a:ext uri="{FF2B5EF4-FFF2-40B4-BE49-F238E27FC236}">
                <a16:creationId xmlns:a16="http://schemas.microsoft.com/office/drawing/2014/main" id="{8A069F56-2D48-9F91-02B8-837D570A881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2D5E9ECD-42E2-4AC1-BAA5-EB0A3C6A7321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10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299" name="AutoShape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03A298C-7741-E614-681A-108F988DF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55300" name="AutoShape 6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9DC994B-A864-A5E0-2141-A662B783D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55301" name="AutoShape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7799833-8E49-199E-9230-A360681B5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55302" name="AutoShape 8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2A4EDC04-A079-6FFB-8F95-F2A683EF5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700427" name="Text Box 11">
            <a:extLst>
              <a:ext uri="{FF2B5EF4-FFF2-40B4-BE49-F238E27FC236}">
                <a16:creationId xmlns:a16="http://schemas.microsoft.com/office/drawing/2014/main" id="{FB9D52D9-F3C2-1323-29B4-DE0E0EF22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4" y="379413"/>
            <a:ext cx="89757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15000"/>
              </a:spcBef>
            </a:pPr>
            <a:r>
              <a:rPr lang="zh-CN" altLang="en-US" dirty="0">
                <a:solidFill>
                  <a:srgbClr val="FFCC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解</a:t>
            </a:r>
            <a:r>
              <a:rPr lang="en-US" altLang="zh-CN" dirty="0">
                <a:solidFill>
                  <a:srgbClr val="FFCC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:</a:t>
            </a:r>
            <a:r>
              <a:rPr lang="zh-CN" altLang="en-US" dirty="0">
                <a:solidFill>
                  <a:srgbClr val="FFCC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线电荷（源）分布在</a:t>
            </a:r>
            <a:r>
              <a:rPr lang="en-US" altLang="zh-CN" dirty="0">
                <a:solidFill>
                  <a:srgbClr val="FFCC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z</a:t>
            </a:r>
            <a:r>
              <a:rPr lang="zh-CN" altLang="en-US" dirty="0">
                <a:solidFill>
                  <a:srgbClr val="FFCC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轴，场点用柱坐标系表示。</a:t>
            </a:r>
            <a:endParaRPr lang="en-US" altLang="zh-CN" dirty="0">
              <a:solidFill>
                <a:srgbClr val="FFCC66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aphicFrame>
        <p:nvGraphicFramePr>
          <p:cNvPr id="256149" name="Object 149">
            <a:extLst>
              <a:ext uri="{FF2B5EF4-FFF2-40B4-BE49-F238E27FC236}">
                <a16:creationId xmlns:a16="http://schemas.microsoft.com/office/drawing/2014/main" id="{39900D21-18B3-FCBB-F806-1FFC0875BE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385724"/>
              </p:ext>
            </p:extLst>
          </p:nvPr>
        </p:nvGraphicFramePr>
        <p:xfrm>
          <a:off x="6022975" y="980728"/>
          <a:ext cx="3121025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28622" imgH="342900" progId="Equation.3">
                  <p:embed/>
                </p:oleObj>
              </mc:Choice>
              <mc:Fallback>
                <p:oleObj r:id="rId4" imgW="1028622" imgH="342900" progId="Equation.3">
                  <p:embed/>
                  <p:pic>
                    <p:nvPicPr>
                      <p:cNvPr id="0" name="Object 1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2975" y="980728"/>
                        <a:ext cx="3121025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538CE229-6123-081F-297C-2C27C515C4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9" y="887116"/>
            <a:ext cx="9144000" cy="577315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50C5DA7-5055-D898-9433-3BD1117F2D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75" y="2564904"/>
            <a:ext cx="2722488" cy="27224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2">
            <a:extLst>
              <a:ext uri="{FF2B5EF4-FFF2-40B4-BE49-F238E27FC236}">
                <a16:creationId xmlns:a16="http://schemas.microsoft.com/office/drawing/2014/main" id="{37EEC4BE-B047-FFFF-42E2-7A163A14162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91C1D1EE-6AF5-4796-85D4-F1D2D2CE1859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11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7347" name="AutoShape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CBC8935-793E-D26B-1C69-93E70B58F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57348" name="AutoShape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54C0934-DD93-F01B-1D05-48CE555FC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57349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F1CEBA9-55D5-2C0C-6438-7921CB763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57350" name="AutoShape 5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726A7B51-63E3-5A31-FD4E-72991036D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702470" name="Text Box 6">
            <a:extLst>
              <a:ext uri="{FF2B5EF4-FFF2-40B4-BE49-F238E27FC236}">
                <a16:creationId xmlns:a16="http://schemas.microsoft.com/office/drawing/2014/main" id="{90177050-A6B7-00E4-2FD3-23A594999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49275"/>
            <a:ext cx="78486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/>
              <a:t>当均匀带电直线段无限长时</a:t>
            </a:r>
          </a:p>
        </p:txBody>
      </p:sp>
      <p:graphicFrame>
        <p:nvGraphicFramePr>
          <p:cNvPr id="702471" name="Object 7">
            <a:extLst>
              <a:ext uri="{FF2B5EF4-FFF2-40B4-BE49-F238E27FC236}">
                <a16:creationId xmlns:a16="http://schemas.microsoft.com/office/drawing/2014/main" id="{8F624615-861E-2E1D-7F4D-50A9C100A779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931863" y="1222375"/>
          <a:ext cx="5840412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381393" imgH="711154" progId="Equation.3">
                  <p:embed/>
                </p:oleObj>
              </mc:Choice>
              <mc:Fallback>
                <p:oleObj r:id="rId4" imgW="2381393" imgH="711154" progId="Equation.3">
                  <p:embed/>
                  <p:pic>
                    <p:nvPicPr>
                      <p:cNvPr id="0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863" y="1222375"/>
                        <a:ext cx="5840412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7354" name="Picture 9">
            <a:extLst>
              <a:ext uri="{FF2B5EF4-FFF2-40B4-BE49-F238E27FC236}">
                <a16:creationId xmlns:a16="http://schemas.microsoft.com/office/drawing/2014/main" id="{56732104-C294-5001-C4D6-2B641346F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198023"/>
            <a:ext cx="3267075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CF9785E-A644-EBE4-4E0F-5C71EEEC5C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8595" y="3216084"/>
            <a:ext cx="2266950" cy="25050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78E6611-4E2E-0450-A9D1-08C74454FB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9504" y="3212976"/>
            <a:ext cx="3196992" cy="25313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7">
            <a:extLst>
              <a:ext uri="{FF2B5EF4-FFF2-40B4-BE49-F238E27FC236}">
                <a16:creationId xmlns:a16="http://schemas.microsoft.com/office/drawing/2014/main" id="{164ED813-97C1-6A6D-E402-723DE6A802ED}"/>
              </a:ext>
            </a:extLst>
          </p:cNvPr>
          <p:cNvGrpSpPr>
            <a:grpSpLocks/>
          </p:cNvGrpSpPr>
          <p:nvPr/>
        </p:nvGrpSpPr>
        <p:grpSpPr bwMode="auto">
          <a:xfrm>
            <a:off x="482600" y="523875"/>
            <a:ext cx="5745163" cy="457200"/>
            <a:chOff x="304" y="2795"/>
            <a:chExt cx="3619" cy="288"/>
          </a:xfrm>
        </p:grpSpPr>
        <p:sp>
          <p:nvSpPr>
            <p:cNvPr id="4" name="Rectangle 28">
              <a:extLst>
                <a:ext uri="{FF2B5EF4-FFF2-40B4-BE49-F238E27FC236}">
                  <a16:creationId xmlns:a16="http://schemas.microsoft.com/office/drawing/2014/main" id="{8F088004-4245-BFD7-9AE2-5A1C27AC4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" y="2795"/>
              <a:ext cx="34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zh-CN" altLang="en-US" b="1" dirty="0"/>
                <a:t>均匀带电圆环轴线上的电场强度</a:t>
              </a:r>
            </a:p>
          </p:txBody>
        </p:sp>
        <p:sp>
          <p:nvSpPr>
            <p:cNvPr id="5" name="Oval 29">
              <a:extLst>
                <a:ext uri="{FF2B5EF4-FFF2-40B4-BE49-F238E27FC236}">
                  <a16:creationId xmlns:a16="http://schemas.microsoft.com/office/drawing/2014/main" id="{CCF90012-F964-6CCE-1107-86171AE0E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" y="2886"/>
              <a:ext cx="102" cy="102"/>
            </a:xfrm>
            <a:prstGeom prst="ellipse">
              <a:avLst/>
            </a:prstGeom>
            <a:gradFill rotWithShape="1">
              <a:gsLst>
                <a:gs pos="0">
                  <a:srgbClr val="FF99CC"/>
                </a:gs>
                <a:gs pos="100000">
                  <a:srgbClr val="A96587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/>
            </a:p>
          </p:txBody>
        </p:sp>
      </p:grpSp>
      <p:pic>
        <p:nvPicPr>
          <p:cNvPr id="6" name="Picture 40">
            <a:extLst>
              <a:ext uri="{FF2B5EF4-FFF2-40B4-BE49-F238E27FC236}">
                <a16:creationId xmlns:a16="http://schemas.microsoft.com/office/drawing/2014/main" id="{75A608CB-37B2-26C6-380C-A0C4FBFAA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1381304"/>
            <a:ext cx="2714625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 Box 41">
            <a:extLst>
              <a:ext uri="{FF2B5EF4-FFF2-40B4-BE49-F238E27FC236}">
                <a16:creationId xmlns:a16="http://schemas.microsoft.com/office/drawing/2014/main" id="{541D94F6-4EAC-0F59-65DE-D45D74FBC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134448"/>
            <a:ext cx="7848600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FFCC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解</a:t>
            </a:r>
            <a:r>
              <a:rPr lang="en-US" altLang="zh-CN" b="1">
                <a:solidFill>
                  <a:srgbClr val="FFCC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:</a:t>
            </a:r>
          </a:p>
        </p:txBody>
      </p:sp>
      <p:graphicFrame>
        <p:nvGraphicFramePr>
          <p:cNvPr id="8" name="Object 42">
            <a:extLst>
              <a:ext uri="{FF2B5EF4-FFF2-40B4-BE49-F238E27FC236}">
                <a16:creationId xmlns:a16="http://schemas.microsoft.com/office/drawing/2014/main" id="{A99DE5B8-B49B-65E8-CEAA-DBE8D010AA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6163557"/>
              </p:ext>
            </p:extLst>
          </p:nvPr>
        </p:nvGraphicFramePr>
        <p:xfrm>
          <a:off x="971550" y="1196360"/>
          <a:ext cx="6805612" cy="508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908187" imgH="2171700" progId="Equation.3">
                  <p:embed/>
                </p:oleObj>
              </mc:Choice>
              <mc:Fallback>
                <p:oleObj name="公式" r:id="rId3" imgW="2908187" imgH="2171700" progId="Equation.3">
                  <p:embed/>
                  <p:pic>
                    <p:nvPicPr>
                      <p:cNvPr id="698410" name="Object 42">
                        <a:extLst>
                          <a:ext uri="{FF2B5EF4-FFF2-40B4-BE49-F238E27FC236}">
                            <a16:creationId xmlns:a16="http://schemas.microsoft.com/office/drawing/2014/main" id="{2B605DB0-0723-F0A4-D426-3B12E189DEC3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196360"/>
                        <a:ext cx="6805612" cy="508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92">
            <a:extLst>
              <a:ext uri="{FF2B5EF4-FFF2-40B4-BE49-F238E27FC236}">
                <a16:creationId xmlns:a16="http://schemas.microsoft.com/office/drawing/2014/main" id="{151B8D5E-52C0-741C-CC3A-AE8A10B76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8551" y="523875"/>
            <a:ext cx="27368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</a:rPr>
              <a:t>（线分布电荷）</a:t>
            </a:r>
            <a:endParaRPr lang="zh-CN" altLang="en-US" b="0" dirty="0">
              <a:solidFill>
                <a:srgbClr val="FF9900"/>
              </a:solidFill>
              <a:latin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1406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2">
            <a:extLst>
              <a:ext uri="{FF2B5EF4-FFF2-40B4-BE49-F238E27FC236}">
                <a16:creationId xmlns:a16="http://schemas.microsoft.com/office/drawing/2014/main" id="{4B21656E-F0DF-7780-2434-48EC9252DA4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9463698-0AD2-4875-9D1F-3109E6A844DF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13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09593DED-88EF-8DFD-44B1-122D31A881A6}"/>
              </a:ext>
            </a:extLst>
          </p:cNvPr>
          <p:cNvGrpSpPr>
            <a:grpSpLocks/>
          </p:cNvGrpSpPr>
          <p:nvPr/>
        </p:nvGrpSpPr>
        <p:grpSpPr bwMode="auto">
          <a:xfrm>
            <a:off x="92075" y="381000"/>
            <a:ext cx="8893175" cy="1463675"/>
            <a:chOff x="58" y="240"/>
            <a:chExt cx="5602" cy="922"/>
          </a:xfrm>
        </p:grpSpPr>
        <p:sp>
          <p:nvSpPr>
            <p:cNvPr id="59419" name="Rectangle 3">
              <a:extLst>
                <a:ext uri="{FF2B5EF4-FFF2-40B4-BE49-F238E27FC236}">
                  <a16:creationId xmlns:a16="http://schemas.microsoft.com/office/drawing/2014/main" id="{68944303-654B-662B-CD8E-376950906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" y="240"/>
              <a:ext cx="5602" cy="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lnSpc>
                  <a:spcPct val="125000"/>
                </a:lnSpc>
              </a:pPr>
              <a:r>
                <a:rPr lang="en-US" altLang="zh-CN">
                  <a:solidFill>
                    <a:srgbClr val="FFCC66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【</a:t>
              </a:r>
              <a:r>
                <a:rPr lang="zh-CN" altLang="en-US">
                  <a:solidFill>
                    <a:srgbClr val="FFCC66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例</a:t>
              </a:r>
              <a:r>
                <a:rPr lang="en-US" altLang="zh-CN">
                  <a:solidFill>
                    <a:srgbClr val="FFCC66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2.2.1】</a:t>
              </a:r>
              <a:r>
                <a:rPr lang="zh-CN" altLang="en-US">
                  <a:latin typeface="Times New Roman" panose="02020603050405020304" pitchFamily="18" charset="0"/>
                  <a:ea typeface="幼圆" panose="02010509060101010101" pitchFamily="49" charset="-122"/>
                </a:rPr>
                <a:t>如图所示，均匀带电的环形薄圆盘的内半径为</a:t>
              </a:r>
              <a:r>
                <a:rPr lang="en-US" altLang="zh-CN" i="1">
                  <a:latin typeface="Times New Roman" panose="02020603050405020304" pitchFamily="18" charset="0"/>
                  <a:ea typeface="幼圆" panose="02010509060101010101" pitchFamily="49" charset="-122"/>
                </a:rPr>
                <a:t>a </a:t>
              </a:r>
              <a:r>
                <a:rPr lang="zh-CN" altLang="en-US">
                  <a:latin typeface="Times New Roman" panose="02020603050405020304" pitchFamily="18" charset="0"/>
                  <a:ea typeface="幼圆" panose="02010509060101010101" pitchFamily="49" charset="-122"/>
                </a:rPr>
                <a:t>、外半径为</a:t>
              </a:r>
              <a:r>
                <a:rPr lang="en-US" altLang="zh-CN" i="1">
                  <a:latin typeface="Times New Roman" panose="02020603050405020304" pitchFamily="18" charset="0"/>
                  <a:ea typeface="幼圆" panose="02010509060101010101" pitchFamily="49" charset="-122"/>
                </a:rPr>
                <a:t>b</a:t>
              </a:r>
              <a:r>
                <a:rPr lang="zh-CN" altLang="en-US">
                  <a:latin typeface="Times New Roman" panose="02020603050405020304" pitchFamily="18" charset="0"/>
                  <a:ea typeface="幼圆" panose="02010509060101010101" pitchFamily="49" charset="-122"/>
                </a:rPr>
                <a:t>，电荷面密度为      。计算环形薄</a:t>
              </a:r>
              <a:r>
                <a:rPr lang="zh-CN" altLang="en-US" u="sng">
                  <a:latin typeface="Times New Roman" panose="02020603050405020304" pitchFamily="18" charset="0"/>
                  <a:ea typeface="幼圆" panose="02010509060101010101" pitchFamily="49" charset="-122"/>
                </a:rPr>
                <a:t>圆盘轴线上</a:t>
              </a:r>
              <a:r>
                <a:rPr lang="zh-CN" altLang="en-US">
                  <a:latin typeface="Times New Roman" panose="02020603050405020304" pitchFamily="18" charset="0"/>
                  <a:ea typeface="幼圆" panose="02010509060101010101" pitchFamily="49" charset="-122"/>
                </a:rPr>
                <a:t>任意点的电场强度。</a:t>
              </a:r>
            </a:p>
          </p:txBody>
        </p:sp>
        <p:graphicFrame>
          <p:nvGraphicFramePr>
            <p:cNvPr id="59420" name="Object 4">
              <a:extLst>
                <a:ext uri="{FF2B5EF4-FFF2-40B4-BE49-F238E27FC236}">
                  <a16:creationId xmlns:a16="http://schemas.microsoft.com/office/drawing/2014/main" id="{9E8BC6DF-B5D5-C066-56DC-980C48A3E5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09" y="558"/>
            <a:ext cx="324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39813" imgH="133419" progId="Equation.DSMT4">
                    <p:embed/>
                  </p:oleObj>
                </mc:Choice>
                <mc:Fallback>
                  <p:oleObj r:id="rId3" imgW="139813" imgH="133419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558"/>
                          <a:ext cx="324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">
            <a:extLst>
              <a:ext uri="{FF2B5EF4-FFF2-40B4-BE49-F238E27FC236}">
                <a16:creationId xmlns:a16="http://schemas.microsoft.com/office/drawing/2014/main" id="{5B50406F-DB33-E902-D79B-3ED2BF4F1430}"/>
              </a:ext>
            </a:extLst>
          </p:cNvPr>
          <p:cNvGrpSpPr>
            <a:grpSpLocks/>
          </p:cNvGrpSpPr>
          <p:nvPr/>
        </p:nvGrpSpPr>
        <p:grpSpPr bwMode="auto">
          <a:xfrm>
            <a:off x="34925" y="1844675"/>
            <a:ext cx="5880100" cy="576263"/>
            <a:chOff x="58" y="1207"/>
            <a:chExt cx="3704" cy="363"/>
          </a:xfrm>
        </p:grpSpPr>
        <p:sp>
          <p:nvSpPr>
            <p:cNvPr id="59417" name="Rectangle 6">
              <a:extLst>
                <a:ext uri="{FF2B5EF4-FFF2-40B4-BE49-F238E27FC236}">
                  <a16:creationId xmlns:a16="http://schemas.microsoft.com/office/drawing/2014/main" id="{37A75370-D154-739C-83FE-C6BDFA67B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" y="1207"/>
              <a:ext cx="2903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lnSpc>
                  <a:spcPct val="130000"/>
                </a:lnSpc>
              </a:pPr>
              <a:r>
                <a:rPr lang="en-US" altLang="zh-CN">
                  <a:solidFill>
                    <a:srgbClr val="FFCC66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【</a:t>
              </a:r>
              <a:r>
                <a:rPr lang="zh-CN" altLang="en-US">
                  <a:solidFill>
                    <a:srgbClr val="FFCC66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解</a:t>
              </a:r>
              <a:r>
                <a:rPr lang="en-US" altLang="zh-CN">
                  <a:solidFill>
                    <a:srgbClr val="FFCC66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】</a:t>
              </a:r>
              <a:r>
                <a:rPr lang="zh-CN" altLang="en-US">
                  <a:latin typeface="Times New Roman" panose="02020603050405020304" pitchFamily="18" charset="0"/>
                </a:rPr>
                <a:t>环形薄圆盘的面积元：</a:t>
              </a:r>
            </a:p>
          </p:txBody>
        </p:sp>
        <p:graphicFrame>
          <p:nvGraphicFramePr>
            <p:cNvPr id="59418" name="Object 7">
              <a:extLst>
                <a:ext uri="{FF2B5EF4-FFF2-40B4-BE49-F238E27FC236}">
                  <a16:creationId xmlns:a16="http://schemas.microsoft.com/office/drawing/2014/main" id="{A4B660B6-4183-98B1-744B-316662484B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2" y="1316"/>
            <a:ext cx="1270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806420" imgH="114300" progId="Equation.DSMT4">
                    <p:embed/>
                  </p:oleObj>
                </mc:Choice>
                <mc:Fallback>
                  <p:oleObj r:id="rId5" imgW="806420" imgH="1143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2" y="1316"/>
                          <a:ext cx="1270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9397" name="AutoShape 8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9B7D2867-1D6F-4BA3-9B28-B642E4397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59398" name="AutoShape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28A48535-E908-09B3-878C-497974F36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59399" name="AutoShape 1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6935099-A43B-8CE6-4E01-6BF0885BE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59400" name="AutoShape 11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EEE82602-B617-33D3-E99B-3F902FBF5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705548" name="Object 12">
            <a:extLst>
              <a:ext uri="{FF2B5EF4-FFF2-40B4-BE49-F238E27FC236}">
                <a16:creationId xmlns:a16="http://schemas.microsoft.com/office/drawing/2014/main" id="{4861953D-9AA2-2773-62CE-810B5DEB7F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4500" y="4873625"/>
          <a:ext cx="391160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212958" imgH="266839" progId="Equation.3">
                  <p:embed/>
                </p:oleObj>
              </mc:Choice>
              <mc:Fallback>
                <p:oleObj r:id="rId8" imgW="1212958" imgH="26683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" y="4873625"/>
                        <a:ext cx="391160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5549" name="Object 13">
            <a:extLst>
              <a:ext uri="{FF2B5EF4-FFF2-40B4-BE49-F238E27FC236}">
                <a16:creationId xmlns:a16="http://schemas.microsoft.com/office/drawing/2014/main" id="{CF8467ED-C174-C77B-2E72-04D29BD852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5632450"/>
          <a:ext cx="453707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790518" imgH="336665" progId="Equation.DSMT4">
                  <p:embed/>
                </p:oleObj>
              </mc:Choice>
              <mc:Fallback>
                <p:oleObj r:id="rId10" imgW="1790518" imgH="336665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632450"/>
                        <a:ext cx="4537075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5">
            <a:extLst>
              <a:ext uri="{FF2B5EF4-FFF2-40B4-BE49-F238E27FC236}">
                <a16:creationId xmlns:a16="http://schemas.microsoft.com/office/drawing/2014/main" id="{D3DB455A-6024-35E1-7D19-6ED165C59EB8}"/>
              </a:ext>
            </a:extLst>
          </p:cNvPr>
          <p:cNvGrpSpPr>
            <a:grpSpLocks/>
          </p:cNvGrpSpPr>
          <p:nvPr/>
        </p:nvGrpSpPr>
        <p:grpSpPr bwMode="auto">
          <a:xfrm>
            <a:off x="1835150" y="3068638"/>
            <a:ext cx="2808288" cy="671512"/>
            <a:chOff x="612" y="1485"/>
            <a:chExt cx="1769" cy="423"/>
          </a:xfrm>
        </p:grpSpPr>
        <p:graphicFrame>
          <p:nvGraphicFramePr>
            <p:cNvPr id="59415" name="Object 46">
              <a:extLst>
                <a:ext uri="{FF2B5EF4-FFF2-40B4-BE49-F238E27FC236}">
                  <a16:creationId xmlns:a16="http://schemas.microsoft.com/office/drawing/2014/main" id="{E94D2CF0-1813-FA27-7A21-3052376122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65" y="1570"/>
            <a:ext cx="816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431921" imgH="139654" progId="Equation.DSMT4">
                    <p:embed/>
                  </p:oleObj>
                </mc:Choice>
                <mc:Fallback>
                  <p:oleObj r:id="rId12" imgW="431921" imgH="139654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5" y="1570"/>
                          <a:ext cx="816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16" name="Rectangle 47">
              <a:extLst>
                <a:ext uri="{FF2B5EF4-FFF2-40B4-BE49-F238E27FC236}">
                  <a16:creationId xmlns:a16="http://schemas.microsoft.com/office/drawing/2014/main" id="{760DC59F-6AD4-50F0-305E-0E1936AED6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1485"/>
              <a:ext cx="1655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lnSpc>
                  <a:spcPct val="130000"/>
                </a:lnSpc>
              </a:pP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48">
            <a:extLst>
              <a:ext uri="{FF2B5EF4-FFF2-40B4-BE49-F238E27FC236}">
                <a16:creationId xmlns:a16="http://schemas.microsoft.com/office/drawing/2014/main" id="{9748843C-2729-B742-5D12-1CA213D54AC5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3725863"/>
            <a:ext cx="5041900" cy="566737"/>
            <a:chOff x="521" y="2211"/>
            <a:chExt cx="3176" cy="357"/>
          </a:xfrm>
        </p:grpSpPr>
        <p:graphicFrame>
          <p:nvGraphicFramePr>
            <p:cNvPr id="59413" name="Object 49">
              <a:extLst>
                <a:ext uri="{FF2B5EF4-FFF2-40B4-BE49-F238E27FC236}">
                  <a16:creationId xmlns:a16="http://schemas.microsoft.com/office/drawing/2014/main" id="{CDB93D4A-7401-1D1B-612F-A94BB557F4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71" y="2215"/>
            <a:ext cx="726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336632" imgH="133419" progId="Equation.DSMT4">
                    <p:embed/>
                  </p:oleObj>
                </mc:Choice>
                <mc:Fallback>
                  <p:oleObj r:id="rId14" imgW="336632" imgH="133419" progId="Equation.DSMT4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1" y="2215"/>
                          <a:ext cx="726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14" name="Rectangle 50">
              <a:extLst>
                <a:ext uri="{FF2B5EF4-FFF2-40B4-BE49-F238E27FC236}">
                  <a16:creationId xmlns:a16="http://schemas.microsoft.com/office/drawing/2014/main" id="{C46F83AE-E6FC-4D4A-DFCE-4E461B28E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2211"/>
              <a:ext cx="2903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lnSpc>
                  <a:spcPct val="130000"/>
                </a:lnSpc>
              </a:pPr>
              <a:r>
                <a:rPr lang="en-US" altLang="zh-CN">
                  <a:latin typeface="Times New Roman" panose="02020603050405020304" pitchFamily="18" charset="0"/>
                </a:rPr>
                <a:t> </a:t>
              </a:r>
              <a:r>
                <a:rPr lang="zh-CN" altLang="en-US">
                  <a:latin typeface="Times New Roman" panose="02020603050405020304" pitchFamily="18" charset="0"/>
                </a:rPr>
                <a:t>轴线上的场点</a:t>
              </a:r>
              <a:r>
                <a:rPr lang="en-US" altLang="zh-CN" i="1">
                  <a:latin typeface="Times New Roman" panose="02020603050405020304" pitchFamily="18" charset="0"/>
                </a:rPr>
                <a:t>P</a:t>
              </a:r>
              <a:r>
                <a:rPr lang="zh-CN" altLang="en-US">
                  <a:latin typeface="Times New Roman" panose="02020603050405020304" pitchFamily="18" charset="0"/>
                </a:rPr>
                <a:t>的位置矢量：</a:t>
              </a:r>
            </a:p>
          </p:txBody>
        </p:sp>
      </p:grpSp>
      <p:grpSp>
        <p:nvGrpSpPr>
          <p:cNvPr id="7" name="Group 51">
            <a:extLst>
              <a:ext uri="{FF2B5EF4-FFF2-40B4-BE49-F238E27FC236}">
                <a16:creationId xmlns:a16="http://schemas.microsoft.com/office/drawing/2014/main" id="{ABE5A23C-83C8-8ADC-AAAA-59536D0F3D80}"/>
              </a:ext>
            </a:extLst>
          </p:cNvPr>
          <p:cNvGrpSpPr>
            <a:grpSpLocks/>
          </p:cNvGrpSpPr>
          <p:nvPr/>
        </p:nvGrpSpPr>
        <p:grpSpPr bwMode="auto">
          <a:xfrm>
            <a:off x="836613" y="2430463"/>
            <a:ext cx="5133975" cy="566737"/>
            <a:chOff x="527" y="1848"/>
            <a:chExt cx="3234" cy="357"/>
          </a:xfrm>
        </p:grpSpPr>
        <p:graphicFrame>
          <p:nvGraphicFramePr>
            <p:cNvPr id="59411" name="Object 52">
              <a:extLst>
                <a:ext uri="{FF2B5EF4-FFF2-40B4-BE49-F238E27FC236}">
                  <a16:creationId xmlns:a16="http://schemas.microsoft.com/office/drawing/2014/main" id="{66463186-DBEA-26AA-3B55-2BC435F1C6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75" y="1913"/>
            <a:ext cx="2086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339872" imgH="133419" progId="Equation.DSMT4">
                    <p:embed/>
                  </p:oleObj>
                </mc:Choice>
                <mc:Fallback>
                  <p:oleObj r:id="rId16" imgW="1339872" imgH="133419" progId="Equation.DSMT4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5" y="1913"/>
                          <a:ext cx="2086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12" name="Rectangle 53">
              <a:extLst>
                <a:ext uri="{FF2B5EF4-FFF2-40B4-BE49-F238E27FC236}">
                  <a16:creationId xmlns:a16="http://schemas.microsoft.com/office/drawing/2014/main" id="{B159BFB8-F77F-E147-69EB-C5F2E27B9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" y="1848"/>
              <a:ext cx="181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lnSpc>
                  <a:spcPct val="130000"/>
                </a:lnSpc>
              </a:pPr>
              <a:r>
                <a:rPr lang="en-US" altLang="zh-CN">
                  <a:latin typeface="Times New Roman" panose="02020603050405020304" pitchFamily="18" charset="0"/>
                </a:rPr>
                <a:t> </a:t>
              </a:r>
              <a:r>
                <a:rPr lang="zh-CN" altLang="en-US">
                  <a:latin typeface="Times New Roman" panose="02020603050405020304" pitchFamily="18" charset="0"/>
                </a:rPr>
                <a:t>所带的电量：</a:t>
              </a:r>
            </a:p>
          </p:txBody>
        </p:sp>
      </p:grpSp>
      <p:sp>
        <p:nvSpPr>
          <p:cNvPr id="403548" name="Rectangle 92">
            <a:extLst>
              <a:ext uri="{FF2B5EF4-FFF2-40B4-BE49-F238E27FC236}">
                <a16:creationId xmlns:a16="http://schemas.microsoft.com/office/drawing/2014/main" id="{7BB0833C-FF01-DA38-A136-2ED40C9F2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412875"/>
            <a:ext cx="27368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rgbClr val="FF9900"/>
                </a:solidFill>
                <a:latin typeface="楷体_GB2312" pitchFamily="49" charset="-122"/>
              </a:rPr>
              <a:t>面分布电荷</a:t>
            </a:r>
            <a:endParaRPr lang="zh-CN" altLang="en-US" b="0">
              <a:solidFill>
                <a:srgbClr val="FF9900"/>
              </a:solidFill>
              <a:latin typeface="楷体_GB2312" pitchFamily="49" charset="-122"/>
            </a:endParaRPr>
          </a:p>
        </p:txBody>
      </p:sp>
      <p:pic>
        <p:nvPicPr>
          <p:cNvPr id="59407" name="Picture 58">
            <a:extLst>
              <a:ext uri="{FF2B5EF4-FFF2-40B4-BE49-F238E27FC236}">
                <a16:creationId xmlns:a16="http://schemas.microsoft.com/office/drawing/2014/main" id="{EA86D94E-341C-C47E-D03D-6DBC91CF9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5988" y="1341438"/>
            <a:ext cx="3148012" cy="347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5550" name="Rectangle 14">
            <a:extLst>
              <a:ext uri="{FF2B5EF4-FFF2-40B4-BE49-F238E27FC236}">
                <a16:creationId xmlns:a16="http://schemas.microsoft.com/office/drawing/2014/main" id="{A3B94F6C-E352-B780-176E-117EE0E73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213100"/>
            <a:ext cx="3024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/>
              <a:t>源点处位置矢量：</a:t>
            </a:r>
          </a:p>
        </p:txBody>
      </p:sp>
      <p:graphicFrame>
        <p:nvGraphicFramePr>
          <p:cNvPr id="4" name="Object 12">
            <a:extLst>
              <a:ext uri="{FF2B5EF4-FFF2-40B4-BE49-F238E27FC236}">
                <a16:creationId xmlns:a16="http://schemas.microsoft.com/office/drawing/2014/main" id="{217C42FF-A61E-12AB-BDCD-765683D412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4359275"/>
          <a:ext cx="5570538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2044761" imgH="197012" progId="Equation.3">
                  <p:embed/>
                </p:oleObj>
              </mc:Choice>
              <mc:Fallback>
                <p:oleObj r:id="rId19" imgW="2044761" imgH="197012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359275"/>
                        <a:ext cx="5570538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48" name="Object 148">
            <a:extLst>
              <a:ext uri="{FF2B5EF4-FFF2-40B4-BE49-F238E27FC236}">
                <a16:creationId xmlns:a16="http://schemas.microsoft.com/office/drawing/2014/main" id="{2734092D-37A4-0DFD-4C05-45962E4257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4916488"/>
          <a:ext cx="3492500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1104770" imgH="342900" progId="Equation.3">
                  <p:embed/>
                </p:oleObj>
              </mc:Choice>
              <mc:Fallback>
                <p:oleObj r:id="rId21" imgW="1104770" imgH="342900" progId="Equation.3">
                  <p:embed/>
                  <p:pic>
                    <p:nvPicPr>
                      <p:cNvPr id="0" name="Object 1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4916488"/>
                        <a:ext cx="3492500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2">
            <a:extLst>
              <a:ext uri="{FF2B5EF4-FFF2-40B4-BE49-F238E27FC236}">
                <a16:creationId xmlns:a16="http://schemas.microsoft.com/office/drawing/2014/main" id="{C341E622-1C25-2B02-66A3-400A68C8423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38843C1B-E8D7-4067-BC64-6381DA0AE1E3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14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706562" name="Object 2">
            <a:extLst>
              <a:ext uri="{FF2B5EF4-FFF2-40B4-BE49-F238E27FC236}">
                <a16:creationId xmlns:a16="http://schemas.microsoft.com/office/drawing/2014/main" id="{8ED81195-0AB3-243E-1AE9-52C15C866E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3429000"/>
          <a:ext cx="50990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082627" imgH="336665" progId="Equation.DSMT4">
                  <p:embed/>
                </p:oleObj>
              </mc:Choice>
              <mc:Fallback>
                <p:oleObj r:id="rId3" imgW="2082627" imgH="33666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429000"/>
                        <a:ext cx="509905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563" name="Object 3">
            <a:extLst>
              <a:ext uri="{FF2B5EF4-FFF2-40B4-BE49-F238E27FC236}">
                <a16:creationId xmlns:a16="http://schemas.microsoft.com/office/drawing/2014/main" id="{58375EBF-5397-55F8-4349-7BE0F53E1B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21313" y="1711325"/>
          <a:ext cx="51911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39813" imgH="88946" progId="Equation.DSMT4">
                  <p:embed/>
                </p:oleObj>
              </mc:Choice>
              <mc:Fallback>
                <p:oleObj r:id="rId5" imgW="139813" imgH="88946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1313" y="1711325"/>
                        <a:ext cx="51911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564" name="Rectangle 4">
            <a:extLst>
              <a:ext uri="{FF2B5EF4-FFF2-40B4-BE49-F238E27FC236}">
                <a16:creationId xmlns:a16="http://schemas.microsoft.com/office/drawing/2014/main" id="{E1B0FFCB-2534-73B2-05F3-9296D2EE7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3619500"/>
            <a:ext cx="1944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fontAlgn="ctr" hangingPunct="1"/>
            <a:r>
              <a:rPr lang="zh-CN" altLang="en-US">
                <a:latin typeface="Times New Roman" panose="02020603050405020304" pitchFamily="18" charset="0"/>
              </a:rPr>
              <a:t>故</a:t>
            </a:r>
            <a:endParaRPr lang="zh-CN" altLang="en-US">
              <a:cs typeface="Times New Roman" panose="02020603050405020304" pitchFamily="18" charset="0"/>
            </a:endParaRPr>
          </a:p>
        </p:txBody>
      </p:sp>
      <p:graphicFrame>
        <p:nvGraphicFramePr>
          <p:cNvPr id="706565" name="Object 5">
            <a:extLst>
              <a:ext uri="{FF2B5EF4-FFF2-40B4-BE49-F238E27FC236}">
                <a16:creationId xmlns:a16="http://schemas.microsoft.com/office/drawing/2014/main" id="{31A41539-F5F1-A982-E229-2F5E0E0648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4868863"/>
          <a:ext cx="3055938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225442" imgH="311312" progId="Equation.DSMT4">
                  <p:embed/>
                </p:oleObj>
              </mc:Choice>
              <mc:Fallback>
                <p:oleObj r:id="rId7" imgW="1225442" imgH="31131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868863"/>
                        <a:ext cx="3055938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566" name="Rectangle 6">
            <a:extLst>
              <a:ext uri="{FF2B5EF4-FFF2-40B4-BE49-F238E27FC236}">
                <a16:creationId xmlns:a16="http://schemas.microsoft.com/office/drawing/2014/main" id="{1C137521-F69F-8357-FA62-4F37E192A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63" y="798513"/>
            <a:ext cx="2449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15000"/>
              </a:spcBef>
            </a:pPr>
            <a:r>
              <a:rPr lang="zh-CN" altLang="en-US"/>
              <a:t>由于</a:t>
            </a:r>
          </a:p>
        </p:txBody>
      </p:sp>
      <p:sp>
        <p:nvSpPr>
          <p:cNvPr id="61448" name="AutoShape 7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C3982ECE-0ACA-C554-C028-19A87817D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61449" name="AutoShape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5E583DD-4DD7-201A-871C-9B0D51538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61450" name="AutoShape 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7EFF943-F646-C083-9B2D-3B4F95812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61451" name="AutoShape 10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32914DE9-4828-2D43-7F08-72C0078D6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706571" name="Object 11">
            <a:extLst>
              <a:ext uri="{FF2B5EF4-FFF2-40B4-BE49-F238E27FC236}">
                <a16:creationId xmlns:a16="http://schemas.microsoft.com/office/drawing/2014/main" id="{FF7BD7DF-7D68-EEC6-0545-65EAA58A85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9125" y="4868863"/>
          <a:ext cx="471487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854183" imgH="336665" progId="Equation.DSMT4">
                  <p:embed/>
                </p:oleObj>
              </mc:Choice>
              <mc:Fallback>
                <p:oleObj r:id="rId10" imgW="1854183" imgH="33666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5" y="4868863"/>
                        <a:ext cx="4714875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572" name="Object 12">
            <a:extLst>
              <a:ext uri="{FF2B5EF4-FFF2-40B4-BE49-F238E27FC236}">
                <a16:creationId xmlns:a16="http://schemas.microsoft.com/office/drawing/2014/main" id="{0EC0BA83-2D76-EB19-CA84-747778B095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3413" y="2570163"/>
          <a:ext cx="163512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596701" imgH="215715" progId="Equation.DSMT4">
                  <p:embed/>
                </p:oleObj>
              </mc:Choice>
              <mc:Fallback>
                <p:oleObj r:id="rId12" imgW="596701" imgH="21571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413" y="2570163"/>
                        <a:ext cx="1635125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573" name="Object 13">
            <a:extLst>
              <a:ext uri="{FF2B5EF4-FFF2-40B4-BE49-F238E27FC236}">
                <a16:creationId xmlns:a16="http://schemas.microsoft.com/office/drawing/2014/main" id="{033E094C-297F-88E2-BF20-0BC02E514D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852488"/>
          <a:ext cx="3240088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187576" imgH="139654" progId="Equation.DSMT4">
                  <p:embed/>
                </p:oleObj>
              </mc:Choice>
              <mc:Fallback>
                <p:oleObj r:id="rId14" imgW="1187576" imgH="139654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852488"/>
                        <a:ext cx="3240088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574" name="Object 14">
            <a:extLst>
              <a:ext uri="{FF2B5EF4-FFF2-40B4-BE49-F238E27FC236}">
                <a16:creationId xmlns:a16="http://schemas.microsoft.com/office/drawing/2014/main" id="{4C1F2C35-CA3B-AD16-6314-17109539E4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8163" y="1519238"/>
          <a:ext cx="12827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450646" imgH="215715" progId="Equation.DSMT4">
                  <p:embed/>
                </p:oleObj>
              </mc:Choice>
              <mc:Fallback>
                <p:oleObj r:id="rId16" imgW="450646" imgH="215715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63" y="1519238"/>
                        <a:ext cx="128270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575" name="Object 15">
            <a:extLst>
              <a:ext uri="{FF2B5EF4-FFF2-40B4-BE49-F238E27FC236}">
                <a16:creationId xmlns:a16="http://schemas.microsoft.com/office/drawing/2014/main" id="{7F2A5725-922A-A081-5BC6-97DF080F49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4975" y="1562100"/>
          <a:ext cx="378936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466785" imgH="215715" progId="Equation.DSMT4">
                  <p:embed/>
                </p:oleObj>
              </mc:Choice>
              <mc:Fallback>
                <p:oleObj r:id="rId18" imgW="1466785" imgH="21571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4975" y="1562100"/>
                        <a:ext cx="3789363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576" name="AutoShape 16">
            <a:extLst>
              <a:ext uri="{FF2B5EF4-FFF2-40B4-BE49-F238E27FC236}">
                <a16:creationId xmlns:a16="http://schemas.microsoft.com/office/drawing/2014/main" id="{9C024920-71AB-9E4A-B095-0E71D76BC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1806575"/>
            <a:ext cx="539750" cy="215900"/>
          </a:xfrm>
          <a:prstGeom prst="rightArrow">
            <a:avLst>
              <a:gd name="adj1" fmla="val 50000"/>
              <a:gd name="adj2" fmla="val 62500"/>
            </a:avLst>
          </a:prstGeom>
          <a:solidFill>
            <a:srgbClr val="FFD9EC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61458" name="Group 17">
            <a:extLst>
              <a:ext uri="{FF2B5EF4-FFF2-40B4-BE49-F238E27FC236}">
                <a16:creationId xmlns:a16="http://schemas.microsoft.com/office/drawing/2014/main" id="{B5CD5F6C-F298-2A0D-23CE-F5FE7C498C87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765175"/>
            <a:ext cx="3097213" cy="3313113"/>
            <a:chOff x="3787" y="1026"/>
            <a:chExt cx="1951" cy="2087"/>
          </a:xfrm>
        </p:grpSpPr>
        <p:sp>
          <p:nvSpPr>
            <p:cNvPr id="61459" name="Rectangle 18">
              <a:extLst>
                <a:ext uri="{FF2B5EF4-FFF2-40B4-BE49-F238E27FC236}">
                  <a16:creationId xmlns:a16="http://schemas.microsoft.com/office/drawing/2014/main" id="{40FCECC2-E455-4B29-BE76-5FC27464A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8" y="1026"/>
              <a:ext cx="1950" cy="208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61460" name="Text Box 19">
              <a:extLst>
                <a:ext uri="{FF2B5EF4-FFF2-40B4-BE49-F238E27FC236}">
                  <a16:creationId xmlns:a16="http://schemas.microsoft.com/office/drawing/2014/main" id="{2688AC76-95B9-E463-29F3-14A9DA3895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0" y="1324"/>
              <a:ext cx="64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sz="20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(0,0,</a:t>
              </a:r>
              <a:r>
                <a:rPr lang="en-US" altLang="zh-CN" sz="2000" b="0" i="1">
                  <a:solidFill>
                    <a:schemeClr val="tx1"/>
                  </a:solidFill>
                  <a:ea typeface="宋体" panose="02010600030101010101" pitchFamily="2" charset="-122"/>
                </a:rPr>
                <a:t>z</a:t>
              </a:r>
              <a:r>
                <a:rPr lang="en-US" altLang="zh-CN" sz="20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sz="20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461" name="Oval 20" descr="75%">
              <a:extLst>
                <a:ext uri="{FF2B5EF4-FFF2-40B4-BE49-F238E27FC236}">
                  <a16:creationId xmlns:a16="http://schemas.microsoft.com/office/drawing/2014/main" id="{1A947A3C-9B95-533D-98E8-512520397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0" y="1787"/>
              <a:ext cx="1386" cy="919"/>
            </a:xfrm>
            <a:prstGeom prst="ellipse">
              <a:avLst/>
            </a:prstGeom>
            <a:blipFill dpi="0" rotWithShape="0">
              <a:blip r:embed="rId20"/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endParaRPr lang="zh-CN" altLang="zh-CN" sz="2800">
                <a:ea typeface="幼圆" panose="02010509060101010101" pitchFamily="49" charset="-122"/>
              </a:endParaRPr>
            </a:p>
          </p:txBody>
        </p:sp>
        <p:sp>
          <p:nvSpPr>
            <p:cNvPr id="61462" name="Oval 21">
              <a:extLst>
                <a:ext uri="{FF2B5EF4-FFF2-40B4-BE49-F238E27FC236}">
                  <a16:creationId xmlns:a16="http://schemas.microsoft.com/office/drawing/2014/main" id="{711566DD-74AC-E10B-33FD-78655C743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4" y="2092"/>
              <a:ext cx="458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61463" name="Oval 22">
              <a:extLst>
                <a:ext uri="{FF2B5EF4-FFF2-40B4-BE49-F238E27FC236}">
                  <a16:creationId xmlns:a16="http://schemas.microsoft.com/office/drawing/2014/main" id="{5A4CEEF0-8F76-7DC2-DBB6-5D8A1EE27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4" y="2045"/>
              <a:ext cx="521" cy="35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61464" name="Line 23">
              <a:extLst>
                <a:ext uri="{FF2B5EF4-FFF2-40B4-BE49-F238E27FC236}">
                  <a16:creationId xmlns:a16="http://schemas.microsoft.com/office/drawing/2014/main" id="{24CB0F9B-3A70-7E54-6476-1B68CC5FDB3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-1256416">
              <a:off x="4754" y="2166"/>
              <a:ext cx="289" cy="2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5" name="Line 24">
              <a:extLst>
                <a:ext uri="{FF2B5EF4-FFF2-40B4-BE49-F238E27FC236}">
                  <a16:creationId xmlns:a16="http://schemas.microsoft.com/office/drawing/2014/main" id="{3FCA0902-C66B-00C4-C92F-C4A3212220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2" y="2231"/>
              <a:ext cx="880" cy="0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6" name="Line 25">
              <a:extLst>
                <a:ext uri="{FF2B5EF4-FFF2-40B4-BE49-F238E27FC236}">
                  <a16:creationId xmlns:a16="http://schemas.microsoft.com/office/drawing/2014/main" id="{C539D297-4EB8-44B1-9912-2650D2DC35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2" y="1170"/>
              <a:ext cx="0" cy="1049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7" name="Line 26">
              <a:extLst>
                <a:ext uri="{FF2B5EF4-FFF2-40B4-BE49-F238E27FC236}">
                  <a16:creationId xmlns:a16="http://schemas.microsoft.com/office/drawing/2014/main" id="{8444672F-2764-76CF-A7AC-49BBB9B6A5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06" y="2222"/>
              <a:ext cx="708" cy="508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8" name="Line 27">
              <a:extLst>
                <a:ext uri="{FF2B5EF4-FFF2-40B4-BE49-F238E27FC236}">
                  <a16:creationId xmlns:a16="http://schemas.microsoft.com/office/drawing/2014/main" id="{CBF355D7-C9B6-87D4-1578-8E3453724A8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507" y="2128"/>
              <a:ext cx="213" cy="1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9" name="Line 28">
              <a:extLst>
                <a:ext uri="{FF2B5EF4-FFF2-40B4-BE49-F238E27FC236}">
                  <a16:creationId xmlns:a16="http://schemas.microsoft.com/office/drawing/2014/main" id="{ECDF9B04-BF9C-A46C-F72E-8AA83ADE49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71" y="1841"/>
              <a:ext cx="350" cy="3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0" name="Arc 29">
              <a:extLst>
                <a:ext uri="{FF2B5EF4-FFF2-40B4-BE49-F238E27FC236}">
                  <a16:creationId xmlns:a16="http://schemas.microsoft.com/office/drawing/2014/main" id="{D2D99009-3883-CC82-C261-569240427BE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158680" flipV="1">
              <a:off x="4648" y="2203"/>
              <a:ext cx="138" cy="144"/>
            </a:xfrm>
            <a:custGeom>
              <a:avLst/>
              <a:gdLst>
                <a:gd name="T0" fmla="*/ 0 w 21600"/>
                <a:gd name="T1" fmla="*/ 0 h 28079"/>
                <a:gd name="T2" fmla="*/ 1 w 21600"/>
                <a:gd name="T3" fmla="*/ 1 h 28079"/>
                <a:gd name="T4" fmla="*/ 1 w 21600"/>
                <a:gd name="T5" fmla="*/ 1 h 28079"/>
                <a:gd name="T6" fmla="*/ 0 w 21600"/>
                <a:gd name="T7" fmla="*/ 0 h 28079"/>
                <a:gd name="T8" fmla="*/ 1 w 21600"/>
                <a:gd name="T9" fmla="*/ 1 h 28079"/>
                <a:gd name="T10" fmla="*/ 1 w 21600"/>
                <a:gd name="T11" fmla="*/ 1 h 28079"/>
                <a:gd name="T12" fmla="*/ 0 w 21600"/>
                <a:gd name="T13" fmla="*/ 1 h 28079"/>
                <a:gd name="T14" fmla="*/ 0 w 21600"/>
                <a:gd name="T15" fmla="*/ 0 h 280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600" h="28079" fill="none">
                  <a:moveTo>
                    <a:pt x="2783" y="0"/>
                  </a:moveTo>
                  <a:cubicBezTo>
                    <a:pt x="13546" y="1399"/>
                    <a:pt x="21600" y="10566"/>
                    <a:pt x="21600" y="21420"/>
                  </a:cubicBezTo>
                  <a:cubicBezTo>
                    <a:pt x="21600" y="23681"/>
                    <a:pt x="21244" y="25928"/>
                    <a:pt x="20547" y="28078"/>
                  </a:cubicBezTo>
                </a:path>
                <a:path w="21600" h="28079" stroke="0">
                  <a:moveTo>
                    <a:pt x="2783" y="0"/>
                  </a:moveTo>
                  <a:cubicBezTo>
                    <a:pt x="13546" y="1399"/>
                    <a:pt x="21600" y="10566"/>
                    <a:pt x="21600" y="21420"/>
                  </a:cubicBezTo>
                  <a:cubicBezTo>
                    <a:pt x="21600" y="23681"/>
                    <a:pt x="21244" y="25928"/>
                    <a:pt x="20547" y="28078"/>
                  </a:cubicBezTo>
                  <a:lnTo>
                    <a:pt x="0" y="21420"/>
                  </a:lnTo>
                  <a:lnTo>
                    <a:pt x="2783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1" name="Line 30">
              <a:extLst>
                <a:ext uri="{FF2B5EF4-FFF2-40B4-BE49-F238E27FC236}">
                  <a16:creationId xmlns:a16="http://schemas.microsoft.com/office/drawing/2014/main" id="{8E257AAD-178D-AEEA-A686-8D0B0243DB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2" y="1520"/>
              <a:ext cx="0" cy="5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2" name="Line 31">
              <a:extLst>
                <a:ext uri="{FF2B5EF4-FFF2-40B4-BE49-F238E27FC236}">
                  <a16:creationId xmlns:a16="http://schemas.microsoft.com/office/drawing/2014/main" id="{43D7FDF2-D900-DD4B-F1BB-9F2E1CA2A8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10" y="1246"/>
              <a:ext cx="493" cy="118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3" name="Oval 32">
              <a:extLst>
                <a:ext uri="{FF2B5EF4-FFF2-40B4-BE49-F238E27FC236}">
                  <a16:creationId xmlns:a16="http://schemas.microsoft.com/office/drawing/2014/main" id="{C65B4AFF-D401-B20C-BB50-B39F54BED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9" y="1497"/>
              <a:ext cx="41" cy="46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61474" name="Text Box 33">
              <a:extLst>
                <a:ext uri="{FF2B5EF4-FFF2-40B4-BE49-F238E27FC236}">
                  <a16:creationId xmlns:a16="http://schemas.microsoft.com/office/drawing/2014/main" id="{ABCB0DC7-FEEF-A2E3-E49C-544C7072AC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0" y="1841"/>
              <a:ext cx="21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0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475" name="Text Box 34">
              <a:extLst>
                <a:ext uri="{FF2B5EF4-FFF2-40B4-BE49-F238E27FC236}">
                  <a16:creationId xmlns:a16="http://schemas.microsoft.com/office/drawing/2014/main" id="{723CEE06-BFE5-1A85-EB7B-E410D47E1D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2" y="1587"/>
              <a:ext cx="28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0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476" name="Text Box 35">
              <a:extLst>
                <a:ext uri="{FF2B5EF4-FFF2-40B4-BE49-F238E27FC236}">
                  <a16:creationId xmlns:a16="http://schemas.microsoft.com/office/drawing/2014/main" id="{A30199A1-48F8-044A-4677-A4C0F7D82E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0" y="1570"/>
              <a:ext cx="289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0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477" name="Line 36">
              <a:extLst>
                <a:ext uri="{FF2B5EF4-FFF2-40B4-BE49-F238E27FC236}">
                  <a16:creationId xmlns:a16="http://schemas.microsoft.com/office/drawing/2014/main" id="{0A5AA38B-FE33-2C46-75F1-3F1E6BB378A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60000" flipH="1" flipV="1">
              <a:off x="4749" y="1569"/>
              <a:ext cx="231" cy="5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8" name="Text Box 37">
              <a:extLst>
                <a:ext uri="{FF2B5EF4-FFF2-40B4-BE49-F238E27FC236}">
                  <a16:creationId xmlns:a16="http://schemas.microsoft.com/office/drawing/2014/main" id="{CA691807-D137-AEB8-B38C-3030B76C33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1" y="2146"/>
              <a:ext cx="168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endParaRPr lang="en-US" altLang="zh-CN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479" name="Text Box 38">
              <a:extLst>
                <a:ext uri="{FF2B5EF4-FFF2-40B4-BE49-F238E27FC236}">
                  <a16:creationId xmlns:a16="http://schemas.microsoft.com/office/drawing/2014/main" id="{7E1350FB-AB35-5985-31C2-16712C4768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8" y="1048"/>
              <a:ext cx="289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chemeClr val="tx1"/>
                  </a:solidFill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61480" name="Text Box 39">
              <a:extLst>
                <a:ext uri="{FF2B5EF4-FFF2-40B4-BE49-F238E27FC236}">
                  <a16:creationId xmlns:a16="http://schemas.microsoft.com/office/drawing/2014/main" id="{8C256CE9-9413-94E8-8B9B-AA4158C6B0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2503"/>
              <a:ext cx="288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481" name="Text Box 40">
              <a:extLst>
                <a:ext uri="{FF2B5EF4-FFF2-40B4-BE49-F238E27FC236}">
                  <a16:creationId xmlns:a16="http://schemas.microsoft.com/office/drawing/2014/main" id="{91B78653-A77D-2F4E-6D68-71EF83012C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2809"/>
              <a:ext cx="1905" cy="2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均匀带电的环形薄圆盘</a:t>
              </a:r>
              <a:endParaRPr lang="zh-CN" altLang="en-US" sz="18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482" name="Freeform 41">
              <a:extLst>
                <a:ext uri="{FF2B5EF4-FFF2-40B4-BE49-F238E27FC236}">
                  <a16:creationId xmlns:a16="http://schemas.microsoft.com/office/drawing/2014/main" id="{90FFFD8F-A909-2B1E-2D6B-A7CA8C9E5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" y="2344"/>
              <a:ext cx="224" cy="144"/>
            </a:xfrm>
            <a:custGeom>
              <a:avLst/>
              <a:gdLst>
                <a:gd name="T0" fmla="*/ 0 w 224"/>
                <a:gd name="T1" fmla="*/ 101 h 128"/>
                <a:gd name="T2" fmla="*/ 59 w 224"/>
                <a:gd name="T3" fmla="*/ 59 h 128"/>
                <a:gd name="T4" fmla="*/ 80 w 224"/>
                <a:gd name="T5" fmla="*/ 0 h 128"/>
                <a:gd name="T6" fmla="*/ 224 w 224"/>
                <a:gd name="T7" fmla="*/ 20 h 128"/>
                <a:gd name="T8" fmla="*/ 192 w 224"/>
                <a:gd name="T9" fmla="*/ 101 h 128"/>
                <a:gd name="T10" fmla="*/ 112 w 224"/>
                <a:gd name="T11" fmla="*/ 162 h 128"/>
                <a:gd name="T12" fmla="*/ 0 w 224"/>
                <a:gd name="T13" fmla="*/ 101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4" h="128">
                  <a:moveTo>
                    <a:pt x="0" y="80"/>
                  </a:moveTo>
                  <a:lnTo>
                    <a:pt x="59" y="46"/>
                  </a:lnTo>
                  <a:lnTo>
                    <a:pt x="80" y="0"/>
                  </a:lnTo>
                  <a:lnTo>
                    <a:pt x="224" y="16"/>
                  </a:lnTo>
                  <a:lnTo>
                    <a:pt x="192" y="80"/>
                  </a:lnTo>
                  <a:lnTo>
                    <a:pt x="112" y="128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008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3" name="Text Box 42">
              <a:extLst>
                <a:ext uri="{FF2B5EF4-FFF2-40B4-BE49-F238E27FC236}">
                  <a16:creationId xmlns:a16="http://schemas.microsoft.com/office/drawing/2014/main" id="{C6E119BF-53C0-9F10-52AA-B43D3E165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0" y="2384"/>
              <a:ext cx="28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lang="en-US" altLang="zh-CN" sz="2000">
                <a:ea typeface="宋体" panose="02010600030101010101" pitchFamily="2" charset="-122"/>
              </a:endParaRPr>
            </a:p>
          </p:txBody>
        </p:sp>
        <p:graphicFrame>
          <p:nvGraphicFramePr>
            <p:cNvPr id="61484" name="Object 43">
              <a:extLst>
                <a:ext uri="{FF2B5EF4-FFF2-40B4-BE49-F238E27FC236}">
                  <a16:creationId xmlns:a16="http://schemas.microsoft.com/office/drawing/2014/main" id="{114B89A0-1648-E312-E725-160C7BC216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28" y="2299"/>
            <a:ext cx="195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1" imgW="76148" imgH="114300" progId="Equation.DSMT4">
                    <p:embed/>
                  </p:oleObj>
                </mc:Choice>
                <mc:Fallback>
                  <p:oleObj r:id="rId21" imgW="76148" imgH="114300" progId="Equation.DSMT4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8" y="2299"/>
                          <a:ext cx="195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85" name="Text Box 44">
              <a:extLst>
                <a:ext uri="{FF2B5EF4-FFF2-40B4-BE49-F238E27FC236}">
                  <a16:creationId xmlns:a16="http://schemas.microsoft.com/office/drawing/2014/main" id="{54FF8ADC-6E40-2748-2429-E7E1336C65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" y="2094"/>
              <a:ext cx="21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 b="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0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61486" name="Object 45">
              <a:extLst>
                <a:ext uri="{FF2B5EF4-FFF2-40B4-BE49-F238E27FC236}">
                  <a16:creationId xmlns:a16="http://schemas.microsoft.com/office/drawing/2014/main" id="{FACD6154-5639-D986-65CC-CF02E445C9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80" y="1128"/>
            <a:ext cx="270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3" imgW="133155" imgH="120535" progId="Equation.DSMT4">
                    <p:embed/>
                  </p:oleObj>
                </mc:Choice>
                <mc:Fallback>
                  <p:oleObj r:id="rId23" imgW="133155" imgH="120535" progId="Equation.DSMT4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0" y="1128"/>
                          <a:ext cx="270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87" name="Object 46">
              <a:extLst>
                <a:ext uri="{FF2B5EF4-FFF2-40B4-BE49-F238E27FC236}">
                  <a16:creationId xmlns:a16="http://schemas.microsoft.com/office/drawing/2014/main" id="{7AA123C1-D21D-18BE-1E68-F5E48078EFF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05" y="2115"/>
            <a:ext cx="324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5" imgW="153720" imgH="148680" progId="Equation.DSMT4">
                    <p:embed/>
                  </p:oleObj>
                </mc:Choice>
                <mc:Fallback>
                  <p:oleObj r:id="rId25" imgW="153720" imgH="148680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5" y="2115"/>
                          <a:ext cx="324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3">
            <a:extLst>
              <a:ext uri="{FF2B5EF4-FFF2-40B4-BE49-F238E27FC236}">
                <a16:creationId xmlns:a16="http://schemas.microsoft.com/office/drawing/2014/main" id="{FB9847E3-852A-BC97-3FC2-F6F1B84E8F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14E08E31-13E9-491F-A85D-AC28860EC149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15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14401" name="Rectangle 33">
            <a:extLst>
              <a:ext uri="{FF2B5EF4-FFF2-40B4-BE49-F238E27FC236}">
                <a16:creationId xmlns:a16="http://schemas.microsoft.com/office/drawing/2014/main" id="{137CD790-7DDE-B034-4900-E7DDBC527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056" y="302419"/>
            <a:ext cx="82296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幼圆" panose="02010509060101010101" pitchFamily="49" charset="-122"/>
              </a:rPr>
              <a:t>2.2.2  </a:t>
            </a:r>
            <a:r>
              <a:rPr lang="zh-CN" altLang="en-US" dirty="0">
                <a:latin typeface="Times New Roman" panose="02020603050405020304" pitchFamily="18" charset="0"/>
                <a:ea typeface="幼圆" panose="02010509060101010101" pitchFamily="49" charset="-122"/>
              </a:rPr>
              <a:t>静电场的散度与旋度 </a:t>
            </a:r>
          </a:p>
        </p:txBody>
      </p:sp>
      <p:sp>
        <p:nvSpPr>
          <p:cNvPr id="314407" name="Rectangle 39">
            <a:extLst>
              <a:ext uri="{FF2B5EF4-FFF2-40B4-BE49-F238E27FC236}">
                <a16:creationId xmlns:a16="http://schemas.microsoft.com/office/drawing/2014/main" id="{17545F9B-6B92-321B-409A-6F1E4DE54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284360"/>
            <a:ext cx="878343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高斯定理表明</a:t>
            </a:r>
            <a:r>
              <a:rPr lang="zh-CN" altLang="en-US" dirty="0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：</a:t>
            </a:r>
            <a:r>
              <a:rPr lang="zh-CN" altLang="en-US" sz="2200" dirty="0">
                <a:latin typeface="Times New Roman" panose="02020603050405020304" pitchFamily="18" charset="0"/>
              </a:rPr>
              <a:t>静电场是有散场（静电荷是通量源）：电荷密度为正，称为发散源；电荷密度为负，称为汇聚源。</a:t>
            </a:r>
          </a:p>
        </p:txBody>
      </p:sp>
      <p:sp>
        <p:nvSpPr>
          <p:cNvPr id="314411" name="Rectangle 43">
            <a:extLst>
              <a:ext uri="{FF2B5EF4-FFF2-40B4-BE49-F238E27FC236}">
                <a16:creationId xmlns:a16="http://schemas.microsoft.com/office/drawing/2014/main" id="{8C16381C-90B2-681A-46E8-EBD03ABCE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212" y="763633"/>
            <a:ext cx="82296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F8A6A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1.  </a:t>
            </a:r>
            <a:r>
              <a:rPr lang="zh-CN" altLang="en-US" dirty="0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静电场的散度与通量</a:t>
            </a:r>
            <a:r>
              <a:rPr lang="zh-CN" altLang="en-US" dirty="0">
                <a:solidFill>
                  <a:srgbClr val="FF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（高斯定理）</a:t>
            </a:r>
          </a:p>
        </p:txBody>
      </p:sp>
      <p:sp>
        <p:nvSpPr>
          <p:cNvPr id="63498" name="AutoShape 5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4AD896C-CCA6-51F3-E55F-5444CDA88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63499" name="AutoShape 5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FF3AFE52-719F-9145-A3AA-491B2E649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63500" name="AutoShape 5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1C41065-F162-2B2F-3185-49FF3ED4C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63501" name="AutoShape 56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914F42EC-2B69-0ABD-4458-B4525EF22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pic>
        <p:nvPicPr>
          <p:cNvPr id="314426" name="Picture 58">
            <a:extLst>
              <a:ext uri="{FF2B5EF4-FFF2-40B4-BE49-F238E27FC236}">
                <a16:creationId xmlns:a16="http://schemas.microsoft.com/office/drawing/2014/main" id="{C756CB89-5EBB-1F7D-D28D-F8F82C0F5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335212"/>
            <a:ext cx="6624216" cy="2333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7D23FED-3A2B-DC4D-95A5-5395F4DE8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825" y="1268458"/>
            <a:ext cx="8748713" cy="20266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3">
            <a:extLst>
              <a:ext uri="{FF2B5EF4-FFF2-40B4-BE49-F238E27FC236}">
                <a16:creationId xmlns:a16="http://schemas.microsoft.com/office/drawing/2014/main" id="{1CF8FB61-DA62-2E6A-0C32-204AE62402A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689C6D7B-1B78-481F-8BB7-69C4394E9A93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16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83016" name="Object 8">
            <a:extLst>
              <a:ext uri="{FF2B5EF4-FFF2-40B4-BE49-F238E27FC236}">
                <a16:creationId xmlns:a16="http://schemas.microsoft.com/office/drawing/2014/main" id="{D8CE332C-8576-E481-0D86-9930BAB43D18}"/>
              </a:ext>
            </a:extLst>
          </p:cNvPr>
          <p:cNvGraphicFramePr>
            <a:graphicFrameLocks/>
          </p:cNvGraphicFramePr>
          <p:nvPr/>
        </p:nvGraphicFramePr>
        <p:xfrm>
          <a:off x="1403350" y="2481263"/>
          <a:ext cx="1831975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15842" imgH="139654" progId="Equation.DSMT4">
                  <p:embed/>
                </p:oleObj>
              </mc:Choice>
              <mc:Fallback>
                <p:oleObj r:id="rId3" imgW="615842" imgH="139654" progId="Equation.DSMT4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481263"/>
                        <a:ext cx="1831975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3017" name="Rectangle 9">
            <a:extLst>
              <a:ext uri="{FF2B5EF4-FFF2-40B4-BE49-F238E27FC236}">
                <a16:creationId xmlns:a16="http://schemas.microsoft.com/office/drawing/2014/main" id="{0BF9B085-0655-4754-E025-7D1C4DDE6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683000"/>
            <a:ext cx="8785225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环路定理表明</a:t>
            </a:r>
            <a:r>
              <a:rPr lang="zh-CN" altLang="en-US">
                <a:latin typeface="Times New Roman" panose="02020603050405020304" pitchFamily="18" charset="0"/>
                <a:ea typeface="幼圆" panose="02010509060101010101" pitchFamily="49" charset="-122"/>
              </a:rPr>
              <a:t>：</a:t>
            </a:r>
            <a:r>
              <a:rPr lang="zh-CN" altLang="en-US">
                <a:latin typeface="Times New Roman" panose="02020603050405020304" pitchFamily="18" charset="0"/>
              </a:rPr>
              <a:t>静电场是无旋场；静电场是保守场，电场力做功与路径无关（仅与路经的起点和终点的位置有关）。</a:t>
            </a:r>
          </a:p>
        </p:txBody>
      </p:sp>
      <p:sp>
        <p:nvSpPr>
          <p:cNvPr id="683018" name="Rectangle 10">
            <a:extLst>
              <a:ext uri="{FF2B5EF4-FFF2-40B4-BE49-F238E27FC236}">
                <a16:creationId xmlns:a16="http://schemas.microsoft.com/office/drawing/2014/main" id="{2520E349-7990-284A-A05E-27B4432FC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773238"/>
            <a:ext cx="4032250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25000"/>
              </a:lnSpc>
            </a:pPr>
            <a:r>
              <a:rPr lang="zh-CN" altLang="en-US">
                <a:latin typeface="Times New Roman" panose="02020603050405020304" pitchFamily="18" charset="0"/>
              </a:rPr>
              <a:t>静电场的旋度</a:t>
            </a:r>
            <a:r>
              <a:rPr lang="zh-CN" altLang="en-US" sz="2000">
                <a:latin typeface="Times New Roman" panose="02020603050405020304" pitchFamily="18" charset="0"/>
              </a:rPr>
              <a:t>（微分形式）</a:t>
            </a:r>
          </a:p>
        </p:txBody>
      </p:sp>
      <p:sp>
        <p:nvSpPr>
          <p:cNvPr id="683019" name="Rectangle 11">
            <a:extLst>
              <a:ext uri="{FF2B5EF4-FFF2-40B4-BE49-F238E27FC236}">
                <a16:creationId xmlns:a16="http://schemas.microsoft.com/office/drawing/2014/main" id="{3FE2805F-D599-C0D9-F95F-07A1587F6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650" y="908050"/>
            <a:ext cx="82296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F8A6A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2.  </a:t>
            </a:r>
            <a:r>
              <a:rPr lang="zh-CN" altLang="en-US" dirty="0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静电场的旋度与环流</a:t>
            </a:r>
            <a:r>
              <a:rPr lang="zh-CN" altLang="en-US" dirty="0">
                <a:solidFill>
                  <a:srgbClr val="FF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（安培环路定理）</a:t>
            </a:r>
          </a:p>
        </p:txBody>
      </p:sp>
      <p:sp>
        <p:nvSpPr>
          <p:cNvPr id="683020" name="Rectangle 12">
            <a:extLst>
              <a:ext uri="{FF2B5EF4-FFF2-40B4-BE49-F238E27FC236}">
                <a16:creationId xmlns:a16="http://schemas.microsoft.com/office/drawing/2014/main" id="{0DB26D20-6386-9416-C0E7-0B6586BB1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773238"/>
            <a:ext cx="446405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静电场的环流</a:t>
            </a:r>
            <a:r>
              <a:rPr lang="zh-CN" altLang="en-US" sz="2000" dirty="0">
                <a:latin typeface="Times New Roman" panose="02020603050405020304" pitchFamily="18" charset="0"/>
              </a:rPr>
              <a:t>（积分形式）</a:t>
            </a:r>
          </a:p>
        </p:txBody>
      </p:sp>
      <p:sp>
        <p:nvSpPr>
          <p:cNvPr id="65545" name="AutoShape 15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FFBB081A-CF10-5B8D-129C-AE0D51757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65546" name="AutoShape 16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6DE4828D-D35E-ACA9-E10D-E50960FEA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65547" name="AutoShape 1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AF6EF415-96EE-D589-3686-33A641E54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65548" name="AutoShape 18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6D9C0403-ABDB-08F9-F0EB-FFD43F53D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316443" name="Text Box 27">
            <a:extLst>
              <a:ext uri="{FF2B5EF4-FFF2-40B4-BE49-F238E27FC236}">
                <a16:creationId xmlns:a16="http://schemas.microsoft.com/office/drawing/2014/main" id="{99CFD581-5296-DE80-1781-6D7D85AAC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229225"/>
            <a:ext cx="8064500" cy="520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dirty="0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en-US" dirty="0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利用高斯定律计算电场强度</a:t>
            </a:r>
            <a:endParaRPr lang="en-US" altLang="zh-CN" dirty="0">
              <a:solidFill>
                <a:srgbClr val="F8A6A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EB50D11-3E78-915F-E0EE-7F859EC9F1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3180" y="2360463"/>
            <a:ext cx="2329180" cy="11568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3">
            <a:extLst>
              <a:ext uri="{FF2B5EF4-FFF2-40B4-BE49-F238E27FC236}">
                <a16:creationId xmlns:a16="http://schemas.microsoft.com/office/drawing/2014/main" id="{609FA126-2C4F-049B-4799-252CB416233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877050" y="65088"/>
            <a:ext cx="2133600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96D192BB-74B2-4C9D-A971-43A62A2F9028}" type="slidenum">
              <a:rPr lang="en-US"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17</a:t>
            </a:fld>
            <a:endParaRPr lang="en-US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7587" name="AutoShape 3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0FC7428-036A-DF64-6909-EB6A7A2F9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 b="0">
              <a:solidFill>
                <a:schemeClr val="tx1"/>
              </a:solidFill>
            </a:endParaRPr>
          </a:p>
        </p:txBody>
      </p:sp>
      <p:sp>
        <p:nvSpPr>
          <p:cNvPr id="67588" name="AutoShape 3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44DD8F1-B4C3-9497-1A9B-0426BDE06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 b="0">
              <a:solidFill>
                <a:schemeClr val="tx1"/>
              </a:solidFill>
            </a:endParaRPr>
          </a:p>
        </p:txBody>
      </p:sp>
      <p:sp>
        <p:nvSpPr>
          <p:cNvPr id="67589" name="AutoShape 3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32A17FC-F7E4-63EC-50FD-28096EA91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 b="0">
              <a:solidFill>
                <a:schemeClr val="tx1"/>
              </a:solidFill>
            </a:endParaRPr>
          </a:p>
        </p:txBody>
      </p:sp>
      <p:sp>
        <p:nvSpPr>
          <p:cNvPr id="67590" name="AutoShape 33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C628615C-1129-4D5D-1B00-6DF97211D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zh-CN" altLang="en-US" b="0">
              <a:solidFill>
                <a:schemeClr val="tx1"/>
              </a:solidFill>
            </a:endParaRPr>
          </a:p>
        </p:txBody>
      </p:sp>
      <p:graphicFrame>
        <p:nvGraphicFramePr>
          <p:cNvPr id="31" name="Object 17">
            <a:extLst>
              <a:ext uri="{FF2B5EF4-FFF2-40B4-BE49-F238E27FC236}">
                <a16:creationId xmlns:a16="http://schemas.microsoft.com/office/drawing/2014/main" id="{D88A92C6-AC0E-923B-658C-2BD0F143AD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0225" y="3803650"/>
          <a:ext cx="500063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46054" imgH="342900" progId="Equation.3">
                  <p:embed/>
                </p:oleObj>
              </mc:Choice>
              <mc:Fallback>
                <p:oleObj r:id="rId4" imgW="146054" imgH="3429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0225" y="3803650"/>
                        <a:ext cx="500063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43">
            <a:extLst>
              <a:ext uri="{FF2B5EF4-FFF2-40B4-BE49-F238E27FC236}">
                <a16:creationId xmlns:a16="http://schemas.microsoft.com/office/drawing/2014/main" id="{A1EB381D-17D0-32A9-AEF1-5643BC2AF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250" y="3429000"/>
            <a:ext cx="21494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rgbClr val="F8A6A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高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rgbClr val="F8A6A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斯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rgbClr val="F8A6A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定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rgbClr val="F8A6A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理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任意多边形 2">
            <a:extLst>
              <a:ext uri="{FF2B5EF4-FFF2-40B4-BE49-F238E27FC236}">
                <a16:creationId xmlns:a16="http://schemas.microsoft.com/office/drawing/2014/main" id="{40E6BDD0-5A39-97A6-77C7-D8890CD90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7275" y="3644900"/>
            <a:ext cx="1747838" cy="1008063"/>
          </a:xfrm>
          <a:custGeom>
            <a:avLst/>
            <a:gdLst>
              <a:gd name="T0" fmla="*/ 0 w 1427967"/>
              <a:gd name="T1" fmla="*/ 1087766 h 851770"/>
              <a:gd name="T2" fmla="*/ 0 w 1427967"/>
              <a:gd name="T3" fmla="*/ 1087766 h 851770"/>
              <a:gd name="T4" fmla="*/ 18766 w 1427967"/>
              <a:gd name="T5" fmla="*/ 210535 h 851770"/>
              <a:gd name="T6" fmla="*/ 75066 w 1427967"/>
              <a:gd name="T7" fmla="*/ 140356 h 851770"/>
              <a:gd name="T8" fmla="*/ 168897 w 1427967"/>
              <a:gd name="T9" fmla="*/ 17544 h 851770"/>
              <a:gd name="T10" fmla="*/ 243961 w 1427967"/>
              <a:gd name="T11" fmla="*/ 0 h 851770"/>
              <a:gd name="T12" fmla="*/ 1182278 w 1427967"/>
              <a:gd name="T13" fmla="*/ 35089 h 851770"/>
              <a:gd name="T14" fmla="*/ 1407474 w 1427967"/>
              <a:gd name="T15" fmla="*/ 52633 h 851770"/>
              <a:gd name="T16" fmla="*/ 1538839 w 1427967"/>
              <a:gd name="T17" fmla="*/ 70179 h 851770"/>
              <a:gd name="T18" fmla="*/ 1595137 w 1427967"/>
              <a:gd name="T19" fmla="*/ 87723 h 851770"/>
              <a:gd name="T20" fmla="*/ 1688970 w 1427967"/>
              <a:gd name="T21" fmla="*/ 122812 h 851770"/>
              <a:gd name="T22" fmla="*/ 1764034 w 1427967"/>
              <a:gd name="T23" fmla="*/ 140356 h 851770"/>
              <a:gd name="T24" fmla="*/ 1876631 w 1427967"/>
              <a:gd name="T25" fmla="*/ 192991 h 851770"/>
              <a:gd name="T26" fmla="*/ 1932932 w 1427967"/>
              <a:gd name="T27" fmla="*/ 228079 h 851770"/>
              <a:gd name="T28" fmla="*/ 2026764 w 1427967"/>
              <a:gd name="T29" fmla="*/ 298258 h 851770"/>
              <a:gd name="T30" fmla="*/ 2120595 w 1427967"/>
              <a:gd name="T31" fmla="*/ 438616 h 851770"/>
              <a:gd name="T32" fmla="*/ 2139362 w 1427967"/>
              <a:gd name="T33" fmla="*/ 491250 h 851770"/>
              <a:gd name="T34" fmla="*/ 2064296 w 1427967"/>
              <a:gd name="T35" fmla="*/ 736874 h 851770"/>
              <a:gd name="T36" fmla="*/ 1989231 w 1427967"/>
              <a:gd name="T37" fmla="*/ 754418 h 851770"/>
              <a:gd name="T38" fmla="*/ 1726501 w 1427967"/>
              <a:gd name="T39" fmla="*/ 807053 h 851770"/>
              <a:gd name="T40" fmla="*/ 788185 w 1427967"/>
              <a:gd name="T41" fmla="*/ 877230 h 851770"/>
              <a:gd name="T42" fmla="*/ 619289 w 1427967"/>
              <a:gd name="T43" fmla="*/ 912320 h 851770"/>
              <a:gd name="T44" fmla="*/ 544223 w 1427967"/>
              <a:gd name="T45" fmla="*/ 982498 h 851770"/>
              <a:gd name="T46" fmla="*/ 450391 w 1427967"/>
              <a:gd name="T47" fmla="*/ 1087766 h 851770"/>
              <a:gd name="T48" fmla="*/ 300261 w 1427967"/>
              <a:gd name="T49" fmla="*/ 1157945 h 851770"/>
              <a:gd name="T50" fmla="*/ 243961 w 1427967"/>
              <a:gd name="T51" fmla="*/ 1193035 h 851770"/>
              <a:gd name="T52" fmla="*/ 75066 w 1427967"/>
              <a:gd name="T53" fmla="*/ 1175490 h 851770"/>
              <a:gd name="T54" fmla="*/ 56299 w 1427967"/>
              <a:gd name="T55" fmla="*/ 1122856 h 851770"/>
              <a:gd name="T56" fmla="*/ 18766 w 1427967"/>
              <a:gd name="T57" fmla="*/ 982498 h 851770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1427967" h="851770">
                <a:moveTo>
                  <a:pt x="0" y="776614"/>
                </a:moveTo>
                <a:lnTo>
                  <a:pt x="0" y="776614"/>
                </a:lnTo>
                <a:cubicBezTo>
                  <a:pt x="4175" y="567847"/>
                  <a:pt x="-2899" y="358551"/>
                  <a:pt x="12526" y="150312"/>
                </a:cubicBezTo>
                <a:cubicBezTo>
                  <a:pt x="14068" y="129492"/>
                  <a:pt x="39039" y="117911"/>
                  <a:pt x="50104" y="100208"/>
                </a:cubicBezTo>
                <a:cubicBezTo>
                  <a:pt x="73598" y="62618"/>
                  <a:pt x="70946" y="36405"/>
                  <a:pt x="112734" y="12526"/>
                </a:cubicBezTo>
                <a:cubicBezTo>
                  <a:pt x="127681" y="3985"/>
                  <a:pt x="146137" y="4175"/>
                  <a:pt x="162838" y="0"/>
                </a:cubicBezTo>
                <a:cubicBezTo>
                  <a:pt x="501359" y="9956"/>
                  <a:pt x="519685" y="5805"/>
                  <a:pt x="789139" y="25052"/>
                </a:cubicBezTo>
                <a:cubicBezTo>
                  <a:pt x="839289" y="28634"/>
                  <a:pt x="889450" y="32315"/>
                  <a:pt x="939452" y="37578"/>
                </a:cubicBezTo>
                <a:cubicBezTo>
                  <a:pt x="968814" y="40669"/>
                  <a:pt x="997907" y="45929"/>
                  <a:pt x="1027134" y="50104"/>
                </a:cubicBezTo>
                <a:cubicBezTo>
                  <a:pt x="1039660" y="54279"/>
                  <a:pt x="1052349" y="57994"/>
                  <a:pt x="1064712" y="62630"/>
                </a:cubicBezTo>
                <a:cubicBezTo>
                  <a:pt x="1085765" y="70525"/>
                  <a:pt x="1106011" y="80572"/>
                  <a:pt x="1127342" y="87682"/>
                </a:cubicBezTo>
                <a:cubicBezTo>
                  <a:pt x="1143674" y="93126"/>
                  <a:pt x="1160745" y="96033"/>
                  <a:pt x="1177446" y="100208"/>
                </a:cubicBezTo>
                <a:cubicBezTo>
                  <a:pt x="1285135" y="172000"/>
                  <a:pt x="1148886" y="85929"/>
                  <a:pt x="1252602" y="137786"/>
                </a:cubicBezTo>
                <a:cubicBezTo>
                  <a:pt x="1266067" y="144519"/>
                  <a:pt x="1278137" y="153805"/>
                  <a:pt x="1290181" y="162838"/>
                </a:cubicBezTo>
                <a:cubicBezTo>
                  <a:pt x="1311569" y="178879"/>
                  <a:pt x="1333906" y="194037"/>
                  <a:pt x="1352811" y="212942"/>
                </a:cubicBezTo>
                <a:cubicBezTo>
                  <a:pt x="1379787" y="239918"/>
                  <a:pt x="1400557" y="278422"/>
                  <a:pt x="1415441" y="313151"/>
                </a:cubicBezTo>
                <a:cubicBezTo>
                  <a:pt x="1420642" y="325287"/>
                  <a:pt x="1423792" y="338203"/>
                  <a:pt x="1427967" y="350729"/>
                </a:cubicBezTo>
                <a:cubicBezTo>
                  <a:pt x="1427407" y="353528"/>
                  <a:pt x="1409611" y="499636"/>
                  <a:pt x="1377863" y="526093"/>
                </a:cubicBezTo>
                <a:cubicBezTo>
                  <a:pt x="1364638" y="537114"/>
                  <a:pt x="1344248" y="533672"/>
                  <a:pt x="1327759" y="538619"/>
                </a:cubicBezTo>
                <a:cubicBezTo>
                  <a:pt x="1226038" y="569135"/>
                  <a:pt x="1271959" y="567000"/>
                  <a:pt x="1152394" y="576197"/>
                </a:cubicBezTo>
                <a:cubicBezTo>
                  <a:pt x="924180" y="593752"/>
                  <a:pt x="767884" y="586003"/>
                  <a:pt x="526093" y="626301"/>
                </a:cubicBezTo>
                <a:cubicBezTo>
                  <a:pt x="437913" y="640998"/>
                  <a:pt x="475031" y="630796"/>
                  <a:pt x="413359" y="651353"/>
                </a:cubicBezTo>
                <a:cubicBezTo>
                  <a:pt x="396657" y="668054"/>
                  <a:pt x="378625" y="683524"/>
                  <a:pt x="363254" y="701457"/>
                </a:cubicBezTo>
                <a:cubicBezTo>
                  <a:pt x="313987" y="758935"/>
                  <a:pt x="365779" y="722318"/>
                  <a:pt x="300624" y="776614"/>
                </a:cubicBezTo>
                <a:cubicBezTo>
                  <a:pt x="257095" y="812889"/>
                  <a:pt x="257969" y="797941"/>
                  <a:pt x="200416" y="826718"/>
                </a:cubicBezTo>
                <a:cubicBezTo>
                  <a:pt x="186951" y="833451"/>
                  <a:pt x="175364" y="843419"/>
                  <a:pt x="162838" y="851770"/>
                </a:cubicBezTo>
                <a:cubicBezTo>
                  <a:pt x="125260" y="847595"/>
                  <a:pt x="85209" y="853286"/>
                  <a:pt x="50104" y="839244"/>
                </a:cubicBezTo>
                <a:cubicBezTo>
                  <a:pt x="37845" y="834340"/>
                  <a:pt x="42779" y="813802"/>
                  <a:pt x="37578" y="801666"/>
                </a:cubicBezTo>
                <a:cubicBezTo>
                  <a:pt x="5057" y="725783"/>
                  <a:pt x="12526" y="779929"/>
                  <a:pt x="12526" y="701457"/>
                </a:cubicBezTo>
              </a:path>
            </a:pathLst>
          </a:custGeom>
          <a:noFill/>
          <a:ln w="25400">
            <a:solidFill>
              <a:srgbClr val="FFFF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3860EC79-F34F-8934-3619-90B06CBF1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3238" y="3716338"/>
            <a:ext cx="287337" cy="633412"/>
          </a:xfrm>
          <a:prstGeom prst="ellipse">
            <a:avLst/>
          </a:prstGeom>
          <a:noFill/>
          <a:ln w="25400">
            <a:solidFill>
              <a:srgbClr val="FFFF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37" name="Object 17">
            <a:extLst>
              <a:ext uri="{FF2B5EF4-FFF2-40B4-BE49-F238E27FC236}">
                <a16:creationId xmlns:a16="http://schemas.microsoft.com/office/drawing/2014/main" id="{FBF10482-4338-E609-E538-C5C0E1542F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3725863"/>
          <a:ext cx="1512888" cy="114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42874" imgH="234835" progId="Equation.3">
                  <p:embed/>
                </p:oleObj>
              </mc:Choice>
              <mc:Fallback>
                <p:oleObj r:id="rId6" imgW="342874" imgH="23483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725863"/>
                        <a:ext cx="1512888" cy="1141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156EDD6-4EDD-B8B1-432F-B1B0803C9EC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58963" y="3051175"/>
            <a:ext cx="22225" cy="2449513"/>
          </a:xfrm>
          <a:prstGeom prst="straightConnector1">
            <a:avLst/>
          </a:prstGeom>
          <a:noFill/>
          <a:ln w="76200">
            <a:solidFill>
              <a:srgbClr val="FF33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 Box 26">
            <a:extLst>
              <a:ext uri="{FF2B5EF4-FFF2-40B4-BE49-F238E27FC236}">
                <a16:creationId xmlns:a16="http://schemas.microsoft.com/office/drawing/2014/main" id="{F101ABF9-82FC-14F1-04B5-73B007AED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5038" y="404813"/>
            <a:ext cx="1858962" cy="7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>
                <a:solidFill>
                  <a:srgbClr val="FFCC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★</a:t>
            </a:r>
            <a:r>
              <a:rPr lang="zh-CN" altLang="en-US" sz="3200">
                <a:solidFill>
                  <a:srgbClr val="FFCC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了解</a:t>
            </a:r>
            <a:endParaRPr lang="zh-CN" altLang="en-US">
              <a:solidFill>
                <a:srgbClr val="FFCC66"/>
              </a:solidFill>
              <a:ea typeface="楷体" panose="02010609060101010101" pitchFamily="49" charset="-122"/>
            </a:endParaRPr>
          </a:p>
        </p:txBody>
      </p:sp>
      <p:sp>
        <p:nvSpPr>
          <p:cNvPr id="2" name="Text Box 26">
            <a:extLst>
              <a:ext uri="{FF2B5EF4-FFF2-40B4-BE49-F238E27FC236}">
                <a16:creationId xmlns:a16="http://schemas.microsoft.com/office/drawing/2014/main" id="{B20D53B6-CE80-926D-0D8C-1448274D0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196975"/>
            <a:ext cx="2376488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3200">
                <a:solidFill>
                  <a:srgbClr val="F8A6A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→高斯定理</a:t>
            </a:r>
          </a:p>
        </p:txBody>
      </p:sp>
      <p:sp>
        <p:nvSpPr>
          <p:cNvPr id="4" name="Text Box 26">
            <a:extLst>
              <a:ext uri="{FF2B5EF4-FFF2-40B4-BE49-F238E27FC236}">
                <a16:creationId xmlns:a16="http://schemas.microsoft.com/office/drawing/2014/main" id="{11BB7751-1D0B-B4E0-27DD-848787DDC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76250"/>
            <a:ext cx="2232025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3200">
                <a:latin typeface="黑体" panose="02010609060101010101" pitchFamily="49" charset="-122"/>
                <a:ea typeface="黑体" panose="02010609060101010101" pitchFamily="49" charset="-122"/>
              </a:rPr>
              <a:t>散度定理</a:t>
            </a:r>
          </a:p>
        </p:txBody>
      </p:sp>
      <p:graphicFrame>
        <p:nvGraphicFramePr>
          <p:cNvPr id="6" name="Object 17">
            <a:extLst>
              <a:ext uri="{FF2B5EF4-FFF2-40B4-BE49-F238E27FC236}">
                <a16:creationId xmlns:a16="http://schemas.microsoft.com/office/drawing/2014/main" id="{C46481A1-1604-65D8-8F2A-A5021BD7B4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27438" y="404813"/>
          <a:ext cx="2744787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04889" imgH="234835" progId="Equation.3">
                  <p:embed/>
                </p:oleObj>
              </mc:Choice>
              <mc:Fallback>
                <p:oleObj r:id="rId8" imgW="704889" imgH="23483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7438" y="404813"/>
                        <a:ext cx="2744787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7">
            <a:extLst>
              <a:ext uri="{FF2B5EF4-FFF2-40B4-BE49-F238E27FC236}">
                <a16:creationId xmlns:a16="http://schemas.microsoft.com/office/drawing/2014/main" id="{B821B54E-F051-53A6-259A-98049D8261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3789363"/>
          <a:ext cx="2293938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60365" imgH="234835" progId="Equation.3">
                  <p:embed/>
                </p:oleObj>
              </mc:Choice>
              <mc:Fallback>
                <p:oleObj r:id="rId10" imgW="660365" imgH="23483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3789363"/>
                        <a:ext cx="2293938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7">
            <a:extLst>
              <a:ext uri="{FF2B5EF4-FFF2-40B4-BE49-F238E27FC236}">
                <a16:creationId xmlns:a16="http://schemas.microsoft.com/office/drawing/2014/main" id="{E86E6BC1-506D-2D93-6F6D-1FCEE99068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7850" y="3860800"/>
          <a:ext cx="904875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90578" imgH="114300" progId="Equation.3">
                  <p:embed/>
                </p:oleObj>
              </mc:Choice>
              <mc:Fallback>
                <p:oleObj r:id="rId12" imgW="190578" imgH="1143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7850" y="3860800"/>
                        <a:ext cx="904875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7">
            <a:extLst>
              <a:ext uri="{FF2B5EF4-FFF2-40B4-BE49-F238E27FC236}">
                <a16:creationId xmlns:a16="http://schemas.microsoft.com/office/drawing/2014/main" id="{2D5E9A9E-D0D2-9C38-6EA9-FE1EA7B156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05500" y="3702050"/>
          <a:ext cx="205105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539694" imgH="234835" progId="Equation.3">
                  <p:embed/>
                </p:oleObj>
              </mc:Choice>
              <mc:Fallback>
                <p:oleObj r:id="rId14" imgW="539694" imgH="23483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0" y="3702050"/>
                        <a:ext cx="2051050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7">
            <a:extLst>
              <a:ext uri="{FF2B5EF4-FFF2-40B4-BE49-F238E27FC236}">
                <a16:creationId xmlns:a16="http://schemas.microsoft.com/office/drawing/2014/main" id="{404A3475-D007-8640-5A33-D874ABF10F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20013" y="3716338"/>
          <a:ext cx="812800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253827" imgH="342900" progId="Equation.3">
                  <p:embed/>
                </p:oleObj>
              </mc:Choice>
              <mc:Fallback>
                <p:oleObj r:id="rId16" imgW="253827" imgH="3429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0013" y="3716338"/>
                        <a:ext cx="812800" cy="1065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7">
            <a:extLst>
              <a:ext uri="{FF2B5EF4-FFF2-40B4-BE49-F238E27FC236}">
                <a16:creationId xmlns:a16="http://schemas.microsoft.com/office/drawing/2014/main" id="{F9BEDA95-80B3-A5FC-FFD3-C0E003F06F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7750" y="563563"/>
          <a:ext cx="8667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279209" imgH="158773" progId="Equation.3">
                  <p:embed/>
                </p:oleObj>
              </mc:Choice>
              <mc:Fallback>
                <p:oleObj r:id="rId18" imgW="279209" imgH="158773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0" y="563563"/>
                        <a:ext cx="86677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7">
            <a:extLst>
              <a:ext uri="{FF2B5EF4-FFF2-40B4-BE49-F238E27FC236}">
                <a16:creationId xmlns:a16="http://schemas.microsoft.com/office/drawing/2014/main" id="{C64E154A-FF0B-82BE-5215-BAAF2F8EDF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30638" y="5516563"/>
          <a:ext cx="160655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539694" imgH="342900" progId="Equation.3">
                  <p:embed/>
                </p:oleObj>
              </mc:Choice>
              <mc:Fallback>
                <p:oleObj r:id="rId20" imgW="539694" imgH="3429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0638" y="5516563"/>
                        <a:ext cx="1606550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43">
            <a:extLst>
              <a:ext uri="{FF2B5EF4-FFF2-40B4-BE49-F238E27FC236}">
                <a16:creationId xmlns:a16="http://schemas.microsoft.com/office/drawing/2014/main" id="{693137C4-8BF1-E64E-252D-0B28970F7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7175" y="5734050"/>
            <a:ext cx="21494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静电场的</a:t>
            </a:r>
            <a:r>
              <a:rPr lang="zh-CN" altLang="en-US" u="sng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散度</a:t>
            </a: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：</a:t>
            </a:r>
            <a:endParaRPr lang="zh-CN" altLang="en-US">
              <a:solidFill>
                <a:srgbClr val="FF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4" name="Object 17">
            <a:extLst>
              <a:ext uri="{FF2B5EF4-FFF2-40B4-BE49-F238E27FC236}">
                <a16:creationId xmlns:a16="http://schemas.microsoft.com/office/drawing/2014/main" id="{FA7FE330-AF06-C11A-303D-7109E0B39E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2017713"/>
          <a:ext cx="1584325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342874" imgH="234835" progId="Equation.3">
                  <p:embed/>
                </p:oleObj>
              </mc:Choice>
              <mc:Fallback>
                <p:oleObj r:id="rId22" imgW="342874" imgH="23483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2017713"/>
                        <a:ext cx="1584325" cy="1195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7">
            <a:extLst>
              <a:ext uri="{FF2B5EF4-FFF2-40B4-BE49-F238E27FC236}">
                <a16:creationId xmlns:a16="http://schemas.microsoft.com/office/drawing/2014/main" id="{AB81AC17-F927-50CB-04E3-5E93DECB6D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70500" y="2133600"/>
          <a:ext cx="812800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253827" imgH="342900" progId="Equation.3">
                  <p:embed/>
                </p:oleObj>
              </mc:Choice>
              <mc:Fallback>
                <p:oleObj r:id="rId24" imgW="253827" imgH="3429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500" y="2133600"/>
                        <a:ext cx="812800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43">
            <a:extLst>
              <a:ext uri="{FF2B5EF4-FFF2-40B4-BE49-F238E27FC236}">
                <a16:creationId xmlns:a16="http://schemas.microsoft.com/office/drawing/2014/main" id="{1BFF6392-8634-9334-F8AD-AE1D32448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4150" y="2349500"/>
            <a:ext cx="21494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静电场的</a:t>
            </a:r>
            <a:r>
              <a:rPr lang="zh-CN" altLang="en-US" u="sng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通量</a:t>
            </a: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：</a:t>
            </a:r>
            <a:endParaRPr lang="zh-CN" altLang="en-US">
              <a:solidFill>
                <a:srgbClr val="FF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Text Box 26">
            <a:extLst>
              <a:ext uri="{FF2B5EF4-FFF2-40B4-BE49-F238E27FC236}">
                <a16:creationId xmlns:a16="http://schemas.microsoft.com/office/drawing/2014/main" id="{B9E9FC91-3F0A-6EB6-972A-B78E2C7C0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96975"/>
            <a:ext cx="3887788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800">
                <a:solidFill>
                  <a:srgbClr val="F8A6A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（应用于电场中</a:t>
            </a:r>
            <a:r>
              <a:rPr lang="zh-CN" altLang="en-US" sz="3200">
                <a:solidFill>
                  <a:srgbClr val="F8A6A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27BFE5C2-9F1D-57FE-BB40-8747FA430F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396875"/>
          <a:ext cx="1439863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342874" imgH="234835" progId="Equation.3">
                  <p:embed/>
                </p:oleObj>
              </mc:Choice>
              <mc:Fallback>
                <p:oleObj r:id="rId26" imgW="342874" imgH="23483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396875"/>
                        <a:ext cx="1439863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ransition spd="slow" advTm="7133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2">
            <a:extLst>
              <a:ext uri="{FF2B5EF4-FFF2-40B4-BE49-F238E27FC236}">
                <a16:creationId xmlns:a16="http://schemas.microsoft.com/office/drawing/2014/main" id="{AD22F996-797D-4F3B-D573-AF7E0A135AD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877050" y="65088"/>
            <a:ext cx="2133600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C25FE4C7-B076-45A5-A046-004FEB20FEDC}" type="slidenum">
              <a:rPr lang="en-US"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18</a:t>
            </a:fld>
            <a:endParaRPr lang="en-US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16442" name="Text Box 26">
            <a:extLst>
              <a:ext uri="{FF2B5EF4-FFF2-40B4-BE49-F238E27FC236}">
                <a16:creationId xmlns:a16="http://schemas.microsoft.com/office/drawing/2014/main" id="{9887C7D3-32CB-538B-C80F-91E639686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190625"/>
            <a:ext cx="8964612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3200" u="sng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高斯定理的应用前提</a:t>
            </a:r>
            <a:r>
              <a:rPr lang="zh-CN" altLang="en-US" sz="3200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：</a:t>
            </a:r>
            <a:r>
              <a:rPr lang="zh-CN" altLang="en-US" sz="3200">
                <a:latin typeface="楷体_GB2312" pitchFamily="49" charset="-122"/>
                <a:ea typeface="幼圆" panose="02010509060101010101" pitchFamily="49" charset="-122"/>
              </a:rPr>
              <a:t>当源的分布具有对称性时。</a:t>
            </a:r>
            <a:endParaRPr lang="zh-CN" altLang="en-US" sz="3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12" name="AutoShape 6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464CBC7F-2993-B03C-45F8-7B6918AF9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270625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68613" name="AutoShape 6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64DBE9F-8BB3-937B-57D4-1A68DDF38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270625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68614" name="AutoShape 6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1AED34C-C984-8967-D8C0-D9F0C9074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270625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68615" name="AutoShape 66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446A8525-164D-F829-DE65-4BF925C46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270625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5" name="Rectangle 43">
            <a:extLst>
              <a:ext uri="{FF2B5EF4-FFF2-40B4-BE49-F238E27FC236}">
                <a16:creationId xmlns:a16="http://schemas.microsoft.com/office/drawing/2014/main" id="{35BBA527-1632-B5AB-FA9D-A5C6977FE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675" y="2152650"/>
            <a:ext cx="1152525" cy="120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zh-CN" altLang="en-US" sz="2800">
                <a:solidFill>
                  <a:srgbClr val="F8A6A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源：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Rectangle 43">
            <a:extLst>
              <a:ext uri="{FF2B5EF4-FFF2-40B4-BE49-F238E27FC236}">
                <a16:creationId xmlns:a16="http://schemas.microsoft.com/office/drawing/2014/main" id="{5BDB1925-6DD0-1C0A-E4AC-C91F8AEB3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663" y="4533900"/>
            <a:ext cx="892175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zh-CN" altLang="en-US" sz="2800">
                <a:solidFill>
                  <a:srgbClr val="F8A6A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场：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下箭头 16">
            <a:extLst>
              <a:ext uri="{FF2B5EF4-FFF2-40B4-BE49-F238E27FC236}">
                <a16:creationId xmlns:a16="http://schemas.microsoft.com/office/drawing/2014/main" id="{5987A562-0487-7156-70E5-16D1B006C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429000"/>
            <a:ext cx="520700" cy="500063"/>
          </a:xfrm>
          <a:prstGeom prst="downArrow">
            <a:avLst>
              <a:gd name="adj1" fmla="val 50000"/>
              <a:gd name="adj2" fmla="val 16662"/>
            </a:avLst>
          </a:prstGeom>
          <a:solidFill>
            <a:srgbClr val="FF0000"/>
          </a:solidFill>
          <a:ln w="9525">
            <a:solidFill>
              <a:srgbClr val="F8A6A6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8" name="Rectangle 43">
            <a:extLst>
              <a:ext uri="{FF2B5EF4-FFF2-40B4-BE49-F238E27FC236}">
                <a16:creationId xmlns:a16="http://schemas.microsoft.com/office/drawing/2014/main" id="{47E6D0E0-7E84-CAC5-AE5C-1181B6758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9438" y="2205038"/>
            <a:ext cx="692626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zh-CN" altLang="en-US">
                <a:latin typeface="楷体_GB2312" pitchFamily="49" charset="-122"/>
                <a:ea typeface="幼圆" panose="02010509060101010101" pitchFamily="49" charset="-122"/>
              </a:rPr>
              <a:t>若电荷分布具有某种对称性时，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Rectangle 43">
            <a:extLst>
              <a:ext uri="{FF2B5EF4-FFF2-40B4-BE49-F238E27FC236}">
                <a16:creationId xmlns:a16="http://schemas.microsoft.com/office/drawing/2014/main" id="{B8DDA0D4-9FDE-64AA-4B65-C2AE47B05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963" y="4581525"/>
            <a:ext cx="68548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zh-CN" altLang="en-US">
                <a:latin typeface="Times New Roman" panose="02020603050405020304" pitchFamily="18" charset="0"/>
                <a:ea typeface="幼圆" panose="02010509060101010101" pitchFamily="49" charset="-122"/>
              </a:rPr>
              <a:t>则电荷所激发的电场分布也具有相应的对称性。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Text Box 26">
            <a:extLst>
              <a:ext uri="{FF2B5EF4-FFF2-40B4-BE49-F238E27FC236}">
                <a16:creationId xmlns:a16="http://schemas.microsoft.com/office/drawing/2014/main" id="{21159594-87AE-F604-E38E-8882A2482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5038" y="404813"/>
            <a:ext cx="1858962" cy="7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>
                <a:solidFill>
                  <a:srgbClr val="FFCC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★</a:t>
            </a:r>
            <a:r>
              <a:rPr lang="zh-CN" altLang="en-US" sz="3200">
                <a:solidFill>
                  <a:srgbClr val="FFCC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重点</a:t>
            </a:r>
            <a:endParaRPr lang="zh-CN" altLang="en-US">
              <a:solidFill>
                <a:srgbClr val="FFCC66"/>
              </a:solidFill>
              <a:ea typeface="楷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 advTm="34173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灯片编号占位符 3">
            <a:extLst>
              <a:ext uri="{FF2B5EF4-FFF2-40B4-BE49-F238E27FC236}">
                <a16:creationId xmlns:a16="http://schemas.microsoft.com/office/drawing/2014/main" id="{E296A6AD-D863-DDDF-91C9-1CB5586C32D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877050" y="65088"/>
            <a:ext cx="2133600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477A3142-9AE5-4EAF-B2A0-6E2F24D6B556}" type="slidenum">
              <a:rPr lang="en-US"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19</a:t>
            </a:fld>
            <a:endParaRPr lang="en-US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0661" name="Text Box 5">
            <a:extLst>
              <a:ext uri="{FF2B5EF4-FFF2-40B4-BE49-F238E27FC236}">
                <a16:creationId xmlns:a16="http://schemas.microsoft.com/office/drawing/2014/main" id="{75410379-E0F5-B4BE-9859-53926351F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49275"/>
            <a:ext cx="8748712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电荷呈</a:t>
            </a:r>
            <a:r>
              <a:rPr lang="zh-CN" altLang="en-US" u="sng">
                <a:latin typeface="Times New Roman" panose="02020603050405020304" pitchFamily="18" charset="0"/>
                <a:ea typeface="宋体" panose="02010600030101010101" pitchFamily="2" charset="-122"/>
              </a:rPr>
              <a:t>球对称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分布→电场也呈</a:t>
            </a:r>
            <a:r>
              <a:rPr lang="zh-CN" altLang="en-US" u="sng">
                <a:latin typeface="Times New Roman" panose="02020603050405020304" pitchFamily="18" charset="0"/>
                <a:ea typeface="宋体" panose="02010600030101010101" pitchFamily="2" charset="-122"/>
              </a:rPr>
              <a:t>球对称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分布</a:t>
            </a:r>
          </a:p>
          <a:p>
            <a:pPr eaLnBrk="1" hangingPunct="1">
              <a:buFontTx/>
              <a:buChar char="•"/>
            </a:pP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FontTx/>
              <a:buChar char="•"/>
            </a:pP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均匀带电的球面、球体和多层同心球壳</a:t>
            </a:r>
          </a:p>
          <a:p>
            <a:pPr eaLnBrk="1" hangingPunct="1"/>
            <a:endParaRPr lang="zh-CN" altLang="en-US">
              <a:solidFill>
                <a:srgbClr val="FFCC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39941" name="Group 27">
            <a:extLst>
              <a:ext uri="{FF2B5EF4-FFF2-40B4-BE49-F238E27FC236}">
                <a16:creationId xmlns:a16="http://schemas.microsoft.com/office/drawing/2014/main" id="{C2235013-AC27-759E-4654-CBB4D3721C80}"/>
              </a:ext>
            </a:extLst>
          </p:cNvPr>
          <p:cNvGrpSpPr>
            <a:grpSpLocks/>
          </p:cNvGrpSpPr>
          <p:nvPr/>
        </p:nvGrpSpPr>
        <p:grpSpPr bwMode="auto">
          <a:xfrm>
            <a:off x="630238" y="1941513"/>
            <a:ext cx="7921625" cy="2376487"/>
            <a:chOff x="385" y="1298"/>
            <a:chExt cx="4990" cy="1497"/>
          </a:xfrm>
        </p:grpSpPr>
        <p:sp>
          <p:nvSpPr>
            <p:cNvPr id="70665" name="Rectangle 6">
              <a:extLst>
                <a:ext uri="{FF2B5EF4-FFF2-40B4-BE49-F238E27FC236}">
                  <a16:creationId xmlns:a16="http://schemas.microsoft.com/office/drawing/2014/main" id="{4C1C4F25-AC9F-2D3A-E401-6B0CC7413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9" y="1298"/>
              <a:ext cx="1543" cy="149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70666" name="Rectangle 7">
              <a:extLst>
                <a:ext uri="{FF2B5EF4-FFF2-40B4-BE49-F238E27FC236}">
                  <a16:creationId xmlns:a16="http://schemas.microsoft.com/office/drawing/2014/main" id="{FBE40E69-FD1B-F0DB-7F67-329ABFE53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1298"/>
              <a:ext cx="1543" cy="149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grpSp>
          <p:nvGrpSpPr>
            <p:cNvPr id="70667" name="Group 8">
              <a:extLst>
                <a:ext uri="{FF2B5EF4-FFF2-40B4-BE49-F238E27FC236}">
                  <a16:creationId xmlns:a16="http://schemas.microsoft.com/office/drawing/2014/main" id="{E1C6ECC5-6D54-F0A1-B7BC-9059C6875B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" y="1388"/>
              <a:ext cx="1088" cy="1384"/>
              <a:chOff x="703" y="2205"/>
              <a:chExt cx="1088" cy="1384"/>
            </a:xfrm>
          </p:grpSpPr>
          <p:pic>
            <p:nvPicPr>
              <p:cNvPr id="70680" name="Picture 9" descr="d1">
                <a:extLst>
                  <a:ext uri="{FF2B5EF4-FFF2-40B4-BE49-F238E27FC236}">
                    <a16:creationId xmlns:a16="http://schemas.microsoft.com/office/drawing/2014/main" id="{66B1AB4B-E95B-40CF-E9D3-6DE286C711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3" y="2205"/>
                <a:ext cx="1088" cy="10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0681" name="Text Box 10">
                <a:extLst>
                  <a:ext uri="{FF2B5EF4-FFF2-40B4-BE49-F238E27FC236}">
                    <a16:creationId xmlns:a16="http://schemas.microsoft.com/office/drawing/2014/main" id="{19B1C2FF-DEB6-13AE-BEE6-F0B8A7182B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4" y="3339"/>
                <a:ext cx="76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带电球壳</a:t>
                </a:r>
              </a:p>
            </p:txBody>
          </p:sp>
        </p:grpSp>
        <p:grpSp>
          <p:nvGrpSpPr>
            <p:cNvPr id="70668" name="Group 11">
              <a:extLst>
                <a:ext uri="{FF2B5EF4-FFF2-40B4-BE49-F238E27FC236}">
                  <a16:creationId xmlns:a16="http://schemas.microsoft.com/office/drawing/2014/main" id="{3C980F70-9A15-3FBB-5F3B-AAFEA3EFEA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3" y="1388"/>
              <a:ext cx="1181" cy="1407"/>
              <a:chOff x="2200" y="2205"/>
              <a:chExt cx="1181" cy="1407"/>
            </a:xfrm>
          </p:grpSpPr>
          <p:pic>
            <p:nvPicPr>
              <p:cNvPr id="70678" name="Picture 12" descr="d2">
                <a:extLst>
                  <a:ext uri="{FF2B5EF4-FFF2-40B4-BE49-F238E27FC236}">
                    <a16:creationId xmlns:a16="http://schemas.microsoft.com/office/drawing/2014/main" id="{8AC2EDD2-5605-3824-7544-58E42F2C0050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0" y="2205"/>
                <a:ext cx="1181" cy="1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0679" name="Rectangle 13">
                <a:extLst>
                  <a:ext uri="{FF2B5EF4-FFF2-40B4-BE49-F238E27FC236}">
                    <a16:creationId xmlns:a16="http://schemas.microsoft.com/office/drawing/2014/main" id="{7B0A398A-896C-BEFC-5744-200B23A756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5" y="3362"/>
                <a:ext cx="108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多层同心球壳</a:t>
                </a:r>
              </a:p>
            </p:txBody>
          </p:sp>
        </p:grpSp>
        <p:grpSp>
          <p:nvGrpSpPr>
            <p:cNvPr id="70669" name="Group 14">
              <a:extLst>
                <a:ext uri="{FF2B5EF4-FFF2-40B4-BE49-F238E27FC236}">
                  <a16:creationId xmlns:a16="http://schemas.microsoft.com/office/drawing/2014/main" id="{85D18CE9-3C77-C08C-4397-9CF38EB4B0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2" y="1298"/>
              <a:ext cx="1543" cy="1497"/>
              <a:chOff x="3832" y="2296"/>
              <a:chExt cx="1543" cy="1497"/>
            </a:xfrm>
          </p:grpSpPr>
          <p:sp>
            <p:nvSpPr>
              <p:cNvPr id="70670" name="Rectangle 15">
                <a:extLst>
                  <a:ext uri="{FF2B5EF4-FFF2-40B4-BE49-F238E27FC236}">
                    <a16:creationId xmlns:a16="http://schemas.microsoft.com/office/drawing/2014/main" id="{69814C65-C4B9-D3B8-8BFC-25EAFDE4E2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2" y="2296"/>
                <a:ext cx="1543" cy="1497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rgbClr val="9933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grpSp>
            <p:nvGrpSpPr>
              <p:cNvPr id="70671" name="Group 16">
                <a:extLst>
                  <a:ext uri="{FF2B5EF4-FFF2-40B4-BE49-F238E27FC236}">
                    <a16:creationId xmlns:a16="http://schemas.microsoft.com/office/drawing/2014/main" id="{E95C6868-7CD0-A7EA-41E4-3C7D5869E3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59" y="2432"/>
                <a:ext cx="1180" cy="1339"/>
                <a:chOff x="3923" y="2296"/>
                <a:chExt cx="1180" cy="1339"/>
              </a:xfrm>
            </p:grpSpPr>
            <p:sp>
              <p:nvSpPr>
                <p:cNvPr id="70676" name="Rectangle 17">
                  <a:extLst>
                    <a:ext uri="{FF2B5EF4-FFF2-40B4-BE49-F238E27FC236}">
                      <a16:creationId xmlns:a16="http://schemas.microsoft.com/office/drawing/2014/main" id="{F672152F-401B-8354-24EB-8E8EAEB51F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3" y="3385"/>
                  <a:ext cx="1180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均匀带电球体</a:t>
                  </a:r>
                </a:p>
              </p:txBody>
            </p:sp>
            <p:sp>
              <p:nvSpPr>
                <p:cNvPr id="70677" name="Oval 18">
                  <a:extLst>
                    <a:ext uri="{FF2B5EF4-FFF2-40B4-BE49-F238E27FC236}">
                      <a16:creationId xmlns:a16="http://schemas.microsoft.com/office/drawing/2014/main" id="{75A52782-1475-AB5B-9468-FF629B41BFD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014" y="2296"/>
                  <a:ext cx="952" cy="9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C3725"/>
                    </a:gs>
                    <a:gs pos="100000">
                      <a:srgbClr val="FF9966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</p:grpSp>
          <p:sp>
            <p:nvSpPr>
              <p:cNvPr id="70672" name="Line 19">
                <a:extLst>
                  <a:ext uri="{FF2B5EF4-FFF2-40B4-BE49-F238E27FC236}">
                    <a16:creationId xmlns:a16="http://schemas.microsoft.com/office/drawing/2014/main" id="{A23BB07B-8918-7C05-5234-7EF824CBC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286" y="2614"/>
                <a:ext cx="318" cy="317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 type="oval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673" name="Rectangle 20">
                <a:extLst>
                  <a:ext uri="{FF2B5EF4-FFF2-40B4-BE49-F238E27FC236}">
                    <a16:creationId xmlns:a16="http://schemas.microsoft.com/office/drawing/2014/main" id="{AC82E647-57F0-F1CC-6FCD-A488F4A0EE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7" y="2581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15000"/>
                  </a:spcBef>
                </a:pPr>
                <a:r>
                  <a:rPr lang="en-US" altLang="zh-CN" i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70674" name="Rectangle 21">
                <a:extLst>
                  <a:ext uri="{FF2B5EF4-FFF2-40B4-BE49-F238E27FC236}">
                    <a16:creationId xmlns:a16="http://schemas.microsoft.com/office/drawing/2014/main" id="{217E20B3-B4D1-6C27-4C68-2D038CE761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4" y="2856"/>
                <a:ext cx="2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15000"/>
                  </a:spcBef>
                </a:pPr>
                <a:r>
                  <a:rPr lang="en-US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O</a:t>
                </a:r>
              </a:p>
            </p:txBody>
          </p:sp>
          <p:sp>
            <p:nvSpPr>
              <p:cNvPr id="70675" name="Rectangle 22">
                <a:extLst>
                  <a:ext uri="{FF2B5EF4-FFF2-40B4-BE49-F238E27FC236}">
                    <a16:creationId xmlns:a16="http://schemas.microsoft.com/office/drawing/2014/main" id="{A4D8CC89-2F8A-D10B-56E5-D06A55690A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2" y="2965"/>
                <a:ext cx="32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15000"/>
                  </a:spcBef>
                </a:pPr>
                <a:r>
                  <a:rPr lang="el-GR" altLang="zh-CN" sz="2000" i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ρ</a:t>
                </a:r>
                <a:r>
                  <a:rPr lang="en-US" altLang="zh-CN" sz="2000" baseline="-25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0</a:t>
                </a:r>
                <a:endParaRPr lang="el-GR" altLang="zh-CN" sz="2000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70661" name="AutoShape 23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F325B373-B4FC-1DBA-5D13-156394CB5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70662" name="AutoShape 2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75F4C83-0D70-73BA-BF0E-5A883170A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70663" name="AutoShape 2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7A1E05CC-5656-3D93-8AAD-E17D13AA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70664" name="AutoShape 26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46E974ED-A76D-427D-DAE1-27261E9B9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</p:spTree>
    <p:custDataLst>
      <p:tags r:id="rId1"/>
    </p:custDataLst>
  </p:cSld>
  <p:clrMapOvr>
    <a:masterClrMapping/>
  </p:clrMapOvr>
  <p:transition spd="slow" advTm="2655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4">
            <a:extLst>
              <a:ext uri="{FF2B5EF4-FFF2-40B4-BE49-F238E27FC236}">
                <a16:creationId xmlns:a16="http://schemas.microsoft.com/office/drawing/2014/main" id="{C17B42B8-A5F4-7C69-AF63-30BB86C4BD7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877050" y="65088"/>
            <a:ext cx="2133600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8831355C-F576-436B-8733-3812DF047F20}" type="slidenum">
              <a:rPr lang="en-US"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20</a:t>
            </a:fld>
            <a:endParaRPr lang="en-US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68322" name="Text Box 2">
            <a:extLst>
              <a:ext uri="{FF2B5EF4-FFF2-40B4-BE49-F238E27FC236}">
                <a16:creationId xmlns:a16="http://schemas.microsoft.com/office/drawing/2014/main" id="{4B750B55-BEFE-643B-695A-B0323BB90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149725"/>
            <a:ext cx="8431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无限大的均匀带电平面、平板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568331" name="Text Box 11">
            <a:extLst>
              <a:ext uri="{FF2B5EF4-FFF2-40B4-BE49-F238E27FC236}">
                <a16:creationId xmlns:a16="http://schemas.microsoft.com/office/drawing/2014/main" id="{0F74EFAA-F39D-BE3B-221B-F209EA04E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04813"/>
            <a:ext cx="88169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电荷呈</a:t>
            </a:r>
            <a:r>
              <a:rPr lang="zh-CN" altLang="en-US" u="sng" dirty="0">
                <a:latin typeface="Times New Roman" panose="02020603050405020304" pitchFamily="18" charset="0"/>
              </a:rPr>
              <a:t>轴对称</a:t>
            </a:r>
            <a:r>
              <a:rPr lang="zh-CN" altLang="en-US" dirty="0">
                <a:latin typeface="Times New Roman" panose="02020603050405020304" pitchFamily="18" charset="0"/>
              </a:rPr>
              <a:t>分布→电场也呈</a:t>
            </a:r>
            <a:r>
              <a:rPr lang="zh-CN" altLang="en-US" u="sng" dirty="0">
                <a:latin typeface="Times New Roman" panose="02020603050405020304" pitchFamily="18" charset="0"/>
              </a:rPr>
              <a:t>轴对称</a:t>
            </a:r>
            <a:r>
              <a:rPr lang="zh-CN" altLang="en-US" dirty="0">
                <a:latin typeface="Times New Roman" panose="02020603050405020304" pitchFamily="18" charset="0"/>
              </a:rPr>
              <a:t>分布</a:t>
            </a: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Char char="•"/>
            </a:pPr>
            <a:r>
              <a:rPr lang="zh-CN" altLang="en-US" dirty="0">
                <a:solidFill>
                  <a:srgbClr val="FFCC66"/>
                </a:solidFill>
                <a:latin typeface="Times New Roman" panose="02020603050405020304" pitchFamily="18" charset="0"/>
              </a:rPr>
              <a:t>无限长均匀带电的直线、圆柱面、圆柱壳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2709" name="AutoShape 40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838E1DA5-6929-ED24-E81C-601144F50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72710" name="AutoShape 4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CD93E16-C9F3-245F-77AD-ECFD25400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72711" name="AutoShape 4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33C1946-5BC9-E22E-8ECC-256D43154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72712" name="AutoShape 43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48BB91F3-D499-6557-768E-1C4AC1526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283657" name="Group 9">
            <a:extLst>
              <a:ext uri="{FF2B5EF4-FFF2-40B4-BE49-F238E27FC236}">
                <a16:creationId xmlns:a16="http://schemas.microsoft.com/office/drawing/2014/main" id="{06BB8F15-DEB6-0288-0A7B-31A742B3367C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1557338"/>
            <a:ext cx="2159000" cy="2447925"/>
            <a:chOff x="885" y="572"/>
            <a:chExt cx="1360" cy="1542"/>
          </a:xfrm>
        </p:grpSpPr>
        <p:sp>
          <p:nvSpPr>
            <p:cNvPr id="72723" name="Rectangle 10">
              <a:extLst>
                <a:ext uri="{FF2B5EF4-FFF2-40B4-BE49-F238E27FC236}">
                  <a16:creationId xmlns:a16="http://schemas.microsoft.com/office/drawing/2014/main" id="{4E0B74FD-D582-EE51-D9F0-57BB9C70C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" y="572"/>
              <a:ext cx="1360" cy="1542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9933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pic>
          <p:nvPicPr>
            <p:cNvPr id="72724" name="Picture 11" descr="d4">
              <a:extLst>
                <a:ext uri="{FF2B5EF4-FFF2-40B4-BE49-F238E27FC236}">
                  <a16:creationId xmlns:a16="http://schemas.microsoft.com/office/drawing/2014/main" id="{0198EA92-8E59-E449-48BC-8FAB3C9F6C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" y="572"/>
              <a:ext cx="1133" cy="14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83660" name="Group 12">
            <a:extLst>
              <a:ext uri="{FF2B5EF4-FFF2-40B4-BE49-F238E27FC236}">
                <a16:creationId xmlns:a16="http://schemas.microsoft.com/office/drawing/2014/main" id="{22261F76-7635-6C47-EABE-012FD1688369}"/>
              </a:ext>
            </a:extLst>
          </p:cNvPr>
          <p:cNvGrpSpPr>
            <a:grpSpLocks/>
          </p:cNvGrpSpPr>
          <p:nvPr/>
        </p:nvGrpSpPr>
        <p:grpSpPr bwMode="auto">
          <a:xfrm>
            <a:off x="7056438" y="1557338"/>
            <a:ext cx="2087562" cy="2376487"/>
            <a:chOff x="3198" y="572"/>
            <a:chExt cx="1315" cy="1497"/>
          </a:xfrm>
        </p:grpSpPr>
        <p:sp>
          <p:nvSpPr>
            <p:cNvPr id="72721" name="Rectangle 13">
              <a:extLst>
                <a:ext uri="{FF2B5EF4-FFF2-40B4-BE49-F238E27FC236}">
                  <a16:creationId xmlns:a16="http://schemas.microsoft.com/office/drawing/2014/main" id="{3BA0F111-B09C-F611-164B-5525D512E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572"/>
              <a:ext cx="1315" cy="1497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pic>
          <p:nvPicPr>
            <p:cNvPr id="72722" name="Picture 14" descr="d5">
              <a:extLst>
                <a:ext uri="{FF2B5EF4-FFF2-40B4-BE49-F238E27FC236}">
                  <a16:creationId xmlns:a16="http://schemas.microsoft.com/office/drawing/2014/main" id="{8142FE61-B383-FBB6-EB28-3598D4FEA0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9" y="663"/>
              <a:ext cx="1077" cy="1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83663" name="Group 15">
            <a:extLst>
              <a:ext uri="{FF2B5EF4-FFF2-40B4-BE49-F238E27FC236}">
                <a16:creationId xmlns:a16="http://schemas.microsoft.com/office/drawing/2014/main" id="{1DC032E2-36E8-AAFF-AE18-7093006B0016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4410075"/>
            <a:ext cx="2159000" cy="2447925"/>
            <a:chOff x="884" y="2523"/>
            <a:chExt cx="1360" cy="1542"/>
          </a:xfrm>
        </p:grpSpPr>
        <p:sp>
          <p:nvSpPr>
            <p:cNvPr id="72719" name="Rectangle 16">
              <a:extLst>
                <a:ext uri="{FF2B5EF4-FFF2-40B4-BE49-F238E27FC236}">
                  <a16:creationId xmlns:a16="http://schemas.microsoft.com/office/drawing/2014/main" id="{5FABA85A-F620-D082-3650-D13A623E3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2523"/>
              <a:ext cx="1360" cy="1542"/>
            </a:xfrm>
            <a:prstGeom prst="rect">
              <a:avLst/>
            </a:prstGeom>
            <a:solidFill>
              <a:srgbClr val="969696"/>
            </a:solidFill>
            <a:ln w="19050">
              <a:solidFill>
                <a:srgbClr val="9933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pic>
          <p:nvPicPr>
            <p:cNvPr id="72720" name="Picture 17" descr="d6">
              <a:extLst>
                <a:ext uri="{FF2B5EF4-FFF2-40B4-BE49-F238E27FC236}">
                  <a16:creationId xmlns:a16="http://schemas.microsoft.com/office/drawing/2014/main" id="{C88C703F-ECC2-A214-C9AB-2083ABA19A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" y="2614"/>
              <a:ext cx="1152" cy="1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83666" name="Group 18">
            <a:extLst>
              <a:ext uri="{FF2B5EF4-FFF2-40B4-BE49-F238E27FC236}">
                <a16:creationId xmlns:a16="http://schemas.microsoft.com/office/drawing/2014/main" id="{198A39FD-F660-BA91-43B9-F7DD76D74C77}"/>
              </a:ext>
            </a:extLst>
          </p:cNvPr>
          <p:cNvGrpSpPr>
            <a:grpSpLocks/>
          </p:cNvGrpSpPr>
          <p:nvPr/>
        </p:nvGrpSpPr>
        <p:grpSpPr bwMode="auto">
          <a:xfrm>
            <a:off x="6708775" y="4403725"/>
            <a:ext cx="2435225" cy="2454275"/>
            <a:chOff x="2934" y="2523"/>
            <a:chExt cx="1534" cy="1546"/>
          </a:xfrm>
        </p:grpSpPr>
        <p:sp>
          <p:nvSpPr>
            <p:cNvPr id="72717" name="Rectangle 19">
              <a:extLst>
                <a:ext uri="{FF2B5EF4-FFF2-40B4-BE49-F238E27FC236}">
                  <a16:creationId xmlns:a16="http://schemas.microsoft.com/office/drawing/2014/main" id="{68BB43AC-69D4-6C13-BC94-1A9EB45FA9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4" y="2523"/>
              <a:ext cx="1534" cy="1546"/>
            </a:xfrm>
            <a:prstGeom prst="rect">
              <a:avLst/>
            </a:prstGeom>
            <a:solidFill>
              <a:srgbClr val="969696"/>
            </a:solidFill>
            <a:ln w="15875">
              <a:solidFill>
                <a:srgbClr val="9933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pic>
          <p:nvPicPr>
            <p:cNvPr id="72718" name="Picture 20" descr="d7">
              <a:extLst>
                <a:ext uri="{FF2B5EF4-FFF2-40B4-BE49-F238E27FC236}">
                  <a16:creationId xmlns:a16="http://schemas.microsoft.com/office/drawing/2014/main" id="{A128F01F-206C-8342-96A1-D1070DD8DB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6" y="2659"/>
              <a:ext cx="1390" cy="1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custDataLst>
      <p:tags r:id="rId1"/>
    </p:custDataLst>
  </p:cSld>
  <p:clrMapOvr>
    <a:masterClrMapping/>
  </p:clrMapOvr>
  <p:transition spd="slow" advTm="1309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448B224-5094-196E-8D92-3FF9C7E67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25"/>
            <a:ext cx="9144000" cy="688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067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灯片编号占位符 2">
            <a:extLst>
              <a:ext uri="{FF2B5EF4-FFF2-40B4-BE49-F238E27FC236}">
                <a16:creationId xmlns:a16="http://schemas.microsoft.com/office/drawing/2014/main" id="{5A293E38-B1DB-9183-BEB8-0585469FB01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208E0D9E-2B45-477C-BD54-B44D9F3F59EC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22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16442" name="Text Box 26">
            <a:extLst>
              <a:ext uri="{FF2B5EF4-FFF2-40B4-BE49-F238E27FC236}">
                <a16:creationId xmlns:a16="http://schemas.microsoft.com/office/drawing/2014/main" id="{0F3601E1-B3BE-622D-D755-C013B38CF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019175"/>
            <a:ext cx="8713788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000">
                <a:latin typeface="幼圆" panose="02010509060101010101" pitchFamily="49" charset="-122"/>
                <a:ea typeface="幼圆" panose="02010509060101010101" pitchFamily="49" charset="-122"/>
              </a:rPr>
              <a:t>    </a:t>
            </a:r>
            <a:r>
              <a:rPr lang="zh-CN" altLang="en-US">
                <a:latin typeface="楷体_GB2312" pitchFamily="49" charset="-122"/>
              </a:rPr>
              <a:t>在电场分布具有一定对称性的情况下，可以利用高斯定律计算电场强度。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316443" name="Text Box 27">
            <a:extLst>
              <a:ext uri="{FF2B5EF4-FFF2-40B4-BE49-F238E27FC236}">
                <a16:creationId xmlns:a16="http://schemas.microsoft.com/office/drawing/2014/main" id="{756ABE17-2DE6-BEB9-1D81-20515FD4B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76250"/>
            <a:ext cx="80645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利用高斯定律计算电场强度</a:t>
            </a:r>
            <a:r>
              <a:rPr lang="en-US" altLang="zh-CN" dirty="0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dirty="0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小结）</a:t>
            </a:r>
            <a:endParaRPr lang="en-US" altLang="zh-CN" dirty="0">
              <a:solidFill>
                <a:srgbClr val="F8A6A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6805" name="AutoShape 6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C0231BB-24BB-41FD-8A67-C4CB14CE9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270625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76806" name="AutoShape 6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5B50FE1-6ABC-11E5-DB45-E05758F44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270625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76807" name="AutoShape 6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FCD6552-8731-33DC-0F68-19127D2C1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270625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76808" name="AutoShape 66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59575BD9-A300-E0AE-D406-9C38F1D26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270625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316486" name="Text Box 70">
            <a:extLst>
              <a:ext uri="{FF2B5EF4-FFF2-40B4-BE49-F238E27FC236}">
                <a16:creationId xmlns:a16="http://schemas.microsoft.com/office/drawing/2014/main" id="{DB59319C-667E-8072-7DEB-E3B926957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2133600"/>
            <a:ext cx="496887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高斯定律：</a:t>
            </a:r>
          </a:p>
        </p:txBody>
      </p:sp>
      <p:graphicFrame>
        <p:nvGraphicFramePr>
          <p:cNvPr id="316489" name="Object 73">
            <a:extLst>
              <a:ext uri="{FF2B5EF4-FFF2-40B4-BE49-F238E27FC236}">
                <a16:creationId xmlns:a16="http://schemas.microsoft.com/office/drawing/2014/main" id="{96802A2D-AE19-C844-015C-990A64D466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1985963"/>
          <a:ext cx="424815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212958" imgH="247719" progId="Equation.3">
                  <p:embed/>
                </p:oleObj>
              </mc:Choice>
              <mc:Fallback>
                <p:oleObj r:id="rId4" imgW="1212958" imgH="247719" progId="Equation.3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985963"/>
                        <a:ext cx="424815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90" name="Text Box 74">
            <a:extLst>
              <a:ext uri="{FF2B5EF4-FFF2-40B4-BE49-F238E27FC236}">
                <a16:creationId xmlns:a16="http://schemas.microsoft.com/office/drawing/2014/main" id="{9187AAC6-177D-066D-6616-75A67DC2E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5084763"/>
            <a:ext cx="7993063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技巧：</a:t>
            </a:r>
            <a:r>
              <a:rPr lang="zh-CN" altLang="en-US" dirty="0">
                <a:solidFill>
                  <a:srgbClr val="FF3300"/>
                </a:solidFill>
                <a:latin typeface="楷体_GB2312" pitchFamily="49" charset="-122"/>
                <a:ea typeface="幼圆" panose="02010509060101010101" pitchFamily="49" charset="-122"/>
              </a:rPr>
              <a:t>选取合适的封闭积分曲面（高斯面）</a:t>
            </a:r>
            <a:r>
              <a:rPr lang="zh-CN" altLang="en-US" dirty="0">
                <a:latin typeface="楷体_GB2312" pitchFamily="49" charset="-122"/>
                <a:ea typeface="幼圆" panose="02010509060101010101" pitchFamily="49" charset="-122"/>
              </a:rPr>
              <a:t>以便使积分符号            中的  </a:t>
            </a:r>
            <a:r>
              <a:rPr lang="zh-CN" altLang="en-US" dirty="0">
                <a:solidFill>
                  <a:srgbClr val="FF3300"/>
                </a:solidFill>
                <a:latin typeface="楷体_GB2312" pitchFamily="49" charset="-122"/>
                <a:ea typeface="幼圆" panose="02010509060101010101" pitchFamily="49" charset="-122"/>
              </a:rPr>
              <a:t>能以标量形式从积分号内提出来</a:t>
            </a:r>
            <a:r>
              <a:rPr lang="zh-CN" altLang="en-US" dirty="0">
                <a:latin typeface="楷体_GB2312" pitchFamily="49" charset="-122"/>
                <a:ea typeface="幼圆" panose="02010509060101010101" pitchFamily="49" charset="-122"/>
              </a:rPr>
              <a:t>。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316492" name="Object 76">
            <a:extLst>
              <a:ext uri="{FF2B5EF4-FFF2-40B4-BE49-F238E27FC236}">
                <a16:creationId xmlns:a16="http://schemas.microsoft.com/office/drawing/2014/main" id="{28965F35-600A-131E-3D00-193B06E22E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9313" y="5510213"/>
          <a:ext cx="110966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42874" imgH="234835" progId="Equation.3">
                  <p:embed/>
                </p:oleObj>
              </mc:Choice>
              <mc:Fallback>
                <p:oleObj r:id="rId6" imgW="342874" imgH="234835" progId="Equation.3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313" y="5510213"/>
                        <a:ext cx="110966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93" name="Object 77">
            <a:extLst>
              <a:ext uri="{FF2B5EF4-FFF2-40B4-BE49-F238E27FC236}">
                <a16:creationId xmlns:a16="http://schemas.microsoft.com/office/drawing/2014/main" id="{252FB9F6-6EC3-74EE-72D9-556D870C1C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7613" y="5618163"/>
          <a:ext cx="3556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9906" imgH="114300" progId="Equation.3">
                  <p:embed/>
                </p:oleObj>
              </mc:Choice>
              <mc:Fallback>
                <p:oleObj r:id="rId8" imgW="69906" imgH="114300" progId="Equation.3">
                  <p:embed/>
                  <p:pic>
                    <p:nvPicPr>
                      <p:cNvPr id="0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613" y="5618163"/>
                        <a:ext cx="35560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94" name="Text Box 78">
            <a:extLst>
              <a:ext uri="{FF2B5EF4-FFF2-40B4-BE49-F238E27FC236}">
                <a16:creationId xmlns:a16="http://schemas.microsoft.com/office/drawing/2014/main" id="{0B78762F-E364-0BF3-9B2D-52EF3BA85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908300"/>
            <a:ext cx="828040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步骤：</a:t>
            </a:r>
            <a:r>
              <a:rPr lang="en-US" altLang="zh-CN" dirty="0">
                <a:latin typeface="Times New Roman" panose="02020603050405020304" pitchFamily="18" charset="0"/>
                <a:ea typeface="幼圆" panose="02010509060101010101" pitchFamily="49" charset="-122"/>
              </a:rPr>
              <a:t>1</a:t>
            </a:r>
            <a:r>
              <a:rPr lang="zh-CN" altLang="en-US" dirty="0">
                <a:latin typeface="楷体_GB2312" pitchFamily="49" charset="-122"/>
                <a:ea typeface="幼圆" panose="02010509060101010101" pitchFamily="49" charset="-122"/>
              </a:rPr>
              <a:t>、根据电荷分布的对称性分析电场分布的对称性。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FF3300"/>
                </a:solidFill>
                <a:latin typeface="楷体_GB2312" pitchFamily="49" charset="-122"/>
                <a:ea typeface="幼圆" panose="02010509060101010101" pitchFamily="49" charset="-122"/>
              </a:rPr>
              <a:t>若源电荷分布具有点对称</a:t>
            </a:r>
            <a:r>
              <a:rPr lang="en-US" altLang="zh-CN" dirty="0">
                <a:solidFill>
                  <a:srgbClr val="FF3300"/>
                </a:solidFill>
                <a:latin typeface="楷体_GB2312" pitchFamily="49" charset="-122"/>
                <a:ea typeface="幼圆" panose="02010509060101010101" pitchFamily="49" charset="-122"/>
              </a:rPr>
              <a:t>/</a:t>
            </a:r>
            <a:r>
              <a:rPr lang="zh-CN" altLang="en-US" dirty="0">
                <a:solidFill>
                  <a:srgbClr val="FF3300"/>
                </a:solidFill>
                <a:latin typeface="楷体_GB2312" pitchFamily="49" charset="-122"/>
                <a:ea typeface="幼圆" panose="02010509060101010101" pitchFamily="49" charset="-122"/>
              </a:rPr>
              <a:t>球对称、轴对称，则电荷所激发的电场也分布具有点对称</a:t>
            </a:r>
            <a:r>
              <a:rPr lang="en-US" altLang="zh-CN" dirty="0">
                <a:solidFill>
                  <a:srgbClr val="FF3300"/>
                </a:solidFill>
                <a:latin typeface="楷体_GB2312" pitchFamily="49" charset="-122"/>
                <a:ea typeface="幼圆" panose="02010509060101010101" pitchFamily="49" charset="-122"/>
              </a:rPr>
              <a:t>/</a:t>
            </a:r>
            <a:r>
              <a:rPr lang="zh-CN" altLang="en-US" dirty="0">
                <a:solidFill>
                  <a:srgbClr val="FF3300"/>
                </a:solidFill>
                <a:latin typeface="楷体_GB2312" pitchFamily="49" charset="-122"/>
                <a:ea typeface="幼圆" panose="02010509060101010101" pitchFamily="49" charset="-122"/>
              </a:rPr>
              <a:t>球对称、轴对称。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zh-CN" altLang="en-US" dirty="0">
                <a:latin typeface="楷体_GB2312" pitchFamily="49" charset="-122"/>
                <a:ea typeface="幼圆" panose="02010509060101010101" pitchFamily="49" charset="-122"/>
              </a:rPr>
              <a:t>、应用高斯定律计算场强数值。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140">
            <a:extLst>
              <a:ext uri="{FF2B5EF4-FFF2-40B4-BE49-F238E27FC236}">
                <a16:creationId xmlns:a16="http://schemas.microsoft.com/office/drawing/2014/main" id="{0B829F5C-8BBB-EE99-C029-F51F1CAD9E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5606755"/>
              </p:ext>
            </p:extLst>
          </p:nvPr>
        </p:nvGraphicFramePr>
        <p:xfrm>
          <a:off x="3684693" y="4221088"/>
          <a:ext cx="1656711" cy="1368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239770" imgH="2675255" progId="Visio.Drawing.11">
                  <p:embed/>
                </p:oleObj>
              </mc:Choice>
              <mc:Fallback>
                <p:oleObj r:id="rId2" imgW="3239770" imgH="2675255" progId="Visio.Drawing.11">
                  <p:embed/>
                  <p:pic>
                    <p:nvPicPr>
                      <p:cNvPr id="29722" name="Object 14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84693" y="4221088"/>
                        <a:ext cx="1656711" cy="136815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216">
            <a:extLst>
              <a:ext uri="{FF2B5EF4-FFF2-40B4-BE49-F238E27FC236}">
                <a16:creationId xmlns:a16="http://schemas.microsoft.com/office/drawing/2014/main" id="{4F381DAB-E02C-9F84-6D0D-74019B6473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646544"/>
              </p:ext>
            </p:extLst>
          </p:nvPr>
        </p:nvGraphicFramePr>
        <p:xfrm>
          <a:off x="1765622" y="4204073"/>
          <a:ext cx="1584176" cy="13851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206115" imgH="2799715" progId="Visio.Drawing.11">
                  <p:embed/>
                </p:oleObj>
              </mc:Choice>
              <mc:Fallback>
                <p:oleObj r:id="rId4" imgW="3206115" imgH="2799715" progId="Visio.Drawing.11">
                  <p:embed/>
                  <p:pic>
                    <p:nvPicPr>
                      <p:cNvPr id="37893" name="Object 121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65622" y="4204073"/>
                        <a:ext cx="1584176" cy="1385167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44">
            <a:extLst>
              <a:ext uri="{FF2B5EF4-FFF2-40B4-BE49-F238E27FC236}">
                <a16:creationId xmlns:a16="http://schemas.microsoft.com/office/drawing/2014/main" id="{4CB2F40E-21DE-824F-B050-3AAA4793B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7704" y="5642578"/>
            <a:ext cx="5472608" cy="431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FontTx/>
              <a:buNone/>
              <a:defRPr/>
            </a:pPr>
            <a:r>
              <a:rPr lang="zh-CN" altLang="en-US" sz="2000" b="0" kern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幼圆" panose="02010509060101010101" pitchFamily="49" charset="-122"/>
              </a:rPr>
              <a:t>球坐标系                柱坐标系            直角坐标系</a:t>
            </a:r>
            <a:endParaRPr lang="zh-CN" altLang="en-US" sz="2000" b="0" kern="12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070704-E49D-F31F-1307-F36A8FBE8C2A}"/>
              </a:ext>
            </a:extLst>
          </p:cNvPr>
          <p:cNvSpPr txBox="1"/>
          <p:nvPr/>
        </p:nvSpPr>
        <p:spPr>
          <a:xfrm>
            <a:off x="550738" y="564334"/>
            <a:ext cx="5461422" cy="520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利用高斯定律计算电场强度</a:t>
            </a:r>
            <a:r>
              <a:rPr lang="en-US" altLang="zh-CN" dirty="0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dirty="0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示例）</a:t>
            </a:r>
            <a:endParaRPr lang="en-US" altLang="zh-CN" dirty="0">
              <a:solidFill>
                <a:srgbClr val="F8A6A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A72398E-A558-9FE2-8761-206319A7F2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0976" y="4204072"/>
            <a:ext cx="1633388" cy="140274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FFB8C9F-2C86-6455-8271-4C4AF11BCA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539211"/>
            <a:ext cx="9137024" cy="210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014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2">
            <a:extLst>
              <a:ext uri="{FF2B5EF4-FFF2-40B4-BE49-F238E27FC236}">
                <a16:creationId xmlns:a16="http://schemas.microsoft.com/office/drawing/2014/main" id="{48F2F417-D8C1-F1D0-C61D-229FE17AFA9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877050" y="65088"/>
            <a:ext cx="2133600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5F774FCB-9372-4578-8743-A56E39A2EA61}" type="slidenum">
              <a:rPr lang="en-US"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24</a:t>
            </a:fld>
            <a:endParaRPr lang="en-US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4754" name="Text Box 2">
            <a:extLst>
              <a:ext uri="{FF2B5EF4-FFF2-40B4-BE49-F238E27FC236}">
                <a16:creationId xmlns:a16="http://schemas.microsoft.com/office/drawing/2014/main" id="{1D96B4CF-08ED-7B64-F535-6D3183DC2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33375"/>
            <a:ext cx="8856663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例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2.2.3】</a:t>
            </a:r>
            <a:r>
              <a:rPr lang="en-US" altLang="zh-CN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求真空中均匀带电球体的场强分布。已知球体半径为</a:t>
            </a:r>
            <a:r>
              <a:rPr lang="en-US" altLang="zh-CN" b="0" i="1">
                <a:latin typeface="Times New Roman" panose="02020603050405020304" pitchFamily="18" charset="0"/>
              </a:rPr>
              <a:t>a</a:t>
            </a:r>
            <a:r>
              <a:rPr lang="en-US" altLang="zh-CN" i="1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，电荷密度为</a:t>
            </a:r>
            <a:r>
              <a:rPr lang="zh-CN" altLang="en-US" b="0" i="1">
                <a:latin typeface="Times New Roman" panose="02020603050405020304" pitchFamily="18" charset="0"/>
                <a:sym typeface="Symbol" panose="05050102010706020507" pitchFamily="18" charset="2"/>
              </a:rPr>
              <a:t> </a:t>
            </a:r>
            <a:r>
              <a:rPr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0 </a:t>
            </a:r>
            <a:r>
              <a:rPr lang="zh-CN" altLang="en-US"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78852" name="AutoShape 4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8E94E89-AF44-46DB-0D16-57EF771CE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78853" name="AutoShape 4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B2F1B9E-0E00-1B1A-BC6E-98F40CD13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78854" name="AutoShape 4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87BD377-51C5-9D91-7487-72136AFCF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78855" name="AutoShape 47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DE1DE6A7-D491-920E-9E3E-2BB1EBD51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403548" name="Rectangle 92">
            <a:extLst>
              <a:ext uri="{FF2B5EF4-FFF2-40B4-BE49-F238E27FC236}">
                <a16:creationId xmlns:a16="http://schemas.microsoft.com/office/drawing/2014/main" id="{E0069659-6DB9-186B-FA21-32D08E78F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341438"/>
            <a:ext cx="698500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>
                <a:solidFill>
                  <a:srgbClr val="FF0000"/>
                </a:solidFill>
                <a:latin typeface="楷体_GB2312" pitchFamily="49" charset="-122"/>
              </a:rPr>
              <a:t>&lt;</a:t>
            </a:r>
            <a:r>
              <a:rPr lang="zh-CN" altLang="en-US">
                <a:solidFill>
                  <a:srgbClr val="FF0000"/>
                </a:solidFill>
                <a:latin typeface="楷体_GB2312" pitchFamily="49" charset="-122"/>
              </a:rPr>
              <a:t>分析</a:t>
            </a:r>
            <a:r>
              <a:rPr lang="en-US" altLang="zh-CN">
                <a:solidFill>
                  <a:srgbClr val="FF0000"/>
                </a:solidFill>
                <a:latin typeface="楷体_GB2312" pitchFamily="49" charset="-122"/>
              </a:rPr>
              <a:t>&gt;</a:t>
            </a:r>
            <a:r>
              <a:rPr lang="zh-CN" altLang="en-US">
                <a:latin typeface="楷体_GB2312" pitchFamily="49" charset="-122"/>
              </a:rPr>
              <a:t>欲求解</a:t>
            </a:r>
            <a:r>
              <a:rPr lang="zh-CN" altLang="en-US" u="sng">
                <a:solidFill>
                  <a:srgbClr val="F8A6A6"/>
                </a:solidFill>
                <a:latin typeface="楷体_GB2312" pitchFamily="49" charset="-122"/>
              </a:rPr>
              <a:t>呈球对称分布</a:t>
            </a:r>
            <a:r>
              <a:rPr lang="zh-CN" altLang="en-US">
                <a:latin typeface="楷体_GB2312" pitchFamily="49" charset="-122"/>
              </a:rPr>
              <a:t>的</a:t>
            </a:r>
            <a:r>
              <a:rPr lang="zh-CN" altLang="en-US" u="sng">
                <a:solidFill>
                  <a:srgbClr val="F8A6A6"/>
                </a:solidFill>
                <a:latin typeface="楷体_GB2312" pitchFamily="49" charset="-122"/>
              </a:rPr>
              <a:t>体电荷</a:t>
            </a:r>
            <a:r>
              <a:rPr lang="zh-CN" altLang="en-US">
                <a:latin typeface="楷体_GB2312" pitchFamily="49" charset="-122"/>
              </a:rPr>
              <a:t>产生的电场。</a:t>
            </a:r>
            <a:endParaRPr lang="zh-CN" altLang="en-US" b="0">
              <a:latin typeface="楷体_GB2312" pitchFamily="49" charset="-122"/>
            </a:endParaRPr>
          </a:p>
        </p:txBody>
      </p:sp>
      <p:sp>
        <p:nvSpPr>
          <p:cNvPr id="15" name="Rectangle 92">
            <a:extLst>
              <a:ext uri="{FF2B5EF4-FFF2-40B4-BE49-F238E27FC236}">
                <a16:creationId xmlns:a16="http://schemas.microsoft.com/office/drawing/2014/main" id="{DB97AFDF-DB1A-77CE-0AD9-4C57B6420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773238"/>
            <a:ext cx="91948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>
                <a:solidFill>
                  <a:srgbClr val="FF0000"/>
                </a:solidFill>
                <a:latin typeface="楷体_GB2312" pitchFamily="49" charset="-122"/>
              </a:rPr>
              <a:t>&lt;</a:t>
            </a:r>
            <a:r>
              <a:rPr lang="zh-CN" altLang="en-US">
                <a:solidFill>
                  <a:srgbClr val="FF0000"/>
                </a:solidFill>
                <a:latin typeface="楷体_GB2312" pitchFamily="49" charset="-122"/>
              </a:rPr>
              <a:t>思考</a:t>
            </a:r>
            <a:r>
              <a:rPr lang="en-US" altLang="zh-CN">
                <a:solidFill>
                  <a:srgbClr val="FF0000"/>
                </a:solidFill>
                <a:latin typeface="楷体_GB2312" pitchFamily="49" charset="-122"/>
              </a:rPr>
              <a:t>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zh-CN"/>
              <a:t>源分布</a:t>
            </a:r>
            <a:r>
              <a:rPr lang="zh-CN" altLang="en-US"/>
              <a:t>和场分布</a:t>
            </a:r>
            <a:r>
              <a:rPr lang="zh-CN" altLang="zh-CN"/>
              <a:t>具有什么特性？</a:t>
            </a:r>
            <a:endParaRPr lang="zh-CN" altLang="en-US"/>
          </a:p>
          <a:p>
            <a:r>
              <a:rPr lang="zh-CN" altLang="en-US">
                <a:solidFill>
                  <a:srgbClr val="FFC000"/>
                </a:solidFill>
              </a:rPr>
              <a:t>  （球对称）</a:t>
            </a:r>
            <a:endParaRPr lang="zh-CN" altLang="en-US"/>
          </a:p>
          <a:p>
            <a:endParaRPr lang="zh-CN" altLang="zh-CN">
              <a:solidFill>
                <a:srgbClr val="FFC000"/>
              </a:solidFill>
            </a:endParaRPr>
          </a:p>
        </p:txBody>
      </p:sp>
      <p:sp>
        <p:nvSpPr>
          <p:cNvPr id="16" name="Rectangle 92">
            <a:extLst>
              <a:ext uri="{FF2B5EF4-FFF2-40B4-BE49-F238E27FC236}">
                <a16:creationId xmlns:a16="http://schemas.microsoft.com/office/drawing/2014/main" id="{7E3F6139-C0FA-DE37-0111-F82051251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284538"/>
            <a:ext cx="741680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坐标系</a:t>
            </a:r>
            <a:r>
              <a:rPr lang="zh-CN" altLang="zh-CN"/>
              <a:t>如何选取</a:t>
            </a:r>
            <a:r>
              <a:rPr lang="zh-CN" altLang="en-US"/>
              <a:t>？</a:t>
            </a:r>
          </a:p>
          <a:p>
            <a:r>
              <a:rPr lang="zh-CN" altLang="en-US">
                <a:solidFill>
                  <a:srgbClr val="FFC000"/>
                </a:solidFill>
              </a:rPr>
              <a:t>（球坐标系）</a:t>
            </a:r>
            <a:endParaRPr lang="en-US" altLang="zh-CN">
              <a:solidFill>
                <a:srgbClr val="FFC000"/>
              </a:solidFill>
            </a:endParaRPr>
          </a:p>
        </p:txBody>
      </p:sp>
      <p:pic>
        <p:nvPicPr>
          <p:cNvPr id="274444" name="Picture 12">
            <a:extLst>
              <a:ext uri="{FF2B5EF4-FFF2-40B4-BE49-F238E27FC236}">
                <a16:creationId xmlns:a16="http://schemas.microsoft.com/office/drawing/2014/main" id="{BE7B42B7-47DA-722C-1824-DA6928B1F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388" y="765175"/>
            <a:ext cx="2233612" cy="214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92">
            <a:extLst>
              <a:ext uri="{FF2B5EF4-FFF2-40B4-BE49-F238E27FC236}">
                <a16:creationId xmlns:a16="http://schemas.microsoft.com/office/drawing/2014/main" id="{081F0545-A90E-3E2C-DF45-2559D0CEF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365625"/>
            <a:ext cx="741680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电场方向？</a:t>
            </a:r>
            <a:r>
              <a:rPr lang="zh-CN" altLang="en-US">
                <a:solidFill>
                  <a:srgbClr val="FFC000"/>
                </a:solidFill>
              </a:rPr>
              <a:t>（球径方向）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高斯面？</a:t>
            </a:r>
            <a:r>
              <a:rPr lang="zh-CN" altLang="en-US">
                <a:solidFill>
                  <a:srgbClr val="FFC000"/>
                </a:solidFill>
              </a:rPr>
              <a:t>（闭合球面）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高斯面的法向</a:t>
            </a:r>
            <a:r>
              <a:rPr lang="zh-CN" altLang="zh-CN"/>
              <a:t>？</a:t>
            </a:r>
            <a:r>
              <a:rPr lang="zh-CN" altLang="zh-CN">
                <a:solidFill>
                  <a:srgbClr val="FFC000"/>
                </a:solidFill>
              </a:rPr>
              <a:t>（球径方向）</a:t>
            </a:r>
            <a:endParaRPr lang="en-US" altLang="zh-CN">
              <a:solidFill>
                <a:srgbClr val="FFC000"/>
              </a:solidFill>
            </a:endParaRPr>
          </a:p>
        </p:txBody>
      </p:sp>
      <p:sp>
        <p:nvSpPr>
          <p:cNvPr id="3" name="Rectangle 92">
            <a:extLst>
              <a:ext uri="{FF2B5EF4-FFF2-40B4-BE49-F238E27FC236}">
                <a16:creationId xmlns:a16="http://schemas.microsoft.com/office/drawing/2014/main" id="{B2E2BEB6-394C-F63B-81CB-73670D296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908050"/>
            <a:ext cx="2303462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rgbClr val="FF9900"/>
                </a:solidFill>
                <a:latin typeface="楷体_GB2312" pitchFamily="49" charset="-122"/>
              </a:rPr>
              <a:t>（体分布电荷）</a:t>
            </a:r>
            <a:endParaRPr lang="zh-CN" altLang="en-US" b="0">
              <a:solidFill>
                <a:srgbClr val="FF9900"/>
              </a:solidFill>
              <a:latin typeface="楷体_GB2312" pitchFamily="49" charset="-122"/>
            </a:endParaRPr>
          </a:p>
        </p:txBody>
      </p:sp>
      <p:graphicFrame>
        <p:nvGraphicFramePr>
          <p:cNvPr id="560218" name="Object 90">
            <a:extLst>
              <a:ext uri="{FF2B5EF4-FFF2-40B4-BE49-F238E27FC236}">
                <a16:creationId xmlns:a16="http://schemas.microsoft.com/office/drawing/2014/main" id="{2FD14837-B247-1B05-D920-AABB2DA6E9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4292600"/>
          <a:ext cx="9556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55773" imgH="171658" progId="Equation.3">
                  <p:embed/>
                </p:oleObj>
              </mc:Choice>
              <mc:Fallback>
                <p:oleObj r:id="rId5" imgW="355773" imgH="171658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4292600"/>
                        <a:ext cx="9556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90">
            <a:extLst>
              <a:ext uri="{FF2B5EF4-FFF2-40B4-BE49-F238E27FC236}">
                <a16:creationId xmlns:a16="http://schemas.microsoft.com/office/drawing/2014/main" id="{EC719216-F0CE-2A9C-58CA-F2A2CC7E22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875" y="5529263"/>
          <a:ext cx="5810250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311487" imgH="431846" progId="Equation.3">
                  <p:embed/>
                </p:oleObj>
              </mc:Choice>
              <mc:Fallback>
                <p:oleObj r:id="rId7" imgW="2311487" imgH="431846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875" y="5529263"/>
                        <a:ext cx="5810250" cy="121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804" name="Object 1140">
            <a:extLst>
              <a:ext uri="{FF2B5EF4-FFF2-40B4-BE49-F238E27FC236}">
                <a16:creationId xmlns:a16="http://schemas.microsoft.com/office/drawing/2014/main" id="{78AECEF8-C92C-4184-A914-6FF1B0CC63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4716463"/>
          <a:ext cx="4433888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682746" imgH="190361" progId="Equation.3">
                  <p:embed/>
                </p:oleObj>
              </mc:Choice>
              <mc:Fallback>
                <p:oleObj r:id="rId9" imgW="1682746" imgH="190361" progId="Equation.3">
                  <p:embed/>
                  <p:pic>
                    <p:nvPicPr>
                      <p:cNvPr id="0" name="Object 1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716463"/>
                        <a:ext cx="4433888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5" name="Object 1216">
            <a:extLst>
              <a:ext uri="{FF2B5EF4-FFF2-40B4-BE49-F238E27FC236}">
                <a16:creationId xmlns:a16="http://schemas.microsoft.com/office/drawing/2014/main" id="{A1F35D39-9336-FEB0-94D6-26B2424C45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0159145"/>
              </p:ext>
            </p:extLst>
          </p:nvPr>
        </p:nvGraphicFramePr>
        <p:xfrm>
          <a:off x="6910388" y="2924175"/>
          <a:ext cx="2233612" cy="1953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3180240" imgH="2780640" progId="Visio.Drawing.11">
                  <p:embed/>
                </p:oleObj>
              </mc:Choice>
              <mc:Fallback>
                <p:oleObj r:id="rId11" imgW="3180240" imgH="2780640" progId="Visio.Drawing.11">
                  <p:embed/>
                  <p:pic>
                    <p:nvPicPr>
                      <p:cNvPr id="0" name="Object 12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0388" y="2924175"/>
                        <a:ext cx="2233612" cy="1953629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FBB30B11-5CE9-25AF-896E-3A73A56BAB1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50702" y="3284538"/>
            <a:ext cx="3690629" cy="98504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2F3C805-0A5D-4FCD-1207-353425074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5"/>
            <a:ext cx="9144000" cy="6848471"/>
          </a:xfrm>
          <a:prstGeom prst="rect">
            <a:avLst/>
          </a:prstGeom>
        </p:spPr>
      </p:pic>
      <p:sp>
        <p:nvSpPr>
          <p:cNvPr id="5" name="Rectangle 71">
            <a:extLst>
              <a:ext uri="{FF2B5EF4-FFF2-40B4-BE49-F238E27FC236}">
                <a16:creationId xmlns:a16="http://schemas.microsoft.com/office/drawing/2014/main" id="{8194AFCA-2773-E6D3-D4BA-2BA677BEAF0A}"/>
              </a:ext>
            </a:extLst>
          </p:cNvPr>
          <p:cNvSpPr/>
          <p:nvPr/>
        </p:nvSpPr>
        <p:spPr>
          <a:xfrm>
            <a:off x="1187624" y="830341"/>
            <a:ext cx="5184576" cy="70918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r>
              <a:rPr lang="zh-CN" altLang="en-US" sz="1400" b="0" strike="sngStrike" dirty="0">
                <a:solidFill>
                  <a:srgbClr val="DBF10F"/>
                </a:solidFill>
                <a:latin typeface="楷体_GB2312" pitchFamily="49" charset="-122"/>
              </a:rPr>
              <a:t>①球坐标系</a:t>
            </a:r>
            <a:r>
              <a:rPr lang="zh-CN" altLang="en-US" sz="1400" b="0" strike="sngStrike" dirty="0">
                <a:solidFill>
                  <a:srgbClr val="FF0000"/>
                </a:solidFill>
                <a:latin typeface="楷体_GB2312" pitchFamily="49" charset="-122"/>
              </a:rPr>
              <a:t>无需</a:t>
            </a:r>
            <a:r>
              <a:rPr lang="zh-CN" altLang="en-US" sz="1400" b="0" strike="sngStrike" dirty="0">
                <a:solidFill>
                  <a:srgbClr val="DBF10F"/>
                </a:solidFill>
                <a:latin typeface="楷体_GB2312" pitchFamily="49" charset="-122"/>
                <a:ea typeface="楷体_GB2312" pitchFamily="49" charset="-122"/>
              </a:rPr>
              <a:t>变闭为开：因为</a:t>
            </a:r>
            <a:r>
              <a:rPr lang="zh-CN" altLang="en-US" sz="1400" b="0" strike="sngStrike" dirty="0">
                <a:solidFill>
                  <a:srgbClr val="FF0000"/>
                </a:solidFill>
                <a:latin typeface="楷体_GB2312" pitchFamily="49" charset="-122"/>
              </a:rPr>
              <a:t>球面已围合成闭合球体</a:t>
            </a:r>
            <a:endParaRPr lang="zh-CN" altLang="en-US" sz="1400" b="0" strike="sngStrike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7" name="Rectangle 71">
            <a:extLst>
              <a:ext uri="{FF2B5EF4-FFF2-40B4-BE49-F238E27FC236}">
                <a16:creationId xmlns:a16="http://schemas.microsoft.com/office/drawing/2014/main" id="{2AB8C9E1-5C0B-AC90-1F7F-D1922AF41E0F}"/>
              </a:ext>
            </a:extLst>
          </p:cNvPr>
          <p:cNvSpPr/>
          <p:nvPr/>
        </p:nvSpPr>
        <p:spPr>
          <a:xfrm>
            <a:off x="0" y="1844824"/>
            <a:ext cx="2627784" cy="88277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r>
              <a:rPr lang="zh-CN" altLang="en-US" sz="1400" b="0" dirty="0">
                <a:solidFill>
                  <a:srgbClr val="DBF10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zh-CN" altLang="en-US" sz="1400" b="0" dirty="0">
                <a:solidFill>
                  <a:srgbClr val="DBF10F"/>
                </a:solidFill>
                <a:latin typeface="Arial" panose="020B0604020202020204" pitchFamily="34" charset="0"/>
                <a:ea typeface="楷体_GB2312" pitchFamily="49" charset="-122"/>
              </a:rPr>
              <a:t>被积函数的点乘</a:t>
            </a:r>
            <a:r>
              <a:rPr lang="zh-CN" altLang="en-US" sz="1400" b="0" dirty="0">
                <a:solidFill>
                  <a:srgbClr val="DBF10F"/>
                </a:solidFill>
              </a:rPr>
              <a:t>运算</a:t>
            </a:r>
            <a:endParaRPr lang="en-US" altLang="zh-CN" sz="1400" b="0" dirty="0">
              <a:solidFill>
                <a:srgbClr val="DBF10F"/>
              </a:solidFill>
            </a:endParaRPr>
          </a:p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r>
              <a:rPr lang="zh-CN" altLang="en-US" sz="1400" b="0" dirty="0">
                <a:solidFill>
                  <a:srgbClr val="DBF10F"/>
                </a:solidFill>
              </a:rPr>
              <a:t>③计算标量二重积分（第一类曲面积分）</a:t>
            </a:r>
            <a:r>
              <a:rPr lang="zh-CN" altLang="en-US" sz="1400" b="0" dirty="0">
                <a:solidFill>
                  <a:srgbClr val="FF0000"/>
                </a:solidFill>
              </a:rPr>
              <a:t>（有简化）</a:t>
            </a:r>
          </a:p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endParaRPr lang="zh-CN" altLang="en-US" sz="1400" b="0" dirty="0">
              <a:solidFill>
                <a:srgbClr val="DBF10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8" name="Rectangle 71">
            <a:extLst>
              <a:ext uri="{FF2B5EF4-FFF2-40B4-BE49-F238E27FC236}">
                <a16:creationId xmlns:a16="http://schemas.microsoft.com/office/drawing/2014/main" id="{AA8AFEC5-7A92-FC5E-4BE9-5177128EF880}"/>
              </a:ext>
            </a:extLst>
          </p:cNvPr>
          <p:cNvSpPr/>
          <p:nvPr/>
        </p:nvSpPr>
        <p:spPr>
          <a:xfrm>
            <a:off x="1403648" y="2011324"/>
            <a:ext cx="5953949" cy="341051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endParaRPr lang="zh-CN" altLang="en-US" sz="14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4973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灯片编号占位符 4">
            <a:extLst>
              <a:ext uri="{FF2B5EF4-FFF2-40B4-BE49-F238E27FC236}">
                <a16:creationId xmlns:a16="http://schemas.microsoft.com/office/drawing/2014/main" id="{73AF76B4-FDAA-93E8-8058-4B5FBD5E6D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E923C1A-5477-4E07-9A29-F9380EE852C6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26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2947" name="AutoShape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FDAC0019-2860-A0BF-BF3D-54DFA0DA6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48" name="AutoShape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F2054835-B8DA-3C57-1452-DE9C94C7C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49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90B41C5-1CCC-1E63-4115-858175D29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950" name="AutoShape 5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B89998A8-F8EA-EDF0-B131-332B26D59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6806" name="Text Box 6">
            <a:extLst>
              <a:ext uri="{FF2B5EF4-FFF2-40B4-BE49-F238E27FC236}">
                <a16:creationId xmlns:a16="http://schemas.microsoft.com/office/drawing/2014/main" id="{74269A2C-9310-D960-C31C-76F2A497F4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19985"/>
            <a:ext cx="9010649" cy="10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</a:rPr>
              <a:t>【</a:t>
            </a:r>
            <a:r>
              <a:rPr lang="zh-CN" altLang="en-US" dirty="0">
                <a:solidFill>
                  <a:srgbClr val="FF99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例</a:t>
            </a: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</a:rPr>
              <a:t>2.2.4</a:t>
            </a: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</a:rPr>
              <a:t>】</a:t>
            </a:r>
            <a:r>
              <a:rPr kumimoji="1" lang="zh-CN" altLang="en-US" dirty="0">
                <a:latin typeface="Times New Roman" panose="02020603050405020304" pitchFamily="18" charset="0"/>
              </a:rPr>
              <a:t>求无限长线电荷（电荷线密度为</a:t>
            </a:r>
            <a:r>
              <a:rPr kumimoji="1" lang="el-GR" altLang="zh-CN" dirty="0">
                <a:latin typeface="Times New Roman" panose="02020603050405020304" pitchFamily="18" charset="0"/>
              </a:rPr>
              <a:t>ρ</a:t>
            </a:r>
            <a:r>
              <a:rPr kumimoji="1" lang="en-US" altLang="zh-CN" baseline="-25000" dirty="0">
                <a:latin typeface="Times New Roman" panose="02020603050405020304" pitchFamily="18" charset="0"/>
              </a:rPr>
              <a:t>l</a:t>
            </a:r>
            <a:r>
              <a:rPr kumimoji="1" lang="zh-CN" altLang="en-US" dirty="0">
                <a:latin typeface="Times New Roman" panose="02020603050405020304" pitchFamily="18" charset="0"/>
              </a:rPr>
              <a:t>）在任意点</a:t>
            </a:r>
            <a:r>
              <a:rPr kumimoji="1" lang="en-US" altLang="zh-CN" dirty="0">
                <a:latin typeface="Times New Roman" panose="02020603050405020304" pitchFamily="18" charset="0"/>
              </a:rPr>
              <a:t>P</a:t>
            </a:r>
            <a:r>
              <a:rPr kumimoji="1" lang="zh-CN" altLang="en-US" dirty="0">
                <a:latin typeface="Times New Roman" panose="02020603050405020304" pitchFamily="18" charset="0"/>
              </a:rPr>
              <a:t>处的电场强度</a:t>
            </a:r>
            <a:r>
              <a:rPr kumimoji="1"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。</a:t>
            </a:r>
            <a:r>
              <a:rPr kumimoji="1" lang="zh-CN" altLang="en-US" dirty="0">
                <a:solidFill>
                  <a:srgbClr val="FFC000"/>
                </a:solidFill>
              </a:rPr>
              <a:t>（</a:t>
            </a:r>
            <a:r>
              <a:rPr kumimoji="1" lang="zh-CN" altLang="en-US" dirty="0">
                <a:solidFill>
                  <a:srgbClr val="FFC000"/>
                </a:solidFill>
                <a:latin typeface="楷体_GB2312" pitchFamily="49" charset="-122"/>
              </a:rPr>
              <a:t>运算是否</a:t>
            </a:r>
            <a:r>
              <a:rPr kumimoji="1" lang="zh-CN" altLang="en-US" b="1" dirty="0">
                <a:solidFill>
                  <a:srgbClr val="FFC000"/>
                </a:solidFill>
                <a:latin typeface="楷体_GB2312" pitchFamily="49" charset="-122"/>
              </a:rPr>
              <a:t>得到简化？</a:t>
            </a:r>
            <a:r>
              <a:rPr kumimoji="1" lang="zh-CN" altLang="en-US" dirty="0">
                <a:solidFill>
                  <a:srgbClr val="FFC000"/>
                </a:solidFill>
              </a:rPr>
              <a:t>可与</a:t>
            </a:r>
            <a:r>
              <a:rPr kumimoji="1" lang="en-US" altLang="zh-CN" dirty="0">
                <a:solidFill>
                  <a:srgbClr val="FFC000"/>
                </a:solidFill>
              </a:rPr>
              <a:t>【</a:t>
            </a:r>
            <a:r>
              <a:rPr kumimoji="1" lang="zh-CN" altLang="en-US" dirty="0">
                <a:solidFill>
                  <a:srgbClr val="FFC000"/>
                </a:solidFill>
              </a:rPr>
              <a:t>例</a:t>
            </a:r>
            <a:r>
              <a:rPr kumimoji="1" lang="en-US" altLang="zh-CN" dirty="0">
                <a:solidFill>
                  <a:srgbClr val="FFC000"/>
                </a:solidFill>
              </a:rPr>
              <a:t>1.4.1】</a:t>
            </a:r>
            <a:r>
              <a:rPr kumimoji="1" lang="zh-CN" altLang="en-US" dirty="0">
                <a:solidFill>
                  <a:srgbClr val="FFC000"/>
                </a:solidFill>
              </a:rPr>
              <a:t>作对比） </a:t>
            </a:r>
            <a:endParaRPr kumimoji="1" lang="zh-CN" altLang="en-US" dirty="0">
              <a:solidFill>
                <a:srgbClr val="FFC000"/>
              </a:solidFill>
              <a:sym typeface="Wingdings" panose="05000000000000000000" pitchFamily="2" charset="2"/>
            </a:endParaRPr>
          </a:p>
        </p:txBody>
      </p:sp>
      <p:sp>
        <p:nvSpPr>
          <p:cNvPr id="716807" name="Text Box 7">
            <a:extLst>
              <a:ext uri="{FF2B5EF4-FFF2-40B4-BE49-F238E27FC236}">
                <a16:creationId xmlns:a16="http://schemas.microsoft.com/office/drawing/2014/main" id="{2BF20A48-FB58-E2CA-E5B7-AF30C1951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26726"/>
            <a:ext cx="9010650" cy="466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FF99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【</a:t>
            </a:r>
            <a:r>
              <a:rPr lang="zh-CN" altLang="en-US" dirty="0">
                <a:solidFill>
                  <a:srgbClr val="FF99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解</a:t>
            </a: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</a:rPr>
              <a:t>】</a:t>
            </a:r>
            <a:r>
              <a:rPr kumimoji="1" lang="zh-CN" altLang="en-US" dirty="0">
                <a:latin typeface="Times New Roman" panose="02020603050405020304" pitchFamily="18" charset="0"/>
              </a:rPr>
              <a:t>取高斯面：半径为</a:t>
            </a:r>
            <a:r>
              <a:rPr kumimoji="1"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zh-CN" altLang="en-US" dirty="0">
                <a:latin typeface="Times New Roman" panose="02020603050405020304" pitchFamily="18" charset="0"/>
              </a:rPr>
              <a:t>高度为</a:t>
            </a:r>
            <a:r>
              <a:rPr kumimoji="1" lang="en-US" altLang="zh-CN" dirty="0">
                <a:latin typeface="Times New Roman" panose="02020603050405020304" pitchFamily="18" charset="0"/>
              </a:rPr>
              <a:t>l</a:t>
            </a:r>
            <a:r>
              <a:rPr kumimoji="1" lang="zh-CN" altLang="en-US" dirty="0">
                <a:latin typeface="Times New Roman" panose="02020603050405020304" pitchFamily="18" charset="0"/>
              </a:rPr>
              <a:t>的圆柱面（轴线方向如图）。</a:t>
            </a:r>
          </a:p>
        </p:txBody>
      </p:sp>
      <p:graphicFrame>
        <p:nvGraphicFramePr>
          <p:cNvPr id="716809" name="Object 9">
            <a:extLst>
              <a:ext uri="{FF2B5EF4-FFF2-40B4-BE49-F238E27FC236}">
                <a16:creationId xmlns:a16="http://schemas.microsoft.com/office/drawing/2014/main" id="{2E7435AC-D1B9-5143-7001-D23F33AE28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0727300"/>
              </p:ext>
            </p:extLst>
          </p:nvPr>
        </p:nvGraphicFramePr>
        <p:xfrm>
          <a:off x="34073" y="1666897"/>
          <a:ext cx="8489950" cy="399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09896" imgH="1778092" progId="Equation.3">
                  <p:embed/>
                </p:oleObj>
              </mc:Choice>
              <mc:Fallback>
                <p:oleObj name="公式" r:id="rId4" imgW="3809896" imgH="1778092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73" y="1666897"/>
                        <a:ext cx="8489950" cy="399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71">
            <a:extLst>
              <a:ext uri="{FF2B5EF4-FFF2-40B4-BE49-F238E27FC236}">
                <a16:creationId xmlns:a16="http://schemas.microsoft.com/office/drawing/2014/main" id="{4DA702DB-C04B-7F61-65B6-3AB0C479A556}"/>
              </a:ext>
            </a:extLst>
          </p:cNvPr>
          <p:cNvSpPr/>
          <p:nvPr/>
        </p:nvSpPr>
        <p:spPr>
          <a:xfrm>
            <a:off x="86744" y="2378208"/>
            <a:ext cx="8465912" cy="3730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r>
              <a:rPr lang="zh-CN" altLang="en-US" sz="1400" b="0" dirty="0">
                <a:solidFill>
                  <a:srgbClr val="DBF10F"/>
                </a:solidFill>
                <a:latin typeface="楷体_GB2312" pitchFamily="49" charset="-122"/>
              </a:rPr>
              <a:t>①</a:t>
            </a:r>
            <a:r>
              <a:rPr lang="zh-CN" altLang="en-US" sz="1400" b="0" dirty="0">
                <a:solidFill>
                  <a:srgbClr val="DBF10F"/>
                </a:solidFill>
                <a:latin typeface="楷体_GB2312" pitchFamily="49" charset="-122"/>
                <a:ea typeface="楷体_GB2312" pitchFamily="49" charset="-122"/>
              </a:rPr>
              <a:t>变闭为开：</a:t>
            </a:r>
            <a:r>
              <a:rPr lang="zh-CN" altLang="en-US" sz="1400" b="0" dirty="0">
                <a:solidFill>
                  <a:srgbClr val="DBF10F"/>
                </a:solidFill>
                <a:latin typeface="楷体_GB2312" pitchFamily="49" charset="-122"/>
              </a:rPr>
              <a:t>闭合曲面的积分</a:t>
            </a:r>
            <a:r>
              <a:rPr lang="zh-CN" altLang="en-US" sz="1400" b="0" dirty="0">
                <a:solidFill>
                  <a:srgbClr val="DBF10F"/>
                </a:solidFill>
              </a:rPr>
              <a:t>（第二类曲面积分）</a:t>
            </a:r>
            <a:r>
              <a:rPr lang="en-US" altLang="zh-CN" sz="1400" b="0" dirty="0">
                <a:solidFill>
                  <a:srgbClr val="DBF10F"/>
                </a:solidFill>
                <a:latin typeface="楷体_GB2312" pitchFamily="49" charset="-122"/>
              </a:rPr>
              <a:t>=</a:t>
            </a:r>
            <a:r>
              <a:rPr lang="zh-CN" altLang="en-US" sz="1400" b="0" dirty="0">
                <a:solidFill>
                  <a:srgbClr val="DBF10F"/>
                </a:solidFill>
                <a:latin typeface="楷体_GB2312" pitchFamily="49" charset="-122"/>
              </a:rPr>
              <a:t>围合该闭合体的各开曲面的面积分之和</a:t>
            </a:r>
            <a:endParaRPr lang="zh-CN" altLang="en-US" sz="1400" b="0" dirty="0">
              <a:solidFill>
                <a:srgbClr val="DBF10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" name="Rectangle 71">
            <a:extLst>
              <a:ext uri="{FF2B5EF4-FFF2-40B4-BE49-F238E27FC236}">
                <a16:creationId xmlns:a16="http://schemas.microsoft.com/office/drawing/2014/main" id="{9C0B4CFE-A637-BCBF-576A-784B82C81818}"/>
              </a:ext>
            </a:extLst>
          </p:cNvPr>
          <p:cNvSpPr/>
          <p:nvPr/>
        </p:nvSpPr>
        <p:spPr>
          <a:xfrm>
            <a:off x="7262974" y="2355732"/>
            <a:ext cx="2104702" cy="466281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r>
              <a:rPr lang="zh-CN" altLang="en-US" sz="1400" b="0" dirty="0">
                <a:solidFill>
                  <a:srgbClr val="DBF10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zh-CN" altLang="en-US" sz="1400" b="0" dirty="0">
                <a:solidFill>
                  <a:srgbClr val="DBF10F"/>
                </a:solidFill>
                <a:latin typeface="Arial" panose="020B0604020202020204" pitchFamily="34" charset="0"/>
                <a:ea typeface="楷体_GB2312" pitchFamily="49" charset="-122"/>
              </a:rPr>
              <a:t>被积函数的点乘</a:t>
            </a:r>
            <a:r>
              <a:rPr lang="zh-CN" altLang="en-US" sz="1400" b="0" dirty="0">
                <a:solidFill>
                  <a:srgbClr val="DBF10F"/>
                </a:solidFill>
              </a:rPr>
              <a:t>运算</a:t>
            </a:r>
            <a:endParaRPr lang="zh-CN" altLang="en-US" sz="1400" b="0" dirty="0">
              <a:solidFill>
                <a:srgbClr val="DBF10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" name="Rectangle 71">
            <a:extLst>
              <a:ext uri="{FF2B5EF4-FFF2-40B4-BE49-F238E27FC236}">
                <a16:creationId xmlns:a16="http://schemas.microsoft.com/office/drawing/2014/main" id="{AE66580E-6F05-07F4-E40D-07674F1EDBD6}"/>
              </a:ext>
            </a:extLst>
          </p:cNvPr>
          <p:cNvSpPr/>
          <p:nvPr/>
        </p:nvSpPr>
        <p:spPr>
          <a:xfrm>
            <a:off x="34073" y="3159957"/>
            <a:ext cx="5953949" cy="341051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r>
              <a:rPr lang="zh-CN" altLang="en-US" sz="1400" b="0" dirty="0">
                <a:solidFill>
                  <a:srgbClr val="DBF10F"/>
                </a:solidFill>
              </a:rPr>
              <a:t>③计算标量二重积分</a:t>
            </a:r>
            <a:r>
              <a:rPr lang="zh-CN" altLang="en-US" sz="1400" b="0" dirty="0">
                <a:solidFill>
                  <a:srgbClr val="FF0000"/>
                </a:solidFill>
              </a:rPr>
              <a:t>（有简化）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E40D9D5-1070-BA2C-12F9-607A44CC5E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7864" y="3363332"/>
            <a:ext cx="3305806" cy="417400"/>
          </a:xfrm>
          <a:prstGeom prst="rect">
            <a:avLst/>
          </a:prstGeom>
        </p:spPr>
      </p:pic>
      <p:graphicFrame>
        <p:nvGraphicFramePr>
          <p:cNvPr id="3" name="Object 140">
            <a:extLst>
              <a:ext uri="{FF2B5EF4-FFF2-40B4-BE49-F238E27FC236}">
                <a16:creationId xmlns:a16="http://schemas.microsoft.com/office/drawing/2014/main" id="{E5DD8207-DA55-92DC-262E-10B1F82BA1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1508349"/>
              </p:ext>
            </p:extLst>
          </p:nvPr>
        </p:nvGraphicFramePr>
        <p:xfrm>
          <a:off x="4835968" y="3947030"/>
          <a:ext cx="1817702" cy="1501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239770" imgH="2675255" progId="Visio.Drawing.11">
                  <p:embed/>
                </p:oleObj>
              </mc:Choice>
              <mc:Fallback>
                <p:oleObj r:id="rId7" imgW="3239770" imgH="2675255" progId="Visio.Drawing.11">
                  <p:embed/>
                  <p:pic>
                    <p:nvPicPr>
                      <p:cNvPr id="8" name="Object 140">
                        <a:extLst>
                          <a:ext uri="{FF2B5EF4-FFF2-40B4-BE49-F238E27FC236}">
                            <a16:creationId xmlns:a16="http://schemas.microsoft.com/office/drawing/2014/main" id="{6E3236A3-D010-4BDE-6BCC-7D89F2763B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35968" y="3947030"/>
                        <a:ext cx="1817702" cy="150110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FF084E06-CAD5-CA4E-6E97-38FE4DBEEF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6445" y="5584517"/>
            <a:ext cx="4823556" cy="117617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A7B7E3F-5037-1AF2-6852-F3CA84879F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6302" y="3429000"/>
            <a:ext cx="2257698" cy="349609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38B24041-6ABD-1C26-5CA7-62B9555DE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" y="4778874"/>
            <a:ext cx="2066925" cy="2076450"/>
          </a:xfrm>
          <a:prstGeom prst="rect">
            <a:avLst/>
          </a:prstGeom>
        </p:spPr>
      </p:pic>
      <p:sp>
        <p:nvSpPr>
          <p:cNvPr id="6" name="Text Box 6">
            <a:extLst>
              <a:ext uri="{FF2B5EF4-FFF2-40B4-BE49-F238E27FC236}">
                <a16:creationId xmlns:a16="http://schemas.microsoft.com/office/drawing/2014/main" id="{FC1D76DE-9965-6CB8-CF76-31EA1612A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12238"/>
            <a:ext cx="9143999" cy="521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lang="en-US" altLang="zh-CN" b="1" dirty="0">
                <a:solidFill>
                  <a:srgbClr val="FF9900"/>
                </a:solidFill>
                <a:latin typeface="楷体_GB2312" pitchFamily="49" charset="-122"/>
              </a:rPr>
              <a:t>【</a:t>
            </a:r>
            <a:r>
              <a:rPr lang="zh-CN" altLang="en-US" b="1" dirty="0">
                <a:solidFill>
                  <a:srgbClr val="FF99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例</a:t>
            </a:r>
            <a:r>
              <a:rPr lang="en-US" altLang="zh-CN" b="1" dirty="0">
                <a:solidFill>
                  <a:srgbClr val="FF9900"/>
                </a:solidFill>
                <a:latin typeface="Times New Roman" panose="02020603050405020304" pitchFamily="18" charset="0"/>
              </a:rPr>
              <a:t>2.2.5</a:t>
            </a:r>
            <a:r>
              <a:rPr lang="en-US" altLang="zh-CN" b="1" dirty="0">
                <a:solidFill>
                  <a:srgbClr val="FF9900"/>
                </a:solidFill>
                <a:latin typeface="楷体_GB2312" pitchFamily="49" charset="-122"/>
              </a:rPr>
              <a:t>】</a:t>
            </a:r>
            <a:r>
              <a:rPr kumimoji="1" lang="zh-CN" altLang="en-US" b="1" dirty="0">
                <a:latin typeface="Times New Roman" panose="02020603050405020304" pitchFamily="18" charset="0"/>
              </a:rPr>
              <a:t>求无限大均匀带电平面（电荷面密度为</a:t>
            </a:r>
            <a:r>
              <a:rPr kumimoji="1" lang="el-GR" altLang="zh-CN" b="1" dirty="0">
                <a:cs typeface="Arial" panose="020B0604020202020204" pitchFamily="34" charset="0"/>
              </a:rPr>
              <a:t>σ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）的电场分布</a:t>
            </a:r>
            <a:r>
              <a:rPr kumimoji="1" lang="zh-CN" altLang="en-US" b="1" dirty="0">
                <a:latin typeface="Times New Roman" panose="02020603050405020304" pitchFamily="18" charset="0"/>
                <a:sym typeface="Wingdings" panose="05000000000000000000" pitchFamily="2" charset="2"/>
              </a:rPr>
              <a:t>。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ACC79ABC-A098-9381-8D4E-37EFF0069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87" y="973386"/>
            <a:ext cx="8847138" cy="466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b="1" dirty="0">
                <a:solidFill>
                  <a:srgbClr val="FF99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【</a:t>
            </a:r>
            <a:r>
              <a:rPr lang="zh-CN" altLang="en-US" b="1" dirty="0">
                <a:solidFill>
                  <a:srgbClr val="FF99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解</a:t>
            </a:r>
            <a:r>
              <a:rPr lang="en-US" altLang="zh-CN" b="1" dirty="0">
                <a:solidFill>
                  <a:srgbClr val="FF9900"/>
                </a:solidFill>
                <a:latin typeface="楷体_GB2312" pitchFamily="49" charset="-122"/>
              </a:rPr>
              <a:t>】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取</a:t>
            </a:r>
            <a:r>
              <a:rPr kumimoji="1" lang="zh-CN" altLang="en-US" dirty="0">
                <a:latin typeface="Times New Roman" panose="02020603050405020304" pitchFamily="18" charset="0"/>
              </a:rPr>
              <a:t>高斯面：轴线方向如图的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圆柱面，其两底面面积为</a:t>
            </a:r>
            <a:r>
              <a:rPr kumimoji="1" lang="zh-CN" altLang="en-US" b="1" dirty="0"/>
              <a:t>△</a:t>
            </a:r>
            <a:r>
              <a:rPr kumimoji="1" lang="en-US" altLang="zh-CN" b="1" dirty="0"/>
              <a:t>S</a:t>
            </a:r>
            <a:r>
              <a:rPr kumimoji="1" lang="zh-CN" altLang="en-US" b="1" dirty="0"/>
              <a:t>。</a:t>
            </a:r>
          </a:p>
        </p:txBody>
      </p:sp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A89A406B-0C0C-46E3-7C03-2222B2DB09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2310684"/>
              </p:ext>
            </p:extLst>
          </p:nvPr>
        </p:nvGraphicFramePr>
        <p:xfrm>
          <a:off x="160317" y="1553753"/>
          <a:ext cx="8377238" cy="326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772030" imgH="1460546" progId="Equation.3">
                  <p:embed/>
                </p:oleObj>
              </mc:Choice>
              <mc:Fallback>
                <p:oleObj name="公式" r:id="rId4" imgW="3772030" imgH="1460546" progId="Equation.3">
                  <p:embed/>
                  <p:pic>
                    <p:nvPicPr>
                      <p:cNvPr id="721928" name="Object 8">
                        <a:extLst>
                          <a:ext uri="{FF2B5EF4-FFF2-40B4-BE49-F238E27FC236}">
                            <a16:creationId xmlns:a16="http://schemas.microsoft.com/office/drawing/2014/main" id="{7960084D-7625-2881-2977-7EE837F46A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17" y="1553753"/>
                        <a:ext cx="8377238" cy="326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71">
            <a:extLst>
              <a:ext uri="{FF2B5EF4-FFF2-40B4-BE49-F238E27FC236}">
                <a16:creationId xmlns:a16="http://schemas.microsoft.com/office/drawing/2014/main" id="{F3E0EF2C-2F2E-7555-D924-28101B5B1A88}"/>
              </a:ext>
            </a:extLst>
          </p:cNvPr>
          <p:cNvSpPr/>
          <p:nvPr/>
        </p:nvSpPr>
        <p:spPr>
          <a:xfrm>
            <a:off x="1380308" y="2884821"/>
            <a:ext cx="7380311" cy="29929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r>
              <a:rPr lang="zh-CN" altLang="en-US" sz="1400" b="0" dirty="0">
                <a:solidFill>
                  <a:srgbClr val="DBF10F"/>
                </a:solidFill>
                <a:latin typeface="楷体_GB2312" pitchFamily="49" charset="-122"/>
              </a:rPr>
              <a:t>①</a:t>
            </a:r>
            <a:r>
              <a:rPr lang="zh-CN" altLang="en-US" sz="1400" b="0" dirty="0">
                <a:solidFill>
                  <a:srgbClr val="DBF10F"/>
                </a:solidFill>
                <a:latin typeface="楷体_GB2312" pitchFamily="49" charset="-122"/>
                <a:ea typeface="楷体_GB2312" pitchFamily="49" charset="-122"/>
              </a:rPr>
              <a:t>变闭为开：</a:t>
            </a:r>
            <a:r>
              <a:rPr lang="zh-CN" altLang="en-US" sz="1400" b="0" dirty="0">
                <a:solidFill>
                  <a:srgbClr val="DBF10F"/>
                </a:solidFill>
                <a:latin typeface="楷体_GB2312" pitchFamily="49" charset="-122"/>
              </a:rPr>
              <a:t>闭合曲面的积分</a:t>
            </a:r>
            <a:r>
              <a:rPr lang="zh-CN" altLang="en-US" sz="1400" b="0" dirty="0">
                <a:solidFill>
                  <a:srgbClr val="DBF10F"/>
                </a:solidFill>
              </a:rPr>
              <a:t>（第二类曲面积分）</a:t>
            </a:r>
            <a:r>
              <a:rPr lang="en-US" altLang="zh-CN" sz="1400" b="0" dirty="0">
                <a:solidFill>
                  <a:srgbClr val="DBF10F"/>
                </a:solidFill>
                <a:latin typeface="楷体_GB2312" pitchFamily="49" charset="-122"/>
              </a:rPr>
              <a:t>=</a:t>
            </a:r>
            <a:r>
              <a:rPr lang="zh-CN" altLang="en-US" sz="1400" b="0" dirty="0">
                <a:solidFill>
                  <a:srgbClr val="DBF10F"/>
                </a:solidFill>
                <a:latin typeface="楷体_GB2312" pitchFamily="49" charset="-122"/>
              </a:rPr>
              <a:t>围合该闭合体的各开曲面的面积分之和</a:t>
            </a:r>
            <a:endParaRPr lang="zh-CN" altLang="en-US" sz="1400" b="0" dirty="0">
              <a:solidFill>
                <a:srgbClr val="DBF10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" name="Rectangle 71">
            <a:extLst>
              <a:ext uri="{FF2B5EF4-FFF2-40B4-BE49-F238E27FC236}">
                <a16:creationId xmlns:a16="http://schemas.microsoft.com/office/drawing/2014/main" id="{B4CC2947-873B-FF10-CEDC-8A4A251832DB}"/>
              </a:ext>
            </a:extLst>
          </p:cNvPr>
          <p:cNvSpPr/>
          <p:nvPr/>
        </p:nvSpPr>
        <p:spPr>
          <a:xfrm>
            <a:off x="5495529" y="3672960"/>
            <a:ext cx="3456384" cy="466281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r>
              <a:rPr lang="zh-CN" altLang="en-US" sz="1400" b="0" dirty="0">
                <a:solidFill>
                  <a:srgbClr val="DBF10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zh-CN" altLang="en-US" sz="1400" b="0" dirty="0">
                <a:solidFill>
                  <a:srgbClr val="DBF10F"/>
                </a:solidFill>
                <a:latin typeface="Arial" panose="020B0604020202020204" pitchFamily="34" charset="0"/>
                <a:ea typeface="楷体_GB2312" pitchFamily="49" charset="-122"/>
              </a:rPr>
              <a:t>被积函数的点乘</a:t>
            </a:r>
            <a:r>
              <a:rPr lang="zh-CN" altLang="en-US" sz="1400" b="0" dirty="0">
                <a:solidFill>
                  <a:srgbClr val="DBF10F"/>
                </a:solidFill>
              </a:rPr>
              <a:t>运算</a:t>
            </a:r>
            <a:endParaRPr lang="zh-CN" altLang="en-US" sz="1400" b="0" dirty="0">
              <a:solidFill>
                <a:srgbClr val="DBF10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" name="Rectangle 71">
            <a:extLst>
              <a:ext uri="{FF2B5EF4-FFF2-40B4-BE49-F238E27FC236}">
                <a16:creationId xmlns:a16="http://schemas.microsoft.com/office/drawing/2014/main" id="{95271589-929F-E1F5-F667-B7980CF172EB}"/>
              </a:ext>
            </a:extLst>
          </p:cNvPr>
          <p:cNvSpPr/>
          <p:nvPr/>
        </p:nvSpPr>
        <p:spPr>
          <a:xfrm>
            <a:off x="7524328" y="3656899"/>
            <a:ext cx="1720865" cy="547139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r>
              <a:rPr lang="zh-CN" altLang="en-US" sz="1400" b="0" dirty="0">
                <a:solidFill>
                  <a:srgbClr val="DBF10F"/>
                </a:solidFill>
              </a:rPr>
              <a:t>③计算标量二重积分</a:t>
            </a:r>
            <a:r>
              <a:rPr lang="zh-CN" altLang="en-US" sz="1400" b="0" dirty="0">
                <a:solidFill>
                  <a:srgbClr val="FF0000"/>
                </a:solidFill>
              </a:rPr>
              <a:t>（有简化）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704A67E-F868-1747-EAB4-933F299087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9727" y="3955902"/>
            <a:ext cx="3305806" cy="417400"/>
          </a:xfrm>
          <a:prstGeom prst="rect">
            <a:avLst/>
          </a:prstGeom>
        </p:spPr>
      </p:pic>
      <p:graphicFrame>
        <p:nvGraphicFramePr>
          <p:cNvPr id="10" name="Object 140">
            <a:extLst>
              <a:ext uri="{FF2B5EF4-FFF2-40B4-BE49-F238E27FC236}">
                <a16:creationId xmlns:a16="http://schemas.microsoft.com/office/drawing/2014/main" id="{1F3E8C21-0E64-0BD0-EB7F-D6EF3C6008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5271819"/>
              </p:ext>
            </p:extLst>
          </p:nvPr>
        </p:nvGraphicFramePr>
        <p:xfrm>
          <a:off x="3913157" y="4391745"/>
          <a:ext cx="1817702" cy="1501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239770" imgH="2675255" progId="Visio.Drawing.11">
                  <p:embed/>
                </p:oleObj>
              </mc:Choice>
              <mc:Fallback>
                <p:oleObj r:id="rId7" imgW="3239770" imgH="2675255" progId="Visio.Drawing.11">
                  <p:embed/>
                  <p:pic>
                    <p:nvPicPr>
                      <p:cNvPr id="3" name="Object 140">
                        <a:extLst>
                          <a:ext uri="{FF2B5EF4-FFF2-40B4-BE49-F238E27FC236}">
                            <a16:creationId xmlns:a16="http://schemas.microsoft.com/office/drawing/2014/main" id="{E5DD8207-DA55-92DC-262E-10B1F82BA1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13157" y="4391745"/>
                        <a:ext cx="1817702" cy="150110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图片 14">
            <a:extLst>
              <a:ext uri="{FF2B5EF4-FFF2-40B4-BE49-F238E27FC236}">
                <a16:creationId xmlns:a16="http://schemas.microsoft.com/office/drawing/2014/main" id="{ED026E32-5022-8EFD-FB3E-503D443B5A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77282" y="4373302"/>
            <a:ext cx="3358002" cy="251850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B47E463-9208-F4CC-2EA6-D649514240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08812" y="5929733"/>
            <a:ext cx="3922047" cy="95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7071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|0|0|0|0.4|0|0|0|0|0.3|0|0|0|0|0|0.4|0|0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7|13.5|2.2|21|1.1|22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1.2|1.6|5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0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2"/>
</p:tagLst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1500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1500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4000</TotalTime>
  <Words>1239</Words>
  <Application>Microsoft Office PowerPoint</Application>
  <PresentationFormat>全屏显示(4:3)</PresentationFormat>
  <Paragraphs>230</Paragraphs>
  <Slides>27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黑体</vt:lpstr>
      <vt:lpstr>楷体</vt:lpstr>
      <vt:lpstr>楷体_GB2312</vt:lpstr>
      <vt:lpstr>隶书</vt:lpstr>
      <vt:lpstr>宋体</vt:lpstr>
      <vt:lpstr>幼圆</vt:lpstr>
      <vt:lpstr>Arial</vt:lpstr>
      <vt:lpstr>Symbol</vt:lpstr>
      <vt:lpstr>Times New Roman</vt:lpstr>
      <vt:lpstr>Wingdings</vt:lpstr>
      <vt:lpstr>1_默认设计模板</vt:lpstr>
      <vt:lpstr>Equation.DSMT4</vt:lpstr>
      <vt:lpstr>Equation.3</vt:lpstr>
      <vt:lpstr>Paintbrush Picture</vt:lpstr>
      <vt:lpstr>公式</vt:lpstr>
      <vt:lpstr>Visio.Drawing.11</vt:lpstr>
      <vt:lpstr>2.2   真空中静电场的基本规律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武汉大学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lsp</dc:creator>
  <cp:lastModifiedBy>Admin</cp:lastModifiedBy>
  <cp:revision>2402</cp:revision>
  <dcterms:created xsi:type="dcterms:W3CDTF">2004-02-10T07:06:32Z</dcterms:created>
  <dcterms:modified xsi:type="dcterms:W3CDTF">2025-12-26T04:56:57Z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0FF6B3B4C067411E96926C055B61A004</vt:lpwstr>
  </property>
  <property fmtid="{D5CDD505-2E9C-101B-9397-08002B2CF9AE}" pid="3" name="KSOProductBuildVer">
    <vt:lpwstr>2052-11.1.0.10463</vt:lpwstr>
  </property>
</Properties>
</file>