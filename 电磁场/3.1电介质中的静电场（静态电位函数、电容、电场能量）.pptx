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3"/>
  </p:notesMasterIdLst>
  <p:handoutMasterIdLst>
    <p:handoutMasterId r:id="rId34"/>
  </p:handoutMasterIdLst>
  <p:sldIdLst>
    <p:sldId id="510" r:id="rId2"/>
    <p:sldId id="511" r:id="rId3"/>
    <p:sldId id="512" r:id="rId4"/>
    <p:sldId id="738" r:id="rId5"/>
    <p:sldId id="521" r:id="rId6"/>
    <p:sldId id="613" r:id="rId7"/>
    <p:sldId id="822" r:id="rId8"/>
    <p:sldId id="824" r:id="rId9"/>
    <p:sldId id="591" r:id="rId10"/>
    <p:sldId id="593" r:id="rId11"/>
    <p:sldId id="597" r:id="rId12"/>
    <p:sldId id="844" r:id="rId13"/>
    <p:sldId id="602" r:id="rId14"/>
    <p:sldId id="603" r:id="rId15"/>
    <p:sldId id="837" r:id="rId16"/>
    <p:sldId id="550" r:id="rId17"/>
    <p:sldId id="828" r:id="rId18"/>
    <p:sldId id="553" r:id="rId19"/>
    <p:sldId id="825" r:id="rId20"/>
    <p:sldId id="826" r:id="rId21"/>
    <p:sldId id="820" r:id="rId22"/>
    <p:sldId id="838" r:id="rId23"/>
    <p:sldId id="576" r:id="rId24"/>
    <p:sldId id="839" r:id="rId25"/>
    <p:sldId id="840" r:id="rId26"/>
    <p:sldId id="577" r:id="rId27"/>
    <p:sldId id="841" r:id="rId28"/>
    <p:sldId id="842" r:id="rId29"/>
    <p:sldId id="843" r:id="rId30"/>
    <p:sldId id="823" r:id="rId31"/>
    <p:sldId id="821" r:id="rId32"/>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400"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400"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400"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400"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FF7C80"/>
    <a:srgbClr val="066B94"/>
    <a:srgbClr val="E1E1E1"/>
    <a:srgbClr val="990000"/>
    <a:srgbClr val="D4D4D4"/>
    <a:srgbClr val="CC99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94843" autoAdjust="0"/>
  </p:normalViewPr>
  <p:slideViewPr>
    <p:cSldViewPr>
      <p:cViewPr varScale="1">
        <p:scale>
          <a:sx n="80" d="100"/>
          <a:sy n="80" d="100"/>
        </p:scale>
        <p:origin x="844" y="120"/>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p:cViewPr varScale="1">
        <p:scale>
          <a:sx n="75" d="100"/>
          <a:sy n="75" d="100"/>
        </p:scale>
        <p:origin x="-91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C88C3BA2-8461-FF19-7417-CA948A83D14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200">
                <a:latin typeface="Arial" panose="020B0604020202020204" pitchFamily="34" charset="0"/>
                <a:ea typeface="宋体" panose="02010600030101010101" pitchFamily="2" charset="-122"/>
              </a:defRPr>
            </a:lvl1pPr>
          </a:lstStyle>
          <a:p>
            <a:pPr>
              <a:defRPr/>
            </a:pPr>
            <a:r>
              <a:rPr lang="en-US" altLang="zh-CN"/>
              <a:t>第一课</a:t>
            </a:r>
          </a:p>
        </p:txBody>
      </p:sp>
      <p:sp>
        <p:nvSpPr>
          <p:cNvPr id="153603" name="Rectangle 3">
            <a:extLst>
              <a:ext uri="{FF2B5EF4-FFF2-40B4-BE49-F238E27FC236}">
                <a16:creationId xmlns:a16="http://schemas.microsoft.com/office/drawing/2014/main" id="{0BE852D8-7BFC-AD77-79FE-951431132A5A}"/>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panose="020B0604020202020204" pitchFamily="34" charset="0"/>
                <a:ea typeface="宋体" panose="02010600030101010101" pitchFamily="2" charset="-122"/>
              </a:defRPr>
            </a:lvl1pPr>
          </a:lstStyle>
          <a:p>
            <a:pPr>
              <a:defRPr/>
            </a:pPr>
            <a:fld id="{1B381E4B-9AD8-4B7A-9A91-D31B1C45EDFB}" type="datetime1">
              <a:rPr lang="zh-CN" altLang="en-US"/>
              <a:pPr>
                <a:defRPr/>
              </a:pPr>
              <a:t>2025/12/2</a:t>
            </a:fld>
            <a:endParaRPr lang="en-US" altLang="zh-CN"/>
          </a:p>
        </p:txBody>
      </p:sp>
      <p:sp>
        <p:nvSpPr>
          <p:cNvPr id="153604" name="Rectangle 4">
            <a:extLst>
              <a:ext uri="{FF2B5EF4-FFF2-40B4-BE49-F238E27FC236}">
                <a16:creationId xmlns:a16="http://schemas.microsoft.com/office/drawing/2014/main" id="{68125FCA-BAE6-1A5E-C74F-26FF510C13BB}"/>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defRPr sz="1200">
                <a:latin typeface="Arial" panose="020B0604020202020204" pitchFamily="34" charset="0"/>
                <a:ea typeface="宋体" panose="02010600030101010101" pitchFamily="2" charset="-122"/>
              </a:defRPr>
            </a:lvl1pPr>
          </a:lstStyle>
          <a:p>
            <a:pPr>
              <a:defRPr/>
            </a:pPr>
            <a:r>
              <a:rPr lang="en-US" altLang="zh-CN"/>
              <a:t>第一课</a:t>
            </a:r>
          </a:p>
        </p:txBody>
      </p:sp>
      <p:sp>
        <p:nvSpPr>
          <p:cNvPr id="153605" name="Rectangle 5">
            <a:extLst>
              <a:ext uri="{FF2B5EF4-FFF2-40B4-BE49-F238E27FC236}">
                <a16:creationId xmlns:a16="http://schemas.microsoft.com/office/drawing/2014/main" id="{7B3705C0-4BA8-BAAC-7D1F-1C820E48C8C5}"/>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ea typeface="宋体" panose="02010600030101010101" pitchFamily="2" charset="-122"/>
              </a:defRPr>
            </a:lvl1pPr>
          </a:lstStyle>
          <a:p>
            <a:pPr>
              <a:defRPr/>
            </a:pPr>
            <a:fld id="{9C26EA88-F30E-44B6-B895-21BCE20ECEF2}"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68478612-FFDA-F354-0839-23C69DD9CDE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200">
                <a:latin typeface="Arial" panose="020B0604020202020204" pitchFamily="34" charset="0"/>
                <a:ea typeface="宋体" panose="02010600030101010101" pitchFamily="2" charset="-122"/>
              </a:defRPr>
            </a:lvl1pPr>
          </a:lstStyle>
          <a:p>
            <a:pPr>
              <a:defRPr/>
            </a:pPr>
            <a:r>
              <a:rPr lang="en-US" altLang="zh-CN"/>
              <a:t>第一课</a:t>
            </a:r>
          </a:p>
        </p:txBody>
      </p:sp>
      <p:sp>
        <p:nvSpPr>
          <p:cNvPr id="155651" name="Rectangle 3">
            <a:extLst>
              <a:ext uri="{FF2B5EF4-FFF2-40B4-BE49-F238E27FC236}">
                <a16:creationId xmlns:a16="http://schemas.microsoft.com/office/drawing/2014/main" id="{C147BFE4-3FA0-18BE-BF41-BB978E2FDCC3}"/>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panose="020B0604020202020204" pitchFamily="34" charset="0"/>
                <a:ea typeface="宋体" panose="02010600030101010101" pitchFamily="2" charset="-122"/>
              </a:defRPr>
            </a:lvl1pPr>
          </a:lstStyle>
          <a:p>
            <a:pPr>
              <a:defRPr/>
            </a:pPr>
            <a:fld id="{21C58DE0-7C55-4FD7-9492-3AFB2C65A20F}" type="datetime1">
              <a:rPr lang="zh-CN" altLang="en-US"/>
              <a:pPr>
                <a:defRPr/>
              </a:pPr>
              <a:t>2025/12/2</a:t>
            </a:fld>
            <a:endParaRPr lang="en-US" altLang="zh-CN"/>
          </a:p>
        </p:txBody>
      </p:sp>
      <p:sp>
        <p:nvSpPr>
          <p:cNvPr id="2052" name="Rectangle 4">
            <a:extLst>
              <a:ext uri="{FF2B5EF4-FFF2-40B4-BE49-F238E27FC236}">
                <a16:creationId xmlns:a16="http://schemas.microsoft.com/office/drawing/2014/main" id="{CFCD0C65-6C6E-EE5F-2356-E4775D1C3CF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5653" name="Rectangle 5">
            <a:extLst>
              <a:ext uri="{FF2B5EF4-FFF2-40B4-BE49-F238E27FC236}">
                <a16:creationId xmlns:a16="http://schemas.microsoft.com/office/drawing/2014/main" id="{0B0454B4-3D77-1373-587C-39F6BEE1EAEC}"/>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5654" name="Rectangle 6">
            <a:extLst>
              <a:ext uri="{FF2B5EF4-FFF2-40B4-BE49-F238E27FC236}">
                <a16:creationId xmlns:a16="http://schemas.microsoft.com/office/drawing/2014/main" id="{F27ADE49-04DD-1F1D-7EBA-7C5724FA3520}"/>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defRPr sz="1200">
                <a:latin typeface="Arial" panose="020B0604020202020204" pitchFamily="34" charset="0"/>
                <a:ea typeface="宋体" panose="02010600030101010101" pitchFamily="2" charset="-122"/>
              </a:defRPr>
            </a:lvl1pPr>
          </a:lstStyle>
          <a:p>
            <a:pPr>
              <a:defRPr/>
            </a:pPr>
            <a:r>
              <a:rPr lang="en-US" altLang="zh-CN"/>
              <a:t>第一课</a:t>
            </a:r>
          </a:p>
        </p:txBody>
      </p:sp>
      <p:sp>
        <p:nvSpPr>
          <p:cNvPr id="155655" name="Rectangle 7">
            <a:extLst>
              <a:ext uri="{FF2B5EF4-FFF2-40B4-BE49-F238E27FC236}">
                <a16:creationId xmlns:a16="http://schemas.microsoft.com/office/drawing/2014/main" id="{7EAC284A-93B3-F49E-0368-5B9F6DF2DF93}"/>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ea typeface="宋体" panose="02010600030101010101" pitchFamily="2" charset="-122"/>
              </a:defRPr>
            </a:lvl1pPr>
          </a:lstStyle>
          <a:p>
            <a:pPr>
              <a:defRPr/>
            </a:pPr>
            <a:fld id="{26D91E24-0AF4-4B97-8054-C268217EB0F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292B871-043C-78C2-EE49-5F34C15797C0}"/>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6147" name="Rectangle 3">
            <a:extLst>
              <a:ext uri="{FF2B5EF4-FFF2-40B4-BE49-F238E27FC236}">
                <a16:creationId xmlns:a16="http://schemas.microsoft.com/office/drawing/2014/main" id="{C75AFDF7-7F1B-1AD0-E21D-0DCA0A5CF440}"/>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591A86B1-EEA3-4546-AABE-DE5AF7755840}"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6148" name="Rectangle 6">
            <a:extLst>
              <a:ext uri="{FF2B5EF4-FFF2-40B4-BE49-F238E27FC236}">
                <a16:creationId xmlns:a16="http://schemas.microsoft.com/office/drawing/2014/main" id="{E0523702-7E6A-70B1-4DA1-C95AF174FEC2}"/>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6149" name="Rectangle 7">
            <a:extLst>
              <a:ext uri="{FF2B5EF4-FFF2-40B4-BE49-F238E27FC236}">
                <a16:creationId xmlns:a16="http://schemas.microsoft.com/office/drawing/2014/main" id="{9FD70411-C9C8-F304-6171-3CC375EFDEA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DA30D623-B3A7-4039-B503-6769E31F3C0C}" type="slidenum">
              <a:rPr lang="en-US" altLang="zh-CN" sz="1200">
                <a:ea typeface="宋体" panose="02010600030101010101" pitchFamily="2" charset="-122"/>
              </a:rPr>
              <a:pPr/>
              <a:t>2</a:t>
            </a:fld>
            <a:endParaRPr lang="en-US" altLang="zh-CN" sz="1200">
              <a:ea typeface="宋体" panose="02010600030101010101" pitchFamily="2" charset="-122"/>
            </a:endParaRPr>
          </a:p>
        </p:txBody>
      </p:sp>
      <p:sp>
        <p:nvSpPr>
          <p:cNvPr id="6150" name="Rectangle 2">
            <a:extLst>
              <a:ext uri="{FF2B5EF4-FFF2-40B4-BE49-F238E27FC236}">
                <a16:creationId xmlns:a16="http://schemas.microsoft.com/office/drawing/2014/main" id="{6969AF77-2952-0B8B-352E-0781A0FE2FDF}"/>
              </a:ext>
            </a:extLst>
          </p:cNvPr>
          <p:cNvSpPr>
            <a:spLocks noGrp="1" noRot="1" noChangeAspect="1" noChangeArrowheads="1" noTextEdit="1"/>
          </p:cNvSpPr>
          <p:nvPr>
            <p:ph type="sldImg"/>
          </p:nvPr>
        </p:nvSpPr>
        <p:spPr>
          <a:ln/>
        </p:spPr>
      </p:sp>
      <p:sp>
        <p:nvSpPr>
          <p:cNvPr id="6151" name="Rectangle 3">
            <a:extLst>
              <a:ext uri="{FF2B5EF4-FFF2-40B4-BE49-F238E27FC236}">
                <a16:creationId xmlns:a16="http://schemas.microsoft.com/office/drawing/2014/main" id="{083490CA-3007-D131-5E95-2C896299543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19BFE9D-89C5-C975-2C4B-B82EFE032BE5}"/>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195" name="Rectangle 3">
            <a:extLst>
              <a:ext uri="{FF2B5EF4-FFF2-40B4-BE49-F238E27FC236}">
                <a16:creationId xmlns:a16="http://schemas.microsoft.com/office/drawing/2014/main" id="{95BCB3C1-F7C5-6633-14D9-D9B3AAB8DA33}"/>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0878B213-3C3D-4A13-94F0-CA5E62EE6C40}"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8196" name="Rectangle 6">
            <a:extLst>
              <a:ext uri="{FF2B5EF4-FFF2-40B4-BE49-F238E27FC236}">
                <a16:creationId xmlns:a16="http://schemas.microsoft.com/office/drawing/2014/main" id="{EEED7438-226B-3546-7E04-60EFAE41BD8E}"/>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8197" name="Rectangle 7">
            <a:extLst>
              <a:ext uri="{FF2B5EF4-FFF2-40B4-BE49-F238E27FC236}">
                <a16:creationId xmlns:a16="http://schemas.microsoft.com/office/drawing/2014/main" id="{76F7300E-D4AE-AC49-13AA-BB91D8AB664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5B084422-657A-42C2-A5E8-1764342BD7FA}" type="slidenum">
              <a:rPr lang="en-US" altLang="zh-CN" sz="1200">
                <a:ea typeface="宋体" panose="02010600030101010101" pitchFamily="2" charset="-122"/>
              </a:rPr>
              <a:pPr/>
              <a:t>3</a:t>
            </a:fld>
            <a:endParaRPr lang="en-US" altLang="zh-CN" sz="1200">
              <a:ea typeface="宋体" panose="02010600030101010101" pitchFamily="2" charset="-122"/>
            </a:endParaRPr>
          </a:p>
        </p:txBody>
      </p:sp>
      <p:sp>
        <p:nvSpPr>
          <p:cNvPr id="8198" name="Rectangle 2">
            <a:extLst>
              <a:ext uri="{FF2B5EF4-FFF2-40B4-BE49-F238E27FC236}">
                <a16:creationId xmlns:a16="http://schemas.microsoft.com/office/drawing/2014/main" id="{874C2F63-91A9-4983-B6B9-A4E8F9AAE3AF}"/>
              </a:ext>
            </a:extLst>
          </p:cNvPr>
          <p:cNvSpPr>
            <a:spLocks noGrp="1" noRot="1" noChangeAspect="1" noChangeArrowheads="1" noTextEdit="1"/>
          </p:cNvSpPr>
          <p:nvPr>
            <p:ph type="sldImg"/>
          </p:nvPr>
        </p:nvSpPr>
        <p:spPr>
          <a:ln/>
        </p:spPr>
      </p:sp>
      <p:sp>
        <p:nvSpPr>
          <p:cNvPr id="8199" name="Rectangle 3">
            <a:extLst>
              <a:ext uri="{FF2B5EF4-FFF2-40B4-BE49-F238E27FC236}">
                <a16:creationId xmlns:a16="http://schemas.microsoft.com/office/drawing/2014/main" id="{5FF98BCC-7BB3-595A-7702-291A2BFAD3B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81B321A-9418-8147-F19A-B10213E2C3C7}"/>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12291" name="Rectangle 3">
            <a:extLst>
              <a:ext uri="{FF2B5EF4-FFF2-40B4-BE49-F238E27FC236}">
                <a16:creationId xmlns:a16="http://schemas.microsoft.com/office/drawing/2014/main" id="{B9382171-2A16-DE88-262B-5A8D9FB219EA}"/>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D67FE1C3-824B-4487-B6D2-FF2A38CE7E79}"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12292" name="Rectangle 6">
            <a:extLst>
              <a:ext uri="{FF2B5EF4-FFF2-40B4-BE49-F238E27FC236}">
                <a16:creationId xmlns:a16="http://schemas.microsoft.com/office/drawing/2014/main" id="{38C726F5-D69F-A084-EC30-D6F87F361D7A}"/>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12293" name="Rectangle 7">
            <a:extLst>
              <a:ext uri="{FF2B5EF4-FFF2-40B4-BE49-F238E27FC236}">
                <a16:creationId xmlns:a16="http://schemas.microsoft.com/office/drawing/2014/main" id="{D8AF25F5-4208-FB27-E601-FB98ADC4D73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49F8607-9E68-45DC-9743-600E6292EBAC}" type="slidenum">
              <a:rPr lang="en-US" altLang="zh-CN" sz="1200">
                <a:ea typeface="宋体" panose="02010600030101010101" pitchFamily="2" charset="-122"/>
              </a:rPr>
              <a:pPr/>
              <a:t>6</a:t>
            </a:fld>
            <a:endParaRPr lang="en-US" altLang="zh-CN" sz="1200">
              <a:ea typeface="宋体" panose="02010600030101010101" pitchFamily="2" charset="-122"/>
            </a:endParaRPr>
          </a:p>
        </p:txBody>
      </p:sp>
      <p:sp>
        <p:nvSpPr>
          <p:cNvPr id="12294" name="Rectangle 2">
            <a:extLst>
              <a:ext uri="{FF2B5EF4-FFF2-40B4-BE49-F238E27FC236}">
                <a16:creationId xmlns:a16="http://schemas.microsoft.com/office/drawing/2014/main" id="{8B40AF1E-5D7D-D503-73FD-F00B2346BAF4}"/>
              </a:ext>
            </a:extLst>
          </p:cNvPr>
          <p:cNvSpPr>
            <a:spLocks noGrp="1" noRot="1" noChangeAspect="1" noChangeArrowheads="1" noTextEdit="1"/>
          </p:cNvSpPr>
          <p:nvPr>
            <p:ph type="sldImg"/>
          </p:nvPr>
        </p:nvSpPr>
        <p:spPr>
          <a:ln/>
        </p:spPr>
      </p:sp>
      <p:sp>
        <p:nvSpPr>
          <p:cNvPr id="12295" name="Rectangle 3">
            <a:extLst>
              <a:ext uri="{FF2B5EF4-FFF2-40B4-BE49-F238E27FC236}">
                <a16:creationId xmlns:a16="http://schemas.microsoft.com/office/drawing/2014/main" id="{6E124783-79AE-4712-74B3-F783CC7AAD0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zh-CN"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1B8D983-89E6-B010-E0BE-A0DE12B72690}"/>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14339" name="Rectangle 3">
            <a:extLst>
              <a:ext uri="{FF2B5EF4-FFF2-40B4-BE49-F238E27FC236}">
                <a16:creationId xmlns:a16="http://schemas.microsoft.com/office/drawing/2014/main" id="{305B2D4E-A1B2-640A-A1DD-4540136C1F34}"/>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4C058EFE-BDE2-4A31-82C8-5BC2BFD01148}"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14340" name="Rectangle 6">
            <a:extLst>
              <a:ext uri="{FF2B5EF4-FFF2-40B4-BE49-F238E27FC236}">
                <a16:creationId xmlns:a16="http://schemas.microsoft.com/office/drawing/2014/main" id="{74B6606C-3018-9246-BE03-2E851C54AAD3}"/>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14341" name="Rectangle 7">
            <a:extLst>
              <a:ext uri="{FF2B5EF4-FFF2-40B4-BE49-F238E27FC236}">
                <a16:creationId xmlns:a16="http://schemas.microsoft.com/office/drawing/2014/main" id="{7D790FE4-D90A-7F65-5D66-89D2B4F3229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748F2F0-67F9-41A7-89B0-F0A2B10AB661}" type="slidenum">
              <a:rPr lang="en-US" altLang="zh-CN" sz="1200">
                <a:ea typeface="宋体" panose="02010600030101010101" pitchFamily="2" charset="-122"/>
              </a:rPr>
              <a:pPr/>
              <a:t>7</a:t>
            </a:fld>
            <a:endParaRPr lang="en-US" altLang="zh-CN" sz="1200">
              <a:ea typeface="宋体" panose="02010600030101010101" pitchFamily="2" charset="-122"/>
            </a:endParaRPr>
          </a:p>
        </p:txBody>
      </p:sp>
      <p:sp>
        <p:nvSpPr>
          <p:cNvPr id="14342" name="Rectangle 2">
            <a:extLst>
              <a:ext uri="{FF2B5EF4-FFF2-40B4-BE49-F238E27FC236}">
                <a16:creationId xmlns:a16="http://schemas.microsoft.com/office/drawing/2014/main" id="{FD349DDF-5AC5-791C-6A17-9458FD84BD2C}"/>
              </a:ext>
            </a:extLst>
          </p:cNvPr>
          <p:cNvSpPr>
            <a:spLocks noGrp="1" noRot="1" noChangeAspect="1" noChangeArrowheads="1" noTextEdit="1"/>
          </p:cNvSpPr>
          <p:nvPr>
            <p:ph type="sldImg"/>
          </p:nvPr>
        </p:nvSpPr>
        <p:spPr>
          <a:ln/>
        </p:spPr>
      </p:sp>
      <p:sp>
        <p:nvSpPr>
          <p:cNvPr id="14343" name="Rectangle 3">
            <a:extLst>
              <a:ext uri="{FF2B5EF4-FFF2-40B4-BE49-F238E27FC236}">
                <a16:creationId xmlns:a16="http://schemas.microsoft.com/office/drawing/2014/main" id="{175F4819-9E0B-41B4-D12E-40277FFF51F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94EE686-3A80-767F-A183-7D5B92644FED}"/>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16387" name="Rectangle 3">
            <a:extLst>
              <a:ext uri="{FF2B5EF4-FFF2-40B4-BE49-F238E27FC236}">
                <a16:creationId xmlns:a16="http://schemas.microsoft.com/office/drawing/2014/main" id="{312774F6-6845-3097-540E-9C052E7E808E}"/>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9B4EB7F-A771-468B-A7D9-FE9CB1B99E9A}"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16388" name="Rectangle 6">
            <a:extLst>
              <a:ext uri="{FF2B5EF4-FFF2-40B4-BE49-F238E27FC236}">
                <a16:creationId xmlns:a16="http://schemas.microsoft.com/office/drawing/2014/main" id="{652FCC77-C67A-0AE5-6CE3-963E29CDC64C}"/>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16389" name="Rectangle 7">
            <a:extLst>
              <a:ext uri="{FF2B5EF4-FFF2-40B4-BE49-F238E27FC236}">
                <a16:creationId xmlns:a16="http://schemas.microsoft.com/office/drawing/2014/main" id="{995DD982-ED9A-96E3-816F-4AAEF8A7899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227B66E1-6A07-4695-8EBB-AD25A06656C9}" type="slidenum">
              <a:rPr lang="en-US" altLang="zh-CN" sz="1200">
                <a:ea typeface="宋体" panose="02010600030101010101" pitchFamily="2" charset="-122"/>
              </a:rPr>
              <a:pPr/>
              <a:t>8</a:t>
            </a:fld>
            <a:endParaRPr lang="en-US" altLang="zh-CN" sz="1200">
              <a:ea typeface="宋体" panose="02010600030101010101" pitchFamily="2" charset="-122"/>
            </a:endParaRPr>
          </a:p>
        </p:txBody>
      </p:sp>
      <p:sp>
        <p:nvSpPr>
          <p:cNvPr id="16390" name="Rectangle 2">
            <a:extLst>
              <a:ext uri="{FF2B5EF4-FFF2-40B4-BE49-F238E27FC236}">
                <a16:creationId xmlns:a16="http://schemas.microsoft.com/office/drawing/2014/main" id="{8EB15AC1-5B18-2B13-CD0B-C14C25E4490F}"/>
              </a:ext>
            </a:extLst>
          </p:cNvPr>
          <p:cNvSpPr>
            <a:spLocks noGrp="1" noRot="1" noChangeAspect="1" noChangeArrowheads="1" noTextEdit="1"/>
          </p:cNvSpPr>
          <p:nvPr>
            <p:ph type="sldImg"/>
          </p:nvPr>
        </p:nvSpPr>
        <p:spPr>
          <a:ln/>
        </p:spPr>
      </p:sp>
      <p:sp>
        <p:nvSpPr>
          <p:cNvPr id="16391" name="Rectangle 3">
            <a:extLst>
              <a:ext uri="{FF2B5EF4-FFF2-40B4-BE49-F238E27FC236}">
                <a16:creationId xmlns:a16="http://schemas.microsoft.com/office/drawing/2014/main" id="{6C546A28-C841-C499-306D-A4062508432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E6F5D09-F359-3063-6635-55C60641F538}"/>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18435" name="Rectangle 3">
            <a:extLst>
              <a:ext uri="{FF2B5EF4-FFF2-40B4-BE49-F238E27FC236}">
                <a16:creationId xmlns:a16="http://schemas.microsoft.com/office/drawing/2014/main" id="{D74E244C-26E1-7A73-F9FA-83D6869F8E3A}"/>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3C78649A-D803-452A-A66D-52FC600F2271}"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18436" name="Rectangle 6">
            <a:extLst>
              <a:ext uri="{FF2B5EF4-FFF2-40B4-BE49-F238E27FC236}">
                <a16:creationId xmlns:a16="http://schemas.microsoft.com/office/drawing/2014/main" id="{D5D7D54F-F0E7-4B30-A0E9-72EC92CDCBA0}"/>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18437" name="Rectangle 7">
            <a:extLst>
              <a:ext uri="{FF2B5EF4-FFF2-40B4-BE49-F238E27FC236}">
                <a16:creationId xmlns:a16="http://schemas.microsoft.com/office/drawing/2014/main" id="{31DA8852-ED1F-81BF-7F58-E4FDC3FC1C0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4FB6D0D-CA4D-4F53-ABB4-16F0CAC99697}" type="slidenum">
              <a:rPr lang="en-US" altLang="zh-CN" sz="1200">
                <a:ea typeface="宋体" panose="02010600030101010101" pitchFamily="2" charset="-122"/>
              </a:rPr>
              <a:pPr/>
              <a:t>9</a:t>
            </a:fld>
            <a:endParaRPr lang="en-US" altLang="zh-CN" sz="1200">
              <a:ea typeface="宋体" panose="02010600030101010101" pitchFamily="2" charset="-122"/>
            </a:endParaRPr>
          </a:p>
        </p:txBody>
      </p:sp>
      <p:sp>
        <p:nvSpPr>
          <p:cNvPr id="18438" name="Rectangle 2">
            <a:extLst>
              <a:ext uri="{FF2B5EF4-FFF2-40B4-BE49-F238E27FC236}">
                <a16:creationId xmlns:a16="http://schemas.microsoft.com/office/drawing/2014/main" id="{CEBBA208-C532-E11A-16CF-DF952E4F2727}"/>
              </a:ext>
            </a:extLst>
          </p:cNvPr>
          <p:cNvSpPr>
            <a:spLocks noGrp="1" noRot="1" noChangeAspect="1" noChangeArrowheads="1" noTextEdit="1"/>
          </p:cNvSpPr>
          <p:nvPr>
            <p:ph type="sldImg"/>
          </p:nvPr>
        </p:nvSpPr>
        <p:spPr>
          <a:ln/>
        </p:spPr>
      </p:sp>
      <p:sp>
        <p:nvSpPr>
          <p:cNvPr id="18439" name="Rectangle 3">
            <a:extLst>
              <a:ext uri="{FF2B5EF4-FFF2-40B4-BE49-F238E27FC236}">
                <a16:creationId xmlns:a16="http://schemas.microsoft.com/office/drawing/2014/main" id="{5423A3F3-467A-3120-1F46-4A7BC4151C7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BC3B8A4-6A44-FD75-5D49-886191F4C40B}"/>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20483" name="Rectangle 3">
            <a:extLst>
              <a:ext uri="{FF2B5EF4-FFF2-40B4-BE49-F238E27FC236}">
                <a16:creationId xmlns:a16="http://schemas.microsoft.com/office/drawing/2014/main" id="{565D87CA-1C2C-E7C8-0C2B-2939416B07E3}"/>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CDB6D79A-AD1B-4FCD-81C3-FD86FB177856}"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20484" name="Rectangle 6">
            <a:extLst>
              <a:ext uri="{FF2B5EF4-FFF2-40B4-BE49-F238E27FC236}">
                <a16:creationId xmlns:a16="http://schemas.microsoft.com/office/drawing/2014/main" id="{70D3F23A-0DA8-2544-D6D3-C6EB2B332AC8}"/>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20485" name="Rectangle 7">
            <a:extLst>
              <a:ext uri="{FF2B5EF4-FFF2-40B4-BE49-F238E27FC236}">
                <a16:creationId xmlns:a16="http://schemas.microsoft.com/office/drawing/2014/main" id="{85430A2A-06F7-CB21-EB16-1A4D87860C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7AD5989D-8973-4A54-AC6F-75FB87DB2487}" type="slidenum">
              <a:rPr lang="en-US" altLang="zh-CN" sz="1200">
                <a:ea typeface="宋体" panose="02010600030101010101" pitchFamily="2" charset="-122"/>
              </a:rPr>
              <a:pPr/>
              <a:t>10</a:t>
            </a:fld>
            <a:endParaRPr lang="en-US" altLang="zh-CN" sz="1200">
              <a:ea typeface="宋体" panose="02010600030101010101" pitchFamily="2" charset="-122"/>
            </a:endParaRPr>
          </a:p>
        </p:txBody>
      </p:sp>
      <p:sp>
        <p:nvSpPr>
          <p:cNvPr id="20486" name="Rectangle 2">
            <a:extLst>
              <a:ext uri="{FF2B5EF4-FFF2-40B4-BE49-F238E27FC236}">
                <a16:creationId xmlns:a16="http://schemas.microsoft.com/office/drawing/2014/main" id="{1D320BC5-63C0-9ECA-17AD-396A7D6B9782}"/>
              </a:ext>
            </a:extLst>
          </p:cNvPr>
          <p:cNvSpPr>
            <a:spLocks noGrp="1" noRot="1" noChangeAspect="1" noChangeArrowheads="1" noTextEdit="1"/>
          </p:cNvSpPr>
          <p:nvPr>
            <p:ph type="sldImg"/>
          </p:nvPr>
        </p:nvSpPr>
        <p:spPr>
          <a:ln/>
        </p:spPr>
      </p:sp>
      <p:sp>
        <p:nvSpPr>
          <p:cNvPr id="20487" name="Rectangle 3">
            <a:extLst>
              <a:ext uri="{FF2B5EF4-FFF2-40B4-BE49-F238E27FC236}">
                <a16:creationId xmlns:a16="http://schemas.microsoft.com/office/drawing/2014/main" id="{FF12AE3C-FE7B-ADE8-7F70-8776F1354C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B8E8764-583A-6716-F825-252AFBD8B8D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22531" name="Rectangle 3">
            <a:extLst>
              <a:ext uri="{FF2B5EF4-FFF2-40B4-BE49-F238E27FC236}">
                <a16:creationId xmlns:a16="http://schemas.microsoft.com/office/drawing/2014/main" id="{6D45DF15-4C90-A22B-3730-8827BDB13F2A}"/>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6A1FD7F-94D9-41E9-97DE-86712DCA4E0C}"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22532" name="Rectangle 6">
            <a:extLst>
              <a:ext uri="{FF2B5EF4-FFF2-40B4-BE49-F238E27FC236}">
                <a16:creationId xmlns:a16="http://schemas.microsoft.com/office/drawing/2014/main" id="{79FA0149-727B-8EBD-95FC-600B34538A9F}"/>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22533" name="Rectangle 7">
            <a:extLst>
              <a:ext uri="{FF2B5EF4-FFF2-40B4-BE49-F238E27FC236}">
                <a16:creationId xmlns:a16="http://schemas.microsoft.com/office/drawing/2014/main" id="{AC8AE1CC-AF73-BC39-7FCD-BD22D9DFD6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4FCC8395-FDD2-414F-8F0B-399C7A254DB3}" type="slidenum">
              <a:rPr lang="en-US" altLang="zh-CN" sz="1200">
                <a:ea typeface="宋体" panose="02010600030101010101" pitchFamily="2" charset="-122"/>
              </a:rPr>
              <a:pPr/>
              <a:t>11</a:t>
            </a:fld>
            <a:endParaRPr lang="en-US" altLang="zh-CN" sz="1200">
              <a:ea typeface="宋体" panose="02010600030101010101" pitchFamily="2" charset="-122"/>
            </a:endParaRPr>
          </a:p>
        </p:txBody>
      </p:sp>
      <p:sp>
        <p:nvSpPr>
          <p:cNvPr id="22534" name="Rectangle 2">
            <a:extLst>
              <a:ext uri="{FF2B5EF4-FFF2-40B4-BE49-F238E27FC236}">
                <a16:creationId xmlns:a16="http://schemas.microsoft.com/office/drawing/2014/main" id="{853336D2-59B7-ACFC-0F97-ACC0808980C3}"/>
              </a:ext>
            </a:extLst>
          </p:cNvPr>
          <p:cNvSpPr>
            <a:spLocks noGrp="1" noRot="1" noChangeAspect="1" noChangeArrowheads="1" noTextEdit="1"/>
          </p:cNvSpPr>
          <p:nvPr>
            <p:ph type="sldImg"/>
          </p:nvPr>
        </p:nvSpPr>
        <p:spPr>
          <a:ln/>
        </p:spPr>
      </p:sp>
      <p:sp>
        <p:nvSpPr>
          <p:cNvPr id="22535" name="Rectangle 3">
            <a:extLst>
              <a:ext uri="{FF2B5EF4-FFF2-40B4-BE49-F238E27FC236}">
                <a16:creationId xmlns:a16="http://schemas.microsoft.com/office/drawing/2014/main" id="{07011161-604D-CEBD-166F-E117B025C29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fontAlgn="base">
              <a:buFont typeface="+mj-lt"/>
              <a:buNone/>
            </a:pPr>
            <a:r>
              <a:rPr lang="zh-CN" altLang="en-US" sz="1400" b="1" i="0" dirty="0">
                <a:effectLst/>
                <a:latin typeface="inherit"/>
              </a:rPr>
              <a:t>电位移矢量的边界条件</a:t>
            </a:r>
            <a:r>
              <a:rPr lang="zh-CN" altLang="en-US" sz="1400" b="0" i="0" dirty="0">
                <a:effectLst/>
                <a:latin typeface="inherit"/>
              </a:rPr>
              <a:t>：</a:t>
            </a:r>
            <a:r>
              <a:rPr lang="en-US" altLang="zh-CN" sz="1400" b="0" i="1" dirty="0">
                <a:effectLst/>
                <a:latin typeface="KaTeX_Math"/>
              </a:rPr>
              <a:t>D</a:t>
            </a:r>
            <a:r>
              <a:rPr lang="en-US" altLang="zh-CN" sz="1400" b="0" i="0" baseline="-25000" dirty="0">
                <a:effectLst/>
                <a:latin typeface="inherit"/>
              </a:rPr>
              <a:t>2</a:t>
            </a:r>
            <a:r>
              <a:rPr lang="en-US" altLang="zh-CN" sz="1400" b="0" i="1" baseline="-25000" dirty="0">
                <a:effectLst/>
                <a:latin typeface="KaTeX_Math"/>
              </a:rPr>
              <a:t>n</a:t>
            </a:r>
            <a:r>
              <a:rPr lang="en-US" altLang="zh-CN" sz="1400" b="0" i="0" dirty="0">
                <a:effectLst/>
                <a:latin typeface="inherit"/>
              </a:rPr>
              <a:t>​</a:t>
            </a:r>
            <a:r>
              <a:rPr lang="en-US" altLang="zh-CN" sz="1400" b="0" i="0" dirty="0">
                <a:effectLst/>
                <a:latin typeface="KaTeX_Main"/>
              </a:rPr>
              <a:t>−</a:t>
            </a:r>
            <a:r>
              <a:rPr lang="en-US" altLang="zh-CN" sz="1400" b="0" i="1" dirty="0">
                <a:effectLst/>
                <a:latin typeface="KaTeX_Math"/>
              </a:rPr>
              <a:t>D</a:t>
            </a:r>
            <a:r>
              <a:rPr lang="en-US" altLang="zh-CN" sz="1400" b="0" i="0" baseline="-25000" dirty="0">
                <a:effectLst/>
                <a:latin typeface="inherit"/>
              </a:rPr>
              <a:t>1</a:t>
            </a:r>
            <a:r>
              <a:rPr lang="en-US" altLang="zh-CN" sz="1400" b="0" i="1" baseline="-25000" dirty="0">
                <a:effectLst/>
                <a:latin typeface="KaTeX_Math"/>
              </a:rPr>
              <a:t>n</a:t>
            </a:r>
            <a:r>
              <a:rPr lang="en-US" altLang="zh-CN" sz="1400" b="0" i="0" dirty="0">
                <a:effectLst/>
                <a:latin typeface="inherit"/>
              </a:rPr>
              <a:t>​</a:t>
            </a:r>
            <a:r>
              <a:rPr lang="en-US" altLang="zh-CN" sz="1400" b="0" i="0" dirty="0">
                <a:effectLst/>
                <a:latin typeface="KaTeX_Main"/>
              </a:rPr>
              <a:t>=</a:t>
            </a:r>
            <a:r>
              <a:rPr lang="el-GR" altLang="zh-CN" sz="1400" b="0" i="1" dirty="0">
                <a:effectLst/>
                <a:latin typeface="KaTeX_Math"/>
              </a:rPr>
              <a:t>ρ</a:t>
            </a:r>
            <a:r>
              <a:rPr lang="en-US" altLang="zh-CN" sz="1400" b="0" i="1" baseline="-25000" dirty="0">
                <a:effectLst/>
                <a:latin typeface="KaTeX_Math"/>
              </a:rPr>
              <a:t>s</a:t>
            </a:r>
            <a:r>
              <a:rPr lang="en-US" altLang="zh-CN" sz="1400" b="0" i="0" dirty="0">
                <a:effectLst/>
                <a:latin typeface="inherit"/>
              </a:rPr>
              <a:t>​</a:t>
            </a:r>
            <a:r>
              <a:rPr lang="zh-CN" altLang="en-US" sz="1400" b="0" i="0" dirty="0">
                <a:effectLst/>
                <a:latin typeface="inherit"/>
              </a:rPr>
              <a:t>，</a:t>
            </a:r>
            <a:r>
              <a:rPr lang="el-GR" altLang="zh-CN" sz="1400" b="0" i="1" dirty="0">
                <a:effectLst/>
                <a:latin typeface="KaTeX_Math"/>
              </a:rPr>
              <a:t>ε</a:t>
            </a:r>
            <a:r>
              <a:rPr lang="el-GR" altLang="zh-CN" sz="1400" b="0" i="0" baseline="-25000" dirty="0">
                <a:effectLst/>
                <a:latin typeface="inherit"/>
              </a:rPr>
              <a:t>2</a:t>
            </a:r>
            <a:r>
              <a:rPr lang="el-GR" altLang="zh-CN" sz="1400" b="0" i="0" dirty="0">
                <a:effectLst/>
                <a:latin typeface="inherit"/>
              </a:rPr>
              <a:t>​</a:t>
            </a:r>
            <a:r>
              <a:rPr lang="en-US" altLang="zh-CN" sz="1400" b="0" i="1" dirty="0">
                <a:effectLst/>
                <a:latin typeface="KaTeX_Math"/>
              </a:rPr>
              <a:t>E</a:t>
            </a:r>
            <a:r>
              <a:rPr lang="en-US" altLang="zh-CN" sz="1400" b="0" i="0" baseline="-25000" dirty="0">
                <a:effectLst/>
                <a:latin typeface="inherit"/>
              </a:rPr>
              <a:t>2</a:t>
            </a:r>
            <a:r>
              <a:rPr lang="en-US" altLang="zh-CN" sz="1400" b="0" i="1" baseline="-25000" dirty="0">
                <a:effectLst/>
                <a:latin typeface="KaTeX_Math"/>
              </a:rPr>
              <a:t>n</a:t>
            </a:r>
            <a:r>
              <a:rPr lang="en-US" altLang="zh-CN" sz="1400" b="0" i="1" dirty="0">
                <a:effectLst/>
                <a:latin typeface="KaTeX_Math"/>
              </a:rPr>
              <a:t>-</a:t>
            </a:r>
            <a:r>
              <a:rPr lang="el-GR" altLang="zh-CN" sz="1400" b="0" i="1" dirty="0">
                <a:effectLst/>
                <a:latin typeface="KaTeX_Math"/>
              </a:rPr>
              <a:t>ε</a:t>
            </a:r>
            <a:r>
              <a:rPr lang="el-GR" altLang="zh-CN" sz="1400" b="0" i="0" baseline="-25000" dirty="0">
                <a:effectLst/>
                <a:latin typeface="inherit"/>
              </a:rPr>
              <a:t>1</a:t>
            </a:r>
            <a:r>
              <a:rPr lang="el-GR" altLang="zh-CN" sz="1400" b="0" i="0" dirty="0">
                <a:effectLst/>
                <a:latin typeface="inherit"/>
              </a:rPr>
              <a:t>​</a:t>
            </a:r>
            <a:r>
              <a:rPr lang="en-US" altLang="zh-CN" sz="1400" b="0" i="1" dirty="0">
                <a:effectLst/>
                <a:latin typeface="KaTeX_Math"/>
              </a:rPr>
              <a:t>E</a:t>
            </a:r>
            <a:r>
              <a:rPr lang="en-US" altLang="zh-CN" sz="1400" b="0" i="0" baseline="-25000" dirty="0">
                <a:effectLst/>
                <a:latin typeface="inherit"/>
              </a:rPr>
              <a:t>1</a:t>
            </a:r>
            <a:r>
              <a:rPr lang="en-US" altLang="zh-CN" sz="1400" b="0" i="1" baseline="-25000" dirty="0">
                <a:effectLst/>
                <a:latin typeface="KaTeX_Math"/>
              </a:rPr>
              <a:t>n</a:t>
            </a:r>
            <a:r>
              <a:rPr lang="en-US" altLang="zh-CN" sz="1400" b="0" i="0" dirty="0">
                <a:effectLst/>
                <a:latin typeface="inherit"/>
              </a:rPr>
              <a:t>​</a:t>
            </a:r>
            <a:r>
              <a:rPr lang="en-US" altLang="zh-CN" sz="1400" b="0" i="0" dirty="0">
                <a:effectLst/>
                <a:latin typeface="KaTeX_Main"/>
              </a:rPr>
              <a:t>=</a:t>
            </a:r>
            <a:r>
              <a:rPr lang="el-GR" altLang="zh-CN" sz="1400" b="0" i="1" dirty="0">
                <a:effectLst/>
                <a:latin typeface="KaTeX_Math"/>
              </a:rPr>
              <a:t>ρ</a:t>
            </a:r>
            <a:r>
              <a:rPr lang="en-US" altLang="zh-CN" sz="1400" b="0" i="1" baseline="-25000" dirty="0">
                <a:effectLst/>
                <a:latin typeface="KaTeX_Math"/>
              </a:rPr>
              <a:t>s</a:t>
            </a:r>
            <a:r>
              <a:rPr lang="en-US" altLang="zh-CN" sz="1400" b="0" i="0" dirty="0">
                <a:effectLst/>
                <a:latin typeface="inherit"/>
              </a:rPr>
              <a:t>​</a:t>
            </a:r>
            <a:endParaRPr lang="zh-CN" altLang="en-US" sz="1400" b="0" i="0" dirty="0">
              <a:effectLst/>
              <a:latin typeface="inherit"/>
            </a:endParaRPr>
          </a:p>
          <a:p>
            <a:pPr algn="l" fontAlgn="base">
              <a:buFont typeface="+mj-lt"/>
              <a:buNone/>
            </a:pPr>
            <a:r>
              <a:rPr lang="zh-CN" altLang="en-US" sz="1400" b="1" i="0" dirty="0">
                <a:effectLst/>
                <a:latin typeface="inherit"/>
              </a:rPr>
              <a:t>电场与电势的关系</a:t>
            </a:r>
            <a:r>
              <a:rPr lang="zh-CN" altLang="en-US" sz="1400" b="0" i="0" dirty="0">
                <a:effectLst/>
                <a:latin typeface="inherit"/>
              </a:rPr>
              <a:t>：</a:t>
            </a:r>
            <a:r>
              <a:rPr lang="en-US" altLang="zh-CN" sz="1400" b="0" i="1" u="sng" dirty="0">
                <a:effectLst/>
                <a:latin typeface="KaTeX_Math"/>
              </a:rPr>
              <a:t>E</a:t>
            </a:r>
            <a:r>
              <a:rPr lang="en-US" altLang="zh-CN" sz="1400" b="0" i="0" u="sng" baseline="-25000" dirty="0">
                <a:effectLst/>
                <a:latin typeface="inherit"/>
              </a:rPr>
              <a:t>1</a:t>
            </a:r>
            <a:r>
              <a:rPr lang="en-US" altLang="zh-CN" sz="1400" b="0" i="1" u="sng" baseline="-25000" dirty="0">
                <a:effectLst/>
                <a:latin typeface="KaTeX_Math"/>
              </a:rPr>
              <a:t>n</a:t>
            </a:r>
            <a:r>
              <a:rPr lang="en-US" altLang="zh-CN" sz="1400" b="0" i="0" u="sng" baseline="-25000" dirty="0">
                <a:effectLst/>
                <a:latin typeface="inherit"/>
              </a:rPr>
              <a:t>​</a:t>
            </a:r>
            <a:r>
              <a:rPr lang="en-US" altLang="zh-CN" sz="1400" b="0" i="0" u="sng" dirty="0">
                <a:effectLst/>
                <a:latin typeface="KaTeX_Main"/>
              </a:rPr>
              <a:t>=−∂</a:t>
            </a:r>
            <a:r>
              <a:rPr lang="el-GR" altLang="zh-CN" sz="1400" b="0" i="1" u="sng" dirty="0">
                <a:effectLst/>
                <a:latin typeface="KaTeX_Math"/>
              </a:rPr>
              <a:t>φ</a:t>
            </a:r>
            <a:r>
              <a:rPr lang="el-GR" altLang="zh-CN" sz="1400" b="0" i="0" u="sng" baseline="-25000" dirty="0">
                <a:effectLst/>
                <a:latin typeface="inherit"/>
              </a:rPr>
              <a:t>1</a:t>
            </a:r>
            <a:r>
              <a:rPr lang="en-US" altLang="zh-CN" sz="1400" b="0" i="0" u="sng" dirty="0">
                <a:effectLst/>
                <a:latin typeface="inherit"/>
              </a:rPr>
              <a:t>/</a:t>
            </a:r>
            <a:r>
              <a:rPr lang="en-US" altLang="zh-CN" sz="1400" b="0" i="0" u="sng" dirty="0">
                <a:effectLst/>
                <a:latin typeface="KaTeX_Main"/>
              </a:rPr>
              <a:t>∂</a:t>
            </a:r>
            <a:r>
              <a:rPr lang="en-US" altLang="zh-CN" sz="1400" b="0" i="1" u="sng" dirty="0">
                <a:effectLst/>
                <a:latin typeface="KaTeX_Math"/>
              </a:rPr>
              <a:t>n</a:t>
            </a:r>
            <a:r>
              <a:rPr lang="zh-CN" altLang="en-US" sz="1400" b="0" i="0" u="sng" dirty="0">
                <a:effectLst/>
                <a:latin typeface="inherit"/>
              </a:rPr>
              <a:t>，</a:t>
            </a:r>
            <a:r>
              <a:rPr lang="en-US" altLang="zh-CN" sz="1400" b="0" i="1" u="sng" dirty="0">
                <a:effectLst/>
                <a:latin typeface="KaTeX_Math"/>
              </a:rPr>
              <a:t>E</a:t>
            </a:r>
            <a:r>
              <a:rPr lang="en-US" altLang="zh-CN" sz="1400" b="0" i="0" u="sng" baseline="-25000" dirty="0">
                <a:effectLst/>
                <a:latin typeface="inherit"/>
              </a:rPr>
              <a:t>2</a:t>
            </a:r>
            <a:r>
              <a:rPr lang="en-US" altLang="zh-CN" sz="1400" b="0" i="1" u="sng" baseline="-25000" dirty="0">
                <a:effectLst/>
                <a:latin typeface="KaTeX_Math"/>
              </a:rPr>
              <a:t>n</a:t>
            </a:r>
            <a:r>
              <a:rPr lang="en-US" altLang="zh-CN" sz="1400" b="0" i="0" u="sng" dirty="0">
                <a:effectLst/>
                <a:latin typeface="inherit"/>
              </a:rPr>
              <a:t>​</a:t>
            </a:r>
            <a:r>
              <a:rPr lang="en-US" altLang="zh-CN" sz="1400" b="0" i="0" u="sng" dirty="0">
                <a:effectLst/>
                <a:latin typeface="KaTeX_Main"/>
              </a:rPr>
              <a:t>=−∂</a:t>
            </a:r>
            <a:r>
              <a:rPr lang="el-GR" altLang="zh-CN" sz="1400" b="0" i="1" u="sng" dirty="0">
                <a:effectLst/>
                <a:latin typeface="KaTeX_Math"/>
              </a:rPr>
              <a:t>φ</a:t>
            </a:r>
            <a:r>
              <a:rPr lang="el-GR" altLang="zh-CN" sz="1400" b="0" i="0" u="sng" baseline="-25000" dirty="0">
                <a:effectLst/>
                <a:latin typeface="inherit"/>
              </a:rPr>
              <a:t>2​​</a:t>
            </a:r>
            <a:r>
              <a:rPr lang="en-US" altLang="zh-CN" sz="1400" b="0" i="0" u="sng" dirty="0">
                <a:effectLst/>
                <a:latin typeface="inherit"/>
              </a:rPr>
              <a:t>/</a:t>
            </a:r>
            <a:r>
              <a:rPr lang="en-US" altLang="zh-CN" sz="1400" b="0" i="0" u="sng" dirty="0">
                <a:effectLst/>
                <a:latin typeface="KaTeX_Main"/>
              </a:rPr>
              <a:t>∂</a:t>
            </a:r>
            <a:r>
              <a:rPr lang="en-US" altLang="zh-CN" sz="1400" b="0" i="1" u="sng" dirty="0">
                <a:effectLst/>
                <a:latin typeface="KaTeX_Math"/>
              </a:rPr>
              <a:t>n</a:t>
            </a:r>
            <a:r>
              <a:rPr lang="zh-CN" altLang="en-US" sz="1400" b="1" i="0" dirty="0">
                <a:effectLst/>
                <a:latin typeface="inherit"/>
              </a:rPr>
              <a:t>代入可得</a:t>
            </a:r>
            <a:endParaRPr lang="zh-CN" altLang="el-GR" sz="14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F883B379-C1A7-66FA-C464-81BF231C37C2}"/>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24579" name="Rectangle 3">
            <a:extLst>
              <a:ext uri="{FF2B5EF4-FFF2-40B4-BE49-F238E27FC236}">
                <a16:creationId xmlns:a16="http://schemas.microsoft.com/office/drawing/2014/main" id="{FFD2084B-EEF4-7A36-C038-69F3419666A8}"/>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114061C7-F6E5-464D-86D5-37E56C814647}"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24580" name="Rectangle 6">
            <a:extLst>
              <a:ext uri="{FF2B5EF4-FFF2-40B4-BE49-F238E27FC236}">
                <a16:creationId xmlns:a16="http://schemas.microsoft.com/office/drawing/2014/main" id="{BA5B4656-0797-5FEB-9DE0-327686A39F96}"/>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24581" name="Rectangle 7">
            <a:extLst>
              <a:ext uri="{FF2B5EF4-FFF2-40B4-BE49-F238E27FC236}">
                <a16:creationId xmlns:a16="http://schemas.microsoft.com/office/drawing/2014/main" id="{70E66D64-1EBC-25ED-D139-DC4BB05DE50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CA27B163-889A-47E2-BAB7-2604F601ED10}" type="slidenum">
              <a:rPr lang="en-US" altLang="zh-CN" sz="1200">
                <a:ea typeface="宋体" panose="02010600030101010101" pitchFamily="2" charset="-122"/>
              </a:rPr>
              <a:pPr/>
              <a:t>13</a:t>
            </a:fld>
            <a:endParaRPr lang="en-US" altLang="zh-CN" sz="1200">
              <a:ea typeface="宋体" panose="02010600030101010101" pitchFamily="2" charset="-122"/>
            </a:endParaRPr>
          </a:p>
        </p:txBody>
      </p:sp>
      <p:sp>
        <p:nvSpPr>
          <p:cNvPr id="24582" name="Rectangle 2">
            <a:extLst>
              <a:ext uri="{FF2B5EF4-FFF2-40B4-BE49-F238E27FC236}">
                <a16:creationId xmlns:a16="http://schemas.microsoft.com/office/drawing/2014/main" id="{FC3DACFE-7D8C-3A8D-E486-3F700B07BADA}"/>
              </a:ext>
            </a:extLst>
          </p:cNvPr>
          <p:cNvSpPr>
            <a:spLocks noGrp="1" noRot="1" noChangeAspect="1" noChangeArrowheads="1" noTextEdit="1"/>
          </p:cNvSpPr>
          <p:nvPr>
            <p:ph type="sldImg"/>
          </p:nvPr>
        </p:nvSpPr>
        <p:spPr>
          <a:ln/>
        </p:spPr>
      </p:sp>
      <p:sp>
        <p:nvSpPr>
          <p:cNvPr id="24583" name="Rectangle 3">
            <a:extLst>
              <a:ext uri="{FF2B5EF4-FFF2-40B4-BE49-F238E27FC236}">
                <a16:creationId xmlns:a16="http://schemas.microsoft.com/office/drawing/2014/main" id="{7118273C-7593-B30F-E0A7-835C8E2B0E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309A445-2DA5-FDC0-CFA3-F270EBB79BB8}"/>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28675" name="Rectangle 3">
            <a:extLst>
              <a:ext uri="{FF2B5EF4-FFF2-40B4-BE49-F238E27FC236}">
                <a16:creationId xmlns:a16="http://schemas.microsoft.com/office/drawing/2014/main" id="{9C49B86A-5EBA-420D-53B5-47FE7BFA3DF7}"/>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1B8E5E3-AE1F-4376-B486-DEE181F6AAA5}"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28676" name="Rectangle 6">
            <a:extLst>
              <a:ext uri="{FF2B5EF4-FFF2-40B4-BE49-F238E27FC236}">
                <a16:creationId xmlns:a16="http://schemas.microsoft.com/office/drawing/2014/main" id="{6AD79D50-D949-06C8-60D8-F7D6954B8250}"/>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28677" name="Rectangle 7">
            <a:extLst>
              <a:ext uri="{FF2B5EF4-FFF2-40B4-BE49-F238E27FC236}">
                <a16:creationId xmlns:a16="http://schemas.microsoft.com/office/drawing/2014/main" id="{E4250B18-4A25-1AF3-870C-0436C542370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F0F4C039-59E7-4B33-B9A4-1A78DA658886}" type="slidenum">
              <a:rPr lang="en-US" altLang="zh-CN" sz="1200">
                <a:ea typeface="宋体" panose="02010600030101010101" pitchFamily="2" charset="-122"/>
              </a:rPr>
              <a:pPr/>
              <a:t>16</a:t>
            </a:fld>
            <a:endParaRPr lang="en-US" altLang="zh-CN" sz="1200">
              <a:ea typeface="宋体" panose="02010600030101010101" pitchFamily="2" charset="-122"/>
            </a:endParaRPr>
          </a:p>
        </p:txBody>
      </p:sp>
      <p:sp>
        <p:nvSpPr>
          <p:cNvPr id="28678" name="Rectangle 2">
            <a:extLst>
              <a:ext uri="{FF2B5EF4-FFF2-40B4-BE49-F238E27FC236}">
                <a16:creationId xmlns:a16="http://schemas.microsoft.com/office/drawing/2014/main" id="{C0C84CE3-E3C8-F7A3-CB37-DA1F1CB46E05}"/>
              </a:ext>
            </a:extLst>
          </p:cNvPr>
          <p:cNvSpPr>
            <a:spLocks noGrp="1" noRot="1" noChangeAspect="1" noChangeArrowheads="1" noTextEdit="1"/>
          </p:cNvSpPr>
          <p:nvPr>
            <p:ph type="sldImg"/>
          </p:nvPr>
        </p:nvSpPr>
        <p:spPr>
          <a:ln/>
        </p:spPr>
      </p:sp>
      <p:sp>
        <p:nvSpPr>
          <p:cNvPr id="28679" name="Rectangle 3">
            <a:extLst>
              <a:ext uri="{FF2B5EF4-FFF2-40B4-BE49-F238E27FC236}">
                <a16:creationId xmlns:a16="http://schemas.microsoft.com/office/drawing/2014/main" id="{38E2D48F-E8FF-7B61-E618-69E2EA02770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dirty="0">
                <a:latin typeface="宋体" panose="02010600030101010101" pitchFamily="2" charset="-122"/>
              </a:rPr>
              <a:t>S=</a:t>
            </a:r>
            <a:r>
              <a:rPr lang="en-US" altLang="zh-CN" dirty="0" err="1">
                <a:latin typeface="宋体" panose="02010600030101010101" pitchFamily="2" charset="-122"/>
              </a:rPr>
              <a:t>P+jQ</a:t>
            </a:r>
            <a:r>
              <a:rPr lang="en-US" altLang="zh-CN" dirty="0">
                <a:latin typeface="宋体" panose="02010600030101010101" pitchFamily="2" charset="-122"/>
              </a:rPr>
              <a:t> </a:t>
            </a:r>
          </a:p>
          <a:p>
            <a:pPr eaLnBrk="1" hangingPunct="1"/>
            <a:r>
              <a:rPr lang="zh-CN" altLang="en-US" b="0" i="0" dirty="0">
                <a:effectLst/>
                <a:latin typeface="-apple-system"/>
              </a:rPr>
              <a:t>有功功率 </a:t>
            </a:r>
            <a:r>
              <a:rPr lang="en-US" altLang="zh-CN" b="0" i="1" dirty="0">
                <a:effectLst/>
                <a:latin typeface="KaTeX_Math"/>
              </a:rPr>
              <a:t>P</a:t>
            </a:r>
            <a:r>
              <a:rPr lang="zh-CN" altLang="en-US" b="0" i="0" dirty="0">
                <a:effectLst/>
                <a:latin typeface="-apple-system"/>
              </a:rPr>
              <a:t> 表示实际消耗的电能，而视在功率 </a:t>
            </a:r>
            <a:r>
              <a:rPr lang="en-US" altLang="zh-CN" b="0" i="1" dirty="0">
                <a:effectLst/>
                <a:latin typeface="KaTeX_Math"/>
              </a:rPr>
              <a:t>S</a:t>
            </a:r>
            <a:r>
              <a:rPr lang="zh-CN" altLang="en-US" b="0" i="0" dirty="0">
                <a:effectLst/>
                <a:latin typeface="-apple-system"/>
              </a:rPr>
              <a:t> 是电压和电流有效值的乘积，表示系统中可以测量到的总功率</a:t>
            </a:r>
            <a:endParaRPr lang="en-US" altLang="zh-CN" b="0" i="0" dirty="0">
              <a:effectLst/>
              <a:latin typeface="-apple-system"/>
            </a:endParaRPr>
          </a:p>
          <a:p>
            <a:pPr algn="l" fontAlgn="base"/>
            <a:r>
              <a:rPr lang="zh-CN" altLang="en-US" b="0" i="0" dirty="0">
                <a:effectLst/>
                <a:latin typeface="-apple-system"/>
              </a:rPr>
              <a:t>有功功率（</a:t>
            </a:r>
            <a:r>
              <a:rPr lang="en-US" altLang="zh-CN" b="0" i="0" dirty="0">
                <a:effectLst/>
                <a:latin typeface="-apple-system"/>
              </a:rPr>
              <a:t>Active Power</a:t>
            </a:r>
            <a:r>
              <a:rPr lang="zh-CN" altLang="en-US" b="0" i="0" dirty="0">
                <a:effectLst/>
                <a:latin typeface="-apple-system"/>
              </a:rPr>
              <a:t>）是指电路中实际消耗并转换为其他形式能量（如热能、机械能等）的电功率。它表示为</a:t>
            </a:r>
            <a:r>
              <a:rPr lang="zh-CN" altLang="en-US" b="0" i="0" u="sng" dirty="0">
                <a:effectLst/>
                <a:latin typeface="-apple-system"/>
              </a:rPr>
              <a:t>瞬时功率不可逆部分</a:t>
            </a:r>
            <a:r>
              <a:rPr lang="zh-CN" altLang="en-US" b="0" i="0" dirty="0">
                <a:effectLst/>
                <a:latin typeface="-apple-system"/>
              </a:rPr>
              <a:t>的恒定分量，计算公式为 </a:t>
            </a:r>
            <a:r>
              <a:rPr lang="en-US" altLang="zh-CN" b="0" i="1" dirty="0">
                <a:effectLst/>
                <a:latin typeface="KaTeX_Math"/>
              </a:rPr>
              <a:t>P=</a:t>
            </a:r>
            <a:r>
              <a:rPr lang="en-US" altLang="zh-CN" b="0" i="1" dirty="0" err="1">
                <a:effectLst/>
                <a:latin typeface="KaTeX_Math"/>
              </a:rPr>
              <a:t>UI</a:t>
            </a:r>
            <a:r>
              <a:rPr lang="en-US" altLang="zh-CN" b="0" i="0" dirty="0" err="1">
                <a:effectLst/>
                <a:latin typeface="KaTeX_Main"/>
              </a:rPr>
              <a:t>cos</a:t>
            </a:r>
            <a:r>
              <a:rPr lang="en-US" altLang="zh-CN" b="0" i="1" dirty="0" err="1">
                <a:effectLst/>
                <a:latin typeface="KaTeX_Math"/>
              </a:rPr>
              <a:t>φ</a:t>
            </a:r>
            <a:r>
              <a:rPr lang="zh-CN" altLang="en-US" b="0" i="0" dirty="0">
                <a:effectLst/>
                <a:latin typeface="inherit"/>
              </a:rPr>
              <a:t>​</a:t>
            </a:r>
            <a:r>
              <a:rPr lang="en-US" altLang="zh-CN" b="0" i="1" baseline="-25000" dirty="0">
                <a:effectLst/>
                <a:latin typeface="KaTeX_Math"/>
              </a:rPr>
              <a:t>z</a:t>
            </a:r>
            <a:r>
              <a:rPr lang="zh-CN" altLang="en-US" b="0" i="0" dirty="0">
                <a:effectLst/>
                <a:latin typeface="-apple-system"/>
              </a:rPr>
              <a:t>。有功功率是电路中实际做功的功率，是能量转换和消耗的直接量度。</a:t>
            </a:r>
            <a:endParaRPr lang="en-US" altLang="zh-CN" b="0" i="0" dirty="0">
              <a:effectLst/>
              <a:latin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effectLst/>
                <a:latin typeface="-apple-system"/>
              </a:rPr>
              <a:t>无功功率（</a:t>
            </a:r>
            <a:r>
              <a:rPr lang="en-US" altLang="zh-CN" b="0" i="0" dirty="0">
                <a:effectLst/>
                <a:latin typeface="-apple-system"/>
              </a:rPr>
              <a:t>Reactive Power</a:t>
            </a:r>
            <a:r>
              <a:rPr lang="zh-CN" altLang="en-US" b="0" i="0" dirty="0">
                <a:effectLst/>
                <a:latin typeface="-apple-system"/>
              </a:rPr>
              <a:t>）则与电路中的储能元件（如电感和电容）有关，与电感或电容等元件的充放电有关，不直接转换为其他形式的能量。它表示为</a:t>
            </a:r>
            <a:r>
              <a:rPr lang="zh-CN" altLang="en-US" b="0" i="0" u="sng" dirty="0">
                <a:effectLst/>
                <a:latin typeface="-apple-system"/>
              </a:rPr>
              <a:t>瞬时功率可逆部分</a:t>
            </a:r>
            <a:r>
              <a:rPr lang="zh-CN" altLang="en-US" b="0" i="0" dirty="0">
                <a:effectLst/>
                <a:latin typeface="-apple-system"/>
              </a:rPr>
              <a:t>的振幅，计算公式为 </a:t>
            </a:r>
            <a:r>
              <a:rPr lang="en-US" altLang="zh-CN" b="0" i="1" dirty="0">
                <a:effectLst/>
                <a:latin typeface="KaTeX_Math"/>
              </a:rPr>
              <a:t>Q</a:t>
            </a:r>
            <a:r>
              <a:rPr lang="en-US" altLang="zh-CN" b="0" i="0" dirty="0">
                <a:effectLst/>
                <a:latin typeface="KaTeX_Main"/>
              </a:rPr>
              <a:t>=</a:t>
            </a:r>
            <a:r>
              <a:rPr lang="en-US" altLang="zh-CN" b="0" i="1" dirty="0" err="1">
                <a:effectLst/>
                <a:latin typeface="KaTeX_Math"/>
              </a:rPr>
              <a:t>UI</a:t>
            </a:r>
            <a:r>
              <a:rPr lang="en-US" altLang="zh-CN" b="0" i="0" dirty="0" err="1">
                <a:effectLst/>
                <a:latin typeface="KaTeX_Main"/>
              </a:rPr>
              <a:t>sin</a:t>
            </a:r>
            <a:r>
              <a:rPr lang="en-US" altLang="zh-CN" b="0" i="1" dirty="0" err="1">
                <a:effectLst/>
                <a:latin typeface="KaTeX_Math"/>
              </a:rPr>
              <a:t>φz</a:t>
            </a:r>
            <a:r>
              <a:rPr lang="zh-CN" altLang="en-US" b="0" i="0" dirty="0">
                <a:effectLst/>
                <a:latin typeface="inherit"/>
              </a:rPr>
              <a:t>​</a:t>
            </a:r>
            <a:r>
              <a:rPr lang="zh-CN" altLang="en-US" b="0" i="0" dirty="0">
                <a:effectLst/>
                <a:latin typeface="-apple-system"/>
              </a:rPr>
              <a:t>。无功功率是由储能元件引起的与外部电路交换的功率，这部分能量在往复交换过程中没有被消耗（不直接做功），但对维持电感和电容元件的磁场和电场是必需的。</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r>
              <a:rPr lang="zh-CN" altLang="en-US" b="0" i="0" dirty="0">
                <a:effectLst/>
                <a:latin typeface="-apple-system"/>
              </a:rPr>
              <a:t>功率因数（</a:t>
            </a:r>
            <a:r>
              <a:rPr lang="en-US" altLang="zh-CN" b="0" i="0" dirty="0">
                <a:effectLst/>
                <a:latin typeface="-apple-system"/>
              </a:rPr>
              <a:t>Power Factor</a:t>
            </a:r>
            <a:r>
              <a:rPr lang="zh-CN" altLang="en-US" b="0" i="0" dirty="0">
                <a:effectLst/>
                <a:latin typeface="-apple-system"/>
              </a:rPr>
              <a:t>）是衡量交流电路中实际功率与视在功率的比值，它表示为 </a:t>
            </a:r>
            <a:r>
              <a:rPr lang="en-US" altLang="zh-CN" b="0" i="0" dirty="0" err="1">
                <a:effectLst/>
                <a:latin typeface="KaTeX_Main"/>
              </a:rPr>
              <a:t>cos</a:t>
            </a:r>
            <a:r>
              <a:rPr lang="en-US" altLang="zh-CN" b="0" i="1" dirty="0" err="1">
                <a:effectLst/>
                <a:latin typeface="KaTeX_Math"/>
              </a:rPr>
              <a:t>ϕ</a:t>
            </a:r>
            <a:r>
              <a:rPr lang="zh-CN" altLang="en-US" b="0" i="0" dirty="0">
                <a:effectLst/>
                <a:latin typeface="-apple-system"/>
              </a:rPr>
              <a:t>，其中 </a:t>
            </a:r>
            <a:r>
              <a:rPr lang="en-US" altLang="zh-CN" b="0" i="1" dirty="0">
                <a:effectLst/>
                <a:latin typeface="KaTeX_Math"/>
              </a:rPr>
              <a:t>ϕ</a:t>
            </a:r>
            <a:r>
              <a:rPr lang="zh-CN" altLang="en-US" b="0" i="0" dirty="0">
                <a:effectLst/>
                <a:latin typeface="-apple-system"/>
              </a:rPr>
              <a:t> 是电压和电流之间的相位角。功率因数反映了电路中电能的有效利用率。功率因数的值范围从</a:t>
            </a:r>
            <a:r>
              <a:rPr lang="en-US" altLang="zh-CN" b="0" i="0" dirty="0">
                <a:effectLst/>
                <a:latin typeface="-apple-system"/>
              </a:rPr>
              <a:t>0</a:t>
            </a:r>
            <a:r>
              <a:rPr lang="zh-CN" altLang="en-US" b="0" i="0" dirty="0">
                <a:effectLst/>
                <a:latin typeface="-apple-system"/>
              </a:rPr>
              <a:t>到</a:t>
            </a:r>
            <a:r>
              <a:rPr lang="en-US" altLang="zh-CN" b="0" i="0" dirty="0">
                <a:effectLst/>
                <a:latin typeface="-apple-system"/>
              </a:rPr>
              <a:t>1</a:t>
            </a:r>
            <a:r>
              <a:rPr lang="zh-CN" altLang="en-US" b="0" i="0" dirty="0">
                <a:effectLst/>
                <a:latin typeface="-apple-system"/>
              </a:rPr>
              <a:t>，理想情况下功率因数应接近</a:t>
            </a:r>
            <a:r>
              <a:rPr lang="en-US" altLang="zh-CN" b="0" i="0" dirty="0">
                <a:effectLst/>
                <a:latin typeface="-apple-system"/>
              </a:rPr>
              <a:t>1</a:t>
            </a:r>
            <a:r>
              <a:rPr lang="zh-CN" altLang="en-US" b="0" i="0" dirty="0">
                <a:effectLst/>
                <a:latin typeface="-apple-system"/>
              </a:rPr>
              <a:t>，表示电能质量良好</a:t>
            </a:r>
            <a:endParaRPr lang="en-US" altLang="zh-CN" b="0" i="0" dirty="0">
              <a:effectLst/>
              <a:latin typeface="-apple-system"/>
            </a:endParaRPr>
          </a:p>
          <a:p>
            <a:pPr eaLnBrk="1" hangingPunct="1"/>
            <a:endParaRPr lang="en-US" altLang="zh-CN" b="0" i="0" dirty="0">
              <a:effectLst/>
              <a:latin typeface="-apple-system"/>
            </a:endParaRPr>
          </a:p>
          <a:p>
            <a:pPr eaLnBrk="1" hangingPunct="1"/>
            <a:r>
              <a:rPr lang="zh-CN" altLang="en-US" b="0" i="0" dirty="0">
                <a:effectLst/>
                <a:latin typeface="-apple-system"/>
              </a:rPr>
              <a:t>瞬时功率不可逆部分和可逆部分是交流电路中瞬时功率的两个重要组成部分。</a:t>
            </a:r>
            <a:r>
              <a:rPr lang="zh-CN" altLang="en-US" b="0" i="0" u="sng" dirty="0">
                <a:effectLst/>
                <a:latin typeface="-apple-system"/>
              </a:rPr>
              <a:t>瞬时功率不可逆部分是瞬时功率的恒定分量</a:t>
            </a:r>
            <a:r>
              <a:rPr lang="zh-CN" altLang="en-US" b="0" i="0" dirty="0">
                <a:effectLst/>
                <a:latin typeface="-apple-system"/>
              </a:rPr>
              <a:t>，也是其变动部分的振幅，它表示电路所吸收的功率，即</a:t>
            </a:r>
            <a:r>
              <a:rPr lang="zh-CN" altLang="en-US" b="0" i="0" u="sng" dirty="0">
                <a:effectLst/>
                <a:latin typeface="-apple-system"/>
              </a:rPr>
              <a:t>电阻所消耗的功率，不再返回外部电路</a:t>
            </a:r>
            <a:r>
              <a:rPr lang="zh-CN" altLang="en-US" b="0" i="0" dirty="0">
                <a:effectLst/>
                <a:latin typeface="-apple-system"/>
              </a:rPr>
              <a:t>。这部分功率对应于负载电阻吸收的功率，单位为瓦特（</a:t>
            </a:r>
            <a:r>
              <a:rPr lang="en-US" altLang="zh-CN" b="0" i="0" dirty="0">
                <a:effectLst/>
                <a:latin typeface="-apple-system"/>
              </a:rPr>
              <a:t>W</a:t>
            </a:r>
            <a:r>
              <a:rPr lang="zh-CN" altLang="en-US" b="0" i="0" dirty="0">
                <a:effectLst/>
                <a:latin typeface="-apple-system"/>
              </a:rPr>
              <a:t>）。</a:t>
            </a:r>
            <a:r>
              <a:rPr lang="zh-CN" altLang="en-US" b="0" i="0" u="sng" dirty="0">
                <a:effectLst/>
                <a:latin typeface="-apple-system"/>
              </a:rPr>
              <a:t>瞬时功率可逆部分则与电感和电容的瞬时功率反相，在能量交换过程中，彼此互补</a:t>
            </a:r>
            <a:r>
              <a:rPr lang="zh-CN" altLang="en-US" b="0" i="0" dirty="0">
                <a:effectLst/>
                <a:latin typeface="-apple-system"/>
              </a:rPr>
              <a:t>，即电感吸收（或释放）能量时，恰好是电容释放（或吸收）能量，彼此互补后的不足部分由外部电路补充（供给），这第二项就是</a:t>
            </a:r>
            <a:r>
              <a:rPr lang="en-US" altLang="zh-CN" b="0" i="0" dirty="0">
                <a:effectLst/>
                <a:latin typeface="-apple-system"/>
              </a:rPr>
              <a:t>L</a:t>
            </a:r>
            <a:r>
              <a:rPr lang="zh-CN" altLang="en-US" b="0" i="0" dirty="0">
                <a:effectLst/>
                <a:latin typeface="-apple-system"/>
              </a:rPr>
              <a:t>、</a:t>
            </a:r>
            <a:r>
              <a:rPr lang="en-US" altLang="zh-CN" b="0" i="0" dirty="0">
                <a:effectLst/>
                <a:latin typeface="-apple-system"/>
              </a:rPr>
              <a:t>C</a:t>
            </a:r>
            <a:r>
              <a:rPr lang="zh-CN" altLang="en-US" b="0" i="0" dirty="0">
                <a:effectLst/>
                <a:latin typeface="-apple-system"/>
              </a:rPr>
              <a:t>之间功率互补后不足部分与外电路往复交换的瞬时功率。这部分功率是瞬时功率的可逆部分，说明能量在外施电源与一端口间来回交换</a:t>
            </a:r>
            <a:endParaRPr lang="en-US" altLang="zh-CN" b="0" i="0" dirty="0">
              <a:effectLst/>
              <a:latin typeface="-apple-system"/>
            </a:endParaRPr>
          </a:p>
          <a:p>
            <a:pPr eaLnBrk="1" hangingPunct="1"/>
            <a:r>
              <a:rPr lang="zh-CN" altLang="en-US" b="0" i="0" dirty="0">
                <a:effectLst/>
                <a:latin typeface="-apple-system"/>
              </a:rPr>
              <a:t>具体来说，瞬时功率的表达式可以表示为： </a:t>
            </a:r>
            <a:r>
              <a:rPr lang="en-US" altLang="zh-CN" b="0" i="1" dirty="0">
                <a:effectLst/>
                <a:latin typeface="KaTeX_Math"/>
              </a:rPr>
              <a:t>p</a:t>
            </a:r>
            <a:r>
              <a:rPr lang="en-US" altLang="zh-CN" b="0" i="0" dirty="0">
                <a:effectLst/>
                <a:latin typeface="KaTeX_Main"/>
              </a:rPr>
              <a:t>(</a:t>
            </a:r>
            <a:r>
              <a:rPr lang="en-US" altLang="zh-CN" b="0" i="1" dirty="0">
                <a:effectLst/>
                <a:latin typeface="KaTeX_Math"/>
              </a:rPr>
              <a:t>t</a:t>
            </a:r>
            <a:r>
              <a:rPr lang="en-US" altLang="zh-CN" b="0" i="0" dirty="0">
                <a:effectLst/>
                <a:latin typeface="KaTeX_Main"/>
              </a:rPr>
              <a:t>)=</a:t>
            </a:r>
            <a:r>
              <a:rPr lang="en-US" altLang="zh-CN" b="0" i="1" dirty="0">
                <a:effectLst/>
                <a:latin typeface="KaTeX_Math"/>
              </a:rPr>
              <a:t>I</a:t>
            </a:r>
            <a:r>
              <a:rPr lang="en-US" altLang="zh-CN" b="0" i="0" baseline="30000" dirty="0">
                <a:effectLst/>
                <a:latin typeface="inherit"/>
              </a:rPr>
              <a:t>2</a:t>
            </a:r>
            <a:r>
              <a:rPr lang="en-US" altLang="zh-CN" b="0" i="1" dirty="0">
                <a:effectLst/>
                <a:latin typeface="KaTeX_Math"/>
              </a:rPr>
              <a:t>R</a:t>
            </a:r>
            <a:r>
              <a:rPr lang="en-US" altLang="zh-CN" b="0" i="0" dirty="0">
                <a:effectLst/>
                <a:latin typeface="KaTeX_Main"/>
              </a:rPr>
              <a:t>(1+cos(2</a:t>
            </a:r>
            <a:r>
              <a:rPr lang="en-US" altLang="zh-CN" b="0" i="1" dirty="0">
                <a:effectLst/>
                <a:latin typeface="KaTeX_Math"/>
              </a:rPr>
              <a:t>ωt</a:t>
            </a:r>
            <a:r>
              <a:rPr lang="en-US" altLang="zh-CN" b="0" i="0" dirty="0">
                <a:effectLst/>
                <a:latin typeface="KaTeX_Main"/>
              </a:rPr>
              <a:t>))+</a:t>
            </a:r>
            <a:r>
              <a:rPr lang="en-US" altLang="zh-CN" b="0" i="1" dirty="0">
                <a:effectLst/>
                <a:latin typeface="KaTeX_Math"/>
              </a:rPr>
              <a:t>I</a:t>
            </a:r>
            <a:r>
              <a:rPr lang="en-US" altLang="zh-CN" b="0" i="0" baseline="30000" dirty="0">
                <a:effectLst/>
                <a:latin typeface="inherit"/>
              </a:rPr>
              <a:t>2</a:t>
            </a:r>
            <a:r>
              <a:rPr lang="en-US" altLang="zh-CN" b="0" i="1" dirty="0">
                <a:effectLst/>
                <a:latin typeface="KaTeX_Math"/>
              </a:rPr>
              <a:t>X</a:t>
            </a:r>
            <a:r>
              <a:rPr lang="en-US" altLang="zh-CN" b="0" i="0" dirty="0">
                <a:effectLst/>
                <a:latin typeface="KaTeX_Main"/>
              </a:rPr>
              <a:t>sin(2</a:t>
            </a:r>
            <a:r>
              <a:rPr lang="en-US" altLang="zh-CN" b="0" i="1" dirty="0">
                <a:effectLst/>
                <a:latin typeface="KaTeX_Math"/>
              </a:rPr>
              <a:t>ωt</a:t>
            </a:r>
            <a:r>
              <a:rPr lang="en-US" altLang="zh-CN" b="0" i="0" dirty="0">
                <a:effectLst/>
                <a:latin typeface="KaTeX_Main"/>
              </a:rPr>
              <a:t>)</a:t>
            </a:r>
            <a:r>
              <a:rPr lang="zh-CN" altLang="en-US" b="0" i="0" dirty="0">
                <a:effectLst/>
                <a:latin typeface="-apple-system"/>
              </a:rPr>
              <a:t> 其中，第一始终大于或等于零，是瞬时功率的不可逆部分，为电路所吸收的功率；第二项表明，电感和电容的瞬时功率反相，在能量交换过程中，彼此互补。</a:t>
            </a:r>
            <a:endParaRPr lang="el-GR" altLang="zh-CN" dirty="0">
              <a:latin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39F84C6-F196-EC82-E1BC-A6B76AE227F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0723" name="Rectangle 3">
            <a:extLst>
              <a:ext uri="{FF2B5EF4-FFF2-40B4-BE49-F238E27FC236}">
                <a16:creationId xmlns:a16="http://schemas.microsoft.com/office/drawing/2014/main" id="{0C0C52F3-8825-8FCF-A49D-2E9F582A69F5}"/>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D296C501-EEB9-46D2-BAA4-2B0C727414BB}"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30724" name="Rectangle 6">
            <a:extLst>
              <a:ext uri="{FF2B5EF4-FFF2-40B4-BE49-F238E27FC236}">
                <a16:creationId xmlns:a16="http://schemas.microsoft.com/office/drawing/2014/main" id="{49D31712-4E5D-DA1D-0358-8FFBE56593CC}"/>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0725" name="Rectangle 7">
            <a:extLst>
              <a:ext uri="{FF2B5EF4-FFF2-40B4-BE49-F238E27FC236}">
                <a16:creationId xmlns:a16="http://schemas.microsoft.com/office/drawing/2014/main" id="{33B94995-B573-4993-5B7C-12B5D622E72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0984631A-3857-4403-906C-1571CC62460F}" type="slidenum">
              <a:rPr lang="en-US" altLang="zh-CN" sz="1200">
                <a:ea typeface="宋体" panose="02010600030101010101" pitchFamily="2" charset="-122"/>
              </a:rPr>
              <a:pPr/>
              <a:t>17</a:t>
            </a:fld>
            <a:endParaRPr lang="en-US" altLang="zh-CN" sz="1200">
              <a:ea typeface="宋体" panose="02010600030101010101" pitchFamily="2" charset="-122"/>
            </a:endParaRPr>
          </a:p>
        </p:txBody>
      </p:sp>
      <p:sp>
        <p:nvSpPr>
          <p:cNvPr id="30726" name="Rectangle 2">
            <a:extLst>
              <a:ext uri="{FF2B5EF4-FFF2-40B4-BE49-F238E27FC236}">
                <a16:creationId xmlns:a16="http://schemas.microsoft.com/office/drawing/2014/main" id="{8006DF91-77E4-7626-5A28-6E77BD8E5FC4}"/>
              </a:ext>
            </a:extLst>
          </p:cNvPr>
          <p:cNvSpPr>
            <a:spLocks noGrp="1" noRot="1" noChangeAspect="1" noChangeArrowheads="1" noTextEdit="1"/>
          </p:cNvSpPr>
          <p:nvPr>
            <p:ph type="sldImg"/>
          </p:nvPr>
        </p:nvSpPr>
        <p:spPr>
          <a:ln/>
        </p:spPr>
      </p:sp>
      <p:sp>
        <p:nvSpPr>
          <p:cNvPr id="30727" name="Rectangle 3">
            <a:extLst>
              <a:ext uri="{FF2B5EF4-FFF2-40B4-BE49-F238E27FC236}">
                <a16:creationId xmlns:a16="http://schemas.microsoft.com/office/drawing/2014/main" id="{2C540D22-B5FA-5538-3120-C5539B44358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BE8EC0C-EEA4-C703-3AF6-B10C2E2A9162}"/>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3795" name="Rectangle 3">
            <a:extLst>
              <a:ext uri="{FF2B5EF4-FFF2-40B4-BE49-F238E27FC236}">
                <a16:creationId xmlns:a16="http://schemas.microsoft.com/office/drawing/2014/main" id="{F01F7AFC-666C-B5EA-3F58-72C5A944DEF1}"/>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20DAB80B-B806-4D47-9B00-04980C925285}"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33796" name="Rectangle 6">
            <a:extLst>
              <a:ext uri="{FF2B5EF4-FFF2-40B4-BE49-F238E27FC236}">
                <a16:creationId xmlns:a16="http://schemas.microsoft.com/office/drawing/2014/main" id="{B6918FC4-402B-D6A1-3DF6-51C2B4C59E70}"/>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3797" name="Rectangle 7">
            <a:extLst>
              <a:ext uri="{FF2B5EF4-FFF2-40B4-BE49-F238E27FC236}">
                <a16:creationId xmlns:a16="http://schemas.microsoft.com/office/drawing/2014/main" id="{933F3576-DC6D-B27B-B499-F6F5E434C96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33EDE3EF-46CE-4047-8D5E-C92B945CDDBE}" type="slidenum">
              <a:rPr lang="en-US" altLang="zh-CN" sz="1200">
                <a:ea typeface="宋体" panose="02010600030101010101" pitchFamily="2" charset="-122"/>
              </a:rPr>
              <a:pPr/>
              <a:t>19</a:t>
            </a:fld>
            <a:endParaRPr lang="en-US" altLang="zh-CN" sz="1200">
              <a:ea typeface="宋体" panose="02010600030101010101" pitchFamily="2" charset="-122"/>
            </a:endParaRPr>
          </a:p>
        </p:txBody>
      </p:sp>
      <p:sp>
        <p:nvSpPr>
          <p:cNvPr id="33798" name="Rectangle 2">
            <a:extLst>
              <a:ext uri="{FF2B5EF4-FFF2-40B4-BE49-F238E27FC236}">
                <a16:creationId xmlns:a16="http://schemas.microsoft.com/office/drawing/2014/main" id="{0EE4B770-C82C-4786-D6BA-616E528B9500}"/>
              </a:ext>
            </a:extLst>
          </p:cNvPr>
          <p:cNvSpPr>
            <a:spLocks noGrp="1" noRot="1" noChangeAspect="1" noChangeArrowheads="1" noTextEdit="1"/>
          </p:cNvSpPr>
          <p:nvPr>
            <p:ph type="sldImg"/>
          </p:nvPr>
        </p:nvSpPr>
        <p:spPr>
          <a:ln/>
        </p:spPr>
      </p:sp>
      <p:sp>
        <p:nvSpPr>
          <p:cNvPr id="33799" name="Rectangle 3">
            <a:extLst>
              <a:ext uri="{FF2B5EF4-FFF2-40B4-BE49-F238E27FC236}">
                <a16:creationId xmlns:a16="http://schemas.microsoft.com/office/drawing/2014/main" id="{CDACEE5D-5575-DBD9-609D-AC99854AEB8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effectLst/>
                <a:latin typeface="inherit"/>
              </a:rPr>
              <a:t>在</a:t>
            </a:r>
            <a:r>
              <a:rPr lang="zh-CN" altLang="en-US" b="1" i="0" dirty="0">
                <a:effectLst/>
                <a:latin typeface="inherit"/>
              </a:rPr>
              <a:t>理想平行板电容器</a:t>
            </a:r>
            <a:r>
              <a:rPr lang="zh-CN" altLang="en-US" b="0" i="0" dirty="0">
                <a:effectLst/>
                <a:latin typeface="inherit"/>
              </a:rPr>
              <a:t>内部做一高斯柱面（端面积 </a:t>
            </a:r>
            <a:r>
              <a:rPr lang="el-GR" altLang="zh-CN" b="0" i="0" dirty="0">
                <a:effectLst/>
                <a:latin typeface="inherit"/>
              </a:rPr>
              <a:t>Δ</a:t>
            </a:r>
            <a:r>
              <a:rPr lang="en-US" altLang="zh-CN" b="0" i="0" dirty="0">
                <a:effectLst/>
                <a:latin typeface="inherit"/>
              </a:rPr>
              <a:t>S</a:t>
            </a:r>
            <a:r>
              <a:rPr lang="zh-CN" altLang="en-US" b="0" i="0" dirty="0">
                <a:effectLst/>
                <a:latin typeface="inherit"/>
              </a:rPr>
              <a:t>，柱高 </a:t>
            </a:r>
            <a:r>
              <a:rPr lang="en-US" altLang="zh-CN" b="0" i="0" dirty="0">
                <a:effectLst/>
                <a:latin typeface="inherit"/>
              </a:rPr>
              <a:t>h→0</a:t>
            </a:r>
            <a:r>
              <a:rPr lang="zh-CN" altLang="en-US" b="0" i="0" dirty="0">
                <a:effectLst/>
                <a:latin typeface="inherit"/>
              </a:rPr>
              <a:t>）</a:t>
            </a:r>
            <a:br>
              <a:rPr lang="zh-CN" altLang="en-US" b="0" i="0" dirty="0">
                <a:effectLst/>
                <a:latin typeface="inherit"/>
              </a:rPr>
            </a:br>
            <a:r>
              <a:rPr lang="zh-CN" altLang="en-US" b="0" i="0" dirty="0">
                <a:effectLst/>
                <a:latin typeface="inherit"/>
              </a:rPr>
              <a:t>  ∮ </a:t>
            </a:r>
            <a:r>
              <a:rPr lang="en-US" altLang="zh-CN" b="0" i="0" dirty="0" err="1">
                <a:effectLst/>
                <a:latin typeface="inherit"/>
              </a:rPr>
              <a:t>D·dS</a:t>
            </a:r>
            <a:r>
              <a:rPr lang="en-US" altLang="zh-CN" b="0" i="0" dirty="0">
                <a:effectLst/>
                <a:latin typeface="inherit"/>
              </a:rPr>
              <a:t> = </a:t>
            </a:r>
            <a:r>
              <a:rPr lang="en-US" altLang="zh-CN" b="0" i="0" dirty="0" err="1">
                <a:effectLst/>
                <a:latin typeface="inherit"/>
              </a:rPr>
              <a:t>Q_enclosed</a:t>
            </a:r>
            <a:br>
              <a:rPr lang="en-US" altLang="zh-CN" b="0" i="0" dirty="0">
                <a:effectLst/>
                <a:latin typeface="inherit"/>
              </a:rPr>
            </a:br>
            <a:r>
              <a:rPr lang="en-US" altLang="zh-CN" b="0" i="0" dirty="0">
                <a:effectLst/>
                <a:latin typeface="inherit"/>
              </a:rPr>
              <a:t>  </a:t>
            </a:r>
            <a:r>
              <a:rPr lang="zh-CN" altLang="en-US" b="0" i="0" dirty="0">
                <a:effectLst/>
                <a:latin typeface="inherit"/>
              </a:rPr>
              <a:t>只有端面贡献： </a:t>
            </a:r>
            <a:r>
              <a:rPr lang="en-US" altLang="zh-CN" b="0" i="0" dirty="0">
                <a:effectLst/>
                <a:latin typeface="inherit"/>
              </a:rPr>
              <a:t>D·</a:t>
            </a:r>
            <a:r>
              <a:rPr lang="el-GR" altLang="zh-CN" b="0" i="0" dirty="0">
                <a:effectLst/>
                <a:latin typeface="inherit"/>
              </a:rPr>
              <a:t>Δ</a:t>
            </a:r>
            <a:r>
              <a:rPr lang="en-US" altLang="zh-CN" b="0" i="0" dirty="0">
                <a:effectLst/>
                <a:latin typeface="inherit"/>
              </a:rPr>
              <a:t>S = </a:t>
            </a:r>
            <a:r>
              <a:rPr lang="en-US" altLang="zh-CN" b="0" i="1" dirty="0" err="1">
                <a:effectLst/>
                <a:latin typeface="KaTeX_Math"/>
              </a:rPr>
              <a:t>ρs</a:t>
            </a:r>
            <a:r>
              <a:rPr lang="el-GR" altLang="zh-CN" b="0" i="0" dirty="0">
                <a:effectLst/>
                <a:latin typeface="inherit"/>
              </a:rPr>
              <a:t>·Δ</a:t>
            </a:r>
            <a:r>
              <a:rPr lang="en-US" altLang="zh-CN" b="0" i="0" dirty="0">
                <a:effectLst/>
                <a:latin typeface="inherit"/>
              </a:rPr>
              <a:t>S</a:t>
            </a:r>
            <a:br>
              <a:rPr lang="en-US" altLang="zh-CN" b="0" i="0" dirty="0">
                <a:effectLst/>
                <a:latin typeface="inherit"/>
              </a:rPr>
            </a:br>
            <a:r>
              <a:rPr lang="en-US" altLang="zh-CN" b="0" i="0" dirty="0">
                <a:effectLst/>
                <a:latin typeface="inherit"/>
              </a:rPr>
              <a:t>  ⇒ </a:t>
            </a:r>
            <a:r>
              <a:rPr lang="en-US" altLang="zh-CN" b="1" i="0" dirty="0">
                <a:effectLst/>
                <a:latin typeface="inherit"/>
              </a:rPr>
              <a:t>D =</a:t>
            </a:r>
            <a:r>
              <a:rPr lang="el-GR" altLang="zh-CN" b="1" i="0" dirty="0">
                <a:effectLst/>
                <a:latin typeface="-apple-system"/>
              </a:rPr>
              <a:t>ε</a:t>
            </a:r>
            <a:r>
              <a:rPr lang="en-US" altLang="zh-CN" b="1" i="0" dirty="0">
                <a:effectLst/>
                <a:latin typeface="-apple-system"/>
              </a:rPr>
              <a:t>E=</a:t>
            </a:r>
            <a:r>
              <a:rPr lang="en-US" altLang="zh-CN" b="1" i="0" dirty="0">
                <a:effectLst/>
                <a:latin typeface="inherit"/>
              </a:rPr>
              <a:t> </a:t>
            </a:r>
            <a:r>
              <a:rPr lang="en-US" altLang="zh-CN" b="0" i="1" dirty="0" err="1">
                <a:effectLst/>
                <a:latin typeface="KaTeX_Math"/>
              </a:rPr>
              <a:t>ρs</a:t>
            </a:r>
            <a:r>
              <a:rPr lang="en-US" altLang="zh-CN" b="0" i="0" dirty="0" err="1">
                <a:effectLst/>
                <a:latin typeface="inherit"/>
              </a:rPr>
              <a:t>⇒</a:t>
            </a:r>
            <a:r>
              <a:rPr lang="en-US" altLang="zh-CN" b="1" i="0" dirty="0" err="1">
                <a:effectLst/>
                <a:latin typeface="-apple-system"/>
              </a:rPr>
              <a:t>E</a:t>
            </a:r>
            <a:r>
              <a:rPr lang="en-US" altLang="zh-CN" b="1" i="0" dirty="0">
                <a:effectLst/>
                <a:latin typeface="-apple-system"/>
              </a:rPr>
              <a:t>=En=</a:t>
            </a:r>
            <a:r>
              <a:rPr lang="en-US" altLang="zh-CN" b="0" i="1" dirty="0" err="1">
                <a:effectLst/>
                <a:latin typeface="KaTeX_Math"/>
              </a:rPr>
              <a:t>ρs</a:t>
            </a:r>
            <a:r>
              <a:rPr lang="en-US" altLang="zh-CN" b="0" i="1" dirty="0">
                <a:effectLst/>
                <a:latin typeface="KaTeX_Math"/>
              </a:rPr>
              <a:t>/</a:t>
            </a:r>
            <a:r>
              <a:rPr lang="el-GR" altLang="zh-CN" b="1" i="0" dirty="0">
                <a:effectLst/>
                <a:latin typeface="-apple-system"/>
              </a:rPr>
              <a:t>ε</a:t>
            </a:r>
            <a:br>
              <a:rPr lang="zh-CN" altLang="en-US" b="0" i="0" dirty="0">
                <a:effectLst/>
                <a:latin typeface="KaTeX_Main"/>
              </a:rPr>
            </a:b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F02987A-9BAE-1E84-CFB2-311E65288743}"/>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5843" name="Rectangle 3">
            <a:extLst>
              <a:ext uri="{FF2B5EF4-FFF2-40B4-BE49-F238E27FC236}">
                <a16:creationId xmlns:a16="http://schemas.microsoft.com/office/drawing/2014/main" id="{65C7AF6C-7421-C880-BD41-BED2F619E67A}"/>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5D1F6E7F-A23D-4C28-9487-224C99CC2D00}"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35844" name="Rectangle 6">
            <a:extLst>
              <a:ext uri="{FF2B5EF4-FFF2-40B4-BE49-F238E27FC236}">
                <a16:creationId xmlns:a16="http://schemas.microsoft.com/office/drawing/2014/main" id="{772ECBA6-8896-24A9-A528-915710D1C010}"/>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5845" name="Rectangle 7">
            <a:extLst>
              <a:ext uri="{FF2B5EF4-FFF2-40B4-BE49-F238E27FC236}">
                <a16:creationId xmlns:a16="http://schemas.microsoft.com/office/drawing/2014/main" id="{45FEF860-5823-FD17-8D75-C8A51316626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5781975-8BC4-4A42-B7FB-683BF95D2440}" type="slidenum">
              <a:rPr lang="en-US" altLang="zh-CN" sz="1200">
                <a:ea typeface="宋体" panose="02010600030101010101" pitchFamily="2" charset="-122"/>
              </a:rPr>
              <a:pPr/>
              <a:t>20</a:t>
            </a:fld>
            <a:endParaRPr lang="en-US" altLang="zh-CN" sz="1200">
              <a:ea typeface="宋体" panose="02010600030101010101" pitchFamily="2" charset="-122"/>
            </a:endParaRPr>
          </a:p>
        </p:txBody>
      </p:sp>
      <p:sp>
        <p:nvSpPr>
          <p:cNvPr id="35846" name="Rectangle 2">
            <a:extLst>
              <a:ext uri="{FF2B5EF4-FFF2-40B4-BE49-F238E27FC236}">
                <a16:creationId xmlns:a16="http://schemas.microsoft.com/office/drawing/2014/main" id="{925FDF85-3CE9-9137-6D15-0E15D32CB3C7}"/>
              </a:ext>
            </a:extLst>
          </p:cNvPr>
          <p:cNvSpPr>
            <a:spLocks noGrp="1" noRot="1" noChangeAspect="1" noChangeArrowheads="1" noTextEdit="1"/>
          </p:cNvSpPr>
          <p:nvPr>
            <p:ph type="sldImg"/>
          </p:nvPr>
        </p:nvSpPr>
        <p:spPr>
          <a:ln/>
        </p:spPr>
      </p:sp>
      <p:sp>
        <p:nvSpPr>
          <p:cNvPr id="35847" name="Rectangle 3">
            <a:extLst>
              <a:ext uri="{FF2B5EF4-FFF2-40B4-BE49-F238E27FC236}">
                <a16:creationId xmlns:a16="http://schemas.microsoft.com/office/drawing/2014/main" id="{831892E6-425D-3768-2EE6-C962AA525C4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solidFill>
                <a:schemeClr val="bg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14CF111-1A51-A4DA-AD19-4412613142A2}"/>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7891" name="Rectangle 3">
            <a:extLst>
              <a:ext uri="{FF2B5EF4-FFF2-40B4-BE49-F238E27FC236}">
                <a16:creationId xmlns:a16="http://schemas.microsoft.com/office/drawing/2014/main" id="{F21BACEB-C487-AC92-AFEB-2E10C5806F4D}"/>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561C5E2-0124-445A-A8FF-D8E62081DD0A}"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37892" name="Rectangle 6">
            <a:extLst>
              <a:ext uri="{FF2B5EF4-FFF2-40B4-BE49-F238E27FC236}">
                <a16:creationId xmlns:a16="http://schemas.microsoft.com/office/drawing/2014/main" id="{CEF727E0-0418-BFFB-63D4-36AEB7E1D44D}"/>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7893" name="Rectangle 7">
            <a:extLst>
              <a:ext uri="{FF2B5EF4-FFF2-40B4-BE49-F238E27FC236}">
                <a16:creationId xmlns:a16="http://schemas.microsoft.com/office/drawing/2014/main" id="{501899F3-AB45-6085-4848-42D82086F3E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8845E1F3-047C-49B6-87B0-161BCA898A97}" type="slidenum">
              <a:rPr lang="en-US" altLang="zh-CN" sz="1200">
                <a:ea typeface="宋体" panose="02010600030101010101" pitchFamily="2" charset="-122"/>
              </a:rPr>
              <a:pPr/>
              <a:t>21</a:t>
            </a:fld>
            <a:endParaRPr lang="en-US" altLang="zh-CN" sz="1200">
              <a:ea typeface="宋体" panose="02010600030101010101" pitchFamily="2" charset="-122"/>
            </a:endParaRPr>
          </a:p>
        </p:txBody>
      </p:sp>
      <p:sp>
        <p:nvSpPr>
          <p:cNvPr id="37894" name="Rectangle 2">
            <a:extLst>
              <a:ext uri="{FF2B5EF4-FFF2-40B4-BE49-F238E27FC236}">
                <a16:creationId xmlns:a16="http://schemas.microsoft.com/office/drawing/2014/main" id="{31C6E1FD-DB56-D69E-DFCB-B529D7C4092D}"/>
              </a:ext>
            </a:extLst>
          </p:cNvPr>
          <p:cNvSpPr>
            <a:spLocks noGrp="1" noRot="1" noChangeAspect="1" noChangeArrowheads="1" noTextEdit="1"/>
          </p:cNvSpPr>
          <p:nvPr>
            <p:ph type="sldImg"/>
          </p:nvPr>
        </p:nvSpPr>
        <p:spPr>
          <a:ln/>
        </p:spPr>
      </p:sp>
      <p:sp>
        <p:nvSpPr>
          <p:cNvPr id="37895" name="Rectangle 3">
            <a:extLst>
              <a:ext uri="{FF2B5EF4-FFF2-40B4-BE49-F238E27FC236}">
                <a16:creationId xmlns:a16="http://schemas.microsoft.com/office/drawing/2014/main" id="{855E1864-7125-BB40-504E-3757566A1F5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1982B49-1EFE-5A90-4C16-2A2700D83B65}"/>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9939" name="Rectangle 3">
            <a:extLst>
              <a:ext uri="{FF2B5EF4-FFF2-40B4-BE49-F238E27FC236}">
                <a16:creationId xmlns:a16="http://schemas.microsoft.com/office/drawing/2014/main" id="{D0F4580E-EC69-B697-6DC0-1F56674B8551}"/>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0F226F79-298C-435F-80D5-B9034BA1C039}"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39940" name="Rectangle 6">
            <a:extLst>
              <a:ext uri="{FF2B5EF4-FFF2-40B4-BE49-F238E27FC236}">
                <a16:creationId xmlns:a16="http://schemas.microsoft.com/office/drawing/2014/main" id="{76714426-BBAF-8AC8-9415-18E321A4B916}"/>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39941" name="Rectangle 7">
            <a:extLst>
              <a:ext uri="{FF2B5EF4-FFF2-40B4-BE49-F238E27FC236}">
                <a16:creationId xmlns:a16="http://schemas.microsoft.com/office/drawing/2014/main" id="{2877B77F-CB8A-3587-317B-00C69A77A16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F743E624-66C1-4795-B5FB-DEE289FF498F}" type="slidenum">
              <a:rPr lang="en-US" altLang="zh-CN" sz="1200">
                <a:ea typeface="宋体" panose="02010600030101010101" pitchFamily="2" charset="-122"/>
              </a:rPr>
              <a:pPr/>
              <a:t>23</a:t>
            </a:fld>
            <a:endParaRPr lang="en-US" altLang="zh-CN" sz="1200">
              <a:ea typeface="宋体" panose="02010600030101010101" pitchFamily="2" charset="-122"/>
            </a:endParaRPr>
          </a:p>
        </p:txBody>
      </p:sp>
      <p:sp>
        <p:nvSpPr>
          <p:cNvPr id="39942" name="Rectangle 2">
            <a:extLst>
              <a:ext uri="{FF2B5EF4-FFF2-40B4-BE49-F238E27FC236}">
                <a16:creationId xmlns:a16="http://schemas.microsoft.com/office/drawing/2014/main" id="{762D2B21-2AFF-A29F-EE6E-0E1542C0C48E}"/>
              </a:ext>
            </a:extLst>
          </p:cNvPr>
          <p:cNvSpPr>
            <a:spLocks noGrp="1" noRot="1" noChangeAspect="1" noChangeArrowheads="1" noTextEdit="1"/>
          </p:cNvSpPr>
          <p:nvPr>
            <p:ph type="sldImg"/>
          </p:nvPr>
        </p:nvSpPr>
        <p:spPr>
          <a:ln/>
        </p:spPr>
      </p:sp>
      <p:sp>
        <p:nvSpPr>
          <p:cNvPr id="39943" name="Rectangle 3">
            <a:extLst>
              <a:ext uri="{FF2B5EF4-FFF2-40B4-BE49-F238E27FC236}">
                <a16:creationId xmlns:a16="http://schemas.microsoft.com/office/drawing/2014/main" id="{E212FB3B-64D5-7AD8-8BBA-083F42BC458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kumimoji="1" lang="en-US" altLang="zh-CN" u="sng">
              <a:solidFill>
                <a:schemeClr val="bg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20204" pitchFamily="34" charset="0"/>
              </a:rPr>
              <a:t>静电场是保守力场，可以引入静电势能（电势能）描述它。</a:t>
            </a:r>
            <a:r>
              <a:rPr lang="en-US" altLang="zh-CN" dirty="0">
                <a:latin typeface="Arial" panose="020B0604020202020204" pitchFamily="34" charset="0"/>
              </a:rPr>
              <a:t>q</a:t>
            </a:r>
            <a:r>
              <a:rPr lang="zh-CN" altLang="en-US" dirty="0">
                <a:latin typeface="Arial" panose="020B0604020202020204" pitchFamily="34" charset="0"/>
              </a:rPr>
              <a:t>在某点的电势能等于将</a:t>
            </a:r>
            <a:r>
              <a:rPr lang="en-US" altLang="zh-CN" dirty="0">
                <a:latin typeface="Arial" panose="020B0604020202020204" pitchFamily="34" charset="0"/>
              </a:rPr>
              <a:t>q</a:t>
            </a:r>
            <a:r>
              <a:rPr lang="zh-CN" altLang="en-US" dirty="0">
                <a:latin typeface="Arial" panose="020B0604020202020204" pitchFamily="34" charset="0"/>
              </a:rPr>
              <a:t>从该点经任何路经移到零势点时电场力对</a:t>
            </a:r>
            <a:r>
              <a:rPr lang="en-US" altLang="zh-CN" dirty="0">
                <a:latin typeface="Arial" panose="020B0604020202020204" pitchFamily="34" charset="0"/>
              </a:rPr>
              <a:t>q</a:t>
            </a:r>
            <a:r>
              <a:rPr lang="zh-CN" altLang="en-US" dirty="0">
                <a:latin typeface="Arial" panose="020B0604020202020204" pitchFamily="34" charset="0"/>
              </a:rPr>
              <a:t>作的功。</a:t>
            </a:r>
          </a:p>
          <a:p>
            <a:endParaRPr lang="zh-CN" altLang="en-US" dirty="0"/>
          </a:p>
        </p:txBody>
      </p:sp>
      <p:sp>
        <p:nvSpPr>
          <p:cNvPr id="4" name="页眉占位符 3"/>
          <p:cNvSpPr>
            <a:spLocks noGrp="1"/>
          </p:cNvSpPr>
          <p:nvPr>
            <p:ph type="hdr" sz="quarter"/>
          </p:nvPr>
        </p:nvSpPr>
        <p:spPr/>
        <p:txBody>
          <a:bodyPr/>
          <a:lstStyle/>
          <a:p>
            <a:pPr>
              <a:defRPr/>
            </a:pPr>
            <a:r>
              <a:rPr lang="en-US" altLang="zh-CN"/>
              <a:t>第一课</a:t>
            </a:r>
          </a:p>
        </p:txBody>
      </p:sp>
      <p:sp>
        <p:nvSpPr>
          <p:cNvPr id="5" name="日期占位符 4"/>
          <p:cNvSpPr>
            <a:spLocks noGrp="1"/>
          </p:cNvSpPr>
          <p:nvPr>
            <p:ph type="dt" idx="1"/>
          </p:nvPr>
        </p:nvSpPr>
        <p:spPr/>
        <p:txBody>
          <a:bodyPr/>
          <a:lstStyle/>
          <a:p>
            <a:pPr>
              <a:defRPr/>
            </a:pPr>
            <a:fld id="{21C58DE0-7C55-4FD7-9492-3AFB2C65A20F}" type="datetime1">
              <a:rPr lang="zh-CN" altLang="en-US" smtClean="0"/>
              <a:pPr>
                <a:defRPr/>
              </a:pPr>
              <a:t>2025/12/2</a:t>
            </a:fld>
            <a:endParaRPr lang="en-US" altLang="zh-CN"/>
          </a:p>
        </p:txBody>
      </p:sp>
      <p:sp>
        <p:nvSpPr>
          <p:cNvPr id="6" name="页脚占位符 5"/>
          <p:cNvSpPr>
            <a:spLocks noGrp="1"/>
          </p:cNvSpPr>
          <p:nvPr>
            <p:ph type="ftr" sz="quarter" idx="4"/>
          </p:nvPr>
        </p:nvSpPr>
        <p:spPr/>
        <p:txBody>
          <a:bodyPr/>
          <a:lstStyle/>
          <a:p>
            <a:pPr>
              <a:defRPr/>
            </a:pPr>
            <a:r>
              <a:rPr lang="en-US" altLang="zh-CN"/>
              <a:t>第一课</a:t>
            </a:r>
          </a:p>
        </p:txBody>
      </p:sp>
      <p:sp>
        <p:nvSpPr>
          <p:cNvPr id="7" name="灯片编号占位符 6"/>
          <p:cNvSpPr>
            <a:spLocks noGrp="1"/>
          </p:cNvSpPr>
          <p:nvPr>
            <p:ph type="sldNum" sz="quarter" idx="5"/>
          </p:nvPr>
        </p:nvSpPr>
        <p:spPr/>
        <p:txBody>
          <a:bodyPr/>
          <a:lstStyle/>
          <a:p>
            <a:pPr>
              <a:defRPr/>
            </a:pPr>
            <a:fld id="{26D91E24-0AF4-4B97-8054-C268217EB0F5}" type="slidenum">
              <a:rPr lang="en-US" altLang="zh-CN" smtClean="0"/>
              <a:pPr>
                <a:defRPr/>
              </a:pPr>
              <a:t>24</a:t>
            </a:fld>
            <a:endParaRPr lang="en-US" altLang="zh-CN"/>
          </a:p>
        </p:txBody>
      </p:sp>
    </p:spTree>
    <p:extLst>
      <p:ext uri="{BB962C8B-B14F-4D97-AF65-F5344CB8AC3E}">
        <p14:creationId xmlns:p14="http://schemas.microsoft.com/office/powerpoint/2010/main" val="2742063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ADA95D1-A865-E650-7B50-CC64D29A4323}"/>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41987" name="Rectangle 3">
            <a:extLst>
              <a:ext uri="{FF2B5EF4-FFF2-40B4-BE49-F238E27FC236}">
                <a16:creationId xmlns:a16="http://schemas.microsoft.com/office/drawing/2014/main" id="{22F56E72-1926-F963-2097-F83EDB96DFC3}"/>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4D0E5AA-E27E-4751-AEA0-EE94D986C47C}"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41988" name="Rectangle 6">
            <a:extLst>
              <a:ext uri="{FF2B5EF4-FFF2-40B4-BE49-F238E27FC236}">
                <a16:creationId xmlns:a16="http://schemas.microsoft.com/office/drawing/2014/main" id="{6A2A22CB-7728-C8DE-D4F2-38DA4E2A3D2F}"/>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41989" name="Rectangle 7">
            <a:extLst>
              <a:ext uri="{FF2B5EF4-FFF2-40B4-BE49-F238E27FC236}">
                <a16:creationId xmlns:a16="http://schemas.microsoft.com/office/drawing/2014/main" id="{E3EFBEDF-79AB-23A9-7208-43B531249E5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51B163ED-BB10-4554-9640-8C5856D450C8}" type="slidenum">
              <a:rPr lang="en-US" altLang="zh-CN" sz="1200">
                <a:ea typeface="宋体" panose="02010600030101010101" pitchFamily="2" charset="-122"/>
              </a:rPr>
              <a:pPr/>
              <a:t>26</a:t>
            </a:fld>
            <a:endParaRPr lang="en-US" altLang="zh-CN" sz="1200">
              <a:ea typeface="宋体" panose="02010600030101010101" pitchFamily="2" charset="-122"/>
            </a:endParaRPr>
          </a:p>
        </p:txBody>
      </p:sp>
      <p:sp>
        <p:nvSpPr>
          <p:cNvPr id="41990" name="Rectangle 2">
            <a:extLst>
              <a:ext uri="{FF2B5EF4-FFF2-40B4-BE49-F238E27FC236}">
                <a16:creationId xmlns:a16="http://schemas.microsoft.com/office/drawing/2014/main" id="{60C6A81C-E0D6-8AB8-36EE-643D3A7F8ECC}"/>
              </a:ext>
            </a:extLst>
          </p:cNvPr>
          <p:cNvSpPr>
            <a:spLocks noGrp="1" noRot="1" noChangeAspect="1" noChangeArrowheads="1" noTextEdit="1"/>
          </p:cNvSpPr>
          <p:nvPr>
            <p:ph type="sldImg"/>
          </p:nvPr>
        </p:nvSpPr>
        <p:spPr>
          <a:ln/>
        </p:spPr>
      </p:sp>
      <p:sp>
        <p:nvSpPr>
          <p:cNvPr id="41991" name="Rectangle 3">
            <a:extLst>
              <a:ext uri="{FF2B5EF4-FFF2-40B4-BE49-F238E27FC236}">
                <a16:creationId xmlns:a16="http://schemas.microsoft.com/office/drawing/2014/main" id="{716CDEBC-C1C2-FF3D-E94A-D607C52910B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Arial" panose="020B0604020202020204" pitchFamily="34" charset="0"/>
              </a:rPr>
              <a:t>电场能量储存在电场不为</a:t>
            </a:r>
            <a:r>
              <a:rPr lang="en-US" altLang="zh-CN" dirty="0">
                <a:latin typeface="Arial" panose="020B0604020202020204" pitchFamily="34" charset="0"/>
              </a:rPr>
              <a:t>0</a:t>
            </a:r>
            <a:r>
              <a:rPr lang="zh-CN" altLang="en-US" dirty="0">
                <a:latin typeface="Arial" panose="020B0604020202020204" pitchFamily="34" charset="0"/>
              </a:rPr>
              <a:t>的空间。</a:t>
            </a:r>
          </a:p>
          <a:p>
            <a:pPr eaLnBrk="1" hangingPunct="1"/>
            <a:endParaRPr lang="zh-CN" altLang="en-US" b="1"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latin typeface="Arial" panose="020B0604020202020204" pitchFamily="34" charset="0"/>
              </a:rPr>
              <a:t>体积分是对整个空间的积分，因为只有那些存在电荷的空间才对积分有贡献，所以我们把积分区域无限扩大并不会影响积分的结果。</a:t>
            </a:r>
          </a:p>
          <a:p>
            <a:pPr eaLnBrk="1" hangingPunct="1"/>
            <a:r>
              <a:rPr lang="zh-CN" altLang="en-US" dirty="0">
                <a:latin typeface="Arial" panose="020B0604020202020204" pitchFamily="34" charset="0"/>
              </a:rPr>
              <a:t>当积分的体积无限扩大时，包围该体积的表面积也将无限扩大。只要电荷是分布在有限区域内，当闭合面</a:t>
            </a:r>
            <a:r>
              <a:rPr lang="en-US" altLang="zh-CN" dirty="0">
                <a:latin typeface="Arial" panose="020B0604020202020204" pitchFamily="34" charset="0"/>
              </a:rPr>
              <a:t>S</a:t>
            </a:r>
            <a:r>
              <a:rPr lang="zh-CN" altLang="en-US" dirty="0">
                <a:latin typeface="Arial" panose="020B0604020202020204" pitchFamily="34" charset="0"/>
              </a:rPr>
              <a:t>无限扩大时，有限区域内的电荷就可近似为一个点电荷，这样就可利用点电荷的电位、电位移矢量的关系。</a:t>
            </a:r>
          </a:p>
          <a:p>
            <a:endParaRPr lang="zh-CN" altLang="en-US" dirty="0"/>
          </a:p>
        </p:txBody>
      </p:sp>
      <p:sp>
        <p:nvSpPr>
          <p:cNvPr id="4" name="页眉占位符 3"/>
          <p:cNvSpPr>
            <a:spLocks noGrp="1"/>
          </p:cNvSpPr>
          <p:nvPr>
            <p:ph type="hdr" sz="quarter"/>
          </p:nvPr>
        </p:nvSpPr>
        <p:spPr/>
        <p:txBody>
          <a:bodyPr/>
          <a:lstStyle/>
          <a:p>
            <a:pPr>
              <a:defRPr/>
            </a:pPr>
            <a:r>
              <a:rPr lang="en-US" altLang="zh-CN"/>
              <a:t>第一课</a:t>
            </a:r>
          </a:p>
        </p:txBody>
      </p:sp>
      <p:sp>
        <p:nvSpPr>
          <p:cNvPr id="5" name="日期占位符 4"/>
          <p:cNvSpPr>
            <a:spLocks noGrp="1"/>
          </p:cNvSpPr>
          <p:nvPr>
            <p:ph type="dt" idx="1"/>
          </p:nvPr>
        </p:nvSpPr>
        <p:spPr/>
        <p:txBody>
          <a:bodyPr/>
          <a:lstStyle/>
          <a:p>
            <a:pPr>
              <a:defRPr/>
            </a:pPr>
            <a:fld id="{21C58DE0-7C55-4FD7-9492-3AFB2C65A20F}" type="datetime1">
              <a:rPr lang="zh-CN" altLang="en-US" smtClean="0"/>
              <a:pPr>
                <a:defRPr/>
              </a:pPr>
              <a:t>2025/12/2</a:t>
            </a:fld>
            <a:endParaRPr lang="en-US" altLang="zh-CN"/>
          </a:p>
        </p:txBody>
      </p:sp>
      <p:sp>
        <p:nvSpPr>
          <p:cNvPr id="6" name="页脚占位符 5"/>
          <p:cNvSpPr>
            <a:spLocks noGrp="1"/>
          </p:cNvSpPr>
          <p:nvPr>
            <p:ph type="ftr" sz="quarter" idx="4"/>
          </p:nvPr>
        </p:nvSpPr>
        <p:spPr/>
        <p:txBody>
          <a:bodyPr/>
          <a:lstStyle/>
          <a:p>
            <a:pPr>
              <a:defRPr/>
            </a:pPr>
            <a:r>
              <a:rPr lang="en-US" altLang="zh-CN"/>
              <a:t>第一课</a:t>
            </a:r>
          </a:p>
        </p:txBody>
      </p:sp>
      <p:sp>
        <p:nvSpPr>
          <p:cNvPr id="7" name="灯片编号占位符 6"/>
          <p:cNvSpPr>
            <a:spLocks noGrp="1"/>
          </p:cNvSpPr>
          <p:nvPr>
            <p:ph type="sldNum" sz="quarter" idx="5"/>
          </p:nvPr>
        </p:nvSpPr>
        <p:spPr/>
        <p:txBody>
          <a:bodyPr/>
          <a:lstStyle/>
          <a:p>
            <a:pPr>
              <a:defRPr/>
            </a:pPr>
            <a:fld id="{26D91E24-0AF4-4B97-8054-C268217EB0F5}" type="slidenum">
              <a:rPr lang="en-US" altLang="zh-CN" smtClean="0"/>
              <a:pPr>
                <a:defRPr/>
              </a:pPr>
              <a:t>27</a:t>
            </a:fld>
            <a:endParaRPr lang="en-US" altLang="zh-CN"/>
          </a:p>
        </p:txBody>
      </p:sp>
    </p:spTree>
    <p:extLst>
      <p:ext uri="{BB962C8B-B14F-4D97-AF65-F5344CB8AC3E}">
        <p14:creationId xmlns:p14="http://schemas.microsoft.com/office/powerpoint/2010/main" val="33718248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en-US" altLang="zh-CN" b="1" dirty="0" err="1">
                <a:solidFill>
                  <a:srgbClr val="FF9933"/>
                </a:solidFill>
                <a:latin typeface="Arial" panose="020B0604020202020204" pitchFamily="34" charset="0"/>
              </a:rPr>
              <a:t>fai</a:t>
            </a:r>
            <a:r>
              <a:rPr kumimoji="1" lang="zh-CN" altLang="en-US" b="1" dirty="0">
                <a:solidFill>
                  <a:srgbClr val="FF9933"/>
                </a:solidFill>
                <a:latin typeface="Arial" panose="020B0604020202020204" pitchFamily="34" charset="0"/>
              </a:rPr>
              <a:t>是</a:t>
            </a:r>
            <a:r>
              <a:rPr kumimoji="1" lang="el-GR" altLang="zh-CN" b="1" i="1" dirty="0">
                <a:solidFill>
                  <a:srgbClr val="FF9933"/>
                </a:solidFill>
                <a:latin typeface="Arial" panose="020B0604020202020204" pitchFamily="34" charset="0"/>
              </a:rPr>
              <a:t>ρ</a:t>
            </a:r>
            <a:r>
              <a:rPr kumimoji="1" lang="en-US" altLang="zh-CN" dirty="0" err="1">
                <a:solidFill>
                  <a:srgbClr val="FF9933"/>
                </a:solidFill>
                <a:latin typeface="Arial" panose="020B0604020202020204" pitchFamily="34" charset="0"/>
              </a:rPr>
              <a:t>d</a:t>
            </a:r>
            <a:r>
              <a:rPr kumimoji="1" lang="en-US" altLang="zh-CN" i="1" dirty="0" err="1">
                <a:solidFill>
                  <a:srgbClr val="FF9933"/>
                </a:solidFill>
                <a:latin typeface="Arial" panose="020B0604020202020204" pitchFamily="34" charset="0"/>
              </a:rPr>
              <a:t>V</a:t>
            </a:r>
            <a:r>
              <a:rPr kumimoji="1" lang="zh-CN" altLang="en-US" b="1" dirty="0">
                <a:solidFill>
                  <a:srgbClr val="FF9933"/>
                </a:solidFill>
                <a:latin typeface="Arial" panose="020B0604020202020204" pitchFamily="34" charset="0"/>
              </a:rPr>
              <a:t>所在点的电位</a:t>
            </a:r>
          </a:p>
          <a:p>
            <a:pPr eaLnBrk="1" hangingPunct="1"/>
            <a:r>
              <a:rPr kumimoji="1" lang="zh-CN" altLang="en-US" b="1" dirty="0">
                <a:solidFill>
                  <a:srgbClr val="FF9933"/>
                </a:solidFill>
                <a:latin typeface="Arial" panose="020B0604020202020204" pitchFamily="34" charset="0"/>
              </a:rPr>
              <a:t>球外（</a:t>
            </a:r>
            <a:r>
              <a:rPr kumimoji="1" lang="en-US" altLang="zh-CN" b="1" dirty="0">
                <a:solidFill>
                  <a:srgbClr val="FF9933"/>
                </a:solidFill>
                <a:latin typeface="Arial" panose="020B0604020202020204" pitchFamily="34" charset="0"/>
              </a:rPr>
              <a:t>r&gt;a</a:t>
            </a:r>
            <a:r>
              <a:rPr kumimoji="1" lang="zh-CN" altLang="en-US" b="1" dirty="0">
                <a:solidFill>
                  <a:srgbClr val="FF9933"/>
                </a:solidFill>
                <a:latin typeface="Arial" panose="020B0604020202020204" pitchFamily="34" charset="0"/>
              </a:rPr>
              <a:t>）：电荷体密度为</a:t>
            </a:r>
            <a:r>
              <a:rPr kumimoji="1" lang="en-US" altLang="zh-CN" b="1" dirty="0">
                <a:solidFill>
                  <a:srgbClr val="FF9933"/>
                </a:solidFill>
                <a:latin typeface="Arial" panose="020B0604020202020204" pitchFamily="34" charset="0"/>
              </a:rPr>
              <a:t>0</a:t>
            </a:r>
            <a:r>
              <a:rPr kumimoji="1" lang="zh-CN" altLang="en-US" b="1" dirty="0">
                <a:solidFill>
                  <a:srgbClr val="FF9933"/>
                </a:solidFill>
                <a:latin typeface="Arial" panose="020B0604020202020204" pitchFamily="34" charset="0"/>
              </a:rPr>
              <a:t>，所以</a:t>
            </a:r>
            <a:r>
              <a:rPr kumimoji="1" lang="en-US" altLang="zh-CN" b="1" dirty="0">
                <a:solidFill>
                  <a:srgbClr val="FF9933"/>
                </a:solidFill>
                <a:latin typeface="Arial" panose="020B0604020202020204" pitchFamily="34" charset="0"/>
              </a:rPr>
              <a:t>We=0</a:t>
            </a:r>
          </a:p>
          <a:p>
            <a:endParaRPr lang="zh-CN" altLang="en-US" dirty="0"/>
          </a:p>
        </p:txBody>
      </p:sp>
      <p:sp>
        <p:nvSpPr>
          <p:cNvPr id="4" name="页眉占位符 3"/>
          <p:cNvSpPr>
            <a:spLocks noGrp="1"/>
          </p:cNvSpPr>
          <p:nvPr>
            <p:ph type="hdr" sz="quarter"/>
          </p:nvPr>
        </p:nvSpPr>
        <p:spPr/>
        <p:txBody>
          <a:bodyPr/>
          <a:lstStyle/>
          <a:p>
            <a:pPr>
              <a:defRPr/>
            </a:pPr>
            <a:r>
              <a:rPr lang="en-US" altLang="zh-CN"/>
              <a:t>第一课</a:t>
            </a:r>
          </a:p>
        </p:txBody>
      </p:sp>
      <p:sp>
        <p:nvSpPr>
          <p:cNvPr id="5" name="日期占位符 4"/>
          <p:cNvSpPr>
            <a:spLocks noGrp="1"/>
          </p:cNvSpPr>
          <p:nvPr>
            <p:ph type="dt" idx="1"/>
          </p:nvPr>
        </p:nvSpPr>
        <p:spPr/>
        <p:txBody>
          <a:bodyPr/>
          <a:lstStyle/>
          <a:p>
            <a:pPr>
              <a:defRPr/>
            </a:pPr>
            <a:fld id="{21C58DE0-7C55-4FD7-9492-3AFB2C65A20F}" type="datetime1">
              <a:rPr lang="zh-CN" altLang="en-US" smtClean="0"/>
              <a:pPr>
                <a:defRPr/>
              </a:pPr>
              <a:t>2025/12/2</a:t>
            </a:fld>
            <a:endParaRPr lang="en-US" altLang="zh-CN"/>
          </a:p>
        </p:txBody>
      </p:sp>
      <p:sp>
        <p:nvSpPr>
          <p:cNvPr id="6" name="页脚占位符 5"/>
          <p:cNvSpPr>
            <a:spLocks noGrp="1"/>
          </p:cNvSpPr>
          <p:nvPr>
            <p:ph type="ftr" sz="quarter" idx="4"/>
          </p:nvPr>
        </p:nvSpPr>
        <p:spPr/>
        <p:txBody>
          <a:bodyPr/>
          <a:lstStyle/>
          <a:p>
            <a:pPr>
              <a:defRPr/>
            </a:pPr>
            <a:r>
              <a:rPr lang="en-US" altLang="zh-CN"/>
              <a:t>第一课</a:t>
            </a:r>
          </a:p>
        </p:txBody>
      </p:sp>
      <p:sp>
        <p:nvSpPr>
          <p:cNvPr id="7" name="灯片编号占位符 6"/>
          <p:cNvSpPr>
            <a:spLocks noGrp="1"/>
          </p:cNvSpPr>
          <p:nvPr>
            <p:ph type="sldNum" sz="quarter" idx="5"/>
          </p:nvPr>
        </p:nvSpPr>
        <p:spPr/>
        <p:txBody>
          <a:bodyPr/>
          <a:lstStyle/>
          <a:p>
            <a:pPr>
              <a:defRPr/>
            </a:pPr>
            <a:fld id="{26D91E24-0AF4-4B97-8054-C268217EB0F5}" type="slidenum">
              <a:rPr lang="en-US" altLang="zh-CN" smtClean="0"/>
              <a:pPr>
                <a:defRPr/>
              </a:pPr>
              <a:t>29</a:t>
            </a:fld>
            <a:endParaRPr lang="en-US" altLang="zh-CN"/>
          </a:p>
        </p:txBody>
      </p:sp>
    </p:spTree>
    <p:extLst>
      <p:ext uri="{BB962C8B-B14F-4D97-AF65-F5344CB8AC3E}">
        <p14:creationId xmlns:p14="http://schemas.microsoft.com/office/powerpoint/2010/main" val="36477954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77F4BB6-A82B-892F-8647-A0E8C090146D}"/>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44035" name="Rectangle 3">
            <a:extLst>
              <a:ext uri="{FF2B5EF4-FFF2-40B4-BE49-F238E27FC236}">
                <a16:creationId xmlns:a16="http://schemas.microsoft.com/office/drawing/2014/main" id="{125B4826-3B33-4DA7-EAB0-F98129800FC0}"/>
              </a:ext>
            </a:extLst>
          </p:cNvPr>
          <p:cNvSpPr>
            <a:spLocks noGrp="1" noChangeArrowheads="1"/>
          </p:cNvSpPr>
          <p:nvPr>
            <p:ph type="dt" sz="quarter"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2E891F21-91CD-4789-AD9B-C3AA8707941C}" type="datetime1">
              <a:rPr lang="zh-CN" altLang="en-US" sz="1200" smtClean="0">
                <a:ea typeface="宋体" panose="02010600030101010101" pitchFamily="2" charset="-122"/>
              </a:rPr>
              <a:pPr/>
              <a:t>2025/12/2</a:t>
            </a:fld>
            <a:endParaRPr lang="en-US" altLang="zh-CN" sz="1200">
              <a:ea typeface="宋体" panose="02010600030101010101" pitchFamily="2" charset="-122"/>
            </a:endParaRPr>
          </a:p>
        </p:txBody>
      </p:sp>
      <p:sp>
        <p:nvSpPr>
          <p:cNvPr id="44036" name="Rectangle 6">
            <a:extLst>
              <a:ext uri="{FF2B5EF4-FFF2-40B4-BE49-F238E27FC236}">
                <a16:creationId xmlns:a16="http://schemas.microsoft.com/office/drawing/2014/main" id="{7F20FEDE-2688-7EC3-0662-146C609BBD9A}"/>
              </a:ext>
            </a:extLst>
          </p:cNvPr>
          <p:cNvSpPr>
            <a:spLocks noGrp="1" noChangeArrowheads="1"/>
          </p:cNvSpPr>
          <p:nvPr>
            <p:ph type="ftr" sz="quarter" idx="4"/>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r>
              <a:rPr lang="en-US" altLang="zh-CN" sz="1200">
                <a:ea typeface="宋体" panose="02010600030101010101" pitchFamily="2" charset="-122"/>
              </a:rPr>
              <a:t>第一课</a:t>
            </a:r>
          </a:p>
        </p:txBody>
      </p:sp>
      <p:sp>
        <p:nvSpPr>
          <p:cNvPr id="44037" name="Rectangle 7">
            <a:extLst>
              <a:ext uri="{FF2B5EF4-FFF2-40B4-BE49-F238E27FC236}">
                <a16:creationId xmlns:a16="http://schemas.microsoft.com/office/drawing/2014/main" id="{0E6C495E-0729-A549-B06B-EB6CADF61F8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8B632B45-E747-4ECE-9452-859063A84AA3}" type="slidenum">
              <a:rPr lang="en-US" altLang="zh-CN" sz="1200">
                <a:ea typeface="宋体" panose="02010600030101010101" pitchFamily="2" charset="-122"/>
              </a:rPr>
              <a:pPr/>
              <a:t>30</a:t>
            </a:fld>
            <a:endParaRPr lang="en-US" altLang="zh-CN" sz="1200">
              <a:ea typeface="宋体" panose="02010600030101010101" pitchFamily="2" charset="-122"/>
            </a:endParaRPr>
          </a:p>
        </p:txBody>
      </p:sp>
      <p:sp>
        <p:nvSpPr>
          <p:cNvPr id="44038" name="Rectangle 2">
            <a:extLst>
              <a:ext uri="{FF2B5EF4-FFF2-40B4-BE49-F238E27FC236}">
                <a16:creationId xmlns:a16="http://schemas.microsoft.com/office/drawing/2014/main" id="{F3A13B75-DF3F-693C-78DF-FECE96EC662E}"/>
              </a:ext>
            </a:extLst>
          </p:cNvPr>
          <p:cNvSpPr>
            <a:spLocks noGrp="1" noRot="1" noChangeAspect="1" noChangeArrowheads="1" noTextEdit="1"/>
          </p:cNvSpPr>
          <p:nvPr>
            <p:ph type="sldImg"/>
          </p:nvPr>
        </p:nvSpPr>
        <p:spPr>
          <a:ln/>
        </p:spPr>
      </p:sp>
      <p:sp>
        <p:nvSpPr>
          <p:cNvPr id="44039" name="Rectangle 3">
            <a:extLst>
              <a:ext uri="{FF2B5EF4-FFF2-40B4-BE49-F238E27FC236}">
                <a16:creationId xmlns:a16="http://schemas.microsoft.com/office/drawing/2014/main" id="{47BB1104-BC80-BB3F-EED5-FD1F049F00A6}"/>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11">
            <a:extLst>
              <a:ext uri="{FF2B5EF4-FFF2-40B4-BE49-F238E27FC236}">
                <a16:creationId xmlns:a16="http://schemas.microsoft.com/office/drawing/2014/main" id="{158C8DFD-1FE4-2CC4-07E0-07AD08F762BE}"/>
              </a:ext>
            </a:extLst>
          </p:cNvPr>
          <p:cNvSpPr>
            <a:spLocks noGrp="1" noChangeArrowheads="1"/>
          </p:cNvSpPr>
          <p:nvPr>
            <p:ph type="sldNum" sz="quarter" idx="10"/>
          </p:nvPr>
        </p:nvSpPr>
        <p:spPr>
          <a:ln/>
        </p:spPr>
        <p:txBody>
          <a:bodyPr/>
          <a:lstStyle>
            <a:lvl1pPr>
              <a:defRPr/>
            </a:lvl1pPr>
          </a:lstStyle>
          <a:p>
            <a:pPr>
              <a:defRPr/>
            </a:pPr>
            <a:fld id="{2218F4E5-0835-47FB-A1BD-8B2A2244DAA8}" type="slidenum">
              <a:rPr lang="en-US" altLang="zh-CN"/>
              <a:pPr>
                <a:defRPr/>
              </a:pPr>
              <a:t>‹#›</a:t>
            </a:fld>
            <a:endParaRPr lang="en-US" altLang="zh-CN"/>
          </a:p>
        </p:txBody>
      </p:sp>
    </p:spTree>
    <p:extLst>
      <p:ext uri="{BB962C8B-B14F-4D97-AF65-F5344CB8AC3E}">
        <p14:creationId xmlns:p14="http://schemas.microsoft.com/office/powerpoint/2010/main" val="488298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124C7DF6-6E3D-53E0-2046-FFE17433D136}"/>
              </a:ext>
            </a:extLst>
          </p:cNvPr>
          <p:cNvSpPr>
            <a:spLocks noGrp="1" noChangeArrowheads="1"/>
          </p:cNvSpPr>
          <p:nvPr>
            <p:ph type="sldNum" sz="quarter" idx="10"/>
          </p:nvPr>
        </p:nvSpPr>
        <p:spPr>
          <a:ln/>
        </p:spPr>
        <p:txBody>
          <a:bodyPr/>
          <a:lstStyle>
            <a:lvl1pPr>
              <a:defRPr/>
            </a:lvl1pPr>
          </a:lstStyle>
          <a:p>
            <a:pPr>
              <a:defRPr/>
            </a:pPr>
            <a:fld id="{39FA2369-6D9F-419D-B2DC-91997EFA412D}" type="slidenum">
              <a:rPr lang="en-US" altLang="zh-CN"/>
              <a:pPr>
                <a:defRPr/>
              </a:pPr>
              <a:t>‹#›</a:t>
            </a:fld>
            <a:endParaRPr lang="en-US" altLang="zh-CN"/>
          </a:p>
        </p:txBody>
      </p:sp>
    </p:spTree>
    <p:extLst>
      <p:ext uri="{BB962C8B-B14F-4D97-AF65-F5344CB8AC3E}">
        <p14:creationId xmlns:p14="http://schemas.microsoft.com/office/powerpoint/2010/main" val="3190004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9FBEA074-EF3E-59CA-3984-2EC175BCA8FE}"/>
              </a:ext>
            </a:extLst>
          </p:cNvPr>
          <p:cNvSpPr>
            <a:spLocks noGrp="1" noChangeArrowheads="1"/>
          </p:cNvSpPr>
          <p:nvPr>
            <p:ph type="sldNum" sz="quarter" idx="10"/>
          </p:nvPr>
        </p:nvSpPr>
        <p:spPr>
          <a:ln/>
        </p:spPr>
        <p:txBody>
          <a:bodyPr/>
          <a:lstStyle>
            <a:lvl1pPr>
              <a:defRPr/>
            </a:lvl1pPr>
          </a:lstStyle>
          <a:p>
            <a:pPr>
              <a:defRPr/>
            </a:pPr>
            <a:fld id="{EC926B1F-5E87-4567-B8A7-174DF3F5EA1F}" type="slidenum">
              <a:rPr lang="en-US" altLang="zh-CN"/>
              <a:pPr>
                <a:defRPr/>
              </a:pPr>
              <a:t>‹#›</a:t>
            </a:fld>
            <a:endParaRPr lang="en-US" altLang="zh-CN"/>
          </a:p>
        </p:txBody>
      </p:sp>
    </p:spTree>
    <p:extLst>
      <p:ext uri="{BB962C8B-B14F-4D97-AF65-F5344CB8AC3E}">
        <p14:creationId xmlns:p14="http://schemas.microsoft.com/office/powerpoint/2010/main" val="288398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CF852AE0-F1F5-4649-82D4-44D7D3C5CA3E}"/>
              </a:ext>
            </a:extLst>
          </p:cNvPr>
          <p:cNvSpPr>
            <a:spLocks noGrp="1" noChangeArrowheads="1"/>
          </p:cNvSpPr>
          <p:nvPr>
            <p:ph type="sldNum" sz="quarter" idx="10"/>
          </p:nvPr>
        </p:nvSpPr>
        <p:spPr>
          <a:ln/>
        </p:spPr>
        <p:txBody>
          <a:bodyPr/>
          <a:lstStyle>
            <a:lvl1pPr>
              <a:defRPr/>
            </a:lvl1pPr>
          </a:lstStyle>
          <a:p>
            <a:pPr>
              <a:defRPr/>
            </a:pPr>
            <a:fld id="{F0D5EBB1-338B-4AEE-8E32-985B927E30F9}" type="slidenum">
              <a:rPr lang="en-US" altLang="zh-CN"/>
              <a:pPr>
                <a:defRPr/>
              </a:pPr>
              <a:t>‹#›</a:t>
            </a:fld>
            <a:endParaRPr lang="en-US" altLang="zh-CN"/>
          </a:p>
        </p:txBody>
      </p:sp>
    </p:spTree>
    <p:extLst>
      <p:ext uri="{BB962C8B-B14F-4D97-AF65-F5344CB8AC3E}">
        <p14:creationId xmlns:p14="http://schemas.microsoft.com/office/powerpoint/2010/main" val="210967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40FBEFFF-2367-65FB-A31A-CE09A36CB21C}"/>
              </a:ext>
            </a:extLst>
          </p:cNvPr>
          <p:cNvSpPr>
            <a:spLocks noGrp="1" noChangeArrowheads="1"/>
          </p:cNvSpPr>
          <p:nvPr>
            <p:ph type="sldNum" sz="quarter" idx="10"/>
          </p:nvPr>
        </p:nvSpPr>
        <p:spPr>
          <a:ln/>
        </p:spPr>
        <p:txBody>
          <a:bodyPr/>
          <a:lstStyle>
            <a:lvl1pPr>
              <a:defRPr/>
            </a:lvl1pPr>
          </a:lstStyle>
          <a:p>
            <a:pPr>
              <a:defRPr/>
            </a:pPr>
            <a:fld id="{4714A81C-B249-436B-AC2A-3F4190BE3BF5}" type="slidenum">
              <a:rPr lang="en-US" altLang="zh-CN"/>
              <a:pPr>
                <a:defRPr/>
              </a:pPr>
              <a:t>‹#›</a:t>
            </a:fld>
            <a:endParaRPr lang="en-US" altLang="zh-CN"/>
          </a:p>
        </p:txBody>
      </p:sp>
    </p:spTree>
    <p:extLst>
      <p:ext uri="{BB962C8B-B14F-4D97-AF65-F5344CB8AC3E}">
        <p14:creationId xmlns:p14="http://schemas.microsoft.com/office/powerpoint/2010/main" val="92183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BDDD0E7F-3404-3A1B-2DC1-032A274FFEAE}"/>
              </a:ext>
            </a:extLst>
          </p:cNvPr>
          <p:cNvSpPr>
            <a:spLocks noGrp="1" noChangeArrowheads="1"/>
          </p:cNvSpPr>
          <p:nvPr>
            <p:ph type="sldNum" sz="quarter" idx="10"/>
          </p:nvPr>
        </p:nvSpPr>
        <p:spPr>
          <a:ln/>
        </p:spPr>
        <p:txBody>
          <a:bodyPr/>
          <a:lstStyle>
            <a:lvl1pPr>
              <a:defRPr/>
            </a:lvl1pPr>
          </a:lstStyle>
          <a:p>
            <a:pPr>
              <a:defRPr/>
            </a:pPr>
            <a:fld id="{97D87B1A-0919-4D19-B8A6-978B39028CA6}" type="slidenum">
              <a:rPr lang="en-US" altLang="zh-CN"/>
              <a:pPr>
                <a:defRPr/>
              </a:pPr>
              <a:t>‹#›</a:t>
            </a:fld>
            <a:endParaRPr lang="en-US" altLang="zh-CN"/>
          </a:p>
        </p:txBody>
      </p:sp>
    </p:spTree>
    <p:extLst>
      <p:ext uri="{BB962C8B-B14F-4D97-AF65-F5344CB8AC3E}">
        <p14:creationId xmlns:p14="http://schemas.microsoft.com/office/powerpoint/2010/main" val="2015211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849194C-1F4A-730D-E793-FC80994486D3}"/>
              </a:ext>
            </a:extLst>
          </p:cNvPr>
          <p:cNvSpPr>
            <a:spLocks noGrp="1" noChangeArrowheads="1"/>
          </p:cNvSpPr>
          <p:nvPr>
            <p:ph type="sldNum" sz="quarter" idx="10"/>
          </p:nvPr>
        </p:nvSpPr>
        <p:spPr>
          <a:ln/>
        </p:spPr>
        <p:txBody>
          <a:bodyPr/>
          <a:lstStyle>
            <a:lvl1pPr>
              <a:defRPr/>
            </a:lvl1pPr>
          </a:lstStyle>
          <a:p>
            <a:pPr>
              <a:defRPr/>
            </a:pPr>
            <a:fld id="{77F0CCD4-7895-4EE8-92B4-5243F787D87F}" type="slidenum">
              <a:rPr lang="en-US" altLang="zh-CN"/>
              <a:pPr>
                <a:defRPr/>
              </a:pPr>
              <a:t>‹#›</a:t>
            </a:fld>
            <a:endParaRPr lang="en-US" altLang="zh-CN"/>
          </a:p>
        </p:txBody>
      </p:sp>
    </p:spTree>
    <p:extLst>
      <p:ext uri="{BB962C8B-B14F-4D97-AF65-F5344CB8AC3E}">
        <p14:creationId xmlns:p14="http://schemas.microsoft.com/office/powerpoint/2010/main" val="1952644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E109F43E-5F99-015C-815D-A3B878135785}"/>
              </a:ext>
            </a:extLst>
          </p:cNvPr>
          <p:cNvSpPr>
            <a:spLocks noGrp="1" noChangeArrowheads="1"/>
          </p:cNvSpPr>
          <p:nvPr>
            <p:ph type="sldNum" sz="quarter" idx="10"/>
          </p:nvPr>
        </p:nvSpPr>
        <p:spPr>
          <a:ln/>
        </p:spPr>
        <p:txBody>
          <a:bodyPr/>
          <a:lstStyle>
            <a:lvl1pPr>
              <a:defRPr/>
            </a:lvl1pPr>
          </a:lstStyle>
          <a:p>
            <a:pPr>
              <a:defRPr/>
            </a:pPr>
            <a:fld id="{C6E757C7-61B9-4A19-91FD-F679C534609C}" type="slidenum">
              <a:rPr lang="en-US" altLang="zh-CN"/>
              <a:pPr>
                <a:defRPr/>
              </a:pPr>
              <a:t>‹#›</a:t>
            </a:fld>
            <a:endParaRPr lang="en-US" altLang="zh-CN"/>
          </a:p>
        </p:txBody>
      </p:sp>
    </p:spTree>
    <p:extLst>
      <p:ext uri="{BB962C8B-B14F-4D97-AF65-F5344CB8AC3E}">
        <p14:creationId xmlns:p14="http://schemas.microsoft.com/office/powerpoint/2010/main" val="1917470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30DE93FB-B19A-48C0-69F9-2747DE1C8ABC}"/>
              </a:ext>
            </a:extLst>
          </p:cNvPr>
          <p:cNvSpPr>
            <a:spLocks noGrp="1" noChangeArrowheads="1"/>
          </p:cNvSpPr>
          <p:nvPr>
            <p:ph type="sldNum" sz="quarter" idx="10"/>
          </p:nvPr>
        </p:nvSpPr>
        <p:spPr>
          <a:ln/>
        </p:spPr>
        <p:txBody>
          <a:bodyPr/>
          <a:lstStyle>
            <a:lvl1pPr>
              <a:defRPr/>
            </a:lvl1pPr>
          </a:lstStyle>
          <a:p>
            <a:pPr>
              <a:defRPr/>
            </a:pPr>
            <a:fld id="{3200D474-B56F-434B-A87C-C139DD1568AF}" type="slidenum">
              <a:rPr lang="en-US" altLang="zh-CN"/>
              <a:pPr>
                <a:defRPr/>
              </a:pPr>
              <a:t>‹#›</a:t>
            </a:fld>
            <a:endParaRPr lang="en-US" altLang="zh-CN"/>
          </a:p>
        </p:txBody>
      </p:sp>
    </p:spTree>
    <p:extLst>
      <p:ext uri="{BB962C8B-B14F-4D97-AF65-F5344CB8AC3E}">
        <p14:creationId xmlns:p14="http://schemas.microsoft.com/office/powerpoint/2010/main" val="1332275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0578A4FE-C11B-6E54-E02A-30EC706C475D}"/>
              </a:ext>
            </a:extLst>
          </p:cNvPr>
          <p:cNvSpPr>
            <a:spLocks noGrp="1" noChangeArrowheads="1"/>
          </p:cNvSpPr>
          <p:nvPr>
            <p:ph type="sldNum" sz="quarter" idx="10"/>
          </p:nvPr>
        </p:nvSpPr>
        <p:spPr>
          <a:ln/>
        </p:spPr>
        <p:txBody>
          <a:bodyPr/>
          <a:lstStyle>
            <a:lvl1pPr>
              <a:defRPr/>
            </a:lvl1pPr>
          </a:lstStyle>
          <a:p>
            <a:pPr>
              <a:defRPr/>
            </a:pPr>
            <a:fld id="{BDAB7B81-C599-43BB-88F1-6968BF8FAC23}" type="slidenum">
              <a:rPr lang="en-US" altLang="zh-CN"/>
              <a:pPr>
                <a:defRPr/>
              </a:pPr>
              <a:t>‹#›</a:t>
            </a:fld>
            <a:endParaRPr lang="en-US" altLang="zh-CN"/>
          </a:p>
        </p:txBody>
      </p:sp>
    </p:spTree>
    <p:extLst>
      <p:ext uri="{BB962C8B-B14F-4D97-AF65-F5344CB8AC3E}">
        <p14:creationId xmlns:p14="http://schemas.microsoft.com/office/powerpoint/2010/main" val="4013282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00C406CE-093F-8F0D-98A0-EA7A3B22A3B2}"/>
              </a:ext>
            </a:extLst>
          </p:cNvPr>
          <p:cNvSpPr>
            <a:spLocks noGrp="1" noChangeArrowheads="1"/>
          </p:cNvSpPr>
          <p:nvPr>
            <p:ph type="sldNum" sz="quarter" idx="10"/>
          </p:nvPr>
        </p:nvSpPr>
        <p:spPr>
          <a:ln/>
        </p:spPr>
        <p:txBody>
          <a:bodyPr/>
          <a:lstStyle>
            <a:lvl1pPr>
              <a:defRPr/>
            </a:lvl1pPr>
          </a:lstStyle>
          <a:p>
            <a:pPr>
              <a:defRPr/>
            </a:pPr>
            <a:fld id="{29A871E6-B6C1-4EC3-BB19-CE3C5BDF701E}" type="slidenum">
              <a:rPr lang="en-US" altLang="zh-CN"/>
              <a:pPr>
                <a:defRPr/>
              </a:pPr>
              <a:t>‹#›</a:t>
            </a:fld>
            <a:endParaRPr lang="en-US" altLang="zh-CN"/>
          </a:p>
        </p:txBody>
      </p:sp>
    </p:spTree>
    <p:extLst>
      <p:ext uri="{BB962C8B-B14F-4D97-AF65-F5344CB8AC3E}">
        <p14:creationId xmlns:p14="http://schemas.microsoft.com/office/powerpoint/2010/main" val="42511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1">
            <a:extLst>
              <a:ext uri="{FF2B5EF4-FFF2-40B4-BE49-F238E27FC236}">
                <a16:creationId xmlns:a16="http://schemas.microsoft.com/office/drawing/2014/main" id="{969F7DFA-6542-41CC-7F36-D018FF1229A0}"/>
              </a:ext>
            </a:extLst>
          </p:cNvPr>
          <p:cNvSpPr>
            <a:spLocks noGrp="1" noChangeArrowheads="1"/>
          </p:cNvSpPr>
          <p:nvPr>
            <p:ph type="sldNum" sz="quarter" idx="10"/>
          </p:nvPr>
        </p:nvSpPr>
        <p:spPr>
          <a:ln/>
        </p:spPr>
        <p:txBody>
          <a:bodyPr/>
          <a:lstStyle>
            <a:lvl1pPr>
              <a:defRPr/>
            </a:lvl1pPr>
          </a:lstStyle>
          <a:p>
            <a:pPr>
              <a:defRPr/>
            </a:pPr>
            <a:fld id="{2E4D8BE1-91A0-440B-A753-AF302F76E10E}" type="slidenum">
              <a:rPr lang="en-US" altLang="zh-CN"/>
              <a:pPr>
                <a:defRPr/>
              </a:pPr>
              <a:t>‹#›</a:t>
            </a:fld>
            <a:endParaRPr lang="en-US" altLang="zh-CN"/>
          </a:p>
        </p:txBody>
      </p:sp>
    </p:spTree>
    <p:extLst>
      <p:ext uri="{BB962C8B-B14F-4D97-AF65-F5344CB8AC3E}">
        <p14:creationId xmlns:p14="http://schemas.microsoft.com/office/powerpoint/2010/main" val="3324204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38543;&#26426;&#28857;&#21517;&#21161;&#25163;.exe"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tile tx="0" ty="0" sx="100000" sy="100000" flip="none" algn="tl"/>
        </a:blipFill>
        <a:effectLst/>
      </p:bgPr>
    </p:bg>
    <p:spTree>
      <p:nvGrpSpPr>
        <p:cNvPr id="1" name=""/>
        <p:cNvGrpSpPr/>
        <p:nvPr/>
      </p:nvGrpSpPr>
      <p:grpSpPr>
        <a:xfrm>
          <a:off x="0" y="0"/>
          <a:ext cx="0" cy="0"/>
          <a:chOff x="0" y="0"/>
          <a:chExt cx="0" cy="0"/>
        </a:xfrm>
      </p:grpSpPr>
      <p:sp>
        <p:nvSpPr>
          <p:cNvPr id="574467" name="Rectangle 3">
            <a:extLst>
              <a:ext uri="{FF2B5EF4-FFF2-40B4-BE49-F238E27FC236}">
                <a16:creationId xmlns:a16="http://schemas.microsoft.com/office/drawing/2014/main" id="{4138D9DC-E6B5-7FDA-B2DC-72B1E3F8FBC3}"/>
              </a:ext>
            </a:extLst>
          </p:cNvPr>
          <p:cNvSpPr>
            <a:spLocks noChangeArrowheads="1"/>
          </p:cNvSpPr>
          <p:nvPr userDrawn="1"/>
        </p:nvSpPr>
        <p:spPr bwMode="auto">
          <a:xfrm>
            <a:off x="0" y="404813"/>
            <a:ext cx="9144000" cy="6119812"/>
          </a:xfrm>
          <a:prstGeom prst="rect">
            <a:avLst/>
          </a:prstGeom>
          <a:gradFill rotWithShape="0">
            <a:gsLst>
              <a:gs pos="0">
                <a:srgbClr val="0000E8"/>
              </a:gs>
              <a:gs pos="100000">
                <a:srgbClr val="0000E8">
                  <a:gamma/>
                  <a:shade val="70196"/>
                  <a:invGamma/>
                </a:srgbClr>
              </a:gs>
            </a:gsLst>
            <a:lin ang="0" scaled="1"/>
          </a:gradFill>
          <a:ln>
            <a:noFill/>
          </a:ln>
          <a:effectLst/>
        </p:spPr>
        <p:txBody>
          <a:bodyPr wrap="none" anchor="ct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endParaRPr lang="zh-CN" altLang="zh-CN" sz="2800">
              <a:solidFill>
                <a:schemeClr val="bg1"/>
              </a:solidFill>
              <a:effectLst>
                <a:outerShdw blurRad="38100" dist="38100" dir="2700000" algn="tl">
                  <a:srgbClr val="000000"/>
                </a:outerShdw>
              </a:effectLst>
            </a:endParaRPr>
          </a:p>
        </p:txBody>
      </p:sp>
      <p:sp>
        <p:nvSpPr>
          <p:cNvPr id="574469" name="Rectangle 5">
            <a:extLst>
              <a:ext uri="{FF2B5EF4-FFF2-40B4-BE49-F238E27FC236}">
                <a16:creationId xmlns:a16="http://schemas.microsoft.com/office/drawing/2014/main" id="{216E290E-C66E-3F36-F686-7306BB61F16F}"/>
              </a:ext>
            </a:extLst>
          </p:cNvPr>
          <p:cNvSpPr>
            <a:spLocks noChangeArrowheads="1"/>
          </p:cNvSpPr>
          <p:nvPr/>
        </p:nvSpPr>
        <p:spPr bwMode="auto">
          <a:xfrm>
            <a:off x="2124075" y="44450"/>
            <a:ext cx="5903913" cy="350838"/>
          </a:xfrm>
          <a:prstGeom prst="rect">
            <a:avLst/>
          </a:prstGeom>
          <a:noFill/>
          <a:ln>
            <a:noFill/>
          </a:ln>
          <a:effectLst/>
        </p:spPr>
        <p:txBody>
          <a:bodyPr/>
          <a:lstStyle/>
          <a:p>
            <a:pPr algn="ctr" eaLnBrk="1" hangingPunct="1">
              <a:lnSpc>
                <a:spcPct val="60000"/>
              </a:lnSpc>
              <a:defRPr/>
            </a:pPr>
            <a:r>
              <a:rPr lang="zh-CN" altLang="en-US">
                <a:solidFill>
                  <a:schemeClr val="bg1"/>
                </a:solidFill>
                <a:latin typeface="隶书" panose="02010509060101010101" pitchFamily="49" charset="-122"/>
                <a:ea typeface="隶书" panose="02010509060101010101" pitchFamily="49" charset="-122"/>
              </a:rPr>
              <a:t>第</a:t>
            </a:r>
            <a:r>
              <a:rPr lang="en-US" altLang="zh-CN">
                <a:solidFill>
                  <a:schemeClr val="bg1"/>
                </a:solidFill>
                <a:latin typeface="隶书" panose="02010509060101010101" pitchFamily="49" charset="-122"/>
                <a:ea typeface="隶书" panose="02010509060101010101" pitchFamily="49" charset="-122"/>
              </a:rPr>
              <a:t>3</a:t>
            </a:r>
            <a:r>
              <a:rPr lang="zh-CN" altLang="en-US">
                <a:solidFill>
                  <a:schemeClr val="bg1"/>
                </a:solidFill>
                <a:latin typeface="隶书" panose="02010509060101010101" pitchFamily="49" charset="-122"/>
                <a:ea typeface="隶书" panose="02010509060101010101" pitchFamily="49" charset="-122"/>
              </a:rPr>
              <a:t>章 </a:t>
            </a:r>
            <a:r>
              <a:rPr lang="zh-CN" altLang="en-US">
                <a:solidFill>
                  <a:schemeClr val="bg1"/>
                </a:solidFill>
                <a:effectLst>
                  <a:outerShdw blurRad="38100" dist="38100" dir="2700000" algn="tl">
                    <a:srgbClr val="000000"/>
                  </a:outerShdw>
                </a:effectLst>
                <a:latin typeface="隶书" panose="02010509060101010101" pitchFamily="49" charset="-122"/>
                <a:ea typeface="隶书" panose="02010509060101010101" pitchFamily="49" charset="-122"/>
              </a:rPr>
              <a:t>静态电磁场及其边值问题的解</a:t>
            </a:r>
          </a:p>
        </p:txBody>
      </p:sp>
      <p:sp>
        <p:nvSpPr>
          <p:cNvPr id="1028" name="Rectangle 6">
            <a:extLst>
              <a:ext uri="{FF2B5EF4-FFF2-40B4-BE49-F238E27FC236}">
                <a16:creationId xmlns:a16="http://schemas.microsoft.com/office/drawing/2014/main" id="{2B4ADFB1-22A4-18EC-0189-AEEC052087A5}"/>
              </a:ext>
            </a:extLst>
          </p:cNvPr>
          <p:cNvSpPr>
            <a:spLocks noChangeArrowheads="1"/>
          </p:cNvSpPr>
          <p:nvPr userDrawn="1"/>
        </p:nvSpPr>
        <p:spPr bwMode="auto">
          <a:xfrm>
            <a:off x="107950" y="44450"/>
            <a:ext cx="2089150" cy="360363"/>
          </a:xfrm>
          <a:prstGeom prst="rect">
            <a:avLst/>
          </a:prstGeom>
          <a:noFill/>
          <a:ln>
            <a:noFill/>
          </a:ln>
          <a:effectLst/>
        </p:spPr>
        <p:txBody>
          <a:bodyPr tIns="10800"/>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0"/>
              </a:spcBef>
              <a:defRPr/>
            </a:pPr>
            <a:r>
              <a:rPr lang="zh-CN" altLang="en-US" sz="2000" b="1">
                <a:solidFill>
                  <a:srgbClr val="573CFC"/>
                </a:solidFill>
                <a:ea typeface="华文行楷" panose="02010800040101010101" pitchFamily="2" charset="-122"/>
              </a:rPr>
              <a:t>电磁场与电磁波</a:t>
            </a:r>
          </a:p>
        </p:txBody>
      </p:sp>
      <p:sp>
        <p:nvSpPr>
          <p:cNvPr id="1029" name="Rectangle 10" descr="深色横线">
            <a:extLst>
              <a:ext uri="{FF2B5EF4-FFF2-40B4-BE49-F238E27FC236}">
                <a16:creationId xmlns:a16="http://schemas.microsoft.com/office/drawing/2014/main" id="{C0427B4E-89AD-C820-F24E-6D9A13C6889F}"/>
              </a:ext>
            </a:extLst>
          </p:cNvPr>
          <p:cNvSpPr>
            <a:spLocks noChangeArrowheads="1"/>
          </p:cNvSpPr>
          <p:nvPr userDrawn="1"/>
        </p:nvSpPr>
        <p:spPr bwMode="auto">
          <a:xfrm>
            <a:off x="0" y="333375"/>
            <a:ext cx="9144000" cy="71438"/>
          </a:xfrm>
          <a:prstGeom prst="rect">
            <a:avLst/>
          </a:prstGeom>
          <a:pattFill prst="dkHorz">
            <a:fgClr>
              <a:srgbClr val="CC3300"/>
            </a:fgClr>
            <a:bgClr>
              <a:srgbClr val="9A9A9A"/>
            </a:bgClr>
          </a:patt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574475" name="Rectangle 11">
            <a:extLst>
              <a:ext uri="{FF2B5EF4-FFF2-40B4-BE49-F238E27FC236}">
                <a16:creationId xmlns:a16="http://schemas.microsoft.com/office/drawing/2014/main" id="{437B4469-E526-F649-6886-7FCB17B61BB3}"/>
              </a:ext>
            </a:extLst>
          </p:cNvPr>
          <p:cNvSpPr>
            <a:spLocks noGrp="1" noChangeArrowheads="1"/>
          </p:cNvSpPr>
          <p:nvPr>
            <p:ph type="sldNum" sz="quarter" idx="4"/>
          </p:nvPr>
        </p:nvSpPr>
        <p:spPr bwMode="auto">
          <a:xfrm>
            <a:off x="7667625" y="0"/>
            <a:ext cx="1343025" cy="33337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ea typeface="宋体" panose="02010600030101010101" pitchFamily="2" charset="-122"/>
              </a:defRPr>
            </a:lvl1pPr>
          </a:lstStyle>
          <a:p>
            <a:pPr>
              <a:defRPr/>
            </a:pPr>
            <a:fld id="{FB22C175-EF0C-4123-AD36-CE8FACE894BF}" type="slidenum">
              <a:rPr lang="en-US" altLang="zh-CN"/>
              <a:pPr>
                <a:defRPr/>
              </a:pPr>
              <a:t>‹#›</a:t>
            </a:fld>
            <a:endParaRPr lang="en-US" altLang="zh-CN"/>
          </a:p>
        </p:txBody>
      </p:sp>
      <p:sp>
        <p:nvSpPr>
          <p:cNvPr id="1031" name="Rectangle 17" descr="栎木">
            <a:extLst>
              <a:ext uri="{FF2B5EF4-FFF2-40B4-BE49-F238E27FC236}">
                <a16:creationId xmlns:a16="http://schemas.microsoft.com/office/drawing/2014/main" id="{59227D0D-B340-556D-D0E1-90097736E4B9}"/>
              </a:ext>
            </a:extLst>
          </p:cNvPr>
          <p:cNvSpPr>
            <a:spLocks noChangeArrowheads="1"/>
          </p:cNvSpPr>
          <p:nvPr userDrawn="1"/>
        </p:nvSpPr>
        <p:spPr bwMode="auto">
          <a:xfrm>
            <a:off x="0" y="6562725"/>
            <a:ext cx="9144000" cy="333375"/>
          </a:xfrm>
          <a:prstGeom prst="rect">
            <a:avLst/>
          </a:prstGeom>
          <a:blipFill dpi="0" rotWithShape="0">
            <a:blip r:embed="rId14"/>
            <a:srcRect/>
            <a:tile tx="0" ty="0" sx="100000" sy="100000" flip="none" algn="tl"/>
          </a:blip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pic>
        <p:nvPicPr>
          <p:cNvPr id="1032" name="Picture 25" descr="听诊器">
            <a:hlinkClick r:id="rId15" action="ppaction://hlinkfile"/>
            <a:extLst>
              <a:ext uri="{FF2B5EF4-FFF2-40B4-BE49-F238E27FC236}">
                <a16:creationId xmlns:a16="http://schemas.microsoft.com/office/drawing/2014/main" id="{94FDC711-1DF3-E3F6-6827-45B1C7D2F806}"/>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636000" y="5862638"/>
            <a:ext cx="508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eaLnBrk="0" fontAlgn="base" hangingPunct="0">
        <a:spcBef>
          <a:spcPct val="0"/>
        </a:spcBef>
        <a:spcAft>
          <a:spcPct val="0"/>
        </a:spcAft>
        <a:defRPr sz="2000" kern="12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defRPr sz="2800" kern="12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 Target="slide4.xml"/><Relationship Id="rId7"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6.xml"/><Relationship Id="rId4" Type="http://schemas.openxmlformats.org/officeDocument/2006/relationships/slide" Target="slide6.xml"/><Relationship Id="rId9"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0.emf"/><Relationship Id="rId18" Type="http://schemas.openxmlformats.org/officeDocument/2006/relationships/slide" Target="slide3.xml"/><Relationship Id="rId3" Type="http://schemas.openxmlformats.org/officeDocument/2006/relationships/image" Target="../media/image5.emf"/><Relationship Id="rId7" Type="http://schemas.openxmlformats.org/officeDocument/2006/relationships/image" Target="../media/image7.emf"/><Relationship Id="rId12" Type="http://schemas.openxmlformats.org/officeDocument/2006/relationships/oleObject" Target="../embeddings/oleObject7.bin"/><Relationship Id="rId17" Type="http://schemas.openxmlformats.org/officeDocument/2006/relationships/image" Target="../media/image12.emf"/><Relationship Id="rId2" Type="http://schemas.openxmlformats.org/officeDocument/2006/relationships/oleObject" Target="../embeddings/oleObject2.bin"/><Relationship Id="rId16"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9.emf"/><Relationship Id="rId5" Type="http://schemas.openxmlformats.org/officeDocument/2006/relationships/image" Target="../media/image6.emf"/><Relationship Id="rId15" Type="http://schemas.openxmlformats.org/officeDocument/2006/relationships/image" Target="../media/image11.emf"/><Relationship Id="rId10" Type="http://schemas.openxmlformats.org/officeDocument/2006/relationships/oleObject" Target="../embeddings/oleObject6.bin"/><Relationship Id="rId19" Type="http://schemas.openxmlformats.org/officeDocument/2006/relationships/image" Target="../media/image13.png"/><Relationship Id="rId4" Type="http://schemas.openxmlformats.org/officeDocument/2006/relationships/oleObject" Target="../embeddings/oleObject3.bin"/><Relationship Id="rId9" Type="http://schemas.openxmlformats.org/officeDocument/2006/relationships/image" Target="../media/image8.emf"/><Relationship Id="rId14"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19.wmf"/><Relationship Id="rId18" Type="http://schemas.openxmlformats.org/officeDocument/2006/relationships/oleObject" Target="../embeddings/oleObject18.bin"/><Relationship Id="rId3" Type="http://schemas.openxmlformats.org/officeDocument/2006/relationships/image" Target="../media/image14.wmf"/><Relationship Id="rId21" Type="http://schemas.openxmlformats.org/officeDocument/2006/relationships/image" Target="../media/image23.emf"/><Relationship Id="rId7" Type="http://schemas.openxmlformats.org/officeDocument/2006/relationships/image" Target="../media/image16.wmf"/><Relationship Id="rId12" Type="http://schemas.openxmlformats.org/officeDocument/2006/relationships/oleObject" Target="../embeddings/oleObject15.bin"/><Relationship Id="rId17" Type="http://schemas.openxmlformats.org/officeDocument/2006/relationships/image" Target="../media/image21.emf"/><Relationship Id="rId2" Type="http://schemas.openxmlformats.org/officeDocument/2006/relationships/oleObject" Target="../embeddings/oleObject10.bin"/><Relationship Id="rId16" Type="http://schemas.openxmlformats.org/officeDocument/2006/relationships/oleObject" Target="../embeddings/oleObject17.bin"/><Relationship Id="rId20" Type="http://schemas.openxmlformats.org/officeDocument/2006/relationships/oleObject" Target="../embeddings/oleObject19.bin"/><Relationship Id="rId1" Type="http://schemas.openxmlformats.org/officeDocument/2006/relationships/slideLayout" Target="../slideLayouts/slideLayout6.xml"/><Relationship Id="rId6" Type="http://schemas.openxmlformats.org/officeDocument/2006/relationships/oleObject" Target="../embeddings/oleObject12.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23" Type="http://schemas.openxmlformats.org/officeDocument/2006/relationships/slide" Target="slide3.xml"/><Relationship Id="rId10" Type="http://schemas.openxmlformats.org/officeDocument/2006/relationships/oleObject" Target="../embeddings/oleObject14.bin"/><Relationship Id="rId19" Type="http://schemas.openxmlformats.org/officeDocument/2006/relationships/image" Target="../media/image22.emf"/><Relationship Id="rId4" Type="http://schemas.openxmlformats.org/officeDocument/2006/relationships/oleObject" Target="../embeddings/oleObject11.bin"/><Relationship Id="rId9" Type="http://schemas.openxmlformats.org/officeDocument/2006/relationships/image" Target="../media/image17.wmf"/><Relationship Id="rId14" Type="http://schemas.openxmlformats.org/officeDocument/2006/relationships/oleObject" Target="../embeddings/oleObject16.bin"/><Relationship Id="rId22"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image" Target="../media/image28.emf"/><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oleObject" Target="../embeddings/oleObject24.bin"/><Relationship Id="rId17" Type="http://schemas.openxmlformats.org/officeDocument/2006/relationships/image" Target="../media/image30.emf"/><Relationship Id="rId2" Type="http://schemas.openxmlformats.org/officeDocument/2006/relationships/notesSlide" Target="../notesSlides/notesSlide3.xml"/><Relationship Id="rId16" Type="http://schemas.openxmlformats.org/officeDocument/2006/relationships/oleObject" Target="../embeddings/oleObject26.bin"/><Relationship Id="rId1" Type="http://schemas.openxmlformats.org/officeDocument/2006/relationships/slideLayout" Target="../slideLayouts/slideLayout6.xml"/><Relationship Id="rId6" Type="http://schemas.openxmlformats.org/officeDocument/2006/relationships/image" Target="../media/image25.emf"/><Relationship Id="rId11" Type="http://schemas.openxmlformats.org/officeDocument/2006/relationships/image" Target="../media/image27.emf"/><Relationship Id="rId5" Type="http://schemas.openxmlformats.org/officeDocument/2006/relationships/oleObject" Target="../embeddings/oleObject21.bin"/><Relationship Id="rId15" Type="http://schemas.openxmlformats.org/officeDocument/2006/relationships/image" Target="../media/image29.emf"/><Relationship Id="rId10" Type="http://schemas.openxmlformats.org/officeDocument/2006/relationships/oleObject" Target="../embeddings/oleObject23.bin"/><Relationship Id="rId4" Type="http://schemas.openxmlformats.org/officeDocument/2006/relationships/image" Target="../media/image24.emf"/><Relationship Id="rId9" Type="http://schemas.openxmlformats.org/officeDocument/2006/relationships/slide" Target="slide3.xml"/><Relationship Id="rId14" Type="http://schemas.openxmlformats.org/officeDocument/2006/relationships/oleObject" Target="../embeddings/oleObject25.bin"/></Relationships>
</file>

<file path=ppt/slides/_rels/slide7.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slide" Target="slide3.xml"/><Relationship Id="rId7" Type="http://schemas.openxmlformats.org/officeDocument/2006/relationships/oleObject" Target="../embeddings/oleObject28.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31.emf"/><Relationship Id="rId10" Type="http://schemas.openxmlformats.org/officeDocument/2006/relationships/image" Target="../media/image34.png"/><Relationship Id="rId4" Type="http://schemas.openxmlformats.org/officeDocument/2006/relationships/oleObject" Target="../embeddings/oleObject27.bin"/><Relationship Id="rId9"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36.emf"/><Relationship Id="rId11" Type="http://schemas.openxmlformats.org/officeDocument/2006/relationships/image" Target="../media/image38.emf"/><Relationship Id="rId5" Type="http://schemas.openxmlformats.org/officeDocument/2006/relationships/oleObject" Target="../embeddings/oleObject30.bin"/><Relationship Id="rId10" Type="http://schemas.openxmlformats.org/officeDocument/2006/relationships/oleObject" Target="../embeddings/oleObject32.bin"/><Relationship Id="rId4" Type="http://schemas.openxmlformats.org/officeDocument/2006/relationships/image" Target="../media/image35.emf"/><Relationship Id="rId9" Type="http://schemas.openxmlformats.org/officeDocument/2006/relationships/slide" Target="slide3.xml"/></Relationships>
</file>

<file path=ppt/slides/_rels/slide9.x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image" Target="../media/image45.emf"/><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oleObject" Target="../embeddings/oleObject37.bin"/><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41.emf"/><Relationship Id="rId11" Type="http://schemas.openxmlformats.org/officeDocument/2006/relationships/image" Target="../media/image44.png"/><Relationship Id="rId5" Type="http://schemas.openxmlformats.org/officeDocument/2006/relationships/oleObject" Target="../embeddings/oleObject34.bin"/><Relationship Id="rId10" Type="http://schemas.openxmlformats.org/officeDocument/2006/relationships/image" Target="../media/image43.wmf"/><Relationship Id="rId4" Type="http://schemas.openxmlformats.org/officeDocument/2006/relationships/image" Target="../media/image40.emf"/><Relationship Id="rId9" Type="http://schemas.openxmlformats.org/officeDocument/2006/relationships/oleObject" Target="../embeddings/oleObject36.bin"/><Relationship Id="rId14" Type="http://schemas.openxmlformats.org/officeDocument/2006/relationships/slide" Target="slide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8.bin"/><Relationship Id="rId7"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47.png"/><Relationship Id="rId5" Type="http://schemas.openxmlformats.org/officeDocument/2006/relationships/image" Target="../media/image13.png"/><Relationship Id="rId4" Type="http://schemas.openxmlformats.org/officeDocument/2006/relationships/image" Target="../media/image46.emf"/></Relationships>
</file>

<file path=ppt/slides/_rels/slide11.xml.rels><?xml version="1.0" encoding="UTF-8" standalone="yes"?>
<Relationships xmlns="http://schemas.openxmlformats.org/package/2006/relationships"><Relationship Id="rId13" Type="http://schemas.openxmlformats.org/officeDocument/2006/relationships/oleObject" Target="../embeddings/oleObject44.bin"/><Relationship Id="rId18" Type="http://schemas.openxmlformats.org/officeDocument/2006/relationships/image" Target="../media/image55.wmf"/><Relationship Id="rId26" Type="http://schemas.openxmlformats.org/officeDocument/2006/relationships/image" Target="../media/image59.emf"/><Relationship Id="rId3" Type="http://schemas.openxmlformats.org/officeDocument/2006/relationships/oleObject" Target="../embeddings/oleObject39.bin"/><Relationship Id="rId21" Type="http://schemas.openxmlformats.org/officeDocument/2006/relationships/oleObject" Target="../embeddings/oleObject48.bin"/><Relationship Id="rId34" Type="http://schemas.openxmlformats.org/officeDocument/2006/relationships/image" Target="../media/image63.emf"/><Relationship Id="rId7" Type="http://schemas.openxmlformats.org/officeDocument/2006/relationships/oleObject" Target="../embeddings/oleObject41.bin"/><Relationship Id="rId12" Type="http://schemas.openxmlformats.org/officeDocument/2006/relationships/image" Target="../media/image52.wmf"/><Relationship Id="rId17" Type="http://schemas.openxmlformats.org/officeDocument/2006/relationships/oleObject" Target="../embeddings/oleObject46.bin"/><Relationship Id="rId25" Type="http://schemas.openxmlformats.org/officeDocument/2006/relationships/oleObject" Target="../embeddings/oleObject50.bin"/><Relationship Id="rId33" Type="http://schemas.openxmlformats.org/officeDocument/2006/relationships/oleObject" Target="../embeddings/oleObject54.bin"/><Relationship Id="rId2" Type="http://schemas.openxmlformats.org/officeDocument/2006/relationships/notesSlide" Target="../notesSlides/notesSlide8.xml"/><Relationship Id="rId16" Type="http://schemas.openxmlformats.org/officeDocument/2006/relationships/image" Target="../media/image54.wmf"/><Relationship Id="rId20" Type="http://schemas.openxmlformats.org/officeDocument/2006/relationships/image" Target="../media/image56.wmf"/><Relationship Id="rId29" Type="http://schemas.openxmlformats.org/officeDocument/2006/relationships/oleObject" Target="../embeddings/oleObject52.bin"/><Relationship Id="rId1" Type="http://schemas.openxmlformats.org/officeDocument/2006/relationships/slideLayout" Target="../slideLayouts/slideLayout6.xml"/><Relationship Id="rId6" Type="http://schemas.openxmlformats.org/officeDocument/2006/relationships/image" Target="../media/image49.emf"/><Relationship Id="rId11" Type="http://schemas.openxmlformats.org/officeDocument/2006/relationships/oleObject" Target="../embeddings/oleObject43.bin"/><Relationship Id="rId24" Type="http://schemas.openxmlformats.org/officeDocument/2006/relationships/image" Target="../media/image58.emf"/><Relationship Id="rId32" Type="http://schemas.openxmlformats.org/officeDocument/2006/relationships/image" Target="../media/image62.emf"/><Relationship Id="rId5" Type="http://schemas.openxmlformats.org/officeDocument/2006/relationships/oleObject" Target="../embeddings/oleObject40.bin"/><Relationship Id="rId15" Type="http://schemas.openxmlformats.org/officeDocument/2006/relationships/oleObject" Target="../embeddings/oleObject45.bin"/><Relationship Id="rId23" Type="http://schemas.openxmlformats.org/officeDocument/2006/relationships/oleObject" Target="../embeddings/oleObject49.bin"/><Relationship Id="rId28" Type="http://schemas.openxmlformats.org/officeDocument/2006/relationships/image" Target="../media/image60.emf"/><Relationship Id="rId10" Type="http://schemas.openxmlformats.org/officeDocument/2006/relationships/image" Target="../media/image51.wmf"/><Relationship Id="rId19" Type="http://schemas.openxmlformats.org/officeDocument/2006/relationships/oleObject" Target="../embeddings/oleObject47.bin"/><Relationship Id="rId31" Type="http://schemas.openxmlformats.org/officeDocument/2006/relationships/oleObject" Target="../embeddings/oleObject53.bin"/><Relationship Id="rId4" Type="http://schemas.openxmlformats.org/officeDocument/2006/relationships/image" Target="../media/image48.emf"/><Relationship Id="rId9" Type="http://schemas.openxmlformats.org/officeDocument/2006/relationships/oleObject" Target="../embeddings/oleObject42.bin"/><Relationship Id="rId14" Type="http://schemas.openxmlformats.org/officeDocument/2006/relationships/image" Target="../media/image53.wmf"/><Relationship Id="rId22" Type="http://schemas.openxmlformats.org/officeDocument/2006/relationships/image" Target="../media/image57.wmf"/><Relationship Id="rId27" Type="http://schemas.openxmlformats.org/officeDocument/2006/relationships/oleObject" Target="../embeddings/oleObject51.bin"/><Relationship Id="rId30" Type="http://schemas.openxmlformats.org/officeDocument/2006/relationships/image" Target="../media/image61.emf"/><Relationship Id="rId35" Type="http://schemas.openxmlformats.org/officeDocument/2006/relationships/slide" Target="slide3.xml"/><Relationship Id="rId8" Type="http://schemas.openxmlformats.org/officeDocument/2006/relationships/image" Target="../media/image50.emf"/></Relationships>
</file>

<file path=ppt/slides/_rels/slide12.xml.rels><?xml version="1.0" encoding="UTF-8" standalone="yes"?>
<Relationships xmlns="http://schemas.openxmlformats.org/package/2006/relationships"><Relationship Id="rId8" Type="http://schemas.openxmlformats.org/officeDocument/2006/relationships/image" Target="../media/image66.emf"/><Relationship Id="rId13" Type="http://schemas.openxmlformats.org/officeDocument/2006/relationships/oleObject" Target="../embeddings/oleObject53.bin"/><Relationship Id="rId18" Type="http://schemas.openxmlformats.org/officeDocument/2006/relationships/image" Target="../media/image72.png"/><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63.emf"/><Relationship Id="rId17" Type="http://schemas.openxmlformats.org/officeDocument/2006/relationships/image" Target="../media/image71.png"/><Relationship Id="rId2" Type="http://schemas.openxmlformats.org/officeDocument/2006/relationships/slide" Target="slide1.xml"/><Relationship Id="rId16" Type="http://schemas.openxmlformats.org/officeDocument/2006/relationships/image" Target="../media/image70.png"/><Relationship Id="rId1" Type="http://schemas.openxmlformats.org/officeDocument/2006/relationships/slideLayout" Target="../slideLayouts/slideLayout6.xml"/><Relationship Id="rId6" Type="http://schemas.openxmlformats.org/officeDocument/2006/relationships/image" Target="../media/image65.emf"/><Relationship Id="rId11" Type="http://schemas.openxmlformats.org/officeDocument/2006/relationships/oleObject" Target="../embeddings/oleObject54.bin"/><Relationship Id="rId5" Type="http://schemas.openxmlformats.org/officeDocument/2006/relationships/oleObject" Target="../embeddings/oleObject56.bin"/><Relationship Id="rId15" Type="http://schemas.openxmlformats.org/officeDocument/2006/relationships/image" Target="../media/image69.png"/><Relationship Id="rId10" Type="http://schemas.openxmlformats.org/officeDocument/2006/relationships/image" Target="../media/image68.png"/><Relationship Id="rId4" Type="http://schemas.openxmlformats.org/officeDocument/2006/relationships/image" Target="../media/image64.emf"/><Relationship Id="rId9" Type="http://schemas.openxmlformats.org/officeDocument/2006/relationships/image" Target="../media/image67.png"/><Relationship Id="rId14" Type="http://schemas.openxmlformats.org/officeDocument/2006/relationships/image" Target="../media/image62.emf"/></Relationships>
</file>

<file path=ppt/slides/_rels/slide13.xml.rels><?xml version="1.0" encoding="UTF-8" standalone="yes"?>
<Relationships xmlns="http://schemas.openxmlformats.org/package/2006/relationships"><Relationship Id="rId8" Type="http://schemas.openxmlformats.org/officeDocument/2006/relationships/image" Target="../media/image75.emf"/><Relationship Id="rId13" Type="http://schemas.openxmlformats.org/officeDocument/2006/relationships/image" Target="../media/image78.png"/><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77.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74.emf"/><Relationship Id="rId11" Type="http://schemas.openxmlformats.org/officeDocument/2006/relationships/slide" Target="slide3.xml"/><Relationship Id="rId5" Type="http://schemas.openxmlformats.org/officeDocument/2006/relationships/oleObject" Target="../embeddings/oleObject59.bin"/><Relationship Id="rId10" Type="http://schemas.openxmlformats.org/officeDocument/2006/relationships/image" Target="../media/image76.emf"/><Relationship Id="rId4" Type="http://schemas.openxmlformats.org/officeDocument/2006/relationships/image" Target="../media/image73.emf"/><Relationship Id="rId9" Type="http://schemas.openxmlformats.org/officeDocument/2006/relationships/oleObject" Target="../embeddings/oleObject61.bin"/></Relationships>
</file>

<file path=ppt/slides/_rels/slide14.xml.rels><?xml version="1.0" encoding="UTF-8" standalone="yes"?>
<Relationships xmlns="http://schemas.openxmlformats.org/package/2006/relationships"><Relationship Id="rId13" Type="http://schemas.openxmlformats.org/officeDocument/2006/relationships/image" Target="../media/image84.emf"/><Relationship Id="rId18" Type="http://schemas.openxmlformats.org/officeDocument/2006/relationships/oleObject" Target="../embeddings/oleObject70.bin"/><Relationship Id="rId26" Type="http://schemas.openxmlformats.org/officeDocument/2006/relationships/oleObject" Target="../embeddings/oleObject74.bin"/><Relationship Id="rId3" Type="http://schemas.openxmlformats.org/officeDocument/2006/relationships/image" Target="../media/image79.emf"/><Relationship Id="rId21" Type="http://schemas.openxmlformats.org/officeDocument/2006/relationships/image" Target="../media/image88.emf"/><Relationship Id="rId34" Type="http://schemas.openxmlformats.org/officeDocument/2006/relationships/image" Target="../media/image94.wmf"/><Relationship Id="rId7" Type="http://schemas.openxmlformats.org/officeDocument/2006/relationships/image" Target="../media/image81.emf"/><Relationship Id="rId12" Type="http://schemas.openxmlformats.org/officeDocument/2006/relationships/oleObject" Target="../embeddings/oleObject67.bin"/><Relationship Id="rId17" Type="http://schemas.openxmlformats.org/officeDocument/2006/relationships/image" Target="../media/image86.emf"/><Relationship Id="rId25" Type="http://schemas.openxmlformats.org/officeDocument/2006/relationships/image" Target="../media/image90.emf"/><Relationship Id="rId33" Type="http://schemas.openxmlformats.org/officeDocument/2006/relationships/oleObject" Target="../embeddings/oleObject77.bin"/><Relationship Id="rId2" Type="http://schemas.openxmlformats.org/officeDocument/2006/relationships/oleObject" Target="../embeddings/oleObject62.bin"/><Relationship Id="rId16" Type="http://schemas.openxmlformats.org/officeDocument/2006/relationships/oleObject" Target="../embeddings/oleObject69.bin"/><Relationship Id="rId20" Type="http://schemas.openxmlformats.org/officeDocument/2006/relationships/oleObject" Target="../embeddings/oleObject71.bin"/><Relationship Id="rId29" Type="http://schemas.openxmlformats.org/officeDocument/2006/relationships/oleObject" Target="../embeddings/oleObject75.bin"/><Relationship Id="rId1" Type="http://schemas.openxmlformats.org/officeDocument/2006/relationships/slideLayout" Target="../slideLayouts/slideLayout6.xml"/><Relationship Id="rId6" Type="http://schemas.openxmlformats.org/officeDocument/2006/relationships/oleObject" Target="../embeddings/oleObject64.bin"/><Relationship Id="rId11" Type="http://schemas.openxmlformats.org/officeDocument/2006/relationships/image" Target="../media/image83.emf"/><Relationship Id="rId24" Type="http://schemas.openxmlformats.org/officeDocument/2006/relationships/oleObject" Target="../embeddings/oleObject73.bin"/><Relationship Id="rId32" Type="http://schemas.openxmlformats.org/officeDocument/2006/relationships/image" Target="../media/image93.wmf"/><Relationship Id="rId5" Type="http://schemas.openxmlformats.org/officeDocument/2006/relationships/image" Target="../media/image80.emf"/><Relationship Id="rId15" Type="http://schemas.openxmlformats.org/officeDocument/2006/relationships/image" Target="../media/image85.emf"/><Relationship Id="rId23" Type="http://schemas.openxmlformats.org/officeDocument/2006/relationships/image" Target="../media/image89.emf"/><Relationship Id="rId28" Type="http://schemas.openxmlformats.org/officeDocument/2006/relationships/slide" Target="slide3.xml"/><Relationship Id="rId10" Type="http://schemas.openxmlformats.org/officeDocument/2006/relationships/oleObject" Target="../embeddings/oleObject66.bin"/><Relationship Id="rId19" Type="http://schemas.openxmlformats.org/officeDocument/2006/relationships/image" Target="../media/image87.emf"/><Relationship Id="rId31" Type="http://schemas.openxmlformats.org/officeDocument/2006/relationships/oleObject" Target="../embeddings/oleObject76.bin"/><Relationship Id="rId4" Type="http://schemas.openxmlformats.org/officeDocument/2006/relationships/oleObject" Target="../embeddings/oleObject63.bin"/><Relationship Id="rId9" Type="http://schemas.openxmlformats.org/officeDocument/2006/relationships/image" Target="../media/image82.emf"/><Relationship Id="rId14" Type="http://schemas.openxmlformats.org/officeDocument/2006/relationships/oleObject" Target="../embeddings/oleObject68.bin"/><Relationship Id="rId22" Type="http://schemas.openxmlformats.org/officeDocument/2006/relationships/oleObject" Target="../embeddings/oleObject72.bin"/><Relationship Id="rId27" Type="http://schemas.openxmlformats.org/officeDocument/2006/relationships/image" Target="../media/image91.emf"/><Relationship Id="rId30" Type="http://schemas.openxmlformats.org/officeDocument/2006/relationships/image" Target="../media/image92.wmf"/><Relationship Id="rId8" Type="http://schemas.openxmlformats.org/officeDocument/2006/relationships/oleObject" Target="../embeddings/oleObject65.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80.bin"/><Relationship Id="rId13" Type="http://schemas.openxmlformats.org/officeDocument/2006/relationships/image" Target="../media/image99.emf"/><Relationship Id="rId18" Type="http://schemas.openxmlformats.org/officeDocument/2006/relationships/oleObject" Target="../embeddings/oleObject85.bin"/><Relationship Id="rId3" Type="http://schemas.openxmlformats.org/officeDocument/2006/relationships/oleObject" Target="../embeddings/oleObject78.bin"/><Relationship Id="rId7" Type="http://schemas.openxmlformats.org/officeDocument/2006/relationships/image" Target="../media/image96.emf"/><Relationship Id="rId12" Type="http://schemas.openxmlformats.org/officeDocument/2006/relationships/oleObject" Target="../embeddings/oleObject82.bin"/><Relationship Id="rId17" Type="http://schemas.openxmlformats.org/officeDocument/2006/relationships/image" Target="../media/image101.emf"/><Relationship Id="rId2" Type="http://schemas.openxmlformats.org/officeDocument/2006/relationships/notesSlide" Target="../notesSlides/notesSlide11.xml"/><Relationship Id="rId16" Type="http://schemas.openxmlformats.org/officeDocument/2006/relationships/oleObject" Target="../embeddings/oleObject84.bin"/><Relationship Id="rId1" Type="http://schemas.openxmlformats.org/officeDocument/2006/relationships/slideLayout" Target="../slideLayouts/slideLayout6.xml"/><Relationship Id="rId6" Type="http://schemas.openxmlformats.org/officeDocument/2006/relationships/oleObject" Target="../embeddings/oleObject79.bin"/><Relationship Id="rId11" Type="http://schemas.openxmlformats.org/officeDocument/2006/relationships/image" Target="../media/image98.emf"/><Relationship Id="rId5" Type="http://schemas.openxmlformats.org/officeDocument/2006/relationships/image" Target="../media/image13.png"/><Relationship Id="rId15" Type="http://schemas.openxmlformats.org/officeDocument/2006/relationships/image" Target="../media/image100.emf"/><Relationship Id="rId10" Type="http://schemas.openxmlformats.org/officeDocument/2006/relationships/oleObject" Target="../embeddings/oleObject81.bin"/><Relationship Id="rId19" Type="http://schemas.openxmlformats.org/officeDocument/2006/relationships/image" Target="../media/image102.emf"/><Relationship Id="rId4" Type="http://schemas.openxmlformats.org/officeDocument/2006/relationships/image" Target="../media/image95.emf"/><Relationship Id="rId9" Type="http://schemas.openxmlformats.org/officeDocument/2006/relationships/image" Target="../media/image97.emf"/><Relationship Id="rId14" Type="http://schemas.openxmlformats.org/officeDocument/2006/relationships/oleObject" Target="../embeddings/oleObject83.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88.bin"/><Relationship Id="rId13" Type="http://schemas.openxmlformats.org/officeDocument/2006/relationships/image" Target="../media/image107.emf"/><Relationship Id="rId18" Type="http://schemas.openxmlformats.org/officeDocument/2006/relationships/oleObject" Target="../embeddings/oleObject93.bin"/><Relationship Id="rId26" Type="http://schemas.openxmlformats.org/officeDocument/2006/relationships/oleObject" Target="../embeddings/oleObject97.bin"/><Relationship Id="rId3" Type="http://schemas.openxmlformats.org/officeDocument/2006/relationships/oleObject" Target="../embeddings/oleObject86.bin"/><Relationship Id="rId21" Type="http://schemas.openxmlformats.org/officeDocument/2006/relationships/image" Target="../media/image111.emf"/><Relationship Id="rId7" Type="http://schemas.openxmlformats.org/officeDocument/2006/relationships/slide" Target="slide3.xml"/><Relationship Id="rId12" Type="http://schemas.openxmlformats.org/officeDocument/2006/relationships/oleObject" Target="../embeddings/oleObject90.bin"/><Relationship Id="rId17" Type="http://schemas.openxmlformats.org/officeDocument/2006/relationships/image" Target="../media/image109.emf"/><Relationship Id="rId25" Type="http://schemas.openxmlformats.org/officeDocument/2006/relationships/image" Target="../media/image113.emf"/><Relationship Id="rId2" Type="http://schemas.openxmlformats.org/officeDocument/2006/relationships/image" Target="../media/image13.png"/><Relationship Id="rId16" Type="http://schemas.openxmlformats.org/officeDocument/2006/relationships/oleObject" Target="../embeddings/oleObject92.bin"/><Relationship Id="rId20" Type="http://schemas.openxmlformats.org/officeDocument/2006/relationships/oleObject" Target="../embeddings/oleObject94.bin"/><Relationship Id="rId1" Type="http://schemas.openxmlformats.org/officeDocument/2006/relationships/slideLayout" Target="../slideLayouts/slideLayout12.xml"/><Relationship Id="rId6" Type="http://schemas.openxmlformats.org/officeDocument/2006/relationships/image" Target="../media/image104.emf"/><Relationship Id="rId11" Type="http://schemas.openxmlformats.org/officeDocument/2006/relationships/image" Target="../media/image106.emf"/><Relationship Id="rId24" Type="http://schemas.openxmlformats.org/officeDocument/2006/relationships/oleObject" Target="../embeddings/oleObject96.bin"/><Relationship Id="rId5" Type="http://schemas.openxmlformats.org/officeDocument/2006/relationships/oleObject" Target="../embeddings/oleObject87.bin"/><Relationship Id="rId15" Type="http://schemas.openxmlformats.org/officeDocument/2006/relationships/image" Target="../media/image108.emf"/><Relationship Id="rId23" Type="http://schemas.openxmlformats.org/officeDocument/2006/relationships/image" Target="../media/image112.emf"/><Relationship Id="rId10" Type="http://schemas.openxmlformats.org/officeDocument/2006/relationships/oleObject" Target="../embeddings/oleObject89.bin"/><Relationship Id="rId19" Type="http://schemas.openxmlformats.org/officeDocument/2006/relationships/image" Target="../media/image110.emf"/><Relationship Id="rId4" Type="http://schemas.openxmlformats.org/officeDocument/2006/relationships/image" Target="../media/image103.emf"/><Relationship Id="rId9" Type="http://schemas.openxmlformats.org/officeDocument/2006/relationships/image" Target="../media/image105.emf"/><Relationship Id="rId14" Type="http://schemas.openxmlformats.org/officeDocument/2006/relationships/oleObject" Target="../embeddings/oleObject91.bin"/><Relationship Id="rId22" Type="http://schemas.openxmlformats.org/officeDocument/2006/relationships/oleObject" Target="../embeddings/oleObject95.bin"/><Relationship Id="rId27" Type="http://schemas.openxmlformats.org/officeDocument/2006/relationships/image" Target="../media/image114.emf"/></Relationships>
</file>

<file path=ppt/slides/_rels/slide19.xml.rels><?xml version="1.0" encoding="UTF-8" standalone="yes"?>
<Relationships xmlns="http://schemas.openxmlformats.org/package/2006/relationships"><Relationship Id="rId8" Type="http://schemas.openxmlformats.org/officeDocument/2006/relationships/image" Target="../media/image116.emf"/><Relationship Id="rId13" Type="http://schemas.openxmlformats.org/officeDocument/2006/relationships/oleObject" Target="../embeddings/oleObject102.bin"/><Relationship Id="rId18" Type="http://schemas.openxmlformats.org/officeDocument/2006/relationships/image" Target="../media/image121.emf"/><Relationship Id="rId3" Type="http://schemas.openxmlformats.org/officeDocument/2006/relationships/slide" Target="slide3.xml"/><Relationship Id="rId21" Type="http://schemas.openxmlformats.org/officeDocument/2006/relationships/oleObject" Target="../embeddings/oleObject106.bin"/><Relationship Id="rId7" Type="http://schemas.openxmlformats.org/officeDocument/2006/relationships/oleObject" Target="../embeddings/oleObject99.bin"/><Relationship Id="rId12" Type="http://schemas.openxmlformats.org/officeDocument/2006/relationships/image" Target="../media/image118.emf"/><Relationship Id="rId17" Type="http://schemas.openxmlformats.org/officeDocument/2006/relationships/oleObject" Target="../embeddings/oleObject104.bin"/><Relationship Id="rId2" Type="http://schemas.openxmlformats.org/officeDocument/2006/relationships/notesSlide" Target="../notesSlides/notesSlide12.xml"/><Relationship Id="rId16" Type="http://schemas.openxmlformats.org/officeDocument/2006/relationships/image" Target="../media/image120.emf"/><Relationship Id="rId20" Type="http://schemas.openxmlformats.org/officeDocument/2006/relationships/image" Target="../media/image122.emf"/><Relationship Id="rId1" Type="http://schemas.openxmlformats.org/officeDocument/2006/relationships/slideLayout" Target="../slideLayouts/slideLayout12.xml"/><Relationship Id="rId6" Type="http://schemas.openxmlformats.org/officeDocument/2006/relationships/image" Target="../media/image115.emf"/><Relationship Id="rId11" Type="http://schemas.openxmlformats.org/officeDocument/2006/relationships/oleObject" Target="../embeddings/oleObject101.bin"/><Relationship Id="rId5" Type="http://schemas.openxmlformats.org/officeDocument/2006/relationships/oleObject" Target="../embeddings/oleObject98.bin"/><Relationship Id="rId15" Type="http://schemas.openxmlformats.org/officeDocument/2006/relationships/oleObject" Target="../embeddings/oleObject103.bin"/><Relationship Id="rId10" Type="http://schemas.openxmlformats.org/officeDocument/2006/relationships/image" Target="../media/image117.emf"/><Relationship Id="rId19" Type="http://schemas.openxmlformats.org/officeDocument/2006/relationships/oleObject" Target="../embeddings/oleObject105.bin"/><Relationship Id="rId4" Type="http://schemas.openxmlformats.org/officeDocument/2006/relationships/image" Target="../media/image13.png"/><Relationship Id="rId9" Type="http://schemas.openxmlformats.org/officeDocument/2006/relationships/oleObject" Target="../embeddings/oleObject100.bin"/><Relationship Id="rId14" Type="http://schemas.openxmlformats.org/officeDocument/2006/relationships/image" Target="../media/image119.emf"/><Relationship Id="rId22" Type="http://schemas.openxmlformats.org/officeDocument/2006/relationships/image" Target="../media/image123.emf"/></Relationships>
</file>

<file path=ppt/slides/_rels/slide20.xml.rels><?xml version="1.0" encoding="UTF-8" standalone="yes"?>
<Relationships xmlns="http://schemas.openxmlformats.org/package/2006/relationships"><Relationship Id="rId8" Type="http://schemas.openxmlformats.org/officeDocument/2006/relationships/image" Target="../media/image126.emf"/><Relationship Id="rId13" Type="http://schemas.openxmlformats.org/officeDocument/2006/relationships/image" Target="../media/image128.emf"/><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oleObject" Target="../embeddings/oleObject111.bin"/><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25.emf"/><Relationship Id="rId11" Type="http://schemas.openxmlformats.org/officeDocument/2006/relationships/image" Target="../media/image127.emf"/><Relationship Id="rId5" Type="http://schemas.openxmlformats.org/officeDocument/2006/relationships/oleObject" Target="../embeddings/oleObject108.bin"/><Relationship Id="rId10" Type="http://schemas.openxmlformats.org/officeDocument/2006/relationships/oleObject" Target="../embeddings/oleObject110.bin"/><Relationship Id="rId4" Type="http://schemas.openxmlformats.org/officeDocument/2006/relationships/image" Target="../media/image124.emf"/><Relationship Id="rId9" Type="http://schemas.openxmlformats.org/officeDocument/2006/relationships/slide" Target="slide4.xml"/><Relationship Id="rId14" Type="http://schemas.openxmlformats.org/officeDocument/2006/relationships/image" Target="../media/image129.png"/></Relationships>
</file>

<file path=ppt/slides/_rels/slide21.xml.rels><?xml version="1.0" encoding="UTF-8" standalone="yes"?>
<Relationships xmlns="http://schemas.openxmlformats.org/package/2006/relationships"><Relationship Id="rId8" Type="http://schemas.openxmlformats.org/officeDocument/2006/relationships/image" Target="../media/image132.emf"/><Relationship Id="rId13" Type="http://schemas.openxmlformats.org/officeDocument/2006/relationships/image" Target="../media/image134.emf"/><Relationship Id="rId3" Type="http://schemas.openxmlformats.org/officeDocument/2006/relationships/oleObject" Target="../embeddings/oleObject112.bin"/><Relationship Id="rId7" Type="http://schemas.openxmlformats.org/officeDocument/2006/relationships/oleObject" Target="../embeddings/oleObject114.bin"/><Relationship Id="rId12" Type="http://schemas.openxmlformats.org/officeDocument/2006/relationships/oleObject" Target="../embeddings/oleObject116.bin"/><Relationship Id="rId2" Type="http://schemas.openxmlformats.org/officeDocument/2006/relationships/notesSlide" Target="../notesSlides/notesSlide14.xml"/><Relationship Id="rId16" Type="http://schemas.openxmlformats.org/officeDocument/2006/relationships/image" Target="../media/image136.png"/><Relationship Id="rId1" Type="http://schemas.openxmlformats.org/officeDocument/2006/relationships/slideLayout" Target="../slideLayouts/slideLayout12.xml"/><Relationship Id="rId6" Type="http://schemas.openxmlformats.org/officeDocument/2006/relationships/image" Target="../media/image131.emf"/><Relationship Id="rId11" Type="http://schemas.openxmlformats.org/officeDocument/2006/relationships/image" Target="../media/image133.emf"/><Relationship Id="rId5" Type="http://schemas.openxmlformats.org/officeDocument/2006/relationships/oleObject" Target="../embeddings/oleObject113.bin"/><Relationship Id="rId15" Type="http://schemas.openxmlformats.org/officeDocument/2006/relationships/image" Target="../media/image135.emf"/><Relationship Id="rId10" Type="http://schemas.openxmlformats.org/officeDocument/2006/relationships/oleObject" Target="../embeddings/oleObject115.bin"/><Relationship Id="rId4" Type="http://schemas.openxmlformats.org/officeDocument/2006/relationships/image" Target="../media/image130.emf"/><Relationship Id="rId9" Type="http://schemas.openxmlformats.org/officeDocument/2006/relationships/slide" Target="slide3.xml"/><Relationship Id="rId14" Type="http://schemas.openxmlformats.org/officeDocument/2006/relationships/oleObject" Target="../embeddings/oleObject117.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oleObject" Target="../embeddings/oleObject123.bin"/><Relationship Id="rId18" Type="http://schemas.openxmlformats.org/officeDocument/2006/relationships/image" Target="../media/image144.emf"/><Relationship Id="rId3" Type="http://schemas.openxmlformats.org/officeDocument/2006/relationships/image" Target="../media/image137.emf"/><Relationship Id="rId21" Type="http://schemas.openxmlformats.org/officeDocument/2006/relationships/oleObject" Target="../embeddings/oleObject127.bin"/><Relationship Id="rId7" Type="http://schemas.openxmlformats.org/officeDocument/2006/relationships/image" Target="../media/image139.emf"/><Relationship Id="rId12" Type="http://schemas.openxmlformats.org/officeDocument/2006/relationships/image" Target="../media/image141.emf"/><Relationship Id="rId17" Type="http://schemas.openxmlformats.org/officeDocument/2006/relationships/oleObject" Target="../embeddings/oleObject125.bin"/><Relationship Id="rId2" Type="http://schemas.openxmlformats.org/officeDocument/2006/relationships/oleObject" Target="../embeddings/oleObject118.bin"/><Relationship Id="rId16" Type="http://schemas.openxmlformats.org/officeDocument/2006/relationships/image" Target="../media/image143.emf"/><Relationship Id="rId20" Type="http://schemas.openxmlformats.org/officeDocument/2006/relationships/image" Target="../media/image145.emf"/><Relationship Id="rId1" Type="http://schemas.openxmlformats.org/officeDocument/2006/relationships/slideLayout" Target="../slideLayouts/slideLayout12.xml"/><Relationship Id="rId6" Type="http://schemas.openxmlformats.org/officeDocument/2006/relationships/oleObject" Target="../embeddings/oleObject120.bin"/><Relationship Id="rId11" Type="http://schemas.openxmlformats.org/officeDocument/2006/relationships/oleObject" Target="../embeddings/oleObject122.bin"/><Relationship Id="rId24" Type="http://schemas.openxmlformats.org/officeDocument/2006/relationships/image" Target="../media/image147.emf"/><Relationship Id="rId5" Type="http://schemas.openxmlformats.org/officeDocument/2006/relationships/image" Target="../media/image138.emf"/><Relationship Id="rId15" Type="http://schemas.openxmlformats.org/officeDocument/2006/relationships/oleObject" Target="../embeddings/oleObject124.bin"/><Relationship Id="rId23" Type="http://schemas.openxmlformats.org/officeDocument/2006/relationships/oleObject" Target="../embeddings/oleObject128.bin"/><Relationship Id="rId10" Type="http://schemas.openxmlformats.org/officeDocument/2006/relationships/slide" Target="slide4.xml"/><Relationship Id="rId19" Type="http://schemas.openxmlformats.org/officeDocument/2006/relationships/oleObject" Target="../embeddings/oleObject126.bin"/><Relationship Id="rId4" Type="http://schemas.openxmlformats.org/officeDocument/2006/relationships/oleObject" Target="../embeddings/oleObject119.bin"/><Relationship Id="rId9" Type="http://schemas.openxmlformats.org/officeDocument/2006/relationships/image" Target="../media/image140.emf"/><Relationship Id="rId14" Type="http://schemas.openxmlformats.org/officeDocument/2006/relationships/image" Target="../media/image142.emf"/><Relationship Id="rId22" Type="http://schemas.openxmlformats.org/officeDocument/2006/relationships/image" Target="../media/image146.emf"/></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slide" Target="slide3.xml"/><Relationship Id="rId4" Type="http://schemas.openxmlformats.org/officeDocument/2006/relationships/image" Target="../media/image148.png"/></Relationships>
</file>

<file path=ppt/slides/_rels/slide24.xml.rels><?xml version="1.0" encoding="UTF-8" standalone="yes"?>
<Relationships xmlns="http://schemas.openxmlformats.org/package/2006/relationships"><Relationship Id="rId8" Type="http://schemas.openxmlformats.org/officeDocument/2006/relationships/image" Target="../media/image151.emf"/><Relationship Id="rId3" Type="http://schemas.openxmlformats.org/officeDocument/2006/relationships/oleObject" Target="../embeddings/oleObject129.bin"/><Relationship Id="rId7" Type="http://schemas.openxmlformats.org/officeDocument/2006/relationships/oleObject" Target="../embeddings/oleObject131.bin"/><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50.emf"/><Relationship Id="rId5" Type="http://schemas.openxmlformats.org/officeDocument/2006/relationships/oleObject" Target="../embeddings/oleObject130.bin"/><Relationship Id="rId4" Type="http://schemas.openxmlformats.org/officeDocument/2006/relationships/image" Target="../media/image149.emf"/><Relationship Id="rId9" Type="http://schemas.openxmlformats.org/officeDocument/2006/relationships/slide" Target="slide3.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oleObject" Target="../embeddings/oleObject137.bin"/><Relationship Id="rId3" Type="http://schemas.openxmlformats.org/officeDocument/2006/relationships/image" Target="../media/image152.emf"/><Relationship Id="rId7" Type="http://schemas.openxmlformats.org/officeDocument/2006/relationships/image" Target="../media/image154.emf"/><Relationship Id="rId12" Type="http://schemas.openxmlformats.org/officeDocument/2006/relationships/slide" Target="slide3.xml"/><Relationship Id="rId2" Type="http://schemas.openxmlformats.org/officeDocument/2006/relationships/oleObject" Target="../embeddings/oleObject132.bin"/><Relationship Id="rId1" Type="http://schemas.openxmlformats.org/officeDocument/2006/relationships/slideLayout" Target="../slideLayouts/slideLayout6.xml"/><Relationship Id="rId6" Type="http://schemas.openxmlformats.org/officeDocument/2006/relationships/oleObject" Target="../embeddings/oleObject134.bin"/><Relationship Id="rId11" Type="http://schemas.openxmlformats.org/officeDocument/2006/relationships/image" Target="../media/image156.emf"/><Relationship Id="rId5" Type="http://schemas.openxmlformats.org/officeDocument/2006/relationships/image" Target="../media/image153.emf"/><Relationship Id="rId10" Type="http://schemas.openxmlformats.org/officeDocument/2006/relationships/oleObject" Target="../embeddings/oleObject136.bin"/><Relationship Id="rId4" Type="http://schemas.openxmlformats.org/officeDocument/2006/relationships/oleObject" Target="../embeddings/oleObject133.bin"/><Relationship Id="rId9" Type="http://schemas.openxmlformats.org/officeDocument/2006/relationships/image" Target="../media/image155.emf"/><Relationship Id="rId14" Type="http://schemas.openxmlformats.org/officeDocument/2006/relationships/image" Target="../media/image157.emf"/></Relationships>
</file>

<file path=ppt/slides/_rels/slide26.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oleObject" Target="../embeddings/oleObject138.bin"/><Relationship Id="rId7" Type="http://schemas.openxmlformats.org/officeDocument/2006/relationships/image" Target="../media/image159.emf"/><Relationship Id="rId12" Type="http://schemas.openxmlformats.org/officeDocument/2006/relationships/image" Target="../media/image161.emf"/><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oleObject" Target="../embeddings/oleObject139.bin"/><Relationship Id="rId11" Type="http://schemas.openxmlformats.org/officeDocument/2006/relationships/oleObject" Target="../embeddings/oleObject141.bin"/><Relationship Id="rId5" Type="http://schemas.openxmlformats.org/officeDocument/2006/relationships/image" Target="../media/image148.png"/><Relationship Id="rId10" Type="http://schemas.openxmlformats.org/officeDocument/2006/relationships/image" Target="../media/image160.emf"/><Relationship Id="rId4" Type="http://schemas.openxmlformats.org/officeDocument/2006/relationships/image" Target="../media/image158.emf"/><Relationship Id="rId9" Type="http://schemas.openxmlformats.org/officeDocument/2006/relationships/oleObject" Target="../embeddings/oleObject140.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44.bin"/><Relationship Id="rId13" Type="http://schemas.openxmlformats.org/officeDocument/2006/relationships/image" Target="../media/image166.emf"/><Relationship Id="rId18" Type="http://schemas.openxmlformats.org/officeDocument/2006/relationships/oleObject" Target="../embeddings/oleObject149.bin"/><Relationship Id="rId3" Type="http://schemas.openxmlformats.org/officeDocument/2006/relationships/image" Target="../media/image13.png"/><Relationship Id="rId21" Type="http://schemas.openxmlformats.org/officeDocument/2006/relationships/image" Target="../media/image170.emf"/><Relationship Id="rId7" Type="http://schemas.openxmlformats.org/officeDocument/2006/relationships/image" Target="../media/image163.emf"/><Relationship Id="rId12" Type="http://schemas.openxmlformats.org/officeDocument/2006/relationships/oleObject" Target="../embeddings/oleObject146.bin"/><Relationship Id="rId17" Type="http://schemas.openxmlformats.org/officeDocument/2006/relationships/image" Target="../media/image168.emf"/><Relationship Id="rId2" Type="http://schemas.openxmlformats.org/officeDocument/2006/relationships/notesSlide" Target="../notesSlides/notesSlide18.xml"/><Relationship Id="rId16" Type="http://schemas.openxmlformats.org/officeDocument/2006/relationships/oleObject" Target="../embeddings/oleObject148.bin"/><Relationship Id="rId20" Type="http://schemas.openxmlformats.org/officeDocument/2006/relationships/oleObject" Target="../embeddings/oleObject150.bin"/><Relationship Id="rId1" Type="http://schemas.openxmlformats.org/officeDocument/2006/relationships/slideLayout" Target="../slideLayouts/slideLayout12.xml"/><Relationship Id="rId6" Type="http://schemas.openxmlformats.org/officeDocument/2006/relationships/oleObject" Target="../embeddings/oleObject143.bin"/><Relationship Id="rId11" Type="http://schemas.openxmlformats.org/officeDocument/2006/relationships/image" Target="../media/image165.emf"/><Relationship Id="rId5" Type="http://schemas.openxmlformats.org/officeDocument/2006/relationships/image" Target="../media/image162.emf"/><Relationship Id="rId15" Type="http://schemas.openxmlformats.org/officeDocument/2006/relationships/image" Target="../media/image167.emf"/><Relationship Id="rId10" Type="http://schemas.openxmlformats.org/officeDocument/2006/relationships/oleObject" Target="../embeddings/oleObject145.bin"/><Relationship Id="rId19" Type="http://schemas.openxmlformats.org/officeDocument/2006/relationships/image" Target="../media/image169.emf"/><Relationship Id="rId4" Type="http://schemas.openxmlformats.org/officeDocument/2006/relationships/oleObject" Target="../embeddings/oleObject142.bin"/><Relationship Id="rId9" Type="http://schemas.openxmlformats.org/officeDocument/2006/relationships/image" Target="../media/image164.emf"/><Relationship Id="rId14" Type="http://schemas.openxmlformats.org/officeDocument/2006/relationships/oleObject" Target="../embeddings/oleObject147.bin"/><Relationship Id="rId22" Type="http://schemas.openxmlformats.org/officeDocument/2006/relationships/slide" Target="slide3.xml"/></Relationships>
</file>

<file path=ppt/slides/_rels/slide28.xml.rels><?xml version="1.0" encoding="UTF-8" standalone="yes"?>
<Relationships xmlns="http://schemas.openxmlformats.org/package/2006/relationships"><Relationship Id="rId8" Type="http://schemas.openxmlformats.org/officeDocument/2006/relationships/image" Target="../media/image173.emf"/><Relationship Id="rId3" Type="http://schemas.openxmlformats.org/officeDocument/2006/relationships/image" Target="../media/image171.emf"/><Relationship Id="rId7" Type="http://schemas.openxmlformats.org/officeDocument/2006/relationships/oleObject" Target="../embeddings/oleObject153.bin"/><Relationship Id="rId2" Type="http://schemas.openxmlformats.org/officeDocument/2006/relationships/oleObject" Target="../embeddings/oleObject151.bin"/><Relationship Id="rId1" Type="http://schemas.openxmlformats.org/officeDocument/2006/relationships/slideLayout" Target="../slideLayouts/slideLayout12.xml"/><Relationship Id="rId6" Type="http://schemas.openxmlformats.org/officeDocument/2006/relationships/image" Target="../media/image172.emf"/><Relationship Id="rId5" Type="http://schemas.openxmlformats.org/officeDocument/2006/relationships/oleObject" Target="../embeddings/oleObject152.bin"/><Relationship Id="rId4" Type="http://schemas.openxmlformats.org/officeDocument/2006/relationships/slide" Target="slide3.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54.bin"/><Relationship Id="rId7" Type="http://schemas.openxmlformats.org/officeDocument/2006/relationships/slide" Target="slide3.xm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75.emf"/><Relationship Id="rId5" Type="http://schemas.openxmlformats.org/officeDocument/2006/relationships/oleObject" Target="../embeddings/oleObject155.bin"/><Relationship Id="rId4" Type="http://schemas.openxmlformats.org/officeDocument/2006/relationships/image" Target="../media/image174.emf"/></Relationships>
</file>

<file path=ppt/slides/_rels/slide30.xml.rels><?xml version="1.0" encoding="UTF-8" standalone="yes"?>
<Relationships xmlns="http://schemas.openxmlformats.org/package/2006/relationships"><Relationship Id="rId8" Type="http://schemas.openxmlformats.org/officeDocument/2006/relationships/image" Target="../media/image178.emf"/><Relationship Id="rId13" Type="http://schemas.openxmlformats.org/officeDocument/2006/relationships/image" Target="../media/image180.emf"/><Relationship Id="rId18" Type="http://schemas.openxmlformats.org/officeDocument/2006/relationships/oleObject" Target="../embeddings/oleObject163.bin"/><Relationship Id="rId3" Type="http://schemas.openxmlformats.org/officeDocument/2006/relationships/oleObject" Target="../embeddings/oleObject156.bin"/><Relationship Id="rId21" Type="http://schemas.openxmlformats.org/officeDocument/2006/relationships/image" Target="../media/image184.emf"/><Relationship Id="rId7" Type="http://schemas.openxmlformats.org/officeDocument/2006/relationships/oleObject" Target="../embeddings/oleObject158.bin"/><Relationship Id="rId12" Type="http://schemas.openxmlformats.org/officeDocument/2006/relationships/oleObject" Target="../embeddings/oleObject160.bin"/><Relationship Id="rId17" Type="http://schemas.openxmlformats.org/officeDocument/2006/relationships/image" Target="../media/image182.emf"/><Relationship Id="rId25" Type="http://schemas.openxmlformats.org/officeDocument/2006/relationships/image" Target="../media/image45.emf"/><Relationship Id="rId2" Type="http://schemas.openxmlformats.org/officeDocument/2006/relationships/notesSlide" Target="../notesSlides/notesSlide20.xml"/><Relationship Id="rId16" Type="http://schemas.openxmlformats.org/officeDocument/2006/relationships/oleObject" Target="../embeddings/oleObject162.bin"/><Relationship Id="rId20" Type="http://schemas.openxmlformats.org/officeDocument/2006/relationships/oleObject" Target="../embeddings/oleObject164.bin"/><Relationship Id="rId1" Type="http://schemas.openxmlformats.org/officeDocument/2006/relationships/slideLayout" Target="../slideLayouts/slideLayout6.xml"/><Relationship Id="rId6" Type="http://schemas.openxmlformats.org/officeDocument/2006/relationships/image" Target="../media/image177.emf"/><Relationship Id="rId11" Type="http://schemas.openxmlformats.org/officeDocument/2006/relationships/slide" Target="slide4.xml"/><Relationship Id="rId24" Type="http://schemas.openxmlformats.org/officeDocument/2006/relationships/oleObject" Target="../embeddings/oleObject37.bin"/><Relationship Id="rId5" Type="http://schemas.openxmlformats.org/officeDocument/2006/relationships/oleObject" Target="../embeddings/oleObject157.bin"/><Relationship Id="rId15" Type="http://schemas.openxmlformats.org/officeDocument/2006/relationships/image" Target="../media/image181.emf"/><Relationship Id="rId23" Type="http://schemas.openxmlformats.org/officeDocument/2006/relationships/image" Target="../media/image185.emf"/><Relationship Id="rId10" Type="http://schemas.openxmlformats.org/officeDocument/2006/relationships/image" Target="../media/image179.emf"/><Relationship Id="rId19" Type="http://schemas.openxmlformats.org/officeDocument/2006/relationships/image" Target="../media/image183.emf"/><Relationship Id="rId4" Type="http://schemas.openxmlformats.org/officeDocument/2006/relationships/image" Target="../media/image176.emf"/><Relationship Id="rId9" Type="http://schemas.openxmlformats.org/officeDocument/2006/relationships/oleObject" Target="../embeddings/oleObject159.bin"/><Relationship Id="rId14" Type="http://schemas.openxmlformats.org/officeDocument/2006/relationships/oleObject" Target="../embeddings/oleObject161.bin"/><Relationship Id="rId22" Type="http://schemas.openxmlformats.org/officeDocument/2006/relationships/oleObject" Target="../embeddings/oleObject16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2">
            <a:extLst>
              <a:ext uri="{FF2B5EF4-FFF2-40B4-BE49-F238E27FC236}">
                <a16:creationId xmlns:a16="http://schemas.microsoft.com/office/drawing/2014/main" id="{B4E3D2A0-BFE7-9B8B-020B-EF52660DD73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6725B489-F71A-4B9B-AA2B-EF51A07709C9}" type="slidenum">
              <a:rPr lang="en-US" altLang="zh-CN" sz="1400">
                <a:ea typeface="宋体" panose="02010600030101010101" pitchFamily="2" charset="-122"/>
              </a:rPr>
              <a:pPr/>
              <a:t>1</a:t>
            </a:fld>
            <a:endParaRPr lang="en-US" altLang="zh-CN" sz="1400">
              <a:ea typeface="宋体" panose="02010600030101010101" pitchFamily="2" charset="-122"/>
            </a:endParaRPr>
          </a:p>
        </p:txBody>
      </p:sp>
      <p:sp>
        <p:nvSpPr>
          <p:cNvPr id="489479" name="WordArt 1031">
            <a:extLst>
              <a:ext uri="{FF2B5EF4-FFF2-40B4-BE49-F238E27FC236}">
                <a16:creationId xmlns:a16="http://schemas.microsoft.com/office/drawing/2014/main" id="{FD351E71-25D3-3B33-B644-210EE6CD9FCC}"/>
              </a:ext>
            </a:extLst>
          </p:cNvPr>
          <p:cNvSpPr>
            <a:spLocks noChangeArrowheads="1" noChangeShapeType="1" noTextEdit="1"/>
          </p:cNvSpPr>
          <p:nvPr/>
        </p:nvSpPr>
        <p:spPr bwMode="auto">
          <a:xfrm>
            <a:off x="827088" y="2060575"/>
            <a:ext cx="7489825" cy="1655763"/>
          </a:xfrm>
          <a:prstGeom prst="rect">
            <a:avLst/>
          </a:prstGeom>
        </p:spPr>
        <p:txBody>
          <a:bodyPr wrap="none" fromWordArt="1">
            <a:prstTxWarp prst="textInflateTop">
              <a:avLst>
                <a:gd name="adj" fmla="val 31917"/>
              </a:avLst>
            </a:prstTxWarp>
          </a:bodyPr>
          <a:lstStyle/>
          <a:p>
            <a:pPr algn="ctr" eaLnBrk="1" hangingPunct="1">
              <a:spcBef>
                <a:spcPct val="20000"/>
              </a:spcBef>
              <a:defRPr/>
            </a:pPr>
            <a:r>
              <a:rPr lang="zh-CN" altLang="en-US" sz="3600" kern="10">
                <a:gradFill rotWithShape="0">
                  <a:gsLst>
                    <a:gs pos="0">
                      <a:srgbClr val="FF9966"/>
                    </a:gs>
                    <a:gs pos="100000">
                      <a:srgbClr val="009999"/>
                    </a:gs>
                  </a:gsLst>
                  <a:lin ang="5400000" scaled="1"/>
                </a:gradFill>
                <a:effectLst>
                  <a:outerShdw dist="53882" dir="2700000" algn="ctr" rotWithShape="0">
                    <a:srgbClr val="C0C0C0"/>
                  </a:outerShdw>
                </a:effectLst>
                <a:latin typeface="宋体" panose="02010600030101010101" pitchFamily="2" charset="-122"/>
                <a:ea typeface="宋体" panose="02010600030101010101" pitchFamily="2" charset="-122"/>
              </a:rPr>
              <a:t>第</a:t>
            </a:r>
            <a:r>
              <a:rPr lang="en-US" altLang="zh-CN" sz="3600" kern="10">
                <a:gradFill rotWithShape="0">
                  <a:gsLst>
                    <a:gs pos="0">
                      <a:srgbClr val="FF9966"/>
                    </a:gs>
                    <a:gs pos="100000">
                      <a:srgbClr val="009999"/>
                    </a:gs>
                  </a:gsLst>
                  <a:lin ang="5400000" scaled="1"/>
                </a:gradFill>
                <a:effectLst>
                  <a:outerShdw dist="53882" dir="2700000" algn="ctr" rotWithShape="0">
                    <a:srgbClr val="C0C0C0"/>
                  </a:outerShdw>
                </a:effectLst>
                <a:latin typeface="宋体" panose="02010600030101010101" pitchFamily="2" charset="-122"/>
                <a:ea typeface="宋体" panose="02010600030101010101" pitchFamily="2" charset="-122"/>
              </a:rPr>
              <a:t>3</a:t>
            </a:r>
            <a:r>
              <a:rPr lang="zh-CN" altLang="en-US" sz="3600" kern="10">
                <a:gradFill rotWithShape="0">
                  <a:gsLst>
                    <a:gs pos="0">
                      <a:srgbClr val="FF9966"/>
                    </a:gs>
                    <a:gs pos="100000">
                      <a:srgbClr val="009999"/>
                    </a:gs>
                  </a:gsLst>
                  <a:lin ang="5400000" scaled="1"/>
                </a:gradFill>
                <a:effectLst>
                  <a:outerShdw dist="53882" dir="2700000" algn="ctr" rotWithShape="0">
                    <a:srgbClr val="C0C0C0"/>
                  </a:outerShdw>
                </a:effectLst>
                <a:latin typeface="宋体" panose="02010600030101010101" pitchFamily="2" charset="-122"/>
                <a:ea typeface="宋体" panose="02010600030101010101" pitchFamily="2" charset="-122"/>
              </a:rPr>
              <a:t>章 静态电磁场及其边值问题的解</a:t>
            </a:r>
          </a:p>
        </p:txBody>
      </p:sp>
      <p:sp>
        <p:nvSpPr>
          <p:cNvPr id="4100" name="AutoShape 1032">
            <a:hlinkClick r:id="" action="ppaction://hlinkshowjump?jump=firstslide" highlightClick="1"/>
            <a:extLst>
              <a:ext uri="{FF2B5EF4-FFF2-40B4-BE49-F238E27FC236}">
                <a16:creationId xmlns:a16="http://schemas.microsoft.com/office/drawing/2014/main" id="{97F80325-E72A-EC32-457E-D27F88CF87DF}"/>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101" name="AutoShape 1033">
            <a:hlinkClick r:id="" action="ppaction://hlinkshowjump?jump=previousslide" highlightClick="1"/>
            <a:extLst>
              <a:ext uri="{FF2B5EF4-FFF2-40B4-BE49-F238E27FC236}">
                <a16:creationId xmlns:a16="http://schemas.microsoft.com/office/drawing/2014/main" id="{78313FE5-880C-39C1-0084-9B8C725D0564}"/>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102" name="AutoShape 1034">
            <a:hlinkClick r:id="" action="ppaction://hlinkshowjump?jump=nextslide" highlightClick="1"/>
            <a:extLst>
              <a:ext uri="{FF2B5EF4-FFF2-40B4-BE49-F238E27FC236}">
                <a16:creationId xmlns:a16="http://schemas.microsoft.com/office/drawing/2014/main" id="{3614B752-77FA-F3E2-2CDF-7D65707D2039}"/>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103" name="AutoShape 1035">
            <a:hlinkClick r:id="" action="ppaction://hlinkshowjump?jump=lastslide" highlightClick="1"/>
            <a:extLst>
              <a:ext uri="{FF2B5EF4-FFF2-40B4-BE49-F238E27FC236}">
                <a16:creationId xmlns:a16="http://schemas.microsoft.com/office/drawing/2014/main" id="{1C365BD5-13C3-E468-BD69-57431F27BA2C}"/>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2">
            <a:extLst>
              <a:ext uri="{FF2B5EF4-FFF2-40B4-BE49-F238E27FC236}">
                <a16:creationId xmlns:a16="http://schemas.microsoft.com/office/drawing/2014/main" id="{0F8CDC57-1E36-75DC-221E-3316E0CF1A6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436A05C1-F799-4C8C-B7CF-D0F053992578}" type="slidenum">
              <a:rPr lang="en-US" altLang="zh-CN" sz="1400">
                <a:ea typeface="宋体" panose="02010600030101010101" pitchFamily="2" charset="-122"/>
              </a:rPr>
              <a:pPr/>
              <a:t>2</a:t>
            </a:fld>
            <a:endParaRPr lang="en-US" altLang="zh-CN" sz="1400">
              <a:ea typeface="宋体" panose="02010600030101010101" pitchFamily="2" charset="-122"/>
            </a:endParaRPr>
          </a:p>
        </p:txBody>
      </p:sp>
      <p:sp>
        <p:nvSpPr>
          <p:cNvPr id="5123" name="Rectangle 2">
            <a:extLst>
              <a:ext uri="{FF2B5EF4-FFF2-40B4-BE49-F238E27FC236}">
                <a16:creationId xmlns:a16="http://schemas.microsoft.com/office/drawing/2014/main" id="{9BC55442-4790-2CB3-B183-97F58721A18E}"/>
              </a:ext>
            </a:extLst>
          </p:cNvPr>
          <p:cNvSpPr>
            <a:spLocks noChangeArrowheads="1"/>
          </p:cNvSpPr>
          <p:nvPr/>
        </p:nvSpPr>
        <p:spPr bwMode="auto">
          <a:xfrm>
            <a:off x="1331913" y="3068638"/>
            <a:ext cx="6985000" cy="1155124"/>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40000"/>
              </a:lnSpc>
              <a:buFont typeface="Wingdings" panose="05000000000000000000" pitchFamily="2" charset="2"/>
              <a:buNone/>
            </a:pPr>
            <a:r>
              <a:rPr lang="zh-CN" altLang="en-US" sz="2800" b="1" dirty="0">
                <a:solidFill>
                  <a:srgbClr val="FF3300"/>
                </a:solidFill>
                <a:ea typeface="隶书" panose="02010509060101010101" pitchFamily="49" charset="-122"/>
              </a:rPr>
              <a:t>本章内容</a:t>
            </a:r>
          </a:p>
          <a:p>
            <a:pPr eaLnBrk="1" hangingPunct="1">
              <a:lnSpc>
                <a:spcPct val="140000"/>
              </a:lnSpc>
              <a:buFont typeface="Wingdings" panose="05000000000000000000" pitchFamily="2" charset="2"/>
              <a:buNone/>
            </a:pPr>
            <a:r>
              <a:rPr lang="zh-CN" altLang="en-US" b="1" dirty="0"/>
              <a:t>   </a:t>
            </a:r>
            <a:endParaRPr lang="zh-CN" altLang="en-US" b="1" dirty="0">
              <a:solidFill>
                <a:schemeClr val="hlink"/>
              </a:solidFill>
              <a:latin typeface="Times New Roman" panose="02020603050405020304" pitchFamily="18" charset="0"/>
            </a:endParaRPr>
          </a:p>
        </p:txBody>
      </p:sp>
      <p:sp>
        <p:nvSpPr>
          <p:cNvPr id="5124" name="Rectangle 3">
            <a:extLst>
              <a:ext uri="{FF2B5EF4-FFF2-40B4-BE49-F238E27FC236}">
                <a16:creationId xmlns:a16="http://schemas.microsoft.com/office/drawing/2014/main" id="{68442BBF-561E-50CE-D7CA-2BA6738C640F}"/>
              </a:ext>
            </a:extLst>
          </p:cNvPr>
          <p:cNvSpPr>
            <a:spLocks noChangeArrowheads="1"/>
          </p:cNvSpPr>
          <p:nvPr/>
        </p:nvSpPr>
        <p:spPr bwMode="auto">
          <a:xfrm>
            <a:off x="106363" y="404813"/>
            <a:ext cx="8858250"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Clr>
                <a:srgbClr val="FF9933"/>
              </a:buClr>
              <a:buFontTx/>
              <a:buChar char="•"/>
            </a:pPr>
            <a:r>
              <a:rPr kumimoji="1" lang="en-US" altLang="zh-CN" b="1">
                <a:solidFill>
                  <a:schemeClr val="bg1"/>
                </a:solidFill>
                <a:latin typeface="幼圆" panose="02010509060101010101" pitchFamily="49" charset="-122"/>
                <a:ea typeface="幼圆" panose="02010509060101010101" pitchFamily="49" charset="-122"/>
              </a:rPr>
              <a:t>  </a:t>
            </a:r>
            <a:r>
              <a:rPr kumimoji="1" lang="zh-CN" altLang="en-US" b="1">
                <a:solidFill>
                  <a:srgbClr val="FFCC66"/>
                </a:solidFill>
                <a:latin typeface="Times New Roman" panose="02020603050405020304" pitchFamily="18" charset="0"/>
                <a:ea typeface="宋体" panose="02010600030101010101" pitchFamily="2" charset="-122"/>
              </a:rPr>
              <a:t>静态电磁场：</a:t>
            </a:r>
            <a:r>
              <a:rPr kumimoji="1" lang="zh-CN" altLang="en-US" b="1">
                <a:solidFill>
                  <a:schemeClr val="bg1"/>
                </a:solidFill>
                <a:latin typeface="楷体_GB2312" pitchFamily="49" charset="-122"/>
              </a:rPr>
              <a:t>场量不随时间变化，包括静电场、恒定电场和恒定磁场。</a:t>
            </a:r>
          </a:p>
          <a:p>
            <a:pPr eaLnBrk="1" hangingPunct="1">
              <a:lnSpc>
                <a:spcPct val="130000"/>
              </a:lnSpc>
              <a:buFontTx/>
              <a:buChar char="•"/>
            </a:pPr>
            <a:r>
              <a:rPr kumimoji="1" lang="zh-CN" altLang="en-US" b="1">
                <a:solidFill>
                  <a:srgbClr val="FFCC66"/>
                </a:solidFill>
                <a:latin typeface="Times New Roman" panose="02020603050405020304" pitchFamily="18" charset="0"/>
                <a:ea typeface="宋体" panose="02010600030101010101" pitchFamily="2" charset="-122"/>
              </a:rPr>
              <a:t>    静态情况下：</a:t>
            </a:r>
            <a:r>
              <a:rPr kumimoji="1" lang="zh-CN" altLang="en-US" b="1">
                <a:solidFill>
                  <a:schemeClr val="bg1"/>
                </a:solidFill>
                <a:latin typeface="Times New Roman" panose="02020603050405020304" pitchFamily="18" charset="0"/>
              </a:rPr>
              <a:t>电场和磁场由各自的源激发，且相互独立。</a:t>
            </a:r>
          </a:p>
          <a:p>
            <a:pPr eaLnBrk="1" hangingPunct="1">
              <a:lnSpc>
                <a:spcPct val="130000"/>
              </a:lnSpc>
              <a:buClr>
                <a:srgbClr val="FF9933"/>
              </a:buClr>
              <a:buFontTx/>
              <a:buChar char="•"/>
            </a:pPr>
            <a:r>
              <a:rPr kumimoji="1" lang="zh-CN" altLang="en-US" b="1">
                <a:solidFill>
                  <a:schemeClr val="bg1"/>
                </a:solidFill>
              </a:rPr>
              <a:t>    </a:t>
            </a:r>
            <a:r>
              <a:rPr kumimoji="1" lang="zh-CN" altLang="en-US" b="1">
                <a:solidFill>
                  <a:srgbClr val="FFCC66"/>
                </a:solidFill>
                <a:latin typeface="Times New Roman" panose="02020603050405020304" pitchFamily="18" charset="0"/>
                <a:ea typeface="宋体" panose="02010600030101010101" pitchFamily="2" charset="-122"/>
              </a:rPr>
              <a:t>时变情况下：</a:t>
            </a:r>
            <a:r>
              <a:rPr kumimoji="1" lang="zh-CN" altLang="en-US" b="1">
                <a:solidFill>
                  <a:schemeClr val="bg1"/>
                </a:solidFill>
              </a:rPr>
              <a:t>电场和磁场相互关联，构成统一的电磁场。</a:t>
            </a:r>
            <a:endParaRPr kumimoji="1" lang="zh-CN" altLang="en-US" b="1">
              <a:solidFill>
                <a:srgbClr val="FF7C80"/>
              </a:solidFill>
              <a:latin typeface="楷体_GB2312" pitchFamily="49" charset="-122"/>
              <a:ea typeface="宋体" panose="02010600030101010101" pitchFamily="2" charset="-122"/>
            </a:endParaRPr>
          </a:p>
          <a:p>
            <a:pPr eaLnBrk="1" hangingPunct="1">
              <a:lnSpc>
                <a:spcPct val="130000"/>
              </a:lnSpc>
              <a:buFontTx/>
              <a:buChar char="•"/>
            </a:pPr>
            <a:endParaRPr kumimoji="1" lang="en-US" altLang="zh-CN" b="1">
              <a:solidFill>
                <a:srgbClr val="FF7C80"/>
              </a:solidFill>
              <a:latin typeface="幼圆" panose="02010509060101010101" pitchFamily="49" charset="-122"/>
              <a:ea typeface="宋体" panose="02010600030101010101" pitchFamily="2" charset="-122"/>
            </a:endParaRPr>
          </a:p>
        </p:txBody>
      </p:sp>
      <p:sp>
        <p:nvSpPr>
          <p:cNvPr id="5125" name="AutoShape 6">
            <a:hlinkClick r:id="" action="ppaction://hlinkshowjump?jump=firstslide" highlightClick="1"/>
            <a:extLst>
              <a:ext uri="{FF2B5EF4-FFF2-40B4-BE49-F238E27FC236}">
                <a16:creationId xmlns:a16="http://schemas.microsoft.com/office/drawing/2014/main" id="{8A07151F-A10C-006B-4EBA-250D8E8DD71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5126" name="AutoShape 7">
            <a:hlinkClick r:id="" action="ppaction://hlinkshowjump?jump=previousslide" highlightClick="1"/>
            <a:extLst>
              <a:ext uri="{FF2B5EF4-FFF2-40B4-BE49-F238E27FC236}">
                <a16:creationId xmlns:a16="http://schemas.microsoft.com/office/drawing/2014/main" id="{F650D91C-10B8-29EC-46DE-08E9D97574A4}"/>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5127" name="AutoShape 8">
            <a:hlinkClick r:id="" action="ppaction://hlinkshowjump?jump=nextslide" highlightClick="1"/>
            <a:extLst>
              <a:ext uri="{FF2B5EF4-FFF2-40B4-BE49-F238E27FC236}">
                <a16:creationId xmlns:a16="http://schemas.microsoft.com/office/drawing/2014/main" id="{04841646-E02C-7F87-DBF9-AF732E43AF24}"/>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5128" name="AutoShape 9">
            <a:hlinkClick r:id="" action="ppaction://hlinkshowjump?jump=lastslide" highlightClick="1"/>
            <a:extLst>
              <a:ext uri="{FF2B5EF4-FFF2-40B4-BE49-F238E27FC236}">
                <a16:creationId xmlns:a16="http://schemas.microsoft.com/office/drawing/2014/main" id="{1F89F320-B6A2-2FCE-11FE-98302CFA789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pic>
        <p:nvPicPr>
          <p:cNvPr id="4" name="图片 3">
            <a:extLst>
              <a:ext uri="{FF2B5EF4-FFF2-40B4-BE49-F238E27FC236}">
                <a16:creationId xmlns:a16="http://schemas.microsoft.com/office/drawing/2014/main" id="{4B58008B-5FD0-E59E-3084-3B6558A4DFC7}"/>
              </a:ext>
            </a:extLst>
          </p:cNvPr>
          <p:cNvPicPr>
            <a:picLocks noChangeAspect="1"/>
          </p:cNvPicPr>
          <p:nvPr/>
        </p:nvPicPr>
        <p:blipFill>
          <a:blip r:embed="rId3"/>
          <a:stretch>
            <a:fillRect/>
          </a:stretch>
        </p:blipFill>
        <p:spPr>
          <a:xfrm>
            <a:off x="1577262" y="3737355"/>
            <a:ext cx="6320551" cy="1944216"/>
          </a:xfrm>
          <a:prstGeom prst="rect">
            <a:avLst/>
          </a:prstGeom>
        </p:spPr>
      </p:pic>
      <p:sp>
        <p:nvSpPr>
          <p:cNvPr id="2" name="Rectangle 3">
            <a:extLst>
              <a:ext uri="{FF2B5EF4-FFF2-40B4-BE49-F238E27FC236}">
                <a16:creationId xmlns:a16="http://schemas.microsoft.com/office/drawing/2014/main" id="{DEE249B3-A357-C964-BCB4-E9D2E6F1730A}"/>
              </a:ext>
            </a:extLst>
          </p:cNvPr>
          <p:cNvSpPr/>
          <p:nvPr/>
        </p:nvSpPr>
        <p:spPr>
          <a:xfrm>
            <a:off x="7587157" y="3979241"/>
            <a:ext cx="1392833" cy="609600"/>
          </a:xfrm>
          <a:prstGeom prst="rect">
            <a:avLst/>
          </a:prstGeom>
          <a:noFill/>
          <a:ln w="25400">
            <a:noFill/>
          </a:ln>
        </p:spPr>
        <p:txBody>
          <a:bodyPr anchor="ctr" anchorCtr="0"/>
          <a:lstStyle/>
          <a:p>
            <a:pPr eaLnBrk="1" hangingPunct="1"/>
            <a:r>
              <a:rPr lang="zh-CN" altLang="en-US" sz="2000" b="1" dirty="0">
                <a:solidFill>
                  <a:srgbClr val="FF0000"/>
                </a:solidFill>
                <a:latin typeface="Arial" panose="020B0604020202020204" pitchFamily="34" charset="0"/>
                <a:ea typeface="幼圆" panose="02010509060101010101" pitchFamily="49" charset="-122"/>
              </a:rPr>
              <a:t>可比拟</a:t>
            </a:r>
          </a:p>
        </p:txBody>
      </p:sp>
      <p:cxnSp>
        <p:nvCxnSpPr>
          <p:cNvPr id="3" name="连接符: 曲线 2">
            <a:extLst>
              <a:ext uri="{FF2B5EF4-FFF2-40B4-BE49-F238E27FC236}">
                <a16:creationId xmlns:a16="http://schemas.microsoft.com/office/drawing/2014/main" id="{BEE698EA-785D-325A-9FA1-0CD51125E53D}"/>
              </a:ext>
            </a:extLst>
          </p:cNvPr>
          <p:cNvCxnSpPr>
            <a:cxnSpLocks/>
          </p:cNvCxnSpPr>
          <p:nvPr/>
        </p:nvCxnSpPr>
        <p:spPr bwMode="auto">
          <a:xfrm flipH="1">
            <a:off x="7308304" y="4017724"/>
            <a:ext cx="19774" cy="563194"/>
          </a:xfrm>
          <a:prstGeom prst="curvedConnector4">
            <a:avLst>
              <a:gd name="adj1" fmla="val -1156064"/>
              <a:gd name="adj2" fmla="val 92843"/>
            </a:avLst>
          </a:prstGeom>
          <a:solidFill>
            <a:schemeClr val="tx2">
              <a:alpha val="50000"/>
            </a:schemeClr>
          </a:solidFill>
          <a:ln w="31750">
            <a:solidFill>
              <a:srgbClr val="FF0000"/>
            </a:solidFill>
            <a:headEnd type="triangle"/>
            <a:tailEnd type="triangle"/>
          </a:ln>
        </p:spPr>
      </p:cxnSp>
      <p:sp>
        <p:nvSpPr>
          <p:cNvPr id="5" name="Rectangle 3">
            <a:extLst>
              <a:ext uri="{FF2B5EF4-FFF2-40B4-BE49-F238E27FC236}">
                <a16:creationId xmlns:a16="http://schemas.microsoft.com/office/drawing/2014/main" id="{788A31FB-F289-D789-D3F9-6027D31859BB}"/>
              </a:ext>
            </a:extLst>
          </p:cNvPr>
          <p:cNvSpPr/>
          <p:nvPr/>
        </p:nvSpPr>
        <p:spPr>
          <a:xfrm>
            <a:off x="638408" y="4205279"/>
            <a:ext cx="564917" cy="609600"/>
          </a:xfrm>
          <a:prstGeom prst="rect">
            <a:avLst/>
          </a:prstGeom>
          <a:noFill/>
          <a:ln w="25400">
            <a:noFill/>
          </a:ln>
        </p:spPr>
        <p:txBody>
          <a:bodyPr anchor="ctr" anchorCtr="0"/>
          <a:lstStyle/>
          <a:p>
            <a:pPr eaLnBrk="1" hangingPunct="1"/>
            <a:r>
              <a:rPr lang="zh-CN" altLang="en-US" sz="2000" b="1" dirty="0">
                <a:solidFill>
                  <a:srgbClr val="FF0000"/>
                </a:solidFill>
                <a:latin typeface="Arial" panose="020B0604020202020204" pitchFamily="34" charset="0"/>
                <a:ea typeface="幼圆" panose="02010509060101010101" pitchFamily="49" charset="-122"/>
              </a:rPr>
              <a:t>互为对偶</a:t>
            </a:r>
          </a:p>
        </p:txBody>
      </p:sp>
      <p:sp>
        <p:nvSpPr>
          <p:cNvPr id="6" name="空心弧 5">
            <a:extLst>
              <a:ext uri="{FF2B5EF4-FFF2-40B4-BE49-F238E27FC236}">
                <a16:creationId xmlns:a16="http://schemas.microsoft.com/office/drawing/2014/main" id="{D0DE1D2B-C975-7CFC-14DD-FDF77133C333}"/>
              </a:ext>
            </a:extLst>
          </p:cNvPr>
          <p:cNvSpPr/>
          <p:nvPr/>
        </p:nvSpPr>
        <p:spPr bwMode="auto">
          <a:xfrm rot="16200000">
            <a:off x="952613" y="4281377"/>
            <a:ext cx="1065082" cy="477932"/>
          </a:xfrm>
          <a:prstGeom prst="blockArc">
            <a:avLst>
              <a:gd name="adj1" fmla="val 10723509"/>
              <a:gd name="adj2" fmla="val 0"/>
              <a:gd name="adj3" fmla="val 25000"/>
            </a:avLst>
          </a:prstGeom>
          <a:noFill/>
          <a:ln w="31750">
            <a:solidFill>
              <a:srgbClr val="FF0000"/>
            </a:solidFill>
          </a:ln>
        </p:spPr>
        <p:txBody>
          <a:bodyPr vert="horz" wrap="none" lIns="91440" tIns="45720" rIns="91440" bIns="45720" numCol="1" rtlCol="0" anchor="ctr" anchorCtr="0" compatLnSpc="1"/>
          <a:lstStyle/>
          <a:p>
            <a:pPr marL="342900" marR="0" indent="-342900" algn="ctr" defTabSz="914400" rtl="0" eaLnBrk="1" fontAlgn="base" latinLnBrk="0" hangingPunct="1">
              <a:lnSpc>
                <a:spcPct val="100000"/>
              </a:lnSpc>
              <a:spcBef>
                <a:spcPct val="20000"/>
              </a:spcBef>
              <a:spcAft>
                <a:spcPct val="0"/>
              </a:spcAft>
              <a:buClrTx/>
              <a:buSzTx/>
              <a:buFontTx/>
              <a:buNone/>
            </a:pPr>
            <a:endParaRPr kumimoji="0" lang="zh-CN" altLang="en-US" sz="2800" b="0" i="0" u="none" strike="noStrike" cap="none" normalizeH="0" baseline="0">
              <a:ln>
                <a:noFill/>
              </a:ln>
              <a:solidFill>
                <a:schemeClr val="bg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a:extLst>
              <a:ext uri="{FF2B5EF4-FFF2-40B4-BE49-F238E27FC236}">
                <a16:creationId xmlns:a16="http://schemas.microsoft.com/office/drawing/2014/main" id="{DE909B05-4899-CA9A-86C9-053B791E400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5F56F0FF-1768-4470-8233-4ED83D9A5B31}" type="slidenum">
              <a:rPr lang="en-US" altLang="zh-CN" sz="1400">
                <a:ea typeface="宋体" panose="02010600030101010101" pitchFamily="2" charset="-122"/>
              </a:rPr>
              <a:pPr/>
              <a:t>3</a:t>
            </a:fld>
            <a:endParaRPr lang="en-US" altLang="zh-CN" sz="1400">
              <a:ea typeface="宋体" panose="02010600030101010101" pitchFamily="2" charset="-122"/>
            </a:endParaRPr>
          </a:p>
        </p:txBody>
      </p:sp>
      <p:sp>
        <p:nvSpPr>
          <p:cNvPr id="7171" name="Rectangle 2">
            <a:extLst>
              <a:ext uri="{FF2B5EF4-FFF2-40B4-BE49-F238E27FC236}">
                <a16:creationId xmlns:a16="http://schemas.microsoft.com/office/drawing/2014/main" id="{CD957C1D-753B-47D8-0582-123D0CF0813E}"/>
              </a:ext>
            </a:extLst>
          </p:cNvPr>
          <p:cNvSpPr>
            <a:spLocks noGrp="1" noChangeArrowheads="1"/>
          </p:cNvSpPr>
          <p:nvPr>
            <p:ph type="title"/>
          </p:nvPr>
        </p:nvSpPr>
        <p:spPr bwMode="auto">
          <a:xfrm>
            <a:off x="374650" y="836613"/>
            <a:ext cx="8229600" cy="490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2800" b="1">
                <a:solidFill>
                  <a:schemeClr val="bg1"/>
                </a:solidFill>
                <a:latin typeface="Times New Roman" panose="02020603050405020304" pitchFamily="18" charset="0"/>
                <a:ea typeface="幼圆" panose="02010509060101010101" pitchFamily="49" charset="-122"/>
              </a:rPr>
              <a:t>3.1   </a:t>
            </a:r>
            <a:r>
              <a:rPr lang="zh-CN" altLang="en-US" sz="2800" b="1">
                <a:solidFill>
                  <a:schemeClr val="bg1"/>
                </a:solidFill>
                <a:latin typeface="Times New Roman" panose="02020603050405020304" pitchFamily="18" charset="0"/>
                <a:ea typeface="幼圆" panose="02010509060101010101" pitchFamily="49" charset="-122"/>
              </a:rPr>
              <a:t>静电场分析</a:t>
            </a:r>
            <a:r>
              <a:rPr lang="zh-CN" altLang="en-US" sz="1800"/>
              <a:t> </a:t>
            </a:r>
          </a:p>
        </p:txBody>
      </p:sp>
      <p:sp>
        <p:nvSpPr>
          <p:cNvPr id="7172" name="Rectangle 29">
            <a:extLst>
              <a:ext uri="{FF2B5EF4-FFF2-40B4-BE49-F238E27FC236}">
                <a16:creationId xmlns:a16="http://schemas.microsoft.com/office/drawing/2014/main" id="{79628D78-EC23-9464-24A8-BCF1E9562DD2}"/>
              </a:ext>
            </a:extLst>
          </p:cNvPr>
          <p:cNvSpPr>
            <a:spLocks noChangeArrowheads="1"/>
          </p:cNvSpPr>
          <p:nvPr/>
        </p:nvSpPr>
        <p:spPr bwMode="auto">
          <a:xfrm>
            <a:off x="395288" y="1590675"/>
            <a:ext cx="8064500" cy="40703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20000"/>
              </a:lnSpc>
              <a:spcBef>
                <a:spcPct val="50000"/>
              </a:spcBef>
            </a:pPr>
            <a:r>
              <a:rPr lang="en-US" altLang="zh-CN" b="1" dirty="0">
                <a:solidFill>
                  <a:srgbClr val="990000"/>
                </a:solidFill>
              </a:rPr>
              <a:t>                                 </a:t>
            </a:r>
            <a:r>
              <a:rPr lang="zh-CN" altLang="en-US" sz="2800" b="1" dirty="0">
                <a:solidFill>
                  <a:srgbClr val="990000"/>
                </a:solidFill>
                <a:ea typeface="隶书" panose="02010509060101010101" pitchFamily="49" charset="-122"/>
              </a:rPr>
              <a:t>本节内容</a:t>
            </a:r>
          </a:p>
          <a:p>
            <a:pPr eaLnBrk="1" hangingPunct="1">
              <a:lnSpc>
                <a:spcPct val="120000"/>
              </a:lnSpc>
              <a:spcBef>
                <a:spcPct val="50000"/>
              </a:spcBef>
            </a:pPr>
            <a:endParaRPr lang="zh-CN" altLang="en-US" sz="2800" b="1" dirty="0">
              <a:latin typeface="Times New Roman" panose="02020603050405020304" pitchFamily="18" charset="0"/>
              <a:ea typeface="隶书" panose="02010509060101010101" pitchFamily="49" charset="-122"/>
            </a:endParaRPr>
          </a:p>
          <a:p>
            <a:pPr eaLnBrk="1" hangingPunct="1">
              <a:lnSpc>
                <a:spcPct val="150000"/>
              </a:lnSpc>
            </a:pPr>
            <a:r>
              <a:rPr lang="zh-CN" altLang="en-US" b="1" dirty="0">
                <a:latin typeface="Times New Roman" panose="02020603050405020304" pitchFamily="18" charset="0"/>
              </a:rPr>
              <a:t>  </a:t>
            </a:r>
            <a:r>
              <a:rPr lang="en-US" altLang="zh-CN" b="1" dirty="0">
                <a:solidFill>
                  <a:schemeClr val="bg1"/>
                </a:solidFill>
                <a:latin typeface="Times New Roman" panose="02020603050405020304" pitchFamily="18" charset="0"/>
              </a:rPr>
              <a:t>3.1.1    </a:t>
            </a:r>
            <a:r>
              <a:rPr lang="zh-CN" altLang="en-US" b="1" dirty="0">
                <a:solidFill>
                  <a:schemeClr val="bg1"/>
                </a:solidFill>
                <a:latin typeface="Times New Roman" panose="02020603050405020304" pitchFamily="18" charset="0"/>
                <a:hlinkClick r:id="rId3" action="ppaction://hlinksldjump"/>
              </a:rPr>
              <a:t>静电场的基本方程和边界条件</a:t>
            </a:r>
            <a:r>
              <a:rPr kumimoji="1" lang="zh-CN" altLang="en-US" b="1" u="sng" dirty="0">
                <a:solidFill>
                  <a:schemeClr val="bg1"/>
                </a:solidFill>
                <a:hlinkClick r:id="" action="ppaction://noaction"/>
              </a:rPr>
              <a:t>（场函数的角度）</a:t>
            </a:r>
            <a:r>
              <a:rPr lang="zh-CN" altLang="en-US" dirty="0">
                <a:solidFill>
                  <a:schemeClr val="bg1"/>
                </a:solidFill>
                <a:latin typeface="Times New Roman" panose="02020603050405020304" pitchFamily="18" charset="0"/>
                <a:hlinkClick r:id="rId3" action="ppaction://hlinksldjump"/>
              </a:rPr>
              <a:t> </a:t>
            </a:r>
            <a:endParaRPr lang="zh-CN" altLang="en-US" dirty="0">
              <a:solidFill>
                <a:schemeClr val="bg1"/>
              </a:solidFill>
              <a:latin typeface="Times New Roman" panose="02020603050405020304" pitchFamily="18" charset="0"/>
            </a:endParaRPr>
          </a:p>
          <a:p>
            <a:pPr eaLnBrk="1" hangingPunct="1">
              <a:lnSpc>
                <a:spcPct val="150000"/>
              </a:lnSpc>
            </a:pPr>
            <a:r>
              <a:rPr kumimoji="1" lang="zh-CN" altLang="en-US" b="1" dirty="0">
                <a:solidFill>
                  <a:schemeClr val="bg1"/>
                </a:solidFill>
                <a:latin typeface="Times New Roman" panose="02020603050405020304" pitchFamily="18" charset="0"/>
              </a:rPr>
              <a:t>  </a:t>
            </a:r>
            <a:r>
              <a:rPr kumimoji="1" lang="en-US" altLang="zh-CN" b="1" dirty="0">
                <a:solidFill>
                  <a:schemeClr val="bg1"/>
                </a:solidFill>
                <a:latin typeface="Times New Roman" panose="02020603050405020304" pitchFamily="18" charset="0"/>
              </a:rPr>
              <a:t>3.1.2    </a:t>
            </a:r>
            <a:r>
              <a:rPr kumimoji="1" lang="zh-CN" altLang="en-US" b="1" i="1" dirty="0">
                <a:solidFill>
                  <a:schemeClr val="bg1"/>
                </a:solidFill>
                <a:latin typeface="Times New Roman" panose="02020603050405020304" pitchFamily="18" charset="0"/>
                <a:hlinkClick r:id="rId4" action="ppaction://hlinksldjump"/>
              </a:rPr>
              <a:t>电位函数</a:t>
            </a:r>
            <a:r>
              <a:rPr kumimoji="1" lang="zh-CN" altLang="en-US" b="1" u="sng" dirty="0">
                <a:solidFill>
                  <a:schemeClr val="bg1"/>
                </a:solidFill>
                <a:hlinkClick r:id="" action="ppaction://noaction"/>
              </a:rPr>
              <a:t>（位函数的角度）</a:t>
            </a:r>
            <a:endParaRPr kumimoji="1" lang="zh-CN" altLang="en-US" b="1" i="1" dirty="0">
              <a:solidFill>
                <a:schemeClr val="bg1"/>
              </a:solidFill>
              <a:latin typeface="Times New Roman" panose="02020603050405020304" pitchFamily="18" charset="0"/>
            </a:endParaRPr>
          </a:p>
          <a:p>
            <a:pPr eaLnBrk="1" hangingPunct="1">
              <a:lnSpc>
                <a:spcPct val="150000"/>
              </a:lnSpc>
            </a:pPr>
            <a:r>
              <a:rPr kumimoji="1" lang="zh-CN" altLang="en-US" b="1" dirty="0">
                <a:solidFill>
                  <a:schemeClr val="bg1"/>
                </a:solidFill>
                <a:latin typeface="Times New Roman" panose="02020603050405020304" pitchFamily="18" charset="0"/>
              </a:rPr>
              <a:t>  </a:t>
            </a:r>
            <a:r>
              <a:rPr kumimoji="1" lang="en-US" altLang="zh-CN" b="1" dirty="0">
                <a:solidFill>
                  <a:schemeClr val="bg1"/>
                </a:solidFill>
                <a:latin typeface="Times New Roman" panose="02020603050405020304" pitchFamily="18" charset="0"/>
              </a:rPr>
              <a:t>3.1.3    </a:t>
            </a:r>
            <a:r>
              <a:rPr kumimoji="1" lang="zh-CN" altLang="en-US" b="1" i="1" dirty="0">
                <a:solidFill>
                  <a:schemeClr val="bg1"/>
                </a:solidFill>
                <a:latin typeface="Times New Roman" panose="02020603050405020304" pitchFamily="18" charset="0"/>
                <a:hlinkClick r:id="rId5" action="ppaction://hlinksldjump"/>
              </a:rPr>
              <a:t>导体系统的电容</a:t>
            </a:r>
            <a:endParaRPr kumimoji="1" lang="zh-CN" altLang="en-US" b="1" i="1" dirty="0">
              <a:solidFill>
                <a:schemeClr val="bg1"/>
              </a:solidFill>
              <a:latin typeface="Times New Roman" panose="02020603050405020304" pitchFamily="18" charset="0"/>
            </a:endParaRPr>
          </a:p>
          <a:p>
            <a:pPr eaLnBrk="1" hangingPunct="1">
              <a:lnSpc>
                <a:spcPct val="150000"/>
              </a:lnSpc>
            </a:pPr>
            <a:r>
              <a:rPr kumimoji="1" lang="zh-CN" altLang="en-US" b="1" dirty="0">
                <a:solidFill>
                  <a:schemeClr val="bg1"/>
                </a:solidFill>
                <a:latin typeface="Times New Roman" panose="02020603050405020304" pitchFamily="18" charset="0"/>
              </a:rPr>
              <a:t>  </a:t>
            </a:r>
            <a:r>
              <a:rPr kumimoji="1" lang="en-US" altLang="zh-CN" b="1" dirty="0">
                <a:solidFill>
                  <a:schemeClr val="bg1"/>
                </a:solidFill>
                <a:latin typeface="Times New Roman" panose="02020603050405020304" pitchFamily="18" charset="0"/>
              </a:rPr>
              <a:t>3.1.4    </a:t>
            </a:r>
            <a:r>
              <a:rPr kumimoji="1" lang="zh-CN" altLang="en-US" b="1" dirty="0">
                <a:solidFill>
                  <a:schemeClr val="bg1"/>
                </a:solidFill>
                <a:latin typeface="Times New Roman" panose="02020603050405020304" pitchFamily="18" charset="0"/>
                <a:hlinkClick r:id="rId6" action="ppaction://hlinksldjump"/>
              </a:rPr>
              <a:t>静电场的能量</a:t>
            </a:r>
            <a:endParaRPr kumimoji="1" lang="zh-CN" altLang="en-US" b="1" dirty="0">
              <a:solidFill>
                <a:schemeClr val="bg1"/>
              </a:solidFill>
              <a:latin typeface="Times New Roman" panose="02020603050405020304" pitchFamily="18" charset="0"/>
            </a:endParaRPr>
          </a:p>
          <a:p>
            <a:pPr eaLnBrk="1" hangingPunct="1">
              <a:lnSpc>
                <a:spcPct val="150000"/>
              </a:lnSpc>
            </a:pPr>
            <a:r>
              <a:rPr kumimoji="1" lang="zh-CN" altLang="en-US" b="1" dirty="0">
                <a:latin typeface="Times New Roman" panose="02020603050405020304" pitchFamily="18" charset="0"/>
              </a:rPr>
              <a:t>  </a:t>
            </a:r>
          </a:p>
        </p:txBody>
      </p:sp>
      <p:sp>
        <p:nvSpPr>
          <p:cNvPr id="7173" name="AutoShape 30">
            <a:hlinkClick r:id="rId7" action="ppaction://hlinksldjump" highlightClick="1"/>
            <a:extLst>
              <a:ext uri="{FF2B5EF4-FFF2-40B4-BE49-F238E27FC236}">
                <a16:creationId xmlns:a16="http://schemas.microsoft.com/office/drawing/2014/main" id="{9B218874-4681-1D48-8208-49BF1B3FCEE6}"/>
              </a:ext>
            </a:extLst>
          </p:cNvPr>
          <p:cNvSpPr>
            <a:spLocks noChangeArrowheads="1"/>
          </p:cNvSpPr>
          <p:nvPr/>
        </p:nvSpPr>
        <p:spPr bwMode="auto">
          <a:xfrm>
            <a:off x="7524750" y="6605588"/>
            <a:ext cx="360363" cy="252412"/>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174" name="AutoShape 31">
            <a:hlinkClick r:id="" action="ppaction://hlinkshowjump?jump=previousslide" highlightClick="1"/>
            <a:extLst>
              <a:ext uri="{FF2B5EF4-FFF2-40B4-BE49-F238E27FC236}">
                <a16:creationId xmlns:a16="http://schemas.microsoft.com/office/drawing/2014/main" id="{08CBC9D8-C25F-A1E2-1DB3-C0F1983A9632}"/>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175" name="AutoShape 32">
            <a:hlinkClick r:id="" action="ppaction://hlinkshowjump?jump=nextslide" highlightClick="1"/>
            <a:extLst>
              <a:ext uri="{FF2B5EF4-FFF2-40B4-BE49-F238E27FC236}">
                <a16:creationId xmlns:a16="http://schemas.microsoft.com/office/drawing/2014/main" id="{F67474C2-2A7E-27A4-51C9-897652D2D6EA}"/>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176" name="AutoShape 33">
            <a:hlinkClick r:id="" action="ppaction://hlinkshowjump?jump=lastslide" highlightClick="1"/>
            <a:extLst>
              <a:ext uri="{FF2B5EF4-FFF2-40B4-BE49-F238E27FC236}">
                <a16:creationId xmlns:a16="http://schemas.microsoft.com/office/drawing/2014/main" id="{421A9B00-418C-FA6A-D6E3-A5F32E1C6B6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7177" name="AutoShape 11">
            <a:extLst>
              <a:ext uri="{FF2B5EF4-FFF2-40B4-BE49-F238E27FC236}">
                <a16:creationId xmlns:a16="http://schemas.microsoft.com/office/drawing/2014/main" id="{E2829550-DCE8-03A1-9061-45D6761E0E01}"/>
              </a:ext>
            </a:extLst>
          </p:cNvPr>
          <p:cNvSpPr>
            <a:spLocks noChangeArrowheads="1"/>
          </p:cNvSpPr>
          <p:nvPr/>
        </p:nvSpPr>
        <p:spPr bwMode="auto">
          <a:xfrm>
            <a:off x="4716463" y="3789363"/>
            <a:ext cx="4103687" cy="2232025"/>
          </a:xfrm>
          <a:prstGeom prst="irregularSeal1">
            <a:avLst/>
          </a:prstGeom>
          <a:solidFill>
            <a:srgbClr val="FFFF99">
              <a:alpha val="50195"/>
            </a:srgbClr>
          </a:soli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endParaRPr lang="zh-CN" altLang="en-US"/>
          </a:p>
        </p:txBody>
      </p:sp>
      <p:sp>
        <p:nvSpPr>
          <p:cNvPr id="7178" name="Rectangle 6">
            <a:extLst>
              <a:ext uri="{FF2B5EF4-FFF2-40B4-BE49-F238E27FC236}">
                <a16:creationId xmlns:a16="http://schemas.microsoft.com/office/drawing/2014/main" id="{26A40499-12B7-336B-7614-EF8AE9CC7728}"/>
              </a:ext>
            </a:extLst>
          </p:cNvPr>
          <p:cNvSpPr>
            <a:spLocks noChangeArrowheads="1"/>
          </p:cNvSpPr>
          <p:nvPr/>
        </p:nvSpPr>
        <p:spPr bwMode="auto">
          <a:xfrm>
            <a:off x="4716463" y="4437063"/>
            <a:ext cx="3887787"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62000" indent="-285750">
              <a:defRPr sz="2400">
                <a:solidFill>
                  <a:schemeClr val="tx1"/>
                </a:solidFill>
                <a:latin typeface="Arial" panose="020B0604020202020204" pitchFamily="34" charset="0"/>
                <a:ea typeface="楷体_GB2312" pitchFamily="49" charset="-122"/>
              </a:defRPr>
            </a:lvl2pPr>
            <a:lvl3pPr marL="11811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20000"/>
              </a:spcBef>
            </a:pPr>
            <a:r>
              <a:rPr lang="zh-CN" altLang="en-US" sz="1800" b="1" u="sng">
                <a:solidFill>
                  <a:srgbClr val="CC3300"/>
                </a:solidFill>
                <a:latin typeface="宋体" panose="02010600030101010101" pitchFamily="2" charset="-122"/>
                <a:ea typeface="宋体" panose="02010600030101010101" pitchFamily="2" charset="-122"/>
              </a:rPr>
              <a:t>静态</a:t>
            </a:r>
            <a:r>
              <a:rPr lang="zh-CN" altLang="en-US" sz="1800" b="1">
                <a:solidFill>
                  <a:srgbClr val="CC3300"/>
                </a:solidFill>
                <a:latin typeface="宋体" panose="02010600030101010101" pitchFamily="2" charset="-122"/>
                <a:ea typeface="宋体" panose="02010600030101010101" pitchFamily="2" charset="-122"/>
              </a:rPr>
              <a:t>场函数←→</a:t>
            </a:r>
            <a:r>
              <a:rPr lang="zh-CN" altLang="en-US" sz="1800" b="1" u="sng">
                <a:solidFill>
                  <a:srgbClr val="CC3300"/>
                </a:solidFill>
                <a:latin typeface="宋体" panose="02010600030101010101" pitchFamily="2" charset="-122"/>
                <a:ea typeface="宋体" panose="02010600030101010101" pitchFamily="2" charset="-122"/>
              </a:rPr>
              <a:t>静态</a:t>
            </a:r>
            <a:r>
              <a:rPr lang="zh-CN" altLang="en-US" sz="1800" b="1">
                <a:solidFill>
                  <a:srgbClr val="CC3300"/>
                </a:solidFill>
                <a:latin typeface="宋体" panose="02010600030101010101" pitchFamily="2" charset="-122"/>
                <a:ea typeface="宋体" panose="02010600030101010101" pitchFamily="2" charset="-122"/>
              </a:rPr>
              <a:t>位函数</a:t>
            </a:r>
          </a:p>
        </p:txBody>
      </p:sp>
      <p:graphicFrame>
        <p:nvGraphicFramePr>
          <p:cNvPr id="7179" name="Object 15">
            <a:extLst>
              <a:ext uri="{FF2B5EF4-FFF2-40B4-BE49-F238E27FC236}">
                <a16:creationId xmlns:a16="http://schemas.microsoft.com/office/drawing/2014/main" id="{40F1D8E0-D292-61D1-6633-22322DD3AD94}"/>
              </a:ext>
            </a:extLst>
          </p:cNvPr>
          <p:cNvGraphicFramePr>
            <a:graphicFrameLocks noChangeAspect="1"/>
          </p:cNvGraphicFramePr>
          <p:nvPr>
            <p:extLst>
              <p:ext uri="{D42A27DB-BD31-4B8C-83A1-F6EECF244321}">
                <p14:modId xmlns:p14="http://schemas.microsoft.com/office/powerpoint/2010/main" val="2880932606"/>
              </p:ext>
            </p:extLst>
          </p:nvPr>
        </p:nvGraphicFramePr>
        <p:xfrm>
          <a:off x="6389688" y="4940300"/>
          <a:ext cx="558800" cy="395288"/>
        </p:xfrm>
        <a:graphic>
          <a:graphicData uri="http://schemas.openxmlformats.org/presentationml/2006/ole">
            <mc:AlternateContent xmlns:mc="http://schemas.openxmlformats.org/markup-compatibility/2006">
              <mc:Choice xmlns:v="urn:schemas-microsoft-com:vml" Requires="v">
                <p:oleObj name="公式" r:id="rId8" imgW="311078" imgH="145915" progId="Equation.3">
                  <p:embed/>
                </p:oleObj>
              </mc:Choice>
              <mc:Fallback>
                <p:oleObj name="公式" r:id="rId8" imgW="311078" imgH="145915"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89688" y="4940300"/>
                        <a:ext cx="55880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a:extLst>
              <a:ext uri="{FF2B5EF4-FFF2-40B4-BE49-F238E27FC236}">
                <a16:creationId xmlns:a16="http://schemas.microsoft.com/office/drawing/2014/main" id="{85D18E48-698E-3545-9573-DB4AD9139CF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381E1509-A5A7-4269-86C4-9C6ED6BB6A80}" type="slidenum">
              <a:rPr lang="en-US" altLang="zh-CN" sz="1400">
                <a:ea typeface="宋体" panose="02010600030101010101" pitchFamily="2" charset="-122"/>
              </a:rPr>
              <a:pPr/>
              <a:t>4</a:t>
            </a:fld>
            <a:endParaRPr lang="en-US" altLang="zh-CN" sz="1400">
              <a:ea typeface="宋体" panose="02010600030101010101" pitchFamily="2" charset="-122"/>
            </a:endParaRPr>
          </a:p>
        </p:txBody>
      </p:sp>
      <p:sp>
        <p:nvSpPr>
          <p:cNvPr id="829447" name="Text Box 7">
            <a:extLst>
              <a:ext uri="{FF2B5EF4-FFF2-40B4-BE49-F238E27FC236}">
                <a16:creationId xmlns:a16="http://schemas.microsoft.com/office/drawing/2014/main" id="{CF850033-7516-8B10-52A9-DFD2768C162A}"/>
              </a:ext>
            </a:extLst>
          </p:cNvPr>
          <p:cNvSpPr txBox="1">
            <a:spLocks noChangeArrowheads="1"/>
          </p:cNvSpPr>
          <p:nvPr/>
        </p:nvSpPr>
        <p:spPr bwMode="auto">
          <a:xfrm>
            <a:off x="107950" y="3259138"/>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n-US" altLang="zh-CN" b="1">
                <a:solidFill>
                  <a:srgbClr val="FF7C80"/>
                </a:solidFill>
                <a:latin typeface="Times New Roman" panose="02020603050405020304" pitchFamily="18" charset="0"/>
                <a:ea typeface="宋体" panose="02010600030101010101" pitchFamily="2" charset="-122"/>
              </a:rPr>
              <a:t>2.  </a:t>
            </a:r>
            <a:r>
              <a:rPr kumimoji="1" lang="zh-CN" altLang="en-US" b="1">
                <a:solidFill>
                  <a:srgbClr val="FF7C80"/>
                </a:solidFill>
                <a:latin typeface="Times New Roman" panose="02020603050405020304" pitchFamily="18" charset="0"/>
                <a:ea typeface="宋体" panose="02010600030101010101" pitchFamily="2" charset="-122"/>
              </a:rPr>
              <a:t>边界条件</a:t>
            </a:r>
          </a:p>
        </p:txBody>
      </p:sp>
      <p:grpSp>
        <p:nvGrpSpPr>
          <p:cNvPr id="829461" name="Group 21">
            <a:extLst>
              <a:ext uri="{FF2B5EF4-FFF2-40B4-BE49-F238E27FC236}">
                <a16:creationId xmlns:a16="http://schemas.microsoft.com/office/drawing/2014/main" id="{FC3B7E25-1A31-B631-2961-B39EC37A926B}"/>
              </a:ext>
            </a:extLst>
          </p:cNvPr>
          <p:cNvGrpSpPr>
            <a:grpSpLocks/>
          </p:cNvGrpSpPr>
          <p:nvPr/>
        </p:nvGrpSpPr>
        <p:grpSpPr bwMode="auto">
          <a:xfrm>
            <a:off x="539750" y="1314450"/>
            <a:ext cx="3311525" cy="1135063"/>
            <a:chOff x="340" y="1009"/>
            <a:chExt cx="2086" cy="715"/>
          </a:xfrm>
        </p:grpSpPr>
        <p:graphicFrame>
          <p:nvGraphicFramePr>
            <p:cNvPr id="9244" name="Object 3">
              <a:extLst>
                <a:ext uri="{FF2B5EF4-FFF2-40B4-BE49-F238E27FC236}">
                  <a16:creationId xmlns:a16="http://schemas.microsoft.com/office/drawing/2014/main" id="{E62FCF59-6A97-62BD-E5F0-980EFEB5A44E}"/>
                </a:ext>
              </a:extLst>
            </p:cNvPr>
            <p:cNvGraphicFramePr>
              <a:graphicFrameLocks noChangeAspect="1"/>
            </p:cNvGraphicFramePr>
            <p:nvPr>
              <p:extLst>
                <p:ext uri="{D42A27DB-BD31-4B8C-83A1-F6EECF244321}">
                  <p14:modId xmlns:p14="http://schemas.microsoft.com/office/powerpoint/2010/main" val="3367983539"/>
                </p:ext>
              </p:extLst>
            </p:nvPr>
          </p:nvGraphicFramePr>
          <p:xfrm>
            <a:off x="1338" y="1009"/>
            <a:ext cx="1088" cy="715"/>
          </p:xfrm>
          <a:graphic>
            <a:graphicData uri="http://schemas.openxmlformats.org/presentationml/2006/ole">
              <mc:AlternateContent xmlns:mc="http://schemas.openxmlformats.org/markup-compatibility/2006">
                <mc:Choice xmlns:v="urn:schemas-microsoft-com:vml" Requires="v">
                  <p:oleObj name="公式" r:id="rId2" imgW="616081" imgH="463685" progId="Equation.3">
                    <p:embed/>
                  </p:oleObj>
                </mc:Choice>
                <mc:Fallback>
                  <p:oleObj name="公式" r:id="rId2" imgW="616081" imgH="463685"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 y="1009"/>
                          <a:ext cx="1088" cy="7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5" name="Text Box 8">
              <a:extLst>
                <a:ext uri="{FF2B5EF4-FFF2-40B4-BE49-F238E27FC236}">
                  <a16:creationId xmlns:a16="http://schemas.microsoft.com/office/drawing/2014/main" id="{1C9AF617-BD0D-DC15-3658-05C9A9BF40F4}"/>
                </a:ext>
              </a:extLst>
            </p:cNvPr>
            <p:cNvSpPr txBox="1">
              <a:spLocks noChangeArrowheads="1"/>
            </p:cNvSpPr>
            <p:nvPr/>
          </p:nvSpPr>
          <p:spPr bwMode="auto">
            <a:xfrm>
              <a:off x="340" y="1207"/>
              <a:ext cx="14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微分形式：</a:t>
              </a:r>
            </a:p>
          </p:txBody>
        </p:sp>
      </p:grpSp>
      <p:grpSp>
        <p:nvGrpSpPr>
          <p:cNvPr id="829463" name="Group 23">
            <a:extLst>
              <a:ext uri="{FF2B5EF4-FFF2-40B4-BE49-F238E27FC236}">
                <a16:creationId xmlns:a16="http://schemas.microsoft.com/office/drawing/2014/main" id="{78B2D1CA-984F-04E2-4C01-8E61D0B08423}"/>
              </a:ext>
            </a:extLst>
          </p:cNvPr>
          <p:cNvGrpSpPr>
            <a:grpSpLocks/>
          </p:cNvGrpSpPr>
          <p:nvPr/>
        </p:nvGrpSpPr>
        <p:grpSpPr bwMode="auto">
          <a:xfrm>
            <a:off x="468313" y="2565400"/>
            <a:ext cx="2738437" cy="457200"/>
            <a:chOff x="295" y="1797"/>
            <a:chExt cx="1725" cy="288"/>
          </a:xfrm>
        </p:grpSpPr>
        <p:graphicFrame>
          <p:nvGraphicFramePr>
            <p:cNvPr id="9242" name="Object 6">
              <a:extLst>
                <a:ext uri="{FF2B5EF4-FFF2-40B4-BE49-F238E27FC236}">
                  <a16:creationId xmlns:a16="http://schemas.microsoft.com/office/drawing/2014/main" id="{D0CD1A30-3783-7114-126D-6AE3D20F86F7}"/>
                </a:ext>
              </a:extLst>
            </p:cNvPr>
            <p:cNvGraphicFramePr>
              <a:graphicFrameLocks noChangeAspect="1"/>
            </p:cNvGraphicFramePr>
            <p:nvPr>
              <p:extLst>
                <p:ext uri="{D42A27DB-BD31-4B8C-83A1-F6EECF244321}">
                  <p14:modId xmlns:p14="http://schemas.microsoft.com/office/powerpoint/2010/main" val="2016363610"/>
                </p:ext>
              </p:extLst>
            </p:nvPr>
          </p:nvGraphicFramePr>
          <p:xfrm>
            <a:off x="1338" y="1797"/>
            <a:ext cx="682" cy="272"/>
          </p:xfrm>
          <a:graphic>
            <a:graphicData uri="http://schemas.openxmlformats.org/presentationml/2006/ole">
              <mc:AlternateContent xmlns:mc="http://schemas.openxmlformats.org/markup-compatibility/2006">
                <mc:Choice xmlns:v="urn:schemas-microsoft-com:vml" Requires="v">
                  <p:oleObj name="公式" r:id="rId4" imgW="406265" imgH="139835" progId="Equation.3">
                    <p:embed/>
                  </p:oleObj>
                </mc:Choice>
                <mc:Fallback>
                  <p:oleObj name="公式" r:id="rId4" imgW="406265" imgH="139835"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8" y="1797"/>
                          <a:ext cx="682" cy="27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3" name="Text Box 9">
              <a:extLst>
                <a:ext uri="{FF2B5EF4-FFF2-40B4-BE49-F238E27FC236}">
                  <a16:creationId xmlns:a16="http://schemas.microsoft.com/office/drawing/2014/main" id="{F6F525E7-FBBF-3145-84C2-631373C86F2C}"/>
                </a:ext>
              </a:extLst>
            </p:cNvPr>
            <p:cNvSpPr txBox="1">
              <a:spLocks noChangeArrowheads="1"/>
            </p:cNvSpPr>
            <p:nvPr/>
          </p:nvSpPr>
          <p:spPr bwMode="auto">
            <a:xfrm>
              <a:off x="295" y="1797"/>
              <a:ext cx="111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本构关系：</a:t>
              </a:r>
            </a:p>
          </p:txBody>
        </p:sp>
      </p:grpSp>
      <p:sp>
        <p:nvSpPr>
          <p:cNvPr id="829450" name="Text Box 10">
            <a:extLst>
              <a:ext uri="{FF2B5EF4-FFF2-40B4-BE49-F238E27FC236}">
                <a16:creationId xmlns:a16="http://schemas.microsoft.com/office/drawing/2014/main" id="{CC7D4DAD-3EBF-3AC3-7A7C-28580574DC1E}"/>
              </a:ext>
            </a:extLst>
          </p:cNvPr>
          <p:cNvSpPr txBox="1">
            <a:spLocks noChangeArrowheads="1"/>
          </p:cNvSpPr>
          <p:nvPr/>
        </p:nvSpPr>
        <p:spPr bwMode="auto">
          <a:xfrm>
            <a:off x="107950" y="1052513"/>
            <a:ext cx="2473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n-US" altLang="zh-CN" b="1">
                <a:solidFill>
                  <a:srgbClr val="FF7C80"/>
                </a:solidFill>
                <a:latin typeface="Times New Roman" panose="02020603050405020304" pitchFamily="18" charset="0"/>
                <a:ea typeface="宋体" panose="02010600030101010101" pitchFamily="2" charset="-122"/>
              </a:rPr>
              <a:t>1.  </a:t>
            </a:r>
            <a:r>
              <a:rPr kumimoji="1" lang="zh-CN" altLang="en-US" b="1">
                <a:solidFill>
                  <a:srgbClr val="FF7C80"/>
                </a:solidFill>
                <a:latin typeface="Times New Roman" panose="02020603050405020304" pitchFamily="18" charset="0"/>
                <a:ea typeface="宋体" panose="02010600030101010101" pitchFamily="2" charset="-122"/>
              </a:rPr>
              <a:t>基本方程</a:t>
            </a:r>
            <a:endParaRPr kumimoji="1" lang="zh-CN" altLang="en-US" sz="2800" b="1">
              <a:solidFill>
                <a:srgbClr val="FF7C80"/>
              </a:solidFill>
              <a:latin typeface="黑体" panose="02010609060101010101" pitchFamily="49" charset="-122"/>
              <a:ea typeface="黑体" panose="02010609060101010101" pitchFamily="49" charset="-122"/>
            </a:endParaRPr>
          </a:p>
        </p:txBody>
      </p:sp>
      <p:graphicFrame>
        <p:nvGraphicFramePr>
          <p:cNvPr id="829451" name="Object 11">
            <a:extLst>
              <a:ext uri="{FF2B5EF4-FFF2-40B4-BE49-F238E27FC236}">
                <a16:creationId xmlns:a16="http://schemas.microsoft.com/office/drawing/2014/main" id="{D7CACCAD-049B-1C25-991E-5949F2C52CBB}"/>
              </a:ext>
            </a:extLst>
          </p:cNvPr>
          <p:cNvGraphicFramePr>
            <a:graphicFrameLocks noChangeAspect="1"/>
          </p:cNvGraphicFramePr>
          <p:nvPr>
            <p:extLst>
              <p:ext uri="{D42A27DB-BD31-4B8C-83A1-F6EECF244321}">
                <p14:modId xmlns:p14="http://schemas.microsoft.com/office/powerpoint/2010/main" val="1118209749"/>
              </p:ext>
            </p:extLst>
          </p:nvPr>
        </p:nvGraphicFramePr>
        <p:xfrm>
          <a:off x="1997075" y="3213100"/>
          <a:ext cx="2701925" cy="1152525"/>
        </p:xfrm>
        <a:graphic>
          <a:graphicData uri="http://schemas.openxmlformats.org/presentationml/2006/ole">
            <mc:AlternateContent xmlns:mc="http://schemas.openxmlformats.org/markup-compatibility/2006">
              <mc:Choice xmlns:v="urn:schemas-microsoft-com:vml" Requires="v">
                <p:oleObj name="公式" r:id="rId6" imgW="1187606" imgH="463685" progId="Equation.3">
                  <p:embed/>
                </p:oleObj>
              </mc:Choice>
              <mc:Fallback>
                <p:oleObj name="公式" r:id="rId6" imgW="1187606" imgH="463685"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97075" y="3213100"/>
                        <a:ext cx="2701925"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4" name="Object 4">
            <a:extLst>
              <a:ext uri="{FF2B5EF4-FFF2-40B4-BE49-F238E27FC236}">
                <a16:creationId xmlns:a16="http://schemas.microsoft.com/office/drawing/2014/main" id="{C5F8E910-008D-F838-F421-D338399EF27C}"/>
              </a:ext>
            </a:extLst>
          </p:cNvPr>
          <p:cNvGraphicFramePr>
            <a:graphicFrameLocks noChangeAspect="1"/>
          </p:cNvGraphicFramePr>
          <p:nvPr>
            <p:extLst>
              <p:ext uri="{D42A27DB-BD31-4B8C-83A1-F6EECF244321}">
                <p14:modId xmlns:p14="http://schemas.microsoft.com/office/powerpoint/2010/main" val="3785081282"/>
              </p:ext>
            </p:extLst>
          </p:nvPr>
        </p:nvGraphicFramePr>
        <p:xfrm>
          <a:off x="5795963" y="1125538"/>
          <a:ext cx="2122487" cy="1730375"/>
        </p:xfrm>
        <a:graphic>
          <a:graphicData uri="http://schemas.openxmlformats.org/presentationml/2006/ole">
            <mc:AlternateContent xmlns:mc="http://schemas.openxmlformats.org/markup-compatibility/2006">
              <mc:Choice xmlns:v="urn:schemas-microsoft-com:vml" Requires="v">
                <p:oleObj name="公式" r:id="rId8" imgW="590563" imgH="603115" progId="Equation.3">
                  <p:embed/>
                </p:oleObj>
              </mc:Choice>
              <mc:Fallback>
                <p:oleObj name="公式" r:id="rId8" imgW="590563" imgH="60311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5963" y="1125538"/>
                        <a:ext cx="2122487" cy="173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5" name="Text Box 13">
            <a:extLst>
              <a:ext uri="{FF2B5EF4-FFF2-40B4-BE49-F238E27FC236}">
                <a16:creationId xmlns:a16="http://schemas.microsoft.com/office/drawing/2014/main" id="{A7F114F8-0EBB-B1E6-EDB0-98992B74A78C}"/>
              </a:ext>
            </a:extLst>
          </p:cNvPr>
          <p:cNvSpPr txBox="1">
            <a:spLocks noChangeArrowheads="1"/>
          </p:cNvSpPr>
          <p:nvPr/>
        </p:nvSpPr>
        <p:spPr bwMode="auto">
          <a:xfrm>
            <a:off x="4284663" y="1700213"/>
            <a:ext cx="223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积分形式：</a:t>
            </a:r>
          </a:p>
        </p:txBody>
      </p:sp>
      <p:graphicFrame>
        <p:nvGraphicFramePr>
          <p:cNvPr id="829454" name="Object 14">
            <a:extLst>
              <a:ext uri="{FF2B5EF4-FFF2-40B4-BE49-F238E27FC236}">
                <a16:creationId xmlns:a16="http://schemas.microsoft.com/office/drawing/2014/main" id="{4CBECF78-ACFD-3FF1-58B1-6D9A66A845E2}"/>
              </a:ext>
            </a:extLst>
          </p:cNvPr>
          <p:cNvGraphicFramePr>
            <a:graphicFrameLocks noChangeAspect="1"/>
          </p:cNvGraphicFramePr>
          <p:nvPr>
            <p:extLst>
              <p:ext uri="{D42A27DB-BD31-4B8C-83A1-F6EECF244321}">
                <p14:modId xmlns:p14="http://schemas.microsoft.com/office/powerpoint/2010/main" val="631095775"/>
              </p:ext>
            </p:extLst>
          </p:nvPr>
        </p:nvGraphicFramePr>
        <p:xfrm>
          <a:off x="1679575" y="5445125"/>
          <a:ext cx="2482850" cy="1152525"/>
        </p:xfrm>
        <a:graphic>
          <a:graphicData uri="http://schemas.openxmlformats.org/presentationml/2006/ole">
            <mc:AlternateContent xmlns:mc="http://schemas.openxmlformats.org/markup-compatibility/2006">
              <mc:Choice xmlns:v="urn:schemas-microsoft-com:vml" Requires="v">
                <p:oleObj name="公式" r:id="rId10" imgW="1085939" imgH="463685" progId="Equation.3">
                  <p:embed/>
                </p:oleObj>
              </mc:Choice>
              <mc:Fallback>
                <p:oleObj name="公式" r:id="rId10" imgW="1085939" imgH="463685"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79575" y="5445125"/>
                        <a:ext cx="248285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9464" name="Group 24">
            <a:extLst>
              <a:ext uri="{FF2B5EF4-FFF2-40B4-BE49-F238E27FC236}">
                <a16:creationId xmlns:a16="http://schemas.microsoft.com/office/drawing/2014/main" id="{D9628A98-BBED-6F75-E254-E0AC5E61435B}"/>
              </a:ext>
            </a:extLst>
          </p:cNvPr>
          <p:cNvGrpSpPr>
            <a:grpSpLocks/>
          </p:cNvGrpSpPr>
          <p:nvPr/>
        </p:nvGrpSpPr>
        <p:grpSpPr bwMode="auto">
          <a:xfrm>
            <a:off x="4968875" y="3343275"/>
            <a:ext cx="3348038" cy="1022350"/>
            <a:chOff x="3130" y="2205"/>
            <a:chExt cx="2109" cy="644"/>
          </a:xfrm>
        </p:grpSpPr>
        <p:graphicFrame>
          <p:nvGraphicFramePr>
            <p:cNvPr id="9240" name="Object 12">
              <a:extLst>
                <a:ext uri="{FF2B5EF4-FFF2-40B4-BE49-F238E27FC236}">
                  <a16:creationId xmlns:a16="http://schemas.microsoft.com/office/drawing/2014/main" id="{40E19ABF-91C4-1C86-E498-B7FD9E5DF6E7}"/>
                </a:ext>
              </a:extLst>
            </p:cNvPr>
            <p:cNvGraphicFramePr>
              <a:graphicFrameLocks noChangeAspect="1"/>
            </p:cNvGraphicFramePr>
            <p:nvPr>
              <p:extLst>
                <p:ext uri="{D42A27DB-BD31-4B8C-83A1-F6EECF244321}">
                  <p14:modId xmlns:p14="http://schemas.microsoft.com/office/powerpoint/2010/main" val="4225796875"/>
                </p:ext>
              </p:extLst>
            </p:nvPr>
          </p:nvGraphicFramePr>
          <p:xfrm>
            <a:off x="3653" y="2205"/>
            <a:ext cx="1586" cy="644"/>
          </p:xfrm>
          <a:graphic>
            <a:graphicData uri="http://schemas.openxmlformats.org/presentationml/2006/ole">
              <mc:AlternateContent xmlns:mc="http://schemas.openxmlformats.org/markup-compatibility/2006">
                <mc:Choice xmlns:v="urn:schemas-microsoft-com:vml" Requires="v">
                  <p:oleObj name="公式" r:id="rId12" imgW="939716" imgH="406535" progId="Equation.3">
                    <p:embed/>
                  </p:oleObj>
                </mc:Choice>
                <mc:Fallback>
                  <p:oleObj name="公式" r:id="rId12" imgW="939716" imgH="406535"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3" y="2205"/>
                          <a:ext cx="1586" cy="6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1" name="Text Box 16">
              <a:extLst>
                <a:ext uri="{FF2B5EF4-FFF2-40B4-BE49-F238E27FC236}">
                  <a16:creationId xmlns:a16="http://schemas.microsoft.com/office/drawing/2014/main" id="{378A3179-B375-A492-3F7B-50AB5624CF11}"/>
                </a:ext>
              </a:extLst>
            </p:cNvPr>
            <p:cNvSpPr txBox="1">
              <a:spLocks noChangeArrowheads="1"/>
            </p:cNvSpPr>
            <p:nvPr/>
          </p:nvSpPr>
          <p:spPr bwMode="auto">
            <a:xfrm>
              <a:off x="3130" y="2387"/>
              <a:ext cx="5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或</a:t>
              </a:r>
            </a:p>
          </p:txBody>
        </p:sp>
      </p:grpSp>
      <p:grpSp>
        <p:nvGrpSpPr>
          <p:cNvPr id="829465" name="Group 25">
            <a:extLst>
              <a:ext uri="{FF2B5EF4-FFF2-40B4-BE49-F238E27FC236}">
                <a16:creationId xmlns:a16="http://schemas.microsoft.com/office/drawing/2014/main" id="{02BAC470-2115-FEA4-843D-0F25D77C7BB2}"/>
              </a:ext>
            </a:extLst>
          </p:cNvPr>
          <p:cNvGrpSpPr>
            <a:grpSpLocks/>
          </p:cNvGrpSpPr>
          <p:nvPr/>
        </p:nvGrpSpPr>
        <p:grpSpPr bwMode="auto">
          <a:xfrm>
            <a:off x="4643438" y="5516563"/>
            <a:ext cx="2735262" cy="1022350"/>
            <a:chOff x="2903" y="3421"/>
            <a:chExt cx="1723" cy="644"/>
          </a:xfrm>
        </p:grpSpPr>
        <p:graphicFrame>
          <p:nvGraphicFramePr>
            <p:cNvPr id="9238" name="Object 15">
              <a:extLst>
                <a:ext uri="{FF2B5EF4-FFF2-40B4-BE49-F238E27FC236}">
                  <a16:creationId xmlns:a16="http://schemas.microsoft.com/office/drawing/2014/main" id="{C4978F42-B59E-A64A-0120-EC6BCE4C226A}"/>
                </a:ext>
              </a:extLst>
            </p:cNvPr>
            <p:cNvGraphicFramePr>
              <a:graphicFrameLocks noChangeAspect="1"/>
            </p:cNvGraphicFramePr>
            <p:nvPr>
              <p:extLst>
                <p:ext uri="{D42A27DB-BD31-4B8C-83A1-F6EECF244321}">
                  <p14:modId xmlns:p14="http://schemas.microsoft.com/office/powerpoint/2010/main" val="3726003439"/>
                </p:ext>
              </p:extLst>
            </p:nvPr>
          </p:nvGraphicFramePr>
          <p:xfrm>
            <a:off x="3515" y="3421"/>
            <a:ext cx="1111" cy="644"/>
          </p:xfrm>
          <a:graphic>
            <a:graphicData uri="http://schemas.openxmlformats.org/presentationml/2006/ole">
              <mc:AlternateContent xmlns:mc="http://schemas.openxmlformats.org/markup-compatibility/2006">
                <mc:Choice xmlns:v="urn:schemas-microsoft-com:vml" Requires="v">
                  <p:oleObj name="公式" r:id="rId14" imgW="635118" imgH="406535" progId="Equation.3">
                    <p:embed/>
                  </p:oleObj>
                </mc:Choice>
                <mc:Fallback>
                  <p:oleObj name="公式" r:id="rId14" imgW="635118" imgH="406535"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15" y="3421"/>
                          <a:ext cx="1111" cy="6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9" name="Text Box 18">
              <a:extLst>
                <a:ext uri="{FF2B5EF4-FFF2-40B4-BE49-F238E27FC236}">
                  <a16:creationId xmlns:a16="http://schemas.microsoft.com/office/drawing/2014/main" id="{706D055A-412C-8EEE-4807-354F4EEC41FE}"/>
                </a:ext>
              </a:extLst>
            </p:cNvPr>
            <p:cNvSpPr txBox="1">
              <a:spLocks noChangeArrowheads="1"/>
            </p:cNvSpPr>
            <p:nvPr/>
          </p:nvSpPr>
          <p:spPr bwMode="auto">
            <a:xfrm>
              <a:off x="2903" y="3566"/>
              <a:ext cx="5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或</a:t>
              </a:r>
            </a:p>
          </p:txBody>
        </p:sp>
      </p:grpSp>
      <p:sp>
        <p:nvSpPr>
          <p:cNvPr id="829460" name="Rectangle 20">
            <a:extLst>
              <a:ext uri="{FF2B5EF4-FFF2-40B4-BE49-F238E27FC236}">
                <a16:creationId xmlns:a16="http://schemas.microsoft.com/office/drawing/2014/main" id="{377EB265-58DE-8D44-D2AE-2F90411E9007}"/>
              </a:ext>
            </a:extLst>
          </p:cNvPr>
          <p:cNvSpPr>
            <a:spLocks noGrp="1" noChangeArrowheads="1"/>
          </p:cNvSpPr>
          <p:nvPr>
            <p:ph type="title"/>
          </p:nvPr>
        </p:nvSpPr>
        <p:spPr bwMode="auto">
          <a:xfrm>
            <a:off x="87313" y="561975"/>
            <a:ext cx="8229600" cy="490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400" b="1">
                <a:solidFill>
                  <a:schemeClr val="bg1"/>
                </a:solidFill>
                <a:latin typeface="Times New Roman" panose="02020603050405020304" pitchFamily="18" charset="0"/>
                <a:ea typeface="幼圆" panose="02010509060101010101" pitchFamily="49" charset="-122"/>
              </a:rPr>
              <a:t>3.1.1  </a:t>
            </a:r>
            <a:r>
              <a:rPr lang="zh-CN" altLang="en-US" sz="2400" b="1">
                <a:solidFill>
                  <a:schemeClr val="bg1"/>
                </a:solidFill>
                <a:latin typeface="Times New Roman" panose="02020603050405020304" pitchFamily="18" charset="0"/>
                <a:ea typeface="幼圆" panose="02010509060101010101" pitchFamily="49" charset="-122"/>
              </a:rPr>
              <a:t>静电场的基本方程和边界条件</a:t>
            </a:r>
          </a:p>
        </p:txBody>
      </p:sp>
      <p:grpSp>
        <p:nvGrpSpPr>
          <p:cNvPr id="829469" name="Group 29">
            <a:extLst>
              <a:ext uri="{FF2B5EF4-FFF2-40B4-BE49-F238E27FC236}">
                <a16:creationId xmlns:a16="http://schemas.microsoft.com/office/drawing/2014/main" id="{8CA567ED-E8A8-C85C-1180-78B001418F2C}"/>
              </a:ext>
            </a:extLst>
          </p:cNvPr>
          <p:cNvGrpSpPr>
            <a:grpSpLocks/>
          </p:cNvGrpSpPr>
          <p:nvPr/>
        </p:nvGrpSpPr>
        <p:grpSpPr bwMode="auto">
          <a:xfrm>
            <a:off x="468313" y="4889500"/>
            <a:ext cx="6408737" cy="484188"/>
            <a:chOff x="295" y="3062"/>
            <a:chExt cx="4037" cy="305"/>
          </a:xfrm>
        </p:grpSpPr>
        <p:sp>
          <p:nvSpPr>
            <p:cNvPr id="9236" name="Text Box 17">
              <a:extLst>
                <a:ext uri="{FF2B5EF4-FFF2-40B4-BE49-F238E27FC236}">
                  <a16:creationId xmlns:a16="http://schemas.microsoft.com/office/drawing/2014/main" id="{7A2EB57A-0FD3-7495-66A8-92C829CAE9C2}"/>
                </a:ext>
              </a:extLst>
            </p:cNvPr>
            <p:cNvSpPr txBox="1">
              <a:spLocks noChangeArrowheads="1"/>
            </p:cNvSpPr>
            <p:nvPr/>
          </p:nvSpPr>
          <p:spPr bwMode="auto">
            <a:xfrm>
              <a:off x="295" y="3067"/>
              <a:ext cx="40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dirty="0">
                  <a:solidFill>
                    <a:schemeClr val="bg1"/>
                  </a:solidFill>
                  <a:latin typeface="楷体_GB2312" pitchFamily="49" charset="-122"/>
                </a:rPr>
                <a:t>若分界面上不存在面电荷，即            ，则</a:t>
              </a:r>
              <a:endParaRPr kumimoji="1" lang="zh-CN" altLang="el-GR" b="1" dirty="0">
                <a:solidFill>
                  <a:schemeClr val="bg1"/>
                </a:solidFill>
                <a:latin typeface="楷体_GB2312" pitchFamily="49" charset="-122"/>
              </a:endParaRPr>
            </a:p>
          </p:txBody>
        </p:sp>
        <p:graphicFrame>
          <p:nvGraphicFramePr>
            <p:cNvPr id="9237" name="Object 27">
              <a:extLst>
                <a:ext uri="{FF2B5EF4-FFF2-40B4-BE49-F238E27FC236}">
                  <a16:creationId xmlns:a16="http://schemas.microsoft.com/office/drawing/2014/main" id="{08CFFC19-CFB4-F2E9-AE72-2C344E80DEAE}"/>
                </a:ext>
              </a:extLst>
            </p:cNvPr>
            <p:cNvGraphicFramePr>
              <a:graphicFrameLocks noChangeAspect="1"/>
            </p:cNvGraphicFramePr>
            <p:nvPr>
              <p:extLst>
                <p:ext uri="{D42A27DB-BD31-4B8C-83A1-F6EECF244321}">
                  <p14:modId xmlns:p14="http://schemas.microsoft.com/office/powerpoint/2010/main" val="242790949"/>
                </p:ext>
              </p:extLst>
            </p:nvPr>
          </p:nvGraphicFramePr>
          <p:xfrm>
            <a:off x="2844" y="3062"/>
            <a:ext cx="693" cy="305"/>
          </p:xfrm>
          <a:graphic>
            <a:graphicData uri="http://schemas.openxmlformats.org/presentationml/2006/ole">
              <mc:AlternateContent xmlns:mc="http://schemas.openxmlformats.org/markup-compatibility/2006">
                <mc:Choice xmlns:v="urn:schemas-microsoft-com:vml" Requires="v">
                  <p:oleObj name="公式" r:id="rId16" imgW="368190" imgH="158885" progId="Equation.3">
                    <p:embed/>
                  </p:oleObj>
                </mc:Choice>
                <mc:Fallback>
                  <p:oleObj name="公式" r:id="rId16" imgW="368190" imgH="158885" progId="Equation.3">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44" y="3062"/>
                          <a:ext cx="693"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31" name="AutoShape 30">
            <a:hlinkClick r:id="rId18" action="ppaction://hlinksldjump" highlightClick="1"/>
            <a:extLst>
              <a:ext uri="{FF2B5EF4-FFF2-40B4-BE49-F238E27FC236}">
                <a16:creationId xmlns:a16="http://schemas.microsoft.com/office/drawing/2014/main" id="{45806989-C9A7-549F-81EC-65C34E166E9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232" name="AutoShape 31">
            <a:hlinkClick r:id="" action="ppaction://hlinkshowjump?jump=previousslide" highlightClick="1"/>
            <a:extLst>
              <a:ext uri="{FF2B5EF4-FFF2-40B4-BE49-F238E27FC236}">
                <a16:creationId xmlns:a16="http://schemas.microsoft.com/office/drawing/2014/main" id="{E96B9CCE-08EA-403F-D979-29B6FD659802}"/>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233" name="AutoShape 32">
            <a:hlinkClick r:id="" action="ppaction://hlinkshowjump?jump=nextslide" highlightClick="1"/>
            <a:extLst>
              <a:ext uri="{FF2B5EF4-FFF2-40B4-BE49-F238E27FC236}">
                <a16:creationId xmlns:a16="http://schemas.microsoft.com/office/drawing/2014/main" id="{41CD5962-2737-0D52-A1AD-2EECF33D3A32}"/>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234" name="AutoShape 33">
            <a:hlinkClick r:id="" action="ppaction://hlinkshowjump?jump=lastslide" highlightClick="1"/>
            <a:extLst>
              <a:ext uri="{FF2B5EF4-FFF2-40B4-BE49-F238E27FC236}">
                <a16:creationId xmlns:a16="http://schemas.microsoft.com/office/drawing/2014/main" id="{B45682D0-9FE9-B4D7-A848-6DC11024227D}"/>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829474" name="Rectangle 34">
            <a:extLst>
              <a:ext uri="{FF2B5EF4-FFF2-40B4-BE49-F238E27FC236}">
                <a16:creationId xmlns:a16="http://schemas.microsoft.com/office/drawing/2014/main" id="{DB898FB5-08B6-C3E1-EA6F-EEB778A5D548}"/>
              </a:ext>
            </a:extLst>
          </p:cNvPr>
          <p:cNvSpPr>
            <a:spLocks noChangeArrowheads="1"/>
          </p:cNvSpPr>
          <p:nvPr/>
        </p:nvSpPr>
        <p:spPr bwMode="auto">
          <a:xfrm>
            <a:off x="34925" y="4292600"/>
            <a:ext cx="4105275" cy="566738"/>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19"/>
              </a:buBlip>
            </a:pPr>
            <a:r>
              <a:rPr kumimoji="1" lang="zh-CN" altLang="en-US" b="1" dirty="0">
                <a:solidFill>
                  <a:schemeClr val="bg1"/>
                </a:solidFill>
                <a:ea typeface="宋体" panose="02010600030101010101" pitchFamily="2" charset="-122"/>
              </a:rPr>
              <a:t>电介质表面的边界条件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29460"/>
                                        </p:tgtEl>
                                        <p:attrNameLst>
                                          <p:attrName>style.visibility</p:attrName>
                                        </p:attrNameLst>
                                      </p:cBhvr>
                                      <p:to>
                                        <p:strVal val="visible"/>
                                      </p:to>
                                    </p:set>
                                    <p:animEffect transition="in" filter="wipe(up)">
                                      <p:cBhvr>
                                        <p:cTn id="7" dur="2000"/>
                                        <p:tgtEl>
                                          <p:spTgt spid="829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29450"/>
                                        </p:tgtEl>
                                        <p:attrNameLst>
                                          <p:attrName>style.visibility</p:attrName>
                                        </p:attrNameLst>
                                      </p:cBhvr>
                                      <p:to>
                                        <p:strVal val="visible"/>
                                      </p:to>
                                    </p:set>
                                    <p:animEffect transition="in" filter="wipe(up)">
                                      <p:cBhvr>
                                        <p:cTn id="12" dur="2000"/>
                                        <p:tgtEl>
                                          <p:spTgt spid="8294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29461"/>
                                        </p:tgtEl>
                                        <p:attrNameLst>
                                          <p:attrName>style.visibility</p:attrName>
                                        </p:attrNameLst>
                                      </p:cBhvr>
                                      <p:to>
                                        <p:strVal val="visible"/>
                                      </p:to>
                                    </p:set>
                                    <p:animEffect transition="in" filter="wipe(up)">
                                      <p:cBhvr>
                                        <p:cTn id="17" dur="2000"/>
                                        <p:tgtEl>
                                          <p:spTgt spid="8294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29463"/>
                                        </p:tgtEl>
                                        <p:attrNameLst>
                                          <p:attrName>style.visibility</p:attrName>
                                        </p:attrNameLst>
                                      </p:cBhvr>
                                      <p:to>
                                        <p:strVal val="visible"/>
                                      </p:to>
                                    </p:set>
                                    <p:animEffect transition="in" filter="wipe(up)">
                                      <p:cBhvr>
                                        <p:cTn id="22" dur="2000"/>
                                        <p:tgtEl>
                                          <p:spTgt spid="8294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29447"/>
                                        </p:tgtEl>
                                        <p:attrNameLst>
                                          <p:attrName>style.visibility</p:attrName>
                                        </p:attrNameLst>
                                      </p:cBhvr>
                                      <p:to>
                                        <p:strVal val="visible"/>
                                      </p:to>
                                    </p:set>
                                    <p:animEffect transition="in" filter="wipe(up)">
                                      <p:cBhvr>
                                        <p:cTn id="27" dur="2000"/>
                                        <p:tgtEl>
                                          <p:spTgt spid="8294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829451"/>
                                        </p:tgtEl>
                                        <p:attrNameLst>
                                          <p:attrName>style.visibility</p:attrName>
                                        </p:attrNameLst>
                                      </p:cBhvr>
                                      <p:to>
                                        <p:strVal val="visible"/>
                                      </p:to>
                                    </p:set>
                                    <p:animEffect transition="in" filter="wipe(up)">
                                      <p:cBhvr>
                                        <p:cTn id="32" dur="2000"/>
                                        <p:tgtEl>
                                          <p:spTgt spid="829451"/>
                                        </p:tgtEl>
                                      </p:cBhvr>
                                    </p:animEffect>
                                  </p:childTnLst>
                                </p:cTn>
                              </p:par>
                            </p:childTnLst>
                          </p:cTn>
                        </p:par>
                        <p:par>
                          <p:cTn id="33" fill="hold" nodeType="afterGroup">
                            <p:stCondLst>
                              <p:cond delay="2000"/>
                            </p:stCondLst>
                            <p:childTnLst>
                              <p:par>
                                <p:cTn id="34" presetID="22" presetClass="entr" presetSubtype="1" fill="hold" nodeType="afterEffect">
                                  <p:stCondLst>
                                    <p:cond delay="0"/>
                                  </p:stCondLst>
                                  <p:childTnLst>
                                    <p:set>
                                      <p:cBhvr>
                                        <p:cTn id="35" dur="1" fill="hold">
                                          <p:stCondLst>
                                            <p:cond delay="0"/>
                                          </p:stCondLst>
                                        </p:cTn>
                                        <p:tgtEl>
                                          <p:spTgt spid="829464"/>
                                        </p:tgtEl>
                                        <p:attrNameLst>
                                          <p:attrName>style.visibility</p:attrName>
                                        </p:attrNameLst>
                                      </p:cBhvr>
                                      <p:to>
                                        <p:strVal val="visible"/>
                                      </p:to>
                                    </p:set>
                                    <p:animEffect transition="in" filter="wipe(up)">
                                      <p:cBhvr>
                                        <p:cTn id="36" dur="2000"/>
                                        <p:tgtEl>
                                          <p:spTgt spid="82946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829469"/>
                                        </p:tgtEl>
                                        <p:attrNameLst>
                                          <p:attrName>style.visibility</p:attrName>
                                        </p:attrNameLst>
                                      </p:cBhvr>
                                      <p:to>
                                        <p:strVal val="visible"/>
                                      </p:to>
                                    </p:set>
                                    <p:animEffect transition="in" filter="wipe(up)">
                                      <p:cBhvr>
                                        <p:cTn id="41" dur="2000"/>
                                        <p:tgtEl>
                                          <p:spTgt spid="829469"/>
                                        </p:tgtEl>
                                      </p:cBhvr>
                                    </p:animEffect>
                                  </p:childTnLst>
                                </p:cTn>
                              </p:par>
                            </p:childTnLst>
                          </p:cTn>
                        </p:par>
                        <p:par>
                          <p:cTn id="42" fill="hold" nodeType="afterGroup">
                            <p:stCondLst>
                              <p:cond delay="2000"/>
                            </p:stCondLst>
                            <p:childTnLst>
                              <p:par>
                                <p:cTn id="43" presetID="22" presetClass="entr" presetSubtype="1" fill="hold" nodeType="afterEffect">
                                  <p:stCondLst>
                                    <p:cond delay="0"/>
                                  </p:stCondLst>
                                  <p:childTnLst>
                                    <p:set>
                                      <p:cBhvr>
                                        <p:cTn id="44" dur="1" fill="hold">
                                          <p:stCondLst>
                                            <p:cond delay="0"/>
                                          </p:stCondLst>
                                        </p:cTn>
                                        <p:tgtEl>
                                          <p:spTgt spid="829454"/>
                                        </p:tgtEl>
                                        <p:attrNameLst>
                                          <p:attrName>style.visibility</p:attrName>
                                        </p:attrNameLst>
                                      </p:cBhvr>
                                      <p:to>
                                        <p:strVal val="visible"/>
                                      </p:to>
                                    </p:set>
                                    <p:animEffect transition="in" filter="wipe(up)">
                                      <p:cBhvr>
                                        <p:cTn id="45" dur="2000"/>
                                        <p:tgtEl>
                                          <p:spTgt spid="829454"/>
                                        </p:tgtEl>
                                      </p:cBhvr>
                                    </p:animEffect>
                                  </p:childTnLst>
                                </p:cTn>
                              </p:par>
                            </p:childTnLst>
                          </p:cTn>
                        </p:par>
                        <p:par>
                          <p:cTn id="46" fill="hold" nodeType="afterGroup">
                            <p:stCondLst>
                              <p:cond delay="4000"/>
                            </p:stCondLst>
                            <p:childTnLst>
                              <p:par>
                                <p:cTn id="47" presetID="22" presetClass="entr" presetSubtype="1" fill="hold" nodeType="afterEffect">
                                  <p:stCondLst>
                                    <p:cond delay="0"/>
                                  </p:stCondLst>
                                  <p:childTnLst>
                                    <p:set>
                                      <p:cBhvr>
                                        <p:cTn id="48" dur="1" fill="hold">
                                          <p:stCondLst>
                                            <p:cond delay="0"/>
                                          </p:stCondLst>
                                        </p:cTn>
                                        <p:tgtEl>
                                          <p:spTgt spid="829465"/>
                                        </p:tgtEl>
                                        <p:attrNameLst>
                                          <p:attrName>style.visibility</p:attrName>
                                        </p:attrNameLst>
                                      </p:cBhvr>
                                      <p:to>
                                        <p:strVal val="visible"/>
                                      </p:to>
                                    </p:set>
                                    <p:animEffect transition="in" filter="wipe(up)">
                                      <p:cBhvr>
                                        <p:cTn id="49" dur="2000"/>
                                        <p:tgtEl>
                                          <p:spTgt spid="829465"/>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829474"/>
                                        </p:tgtEl>
                                        <p:attrNameLst>
                                          <p:attrName>style.visibility</p:attrName>
                                        </p:attrNameLst>
                                      </p:cBhvr>
                                      <p:to>
                                        <p:strVal val="visible"/>
                                      </p:to>
                                    </p:set>
                                    <p:animEffect transition="in" filter="wipe(up)">
                                      <p:cBhvr>
                                        <p:cTn id="52" dur="2000"/>
                                        <p:tgtEl>
                                          <p:spTgt spid="829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47" grpId="0"/>
      <p:bldP spid="829450" grpId="0"/>
      <p:bldP spid="829460" grpId="0"/>
      <p:bldP spid="82947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2">
            <a:extLst>
              <a:ext uri="{FF2B5EF4-FFF2-40B4-BE49-F238E27FC236}">
                <a16:creationId xmlns:a16="http://schemas.microsoft.com/office/drawing/2014/main" id="{B122C55C-5080-612D-E44C-83BFD7064BA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68007EDB-52F2-44B4-9456-B0310B7DEC45}" type="slidenum">
              <a:rPr lang="en-US" altLang="zh-CN" sz="1400">
                <a:ea typeface="宋体" panose="02010600030101010101" pitchFamily="2" charset="-122"/>
              </a:rPr>
              <a:pPr/>
              <a:t>5</a:t>
            </a:fld>
            <a:endParaRPr lang="en-US" altLang="zh-CN" sz="1400">
              <a:ea typeface="宋体" panose="02010600030101010101" pitchFamily="2" charset="-122"/>
            </a:endParaRPr>
          </a:p>
        </p:txBody>
      </p:sp>
      <p:grpSp>
        <p:nvGrpSpPr>
          <p:cNvPr id="508943" name="Group 1039">
            <a:extLst>
              <a:ext uri="{FF2B5EF4-FFF2-40B4-BE49-F238E27FC236}">
                <a16:creationId xmlns:a16="http://schemas.microsoft.com/office/drawing/2014/main" id="{A1BD9C61-2EFC-9D5E-8BAE-A3DDA5ECC21E}"/>
              </a:ext>
            </a:extLst>
          </p:cNvPr>
          <p:cNvGrpSpPr>
            <a:grpSpLocks/>
          </p:cNvGrpSpPr>
          <p:nvPr/>
        </p:nvGrpSpPr>
        <p:grpSpPr bwMode="auto">
          <a:xfrm>
            <a:off x="5651500" y="3860800"/>
            <a:ext cx="3240088" cy="2449513"/>
            <a:chOff x="3651" y="1842"/>
            <a:chExt cx="2041" cy="1543"/>
          </a:xfrm>
        </p:grpSpPr>
        <p:sp>
          <p:nvSpPr>
            <p:cNvPr id="10256" name="Rectangle 1040">
              <a:extLst>
                <a:ext uri="{FF2B5EF4-FFF2-40B4-BE49-F238E27FC236}">
                  <a16:creationId xmlns:a16="http://schemas.microsoft.com/office/drawing/2014/main" id="{5C6F7A99-4C6B-1E66-7907-D633D89D2FB3}"/>
                </a:ext>
              </a:extLst>
            </p:cNvPr>
            <p:cNvSpPr>
              <a:spLocks noChangeArrowheads="1"/>
            </p:cNvSpPr>
            <p:nvPr/>
          </p:nvSpPr>
          <p:spPr bwMode="auto">
            <a:xfrm>
              <a:off x="3651" y="1842"/>
              <a:ext cx="2041" cy="817"/>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0257" name="Rectangle 1041">
              <a:extLst>
                <a:ext uri="{FF2B5EF4-FFF2-40B4-BE49-F238E27FC236}">
                  <a16:creationId xmlns:a16="http://schemas.microsoft.com/office/drawing/2014/main" id="{70CEAF71-3A0B-1BD1-BDD3-6B47511A69E0}"/>
                </a:ext>
              </a:extLst>
            </p:cNvPr>
            <p:cNvSpPr>
              <a:spLocks noChangeArrowheads="1"/>
            </p:cNvSpPr>
            <p:nvPr/>
          </p:nvSpPr>
          <p:spPr bwMode="auto">
            <a:xfrm>
              <a:off x="3651" y="2659"/>
              <a:ext cx="2041" cy="726"/>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0258" name="Text Box 1042">
              <a:extLst>
                <a:ext uri="{FF2B5EF4-FFF2-40B4-BE49-F238E27FC236}">
                  <a16:creationId xmlns:a16="http://schemas.microsoft.com/office/drawing/2014/main" id="{BE5FE566-4123-1B86-8708-90195535A522}"/>
                </a:ext>
              </a:extLst>
            </p:cNvPr>
            <p:cNvSpPr txBox="1">
              <a:spLocks noChangeArrowheads="1"/>
            </p:cNvSpPr>
            <p:nvPr/>
          </p:nvSpPr>
          <p:spPr bwMode="auto">
            <a:xfrm>
              <a:off x="3696" y="2659"/>
              <a:ext cx="7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sz="2000" b="1">
                  <a:latin typeface="楷体_GB2312" pitchFamily="49" charset="-122"/>
                </a:rPr>
                <a:t>介质</a:t>
              </a:r>
              <a:r>
                <a:rPr kumimoji="1" lang="en-US" altLang="zh-CN" sz="2000" b="1">
                  <a:latin typeface="楷体_GB2312" pitchFamily="49" charset="-122"/>
                </a:rPr>
                <a:t>2</a:t>
              </a:r>
            </a:p>
          </p:txBody>
        </p:sp>
        <p:sp>
          <p:nvSpPr>
            <p:cNvPr id="10259" name="Text Box 1043">
              <a:extLst>
                <a:ext uri="{FF2B5EF4-FFF2-40B4-BE49-F238E27FC236}">
                  <a16:creationId xmlns:a16="http://schemas.microsoft.com/office/drawing/2014/main" id="{6F0B1CCF-482B-D87D-F4F4-F24F4C505FAA}"/>
                </a:ext>
              </a:extLst>
            </p:cNvPr>
            <p:cNvSpPr txBox="1">
              <a:spLocks noChangeArrowheads="1"/>
            </p:cNvSpPr>
            <p:nvPr/>
          </p:nvSpPr>
          <p:spPr bwMode="auto">
            <a:xfrm>
              <a:off x="3696" y="2296"/>
              <a:ext cx="5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sz="2000" b="1">
                  <a:latin typeface="楷体_GB2312" pitchFamily="49" charset="-122"/>
                </a:rPr>
                <a:t>介质</a:t>
              </a:r>
              <a:r>
                <a:rPr kumimoji="1" lang="en-US" altLang="zh-CN" sz="2000" b="1">
                  <a:latin typeface="楷体_GB2312" pitchFamily="49" charset="-122"/>
                </a:rPr>
                <a:t>1</a:t>
              </a:r>
            </a:p>
          </p:txBody>
        </p:sp>
        <p:graphicFrame>
          <p:nvGraphicFramePr>
            <p:cNvPr id="10260" name="Object 1044">
              <a:extLst>
                <a:ext uri="{FF2B5EF4-FFF2-40B4-BE49-F238E27FC236}">
                  <a16:creationId xmlns:a16="http://schemas.microsoft.com/office/drawing/2014/main" id="{5CEF1A0B-880C-0DF9-7BFF-606A896821D7}"/>
                </a:ext>
              </a:extLst>
            </p:cNvPr>
            <p:cNvGraphicFramePr>
              <a:graphicFrameLocks noChangeAspect="1"/>
            </p:cNvGraphicFramePr>
            <p:nvPr>
              <p:extLst>
                <p:ext uri="{D42A27DB-BD31-4B8C-83A1-F6EECF244321}">
                  <p14:modId xmlns:p14="http://schemas.microsoft.com/office/powerpoint/2010/main" val="387708968"/>
                </p:ext>
              </p:extLst>
            </p:nvPr>
          </p:nvGraphicFramePr>
          <p:xfrm>
            <a:off x="5342" y="2704"/>
            <a:ext cx="182" cy="266"/>
          </p:xfrm>
          <a:graphic>
            <a:graphicData uri="http://schemas.openxmlformats.org/presentationml/2006/ole">
              <mc:AlternateContent xmlns:mc="http://schemas.openxmlformats.org/markup-compatibility/2006">
                <mc:Choice xmlns:v="urn:schemas-microsoft-com:vml" Requires="v">
                  <p:oleObj name="公式" r:id="rId2" imgW="164885" imgH="215619" progId="Equation.3">
                    <p:embed/>
                  </p:oleObj>
                </mc:Choice>
                <mc:Fallback>
                  <p:oleObj name="公式" r:id="rId2" imgW="164885" imgH="215619" progId="Equation.3">
                    <p:embed/>
                    <p:pic>
                      <p:nvPicPr>
                        <p:cNvPr id="0" name="Object 10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2" y="2704"/>
                          <a:ext cx="182" cy="266"/>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1" name="Object 1045">
              <a:extLst>
                <a:ext uri="{FF2B5EF4-FFF2-40B4-BE49-F238E27FC236}">
                  <a16:creationId xmlns:a16="http://schemas.microsoft.com/office/drawing/2014/main" id="{57A4D085-5DC2-8526-BAA4-95BA6192F213}"/>
                </a:ext>
              </a:extLst>
            </p:cNvPr>
            <p:cNvGraphicFramePr>
              <a:graphicFrameLocks noChangeAspect="1"/>
            </p:cNvGraphicFramePr>
            <p:nvPr>
              <p:extLst>
                <p:ext uri="{D42A27DB-BD31-4B8C-83A1-F6EECF244321}">
                  <p14:modId xmlns:p14="http://schemas.microsoft.com/office/powerpoint/2010/main" val="1734508950"/>
                </p:ext>
              </p:extLst>
            </p:nvPr>
          </p:nvGraphicFramePr>
          <p:xfrm>
            <a:off x="5345" y="2387"/>
            <a:ext cx="188" cy="263"/>
          </p:xfrm>
          <a:graphic>
            <a:graphicData uri="http://schemas.openxmlformats.org/presentationml/2006/ole">
              <mc:AlternateContent xmlns:mc="http://schemas.openxmlformats.org/markup-compatibility/2006">
                <mc:Choice xmlns:v="urn:schemas-microsoft-com:vml" Requires="v">
                  <p:oleObj name="公式" r:id="rId4" imgW="152268" imgH="215713" progId="Equation.3">
                    <p:embed/>
                  </p:oleObj>
                </mc:Choice>
                <mc:Fallback>
                  <p:oleObj name="公式" r:id="rId4" imgW="152268" imgH="215713" progId="Equation.3">
                    <p:embed/>
                    <p:pic>
                      <p:nvPicPr>
                        <p:cNvPr id="0" name="Object 10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5" y="2387"/>
                          <a:ext cx="188" cy="263"/>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62" name="Line 1046">
              <a:extLst>
                <a:ext uri="{FF2B5EF4-FFF2-40B4-BE49-F238E27FC236}">
                  <a16:creationId xmlns:a16="http://schemas.microsoft.com/office/drawing/2014/main" id="{A439F259-73BA-5B84-6B74-1D22D2938DCF}"/>
                </a:ext>
              </a:extLst>
            </p:cNvPr>
            <p:cNvSpPr>
              <a:spLocks noChangeShapeType="1"/>
            </p:cNvSpPr>
            <p:nvPr/>
          </p:nvSpPr>
          <p:spPr bwMode="auto">
            <a:xfrm flipV="1">
              <a:off x="4416" y="2659"/>
              <a:ext cx="431" cy="314"/>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3" name="Line 1047">
              <a:extLst>
                <a:ext uri="{FF2B5EF4-FFF2-40B4-BE49-F238E27FC236}">
                  <a16:creationId xmlns:a16="http://schemas.microsoft.com/office/drawing/2014/main" id="{D277B67D-7F03-8CE7-C8C8-A214051B8EDB}"/>
                </a:ext>
              </a:extLst>
            </p:cNvPr>
            <p:cNvSpPr>
              <a:spLocks noChangeShapeType="1"/>
            </p:cNvSpPr>
            <p:nvPr/>
          </p:nvSpPr>
          <p:spPr bwMode="auto">
            <a:xfrm flipH="1">
              <a:off x="4830" y="2071"/>
              <a:ext cx="0" cy="1132"/>
            </a:xfrm>
            <a:prstGeom prst="line">
              <a:avLst/>
            </a:prstGeom>
            <a:noFill/>
            <a:ln w="9525">
              <a:solidFill>
                <a:schemeClr val="tx1"/>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4" name="Line 1048">
              <a:extLst>
                <a:ext uri="{FF2B5EF4-FFF2-40B4-BE49-F238E27FC236}">
                  <a16:creationId xmlns:a16="http://schemas.microsoft.com/office/drawing/2014/main" id="{A553B0EA-38DB-A730-444A-2EAC291A1E5B}"/>
                </a:ext>
              </a:extLst>
            </p:cNvPr>
            <p:cNvSpPr>
              <a:spLocks noChangeShapeType="1"/>
            </p:cNvSpPr>
            <p:nvPr/>
          </p:nvSpPr>
          <p:spPr bwMode="auto">
            <a:xfrm flipV="1">
              <a:off x="4830" y="2088"/>
              <a:ext cx="431" cy="579"/>
            </a:xfrm>
            <a:prstGeom prst="line">
              <a:avLst/>
            </a:prstGeom>
            <a:noFill/>
            <a:ln w="3810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5" name="Freeform 1049">
              <a:extLst>
                <a:ext uri="{FF2B5EF4-FFF2-40B4-BE49-F238E27FC236}">
                  <a16:creationId xmlns:a16="http://schemas.microsoft.com/office/drawing/2014/main" id="{A46D2306-0360-8B0A-C114-2D9F70FEA23E}"/>
                </a:ext>
              </a:extLst>
            </p:cNvPr>
            <p:cNvSpPr>
              <a:spLocks/>
            </p:cNvSpPr>
            <p:nvPr/>
          </p:nvSpPr>
          <p:spPr bwMode="auto">
            <a:xfrm>
              <a:off x="4689" y="2761"/>
              <a:ext cx="170" cy="91"/>
            </a:xfrm>
            <a:custGeom>
              <a:avLst/>
              <a:gdLst>
                <a:gd name="T0" fmla="*/ 0 w 192"/>
                <a:gd name="T1" fmla="*/ 0 h 112"/>
                <a:gd name="T2" fmla="*/ 24 w 192"/>
                <a:gd name="T3" fmla="*/ 10 h 112"/>
                <a:gd name="T4" fmla="*/ 51 w 192"/>
                <a:gd name="T5" fmla="*/ 10 h 112"/>
                <a:gd name="T6" fmla="*/ 0 60000 65536"/>
                <a:gd name="T7" fmla="*/ 0 60000 65536"/>
                <a:gd name="T8" fmla="*/ 0 60000 65536"/>
              </a:gdLst>
              <a:ahLst/>
              <a:cxnLst>
                <a:cxn ang="T6">
                  <a:pos x="T0" y="T1"/>
                </a:cxn>
                <a:cxn ang="T7">
                  <a:pos x="T2" y="T3"/>
                </a:cxn>
                <a:cxn ang="T8">
                  <a:pos x="T4" y="T5"/>
                </a:cxn>
              </a:cxnLst>
              <a:rect l="0" t="0" r="r" b="b"/>
              <a:pathLst>
                <a:path w="192" h="112">
                  <a:moveTo>
                    <a:pt x="0" y="0"/>
                  </a:moveTo>
                  <a:cubicBezTo>
                    <a:pt x="32" y="40"/>
                    <a:pt x="64" y="80"/>
                    <a:pt x="96" y="96"/>
                  </a:cubicBezTo>
                  <a:cubicBezTo>
                    <a:pt x="128" y="112"/>
                    <a:pt x="160" y="104"/>
                    <a:pt x="192" y="96"/>
                  </a:cubicBez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66" name="Freeform 1050">
              <a:extLst>
                <a:ext uri="{FF2B5EF4-FFF2-40B4-BE49-F238E27FC236}">
                  <a16:creationId xmlns:a16="http://schemas.microsoft.com/office/drawing/2014/main" id="{5CAC2185-BA79-FEF2-DD15-9BE6D02EB073}"/>
                </a:ext>
              </a:extLst>
            </p:cNvPr>
            <p:cNvSpPr>
              <a:spLocks/>
            </p:cNvSpPr>
            <p:nvPr/>
          </p:nvSpPr>
          <p:spPr bwMode="auto">
            <a:xfrm>
              <a:off x="4851" y="2385"/>
              <a:ext cx="148" cy="59"/>
            </a:xfrm>
            <a:custGeom>
              <a:avLst/>
              <a:gdLst>
                <a:gd name="T0" fmla="*/ 0 w 192"/>
                <a:gd name="T1" fmla="*/ 99 h 56"/>
                <a:gd name="T2" fmla="*/ 5 w 192"/>
                <a:gd name="T3" fmla="*/ 8 h 56"/>
                <a:gd name="T4" fmla="*/ 12 w 192"/>
                <a:gd name="T5" fmla="*/ 8 h 56"/>
                <a:gd name="T6" fmla="*/ 0 60000 65536"/>
                <a:gd name="T7" fmla="*/ 0 60000 65536"/>
                <a:gd name="T8" fmla="*/ 0 60000 65536"/>
              </a:gdLst>
              <a:ahLst/>
              <a:cxnLst>
                <a:cxn ang="T6">
                  <a:pos x="T0" y="T1"/>
                </a:cxn>
                <a:cxn ang="T7">
                  <a:pos x="T2" y="T3"/>
                </a:cxn>
                <a:cxn ang="T8">
                  <a:pos x="T4" y="T5"/>
                </a:cxn>
              </a:cxnLst>
              <a:rect l="0" t="0" r="r" b="b"/>
              <a:pathLst>
                <a:path w="192" h="56">
                  <a:moveTo>
                    <a:pt x="0" y="56"/>
                  </a:moveTo>
                  <a:cubicBezTo>
                    <a:pt x="32" y="36"/>
                    <a:pt x="64" y="16"/>
                    <a:pt x="96" y="8"/>
                  </a:cubicBezTo>
                  <a:cubicBezTo>
                    <a:pt x="128" y="0"/>
                    <a:pt x="168" y="8"/>
                    <a:pt x="192" y="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0267" name="Object 1051">
              <a:extLst>
                <a:ext uri="{FF2B5EF4-FFF2-40B4-BE49-F238E27FC236}">
                  <a16:creationId xmlns:a16="http://schemas.microsoft.com/office/drawing/2014/main" id="{2C3C715E-9727-3E15-B19A-742E54BA5EC7}"/>
                </a:ext>
              </a:extLst>
            </p:cNvPr>
            <p:cNvGraphicFramePr>
              <a:graphicFrameLocks noChangeAspect="1"/>
            </p:cNvGraphicFramePr>
            <p:nvPr>
              <p:extLst>
                <p:ext uri="{D42A27DB-BD31-4B8C-83A1-F6EECF244321}">
                  <p14:modId xmlns:p14="http://schemas.microsoft.com/office/powerpoint/2010/main" val="2818409396"/>
                </p:ext>
              </p:extLst>
            </p:nvPr>
          </p:nvGraphicFramePr>
          <p:xfrm>
            <a:off x="4602" y="2803"/>
            <a:ext cx="228" cy="252"/>
          </p:xfrm>
          <a:graphic>
            <a:graphicData uri="http://schemas.openxmlformats.org/presentationml/2006/ole">
              <mc:AlternateContent xmlns:mc="http://schemas.openxmlformats.org/markup-compatibility/2006">
                <mc:Choice xmlns:v="urn:schemas-microsoft-com:vml" Requires="v">
                  <p:oleObj name="Equation" r:id="rId6" imgW="164885" imgH="215619" progId="Equation.3">
                    <p:embed/>
                  </p:oleObj>
                </mc:Choice>
                <mc:Fallback>
                  <p:oleObj name="Equation" r:id="rId6" imgW="164885" imgH="215619" progId="Equation.3">
                    <p:embed/>
                    <p:pic>
                      <p:nvPicPr>
                        <p:cNvPr id="0" name="Object 105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2" y="2803"/>
                          <a:ext cx="228" cy="25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8" name="Object 1052">
              <a:extLst>
                <a:ext uri="{FF2B5EF4-FFF2-40B4-BE49-F238E27FC236}">
                  <a16:creationId xmlns:a16="http://schemas.microsoft.com/office/drawing/2014/main" id="{DCC5904E-C4B2-0681-68EE-877353C0E19D}"/>
                </a:ext>
              </a:extLst>
            </p:cNvPr>
            <p:cNvGraphicFramePr>
              <a:graphicFrameLocks noChangeAspect="1"/>
            </p:cNvGraphicFramePr>
            <p:nvPr>
              <p:extLst>
                <p:ext uri="{D42A27DB-BD31-4B8C-83A1-F6EECF244321}">
                  <p14:modId xmlns:p14="http://schemas.microsoft.com/office/powerpoint/2010/main" val="3405950155"/>
                </p:ext>
              </p:extLst>
            </p:nvPr>
          </p:nvGraphicFramePr>
          <p:xfrm>
            <a:off x="4859" y="2121"/>
            <a:ext cx="241" cy="262"/>
          </p:xfrm>
          <a:graphic>
            <a:graphicData uri="http://schemas.openxmlformats.org/presentationml/2006/ole">
              <mc:AlternateContent xmlns:mc="http://schemas.openxmlformats.org/markup-compatibility/2006">
                <mc:Choice xmlns:v="urn:schemas-microsoft-com:vml" Requires="v">
                  <p:oleObj name="Equation" r:id="rId8" imgW="152268" imgH="215713" progId="Equation.3">
                    <p:embed/>
                  </p:oleObj>
                </mc:Choice>
                <mc:Fallback>
                  <p:oleObj name="Equation" r:id="rId8" imgW="152268" imgH="215713" progId="Equation.3">
                    <p:embed/>
                    <p:pic>
                      <p:nvPicPr>
                        <p:cNvPr id="0" name="Object 105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59" y="2121"/>
                          <a:ext cx="241" cy="26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9" name="Object 1053">
              <a:extLst>
                <a:ext uri="{FF2B5EF4-FFF2-40B4-BE49-F238E27FC236}">
                  <a16:creationId xmlns:a16="http://schemas.microsoft.com/office/drawing/2014/main" id="{5ABA42FA-21C0-E26E-62D8-1C71296861E1}"/>
                </a:ext>
              </a:extLst>
            </p:cNvPr>
            <p:cNvGraphicFramePr>
              <a:graphicFrameLocks noChangeAspect="1"/>
            </p:cNvGraphicFramePr>
            <p:nvPr>
              <p:extLst>
                <p:ext uri="{D42A27DB-BD31-4B8C-83A1-F6EECF244321}">
                  <p14:modId xmlns:p14="http://schemas.microsoft.com/office/powerpoint/2010/main" val="175779898"/>
                </p:ext>
              </p:extLst>
            </p:nvPr>
          </p:nvGraphicFramePr>
          <p:xfrm>
            <a:off x="4070" y="2846"/>
            <a:ext cx="608" cy="298"/>
          </p:xfrm>
          <a:graphic>
            <a:graphicData uri="http://schemas.openxmlformats.org/presentationml/2006/ole">
              <mc:AlternateContent xmlns:mc="http://schemas.openxmlformats.org/markup-compatibility/2006">
                <mc:Choice xmlns:v="urn:schemas-microsoft-com:vml" Requires="v">
                  <p:oleObj name="公式" r:id="rId10" imgW="431613" imgH="241195" progId="Equation.3">
                    <p:embed/>
                  </p:oleObj>
                </mc:Choice>
                <mc:Fallback>
                  <p:oleObj name="公式" r:id="rId10" imgW="431613" imgH="241195" progId="Equation.3">
                    <p:embed/>
                    <p:pic>
                      <p:nvPicPr>
                        <p:cNvPr id="0" name="Object 105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70" y="2846"/>
                          <a:ext cx="608" cy="298"/>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0" name="Object 1054">
              <a:extLst>
                <a:ext uri="{FF2B5EF4-FFF2-40B4-BE49-F238E27FC236}">
                  <a16:creationId xmlns:a16="http://schemas.microsoft.com/office/drawing/2014/main" id="{04F9A3F9-7308-DA06-A4D4-3BB20FC9304C}"/>
                </a:ext>
              </a:extLst>
            </p:cNvPr>
            <p:cNvGraphicFramePr>
              <a:graphicFrameLocks noChangeAspect="1"/>
            </p:cNvGraphicFramePr>
            <p:nvPr>
              <p:extLst>
                <p:ext uri="{D42A27DB-BD31-4B8C-83A1-F6EECF244321}">
                  <p14:modId xmlns:p14="http://schemas.microsoft.com/office/powerpoint/2010/main" val="1723785681"/>
                </p:ext>
              </p:extLst>
            </p:nvPr>
          </p:nvGraphicFramePr>
          <p:xfrm>
            <a:off x="5028" y="1879"/>
            <a:ext cx="603" cy="266"/>
          </p:xfrm>
          <a:graphic>
            <a:graphicData uri="http://schemas.openxmlformats.org/presentationml/2006/ole">
              <mc:AlternateContent xmlns:mc="http://schemas.openxmlformats.org/markup-compatibility/2006">
                <mc:Choice xmlns:v="urn:schemas-microsoft-com:vml" Requires="v">
                  <p:oleObj name="公式" r:id="rId12" imgW="393529" imgH="241195" progId="Equation.3">
                    <p:embed/>
                  </p:oleObj>
                </mc:Choice>
                <mc:Fallback>
                  <p:oleObj name="公式" r:id="rId12" imgW="393529" imgH="241195" progId="Equation.3">
                    <p:embed/>
                    <p:pic>
                      <p:nvPicPr>
                        <p:cNvPr id="0" name="Object 105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28" y="1879"/>
                          <a:ext cx="603" cy="266"/>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1" name="Object 1055">
              <a:extLst>
                <a:ext uri="{FF2B5EF4-FFF2-40B4-BE49-F238E27FC236}">
                  <a16:creationId xmlns:a16="http://schemas.microsoft.com/office/drawing/2014/main" id="{05E8C659-B3CB-A044-7CB4-E29DA74001DF}"/>
                </a:ext>
              </a:extLst>
            </p:cNvPr>
            <p:cNvGraphicFramePr>
              <a:graphicFrameLocks noChangeAspect="1"/>
            </p:cNvGraphicFramePr>
            <p:nvPr>
              <p:extLst>
                <p:ext uri="{D42A27DB-BD31-4B8C-83A1-F6EECF244321}">
                  <p14:modId xmlns:p14="http://schemas.microsoft.com/office/powerpoint/2010/main" val="3143536101"/>
                </p:ext>
              </p:extLst>
            </p:nvPr>
          </p:nvGraphicFramePr>
          <p:xfrm>
            <a:off x="4598" y="1938"/>
            <a:ext cx="271" cy="304"/>
          </p:xfrm>
          <a:graphic>
            <a:graphicData uri="http://schemas.openxmlformats.org/presentationml/2006/ole">
              <mc:AlternateContent xmlns:mc="http://schemas.openxmlformats.org/markup-compatibility/2006">
                <mc:Choice xmlns:v="urn:schemas-microsoft-com:vml" Requires="v">
                  <p:oleObj name="公式" r:id="rId14" imgW="164885" imgH="215619" progId="Equation.3">
                    <p:embed/>
                  </p:oleObj>
                </mc:Choice>
                <mc:Fallback>
                  <p:oleObj name="公式" r:id="rId14" imgW="164885" imgH="215619" progId="Equation.3">
                    <p:embed/>
                    <p:pic>
                      <p:nvPicPr>
                        <p:cNvPr id="0" name="Object 105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98" y="1938"/>
                          <a:ext cx="271" cy="304"/>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2" name="Rectangle 1056">
              <a:extLst>
                <a:ext uri="{FF2B5EF4-FFF2-40B4-BE49-F238E27FC236}">
                  <a16:creationId xmlns:a16="http://schemas.microsoft.com/office/drawing/2014/main" id="{5D93BC3B-DA6B-F0C8-76CB-D47EFC77F6BB}"/>
                </a:ext>
              </a:extLst>
            </p:cNvPr>
            <p:cNvSpPr>
              <a:spLocks noChangeArrowheads="1"/>
            </p:cNvSpPr>
            <p:nvPr/>
          </p:nvSpPr>
          <p:spPr bwMode="auto">
            <a:xfrm>
              <a:off x="3651" y="1842"/>
              <a:ext cx="2041" cy="154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aphicFrame>
        <p:nvGraphicFramePr>
          <p:cNvPr id="508962" name="Object 1058">
            <a:extLst>
              <a:ext uri="{FF2B5EF4-FFF2-40B4-BE49-F238E27FC236}">
                <a16:creationId xmlns:a16="http://schemas.microsoft.com/office/drawing/2014/main" id="{C1970ACA-015C-75EA-5828-F49F94E5B623}"/>
              </a:ext>
            </a:extLst>
          </p:cNvPr>
          <p:cNvGraphicFramePr>
            <a:graphicFrameLocks noChangeAspect="1"/>
          </p:cNvGraphicFramePr>
          <p:nvPr>
            <p:extLst>
              <p:ext uri="{D42A27DB-BD31-4B8C-83A1-F6EECF244321}">
                <p14:modId xmlns:p14="http://schemas.microsoft.com/office/powerpoint/2010/main" val="965272316"/>
              </p:ext>
            </p:extLst>
          </p:nvPr>
        </p:nvGraphicFramePr>
        <p:xfrm>
          <a:off x="684213" y="4292600"/>
          <a:ext cx="4576762" cy="863600"/>
        </p:xfrm>
        <a:graphic>
          <a:graphicData uri="http://schemas.openxmlformats.org/presentationml/2006/ole">
            <mc:AlternateContent xmlns:mc="http://schemas.openxmlformats.org/markup-compatibility/2006">
              <mc:Choice xmlns:v="urn:schemas-microsoft-com:vml" Requires="v">
                <p:oleObj name="公式" r:id="rId16" imgW="1955986" imgH="361950" progId="Equation.3">
                  <p:embed/>
                </p:oleObj>
              </mc:Choice>
              <mc:Fallback>
                <p:oleObj name="公式" r:id="rId16" imgW="1955986" imgH="361950" progId="Equation.3">
                  <p:embed/>
                  <p:pic>
                    <p:nvPicPr>
                      <p:cNvPr id="0" name="Object 105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4213" y="4292600"/>
                        <a:ext cx="4576762" cy="8636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8964" name="Text Box 1060">
            <a:extLst>
              <a:ext uri="{FF2B5EF4-FFF2-40B4-BE49-F238E27FC236}">
                <a16:creationId xmlns:a16="http://schemas.microsoft.com/office/drawing/2014/main" id="{4A6D1500-4FC1-1F96-5E9C-DD8D30158BFE}"/>
              </a:ext>
            </a:extLst>
          </p:cNvPr>
          <p:cNvSpPr txBox="1">
            <a:spLocks noChangeArrowheads="1"/>
          </p:cNvSpPr>
          <p:nvPr/>
        </p:nvSpPr>
        <p:spPr bwMode="auto">
          <a:xfrm>
            <a:off x="179388" y="1268413"/>
            <a:ext cx="8640762"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楷体_GB2312" pitchFamily="49" charset="-122"/>
              </a:rPr>
              <a:t>    </a:t>
            </a:r>
            <a:r>
              <a:rPr kumimoji="1" lang="zh-CN" altLang="en-US" b="1">
                <a:solidFill>
                  <a:schemeClr val="bg1"/>
                </a:solidFill>
                <a:latin typeface="Times New Roman" panose="02020603050405020304" pitchFamily="18" charset="0"/>
              </a:rPr>
              <a:t>在静电平衡的情况下，导体内部的电场为</a:t>
            </a:r>
            <a:r>
              <a:rPr kumimoji="1" lang="en-US" altLang="zh-CN" b="1">
                <a:solidFill>
                  <a:schemeClr val="bg1"/>
                </a:solidFill>
                <a:latin typeface="Times New Roman" panose="02020603050405020304" pitchFamily="18" charset="0"/>
              </a:rPr>
              <a:t>0</a:t>
            </a:r>
            <a:r>
              <a:rPr kumimoji="1" lang="zh-CN" altLang="en-US" b="1">
                <a:solidFill>
                  <a:schemeClr val="bg1"/>
                </a:solidFill>
                <a:latin typeface="Times New Roman" panose="02020603050405020304" pitchFamily="18" charset="0"/>
              </a:rPr>
              <a:t>，则导体表面的边界条件为</a:t>
            </a:r>
            <a:r>
              <a:rPr kumimoji="1" lang="zh-CN" altLang="en-US" b="1">
                <a:solidFill>
                  <a:schemeClr val="bg1"/>
                </a:solidFill>
                <a:latin typeface="楷体_GB2312" pitchFamily="49" charset="-122"/>
              </a:rPr>
              <a:t> </a:t>
            </a:r>
          </a:p>
        </p:txBody>
      </p:sp>
      <p:graphicFrame>
        <p:nvGraphicFramePr>
          <p:cNvPr id="508965" name="Object 1061">
            <a:extLst>
              <a:ext uri="{FF2B5EF4-FFF2-40B4-BE49-F238E27FC236}">
                <a16:creationId xmlns:a16="http://schemas.microsoft.com/office/drawing/2014/main" id="{C44818C5-5BF2-B901-1446-3C04A9EA8D6E}"/>
              </a:ext>
            </a:extLst>
          </p:cNvPr>
          <p:cNvGraphicFramePr>
            <a:graphicFrameLocks noChangeAspect="1"/>
          </p:cNvGraphicFramePr>
          <p:nvPr>
            <p:extLst>
              <p:ext uri="{D42A27DB-BD31-4B8C-83A1-F6EECF244321}">
                <p14:modId xmlns:p14="http://schemas.microsoft.com/office/powerpoint/2010/main" val="878756665"/>
              </p:ext>
            </p:extLst>
          </p:nvPr>
        </p:nvGraphicFramePr>
        <p:xfrm>
          <a:off x="827088" y="2290763"/>
          <a:ext cx="1663700" cy="1152525"/>
        </p:xfrm>
        <a:graphic>
          <a:graphicData uri="http://schemas.openxmlformats.org/presentationml/2006/ole">
            <mc:AlternateContent xmlns:mc="http://schemas.openxmlformats.org/markup-compatibility/2006">
              <mc:Choice xmlns:v="urn:schemas-microsoft-com:vml" Requires="v">
                <p:oleObj name="公式" r:id="rId18" imgW="704787" imgH="463685" progId="Equation.3">
                  <p:embed/>
                </p:oleObj>
              </mc:Choice>
              <mc:Fallback>
                <p:oleObj name="公式" r:id="rId18" imgW="704787" imgH="463685" progId="Equation.3">
                  <p:embed/>
                  <p:pic>
                    <p:nvPicPr>
                      <p:cNvPr id="0" name="Object 106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7088" y="2290763"/>
                        <a:ext cx="166370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08971" name="Group 1067">
            <a:extLst>
              <a:ext uri="{FF2B5EF4-FFF2-40B4-BE49-F238E27FC236}">
                <a16:creationId xmlns:a16="http://schemas.microsoft.com/office/drawing/2014/main" id="{F8D1A481-C4C5-AD19-AF37-6BA517F3EDC6}"/>
              </a:ext>
            </a:extLst>
          </p:cNvPr>
          <p:cNvGrpSpPr>
            <a:grpSpLocks/>
          </p:cNvGrpSpPr>
          <p:nvPr/>
        </p:nvGrpSpPr>
        <p:grpSpPr bwMode="auto">
          <a:xfrm>
            <a:off x="2811463" y="2349500"/>
            <a:ext cx="2263775" cy="1022350"/>
            <a:chOff x="1927" y="2977"/>
            <a:chExt cx="1426" cy="644"/>
          </a:xfrm>
        </p:grpSpPr>
        <p:graphicFrame>
          <p:nvGraphicFramePr>
            <p:cNvPr id="10254" name="Object 1062">
              <a:extLst>
                <a:ext uri="{FF2B5EF4-FFF2-40B4-BE49-F238E27FC236}">
                  <a16:creationId xmlns:a16="http://schemas.microsoft.com/office/drawing/2014/main" id="{7C2D4472-9EED-0413-485D-037B5AFAF44E}"/>
                </a:ext>
              </a:extLst>
            </p:cNvPr>
            <p:cNvGraphicFramePr>
              <a:graphicFrameLocks noChangeAspect="1"/>
            </p:cNvGraphicFramePr>
            <p:nvPr>
              <p:extLst>
                <p:ext uri="{D42A27DB-BD31-4B8C-83A1-F6EECF244321}">
                  <p14:modId xmlns:p14="http://schemas.microsoft.com/office/powerpoint/2010/main" val="2351130330"/>
                </p:ext>
              </p:extLst>
            </p:nvPr>
          </p:nvGraphicFramePr>
          <p:xfrm>
            <a:off x="2381" y="2977"/>
            <a:ext cx="972" cy="644"/>
          </p:xfrm>
          <a:graphic>
            <a:graphicData uri="http://schemas.openxmlformats.org/presentationml/2006/ole">
              <mc:AlternateContent xmlns:mc="http://schemas.openxmlformats.org/markup-compatibility/2006">
                <mc:Choice xmlns:v="urn:schemas-microsoft-com:vml" Requires="v">
                  <p:oleObj name="公式" r:id="rId20" imgW="546007" imgH="406535" progId="Equation.3">
                    <p:embed/>
                  </p:oleObj>
                </mc:Choice>
                <mc:Fallback>
                  <p:oleObj name="公式" r:id="rId20" imgW="546007" imgH="406535" progId="Equation.3">
                    <p:embed/>
                    <p:pic>
                      <p:nvPicPr>
                        <p:cNvPr id="0" name="Object 106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81" y="2977"/>
                          <a:ext cx="972" cy="6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5" name="Text Box 1063">
              <a:extLst>
                <a:ext uri="{FF2B5EF4-FFF2-40B4-BE49-F238E27FC236}">
                  <a16:creationId xmlns:a16="http://schemas.microsoft.com/office/drawing/2014/main" id="{B3E83E32-63FF-904F-6D04-0568DA0F0569}"/>
                </a:ext>
              </a:extLst>
            </p:cNvPr>
            <p:cNvSpPr txBox="1">
              <a:spLocks noChangeArrowheads="1"/>
            </p:cNvSpPr>
            <p:nvPr/>
          </p:nvSpPr>
          <p:spPr bwMode="auto">
            <a:xfrm>
              <a:off x="1927" y="3142"/>
              <a:ext cx="52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楷体_GB2312" pitchFamily="49" charset="-122"/>
                </a:rPr>
                <a:t>或</a:t>
              </a:r>
            </a:p>
          </p:txBody>
        </p:sp>
      </p:grpSp>
      <p:sp>
        <p:nvSpPr>
          <p:cNvPr id="508972" name="Rectangle 1068">
            <a:extLst>
              <a:ext uri="{FF2B5EF4-FFF2-40B4-BE49-F238E27FC236}">
                <a16:creationId xmlns:a16="http://schemas.microsoft.com/office/drawing/2014/main" id="{F8429A32-44D5-21F0-FFDC-E12C936BD064}"/>
              </a:ext>
            </a:extLst>
          </p:cNvPr>
          <p:cNvSpPr>
            <a:spLocks noChangeArrowheads="1"/>
          </p:cNvSpPr>
          <p:nvPr/>
        </p:nvSpPr>
        <p:spPr bwMode="auto">
          <a:xfrm>
            <a:off x="34925" y="692150"/>
            <a:ext cx="4105275" cy="566738"/>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22"/>
              </a:buBlip>
            </a:pPr>
            <a:r>
              <a:rPr kumimoji="1" lang="zh-CN" altLang="en-US" b="1">
                <a:solidFill>
                  <a:schemeClr val="bg1"/>
                </a:solidFill>
                <a:ea typeface="宋体" panose="02010600030101010101" pitchFamily="2" charset="-122"/>
              </a:rPr>
              <a:t>导体表面的边界条件</a:t>
            </a:r>
          </a:p>
        </p:txBody>
      </p:sp>
      <p:sp>
        <p:nvSpPr>
          <p:cNvPr id="508973" name="Rectangle 1069">
            <a:extLst>
              <a:ext uri="{FF2B5EF4-FFF2-40B4-BE49-F238E27FC236}">
                <a16:creationId xmlns:a16="http://schemas.microsoft.com/office/drawing/2014/main" id="{6FBA4579-660A-FAEE-E55C-8DF677C72319}"/>
              </a:ext>
            </a:extLst>
          </p:cNvPr>
          <p:cNvSpPr>
            <a:spLocks noChangeArrowheads="1"/>
          </p:cNvSpPr>
          <p:nvPr/>
        </p:nvSpPr>
        <p:spPr bwMode="auto">
          <a:xfrm>
            <a:off x="34925" y="3500438"/>
            <a:ext cx="4321175" cy="566737"/>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22"/>
              </a:buBlip>
            </a:pPr>
            <a:r>
              <a:rPr kumimoji="1" lang="zh-CN" altLang="en-US" b="1">
                <a:solidFill>
                  <a:schemeClr val="bg1"/>
                </a:solidFill>
                <a:ea typeface="宋体" panose="02010600030101010101" pitchFamily="2" charset="-122"/>
              </a:rPr>
              <a:t>场矢量的折射关系</a:t>
            </a:r>
          </a:p>
        </p:txBody>
      </p:sp>
      <p:sp>
        <p:nvSpPr>
          <p:cNvPr id="10250" name="AutoShape 1070">
            <a:hlinkClick r:id="rId23" action="ppaction://hlinksldjump" highlightClick="1"/>
            <a:extLst>
              <a:ext uri="{FF2B5EF4-FFF2-40B4-BE49-F238E27FC236}">
                <a16:creationId xmlns:a16="http://schemas.microsoft.com/office/drawing/2014/main" id="{C3F4C5FB-1F97-6177-790B-C1EBBB09F731}"/>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0251" name="AutoShape 1071">
            <a:hlinkClick r:id="" action="ppaction://hlinkshowjump?jump=previousslide" highlightClick="1"/>
            <a:extLst>
              <a:ext uri="{FF2B5EF4-FFF2-40B4-BE49-F238E27FC236}">
                <a16:creationId xmlns:a16="http://schemas.microsoft.com/office/drawing/2014/main" id="{1CB6C8B1-545E-EF38-DC84-F5C19EFA3268}"/>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0252" name="AutoShape 1072">
            <a:hlinkClick r:id="" action="ppaction://hlinkshowjump?jump=nextslide" highlightClick="1"/>
            <a:extLst>
              <a:ext uri="{FF2B5EF4-FFF2-40B4-BE49-F238E27FC236}">
                <a16:creationId xmlns:a16="http://schemas.microsoft.com/office/drawing/2014/main" id="{A8384FEB-B191-31DC-B9FF-A8271CEC0346}"/>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0253" name="AutoShape 1073">
            <a:hlinkClick r:id="" action="ppaction://hlinkshowjump?jump=lastslide" highlightClick="1"/>
            <a:extLst>
              <a:ext uri="{FF2B5EF4-FFF2-40B4-BE49-F238E27FC236}">
                <a16:creationId xmlns:a16="http://schemas.microsoft.com/office/drawing/2014/main" id="{58A13B8C-94BC-63E2-AC97-47FE60903DCC}"/>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08972"/>
                                        </p:tgtEl>
                                        <p:attrNameLst>
                                          <p:attrName>style.visibility</p:attrName>
                                        </p:attrNameLst>
                                      </p:cBhvr>
                                      <p:to>
                                        <p:strVal val="visible"/>
                                      </p:to>
                                    </p:set>
                                    <p:animEffect transition="in" filter="wipe(up)">
                                      <p:cBhvr>
                                        <p:cTn id="7" dur="2000"/>
                                        <p:tgtEl>
                                          <p:spTgt spid="508972"/>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508943"/>
                                        </p:tgtEl>
                                        <p:attrNameLst>
                                          <p:attrName>style.visibility</p:attrName>
                                        </p:attrNameLst>
                                      </p:cBhvr>
                                      <p:to>
                                        <p:strVal val="visible"/>
                                      </p:to>
                                    </p:set>
                                    <p:animEffect transition="in" filter="fade">
                                      <p:cBhvr>
                                        <p:cTn id="11" dur="2000"/>
                                        <p:tgtEl>
                                          <p:spTgt spid="5089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508962"/>
                                        </p:tgtEl>
                                        <p:attrNameLst>
                                          <p:attrName>style.visibility</p:attrName>
                                        </p:attrNameLst>
                                      </p:cBhvr>
                                      <p:to>
                                        <p:strVal val="visible"/>
                                      </p:to>
                                    </p:set>
                                    <p:animEffect transition="in" filter="wipe(up)">
                                      <p:cBhvr>
                                        <p:cTn id="16" dur="2000"/>
                                        <p:tgtEl>
                                          <p:spTgt spid="50896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508973"/>
                                        </p:tgtEl>
                                        <p:attrNameLst>
                                          <p:attrName>style.visibility</p:attrName>
                                        </p:attrNameLst>
                                      </p:cBhvr>
                                      <p:to>
                                        <p:strVal val="visible"/>
                                      </p:to>
                                    </p:set>
                                    <p:animEffect transition="in" filter="wipe(up)">
                                      <p:cBhvr>
                                        <p:cTn id="21" dur="2000"/>
                                        <p:tgtEl>
                                          <p:spTgt spid="50897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08964"/>
                                        </p:tgtEl>
                                        <p:attrNameLst>
                                          <p:attrName>style.visibility</p:attrName>
                                        </p:attrNameLst>
                                      </p:cBhvr>
                                      <p:to>
                                        <p:strVal val="visible"/>
                                      </p:to>
                                    </p:set>
                                    <p:animEffect transition="in" filter="wipe(up)">
                                      <p:cBhvr>
                                        <p:cTn id="26" dur="2000"/>
                                        <p:tgtEl>
                                          <p:spTgt spid="50896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508965"/>
                                        </p:tgtEl>
                                        <p:attrNameLst>
                                          <p:attrName>style.visibility</p:attrName>
                                        </p:attrNameLst>
                                      </p:cBhvr>
                                      <p:to>
                                        <p:strVal val="visible"/>
                                      </p:to>
                                    </p:set>
                                    <p:animEffect transition="in" filter="wipe(up)">
                                      <p:cBhvr>
                                        <p:cTn id="31" dur="2000"/>
                                        <p:tgtEl>
                                          <p:spTgt spid="508965"/>
                                        </p:tgtEl>
                                      </p:cBhvr>
                                    </p:animEffect>
                                  </p:childTnLst>
                                </p:cTn>
                              </p:par>
                            </p:childTnLst>
                          </p:cTn>
                        </p:par>
                        <p:par>
                          <p:cTn id="32" fill="hold" nodeType="afterGroup">
                            <p:stCondLst>
                              <p:cond delay="2000"/>
                            </p:stCondLst>
                            <p:childTnLst>
                              <p:par>
                                <p:cTn id="33" presetID="22" presetClass="entr" presetSubtype="1" fill="hold" nodeType="afterEffect">
                                  <p:stCondLst>
                                    <p:cond delay="0"/>
                                  </p:stCondLst>
                                  <p:childTnLst>
                                    <p:set>
                                      <p:cBhvr>
                                        <p:cTn id="34" dur="1" fill="hold">
                                          <p:stCondLst>
                                            <p:cond delay="0"/>
                                          </p:stCondLst>
                                        </p:cTn>
                                        <p:tgtEl>
                                          <p:spTgt spid="508971"/>
                                        </p:tgtEl>
                                        <p:attrNameLst>
                                          <p:attrName>style.visibility</p:attrName>
                                        </p:attrNameLst>
                                      </p:cBhvr>
                                      <p:to>
                                        <p:strVal val="visible"/>
                                      </p:to>
                                    </p:set>
                                    <p:animEffect transition="in" filter="wipe(up)">
                                      <p:cBhvr>
                                        <p:cTn id="35" dur="2000"/>
                                        <p:tgtEl>
                                          <p:spTgt spid="508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64" grpId="0"/>
      <p:bldP spid="508972" grpId="0"/>
      <p:bldP spid="50897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2">
            <a:extLst>
              <a:ext uri="{FF2B5EF4-FFF2-40B4-BE49-F238E27FC236}">
                <a16:creationId xmlns:a16="http://schemas.microsoft.com/office/drawing/2014/main" id="{2ED4B602-0C71-9FFA-032F-A105EC52FCC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4E738216-E059-4F1B-9D3F-468BCB830E8B}" type="slidenum">
              <a:rPr lang="en-US" altLang="zh-CN" sz="1400">
                <a:ea typeface="宋体" panose="02010600030101010101" pitchFamily="2" charset="-122"/>
              </a:rPr>
              <a:pPr/>
              <a:t>6</a:t>
            </a:fld>
            <a:endParaRPr lang="en-US" altLang="zh-CN" sz="1400">
              <a:ea typeface="宋体" panose="02010600030101010101" pitchFamily="2" charset="-122"/>
            </a:endParaRPr>
          </a:p>
        </p:txBody>
      </p:sp>
      <p:grpSp>
        <p:nvGrpSpPr>
          <p:cNvPr id="637989" name="Group 37">
            <a:extLst>
              <a:ext uri="{FF2B5EF4-FFF2-40B4-BE49-F238E27FC236}">
                <a16:creationId xmlns:a16="http://schemas.microsoft.com/office/drawing/2014/main" id="{FD42AC6B-2230-BF74-AE47-7C7B38CC6666}"/>
              </a:ext>
            </a:extLst>
          </p:cNvPr>
          <p:cNvGrpSpPr>
            <a:grpSpLocks/>
          </p:cNvGrpSpPr>
          <p:nvPr/>
        </p:nvGrpSpPr>
        <p:grpSpPr bwMode="auto">
          <a:xfrm>
            <a:off x="827088" y="1327150"/>
            <a:ext cx="1898650" cy="566738"/>
            <a:chOff x="521" y="941"/>
            <a:chExt cx="1196" cy="357"/>
          </a:xfrm>
        </p:grpSpPr>
        <p:graphicFrame>
          <p:nvGraphicFramePr>
            <p:cNvPr id="11289" name="Object 3">
              <a:extLst>
                <a:ext uri="{FF2B5EF4-FFF2-40B4-BE49-F238E27FC236}">
                  <a16:creationId xmlns:a16="http://schemas.microsoft.com/office/drawing/2014/main" id="{07E4F68B-BBF4-F624-C83E-2C20F7CE2DA8}"/>
                </a:ext>
              </a:extLst>
            </p:cNvPr>
            <p:cNvGraphicFramePr>
              <a:graphicFrameLocks noChangeAspect="1"/>
            </p:cNvGraphicFramePr>
            <p:nvPr>
              <p:extLst>
                <p:ext uri="{D42A27DB-BD31-4B8C-83A1-F6EECF244321}">
                  <p14:modId xmlns:p14="http://schemas.microsoft.com/office/powerpoint/2010/main" val="2713298853"/>
                </p:ext>
              </p:extLst>
            </p:nvPr>
          </p:nvGraphicFramePr>
          <p:xfrm>
            <a:off x="839" y="997"/>
            <a:ext cx="878" cy="301"/>
          </p:xfrm>
          <a:graphic>
            <a:graphicData uri="http://schemas.openxmlformats.org/presentationml/2006/ole">
              <mc:AlternateContent xmlns:mc="http://schemas.openxmlformats.org/markup-compatibility/2006">
                <mc:Choice xmlns:v="urn:schemas-microsoft-com:vml" Requires="v">
                  <p:oleObj name="公式" r:id="rId3" imgW="539931" imgH="139835" progId="Equation.3">
                    <p:embed/>
                  </p:oleObj>
                </mc:Choice>
                <mc:Fallback>
                  <p:oleObj name="公式" r:id="rId3" imgW="539931" imgH="13983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 y="997"/>
                          <a:ext cx="878" cy="301"/>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90" name="Text Box 4">
              <a:extLst>
                <a:ext uri="{FF2B5EF4-FFF2-40B4-BE49-F238E27FC236}">
                  <a16:creationId xmlns:a16="http://schemas.microsoft.com/office/drawing/2014/main" id="{535B529E-3CF2-CFC5-32EF-03E4B34F809A}"/>
                </a:ext>
              </a:extLst>
            </p:cNvPr>
            <p:cNvSpPr txBox="1">
              <a:spLocks noChangeArrowheads="1"/>
            </p:cNvSpPr>
            <p:nvPr/>
          </p:nvSpPr>
          <p:spPr bwMode="auto">
            <a:xfrm>
              <a:off x="521" y="941"/>
              <a:ext cx="108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30000"/>
                </a:spcBef>
              </a:pPr>
              <a:r>
                <a:rPr kumimoji="1" lang="zh-CN" altLang="en-US" b="1">
                  <a:solidFill>
                    <a:schemeClr val="bg1"/>
                  </a:solidFill>
                  <a:latin typeface="楷体_GB2312" pitchFamily="49" charset="-122"/>
                </a:rPr>
                <a:t>由</a:t>
              </a:r>
            </a:p>
          </p:txBody>
        </p:sp>
      </p:grpSp>
      <p:grpSp>
        <p:nvGrpSpPr>
          <p:cNvPr id="637991" name="Group 39">
            <a:extLst>
              <a:ext uri="{FF2B5EF4-FFF2-40B4-BE49-F238E27FC236}">
                <a16:creationId xmlns:a16="http://schemas.microsoft.com/office/drawing/2014/main" id="{52650949-7308-5D70-D6E5-0B55CE149D0B}"/>
              </a:ext>
            </a:extLst>
          </p:cNvPr>
          <p:cNvGrpSpPr>
            <a:grpSpLocks/>
          </p:cNvGrpSpPr>
          <p:nvPr/>
        </p:nvGrpSpPr>
        <p:grpSpPr bwMode="auto">
          <a:xfrm>
            <a:off x="107950" y="1916113"/>
            <a:ext cx="8893175" cy="1041400"/>
            <a:chOff x="68" y="1413"/>
            <a:chExt cx="5602" cy="656"/>
          </a:xfrm>
        </p:grpSpPr>
        <p:graphicFrame>
          <p:nvGraphicFramePr>
            <p:cNvPr id="11287" name="Object 5">
              <a:extLst>
                <a:ext uri="{FF2B5EF4-FFF2-40B4-BE49-F238E27FC236}">
                  <a16:creationId xmlns:a16="http://schemas.microsoft.com/office/drawing/2014/main" id="{FDBD06E4-13CC-7676-AF08-61909245458E}"/>
                </a:ext>
              </a:extLst>
            </p:cNvPr>
            <p:cNvGraphicFramePr>
              <a:graphicFrameLocks noChangeAspect="1"/>
            </p:cNvGraphicFramePr>
            <p:nvPr>
              <p:extLst>
                <p:ext uri="{D42A27DB-BD31-4B8C-83A1-F6EECF244321}">
                  <p14:modId xmlns:p14="http://schemas.microsoft.com/office/powerpoint/2010/main" val="1876400110"/>
                </p:ext>
              </p:extLst>
            </p:nvPr>
          </p:nvGraphicFramePr>
          <p:xfrm>
            <a:off x="4769" y="1482"/>
            <a:ext cx="181" cy="257"/>
          </p:xfrm>
          <a:graphic>
            <a:graphicData uri="http://schemas.openxmlformats.org/presentationml/2006/ole">
              <mc:AlternateContent xmlns:mc="http://schemas.openxmlformats.org/markup-compatibility/2006">
                <mc:Choice xmlns:v="urn:schemas-microsoft-com:vml" Requires="v">
                  <p:oleObj name="公式" r:id="rId5" imgW="63593" imgH="95250" progId="Equation.3">
                    <p:embed/>
                  </p:oleObj>
                </mc:Choice>
                <mc:Fallback>
                  <p:oleObj name="公式" r:id="rId5" imgW="63593" imgH="9525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9" y="1482"/>
                          <a:ext cx="181" cy="25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8" name="Text Box 6">
              <a:extLst>
                <a:ext uri="{FF2B5EF4-FFF2-40B4-BE49-F238E27FC236}">
                  <a16:creationId xmlns:a16="http://schemas.microsoft.com/office/drawing/2014/main" id="{3603BBF7-FCCA-4B5C-3CBB-806CCD8D2F1A}"/>
                </a:ext>
              </a:extLst>
            </p:cNvPr>
            <p:cNvSpPr txBox="1">
              <a:spLocks noChangeArrowheads="1"/>
            </p:cNvSpPr>
            <p:nvPr/>
          </p:nvSpPr>
          <p:spPr bwMode="auto">
            <a:xfrm>
              <a:off x="68" y="1413"/>
              <a:ext cx="5602" cy="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dirty="0">
                  <a:solidFill>
                    <a:schemeClr val="bg1"/>
                  </a:solidFill>
                  <a:latin typeface="幼圆" panose="02010509060101010101" pitchFamily="49" charset="-122"/>
                </a:rPr>
                <a:t>即</a:t>
              </a:r>
              <a:r>
                <a:rPr kumimoji="1" lang="zh-CN" altLang="en-US" b="1" dirty="0">
                  <a:solidFill>
                    <a:schemeClr val="bg1"/>
                  </a:solidFill>
                </a:rPr>
                <a:t>静电场可以用一个标量函数的梯度来表示，</a:t>
              </a:r>
              <a:r>
                <a:rPr kumimoji="1" lang="zh-CN" altLang="en-US" b="1" dirty="0">
                  <a:solidFill>
                    <a:schemeClr val="bg1"/>
                  </a:solidFill>
                  <a:latin typeface="楷体_GB2312" pitchFamily="49" charset="-122"/>
                </a:rPr>
                <a:t>标量函数    称为</a:t>
              </a:r>
              <a:r>
                <a:rPr kumimoji="1" lang="zh-CN" altLang="en-US" b="1" dirty="0">
                  <a:solidFill>
                    <a:srgbClr val="FF9933"/>
                  </a:solidFill>
                  <a:latin typeface="楷体_GB2312" pitchFamily="49" charset="-122"/>
                </a:rPr>
                <a:t>静电场的标量电位</a:t>
              </a:r>
              <a:r>
                <a:rPr kumimoji="1" lang="zh-CN" altLang="en-US" b="1" dirty="0">
                  <a:solidFill>
                    <a:schemeClr val="bg1"/>
                  </a:solidFill>
                  <a:latin typeface="楷体_GB2312" pitchFamily="49" charset="-122"/>
                </a:rPr>
                <a:t>或简称电位。</a:t>
              </a:r>
            </a:p>
          </p:txBody>
        </p:sp>
      </p:grpSp>
      <p:sp>
        <p:nvSpPr>
          <p:cNvPr id="637959" name="Text Box 7">
            <a:extLst>
              <a:ext uri="{FF2B5EF4-FFF2-40B4-BE49-F238E27FC236}">
                <a16:creationId xmlns:a16="http://schemas.microsoft.com/office/drawing/2014/main" id="{9F47EA28-A416-A7F1-D719-62536206542B}"/>
              </a:ext>
            </a:extLst>
          </p:cNvPr>
          <p:cNvSpPr txBox="1">
            <a:spLocks noChangeArrowheads="1"/>
          </p:cNvSpPr>
          <p:nvPr/>
        </p:nvSpPr>
        <p:spPr bwMode="auto">
          <a:xfrm>
            <a:off x="179388" y="895350"/>
            <a:ext cx="345598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30000"/>
              </a:spcBef>
            </a:pPr>
            <a:r>
              <a:rPr kumimoji="1" lang="en-US" altLang="zh-CN" b="1">
                <a:solidFill>
                  <a:srgbClr val="FF7C80"/>
                </a:solidFill>
                <a:latin typeface="Times New Roman" panose="02020603050405020304" pitchFamily="18" charset="0"/>
                <a:ea typeface="宋体" panose="02010600030101010101" pitchFamily="2" charset="-122"/>
              </a:rPr>
              <a:t>1. </a:t>
            </a:r>
            <a:r>
              <a:rPr kumimoji="1" lang="zh-CN" altLang="en-US" b="1">
                <a:solidFill>
                  <a:srgbClr val="FF7C80"/>
                </a:solidFill>
                <a:latin typeface="Times New Roman" panose="02020603050405020304" pitchFamily="18" charset="0"/>
                <a:ea typeface="宋体" panose="02010600030101010101" pitchFamily="2" charset="-122"/>
              </a:rPr>
              <a:t>电位函数的定义</a:t>
            </a:r>
            <a:endParaRPr kumimoji="1" lang="zh-CN" altLang="en-US" b="1">
              <a:solidFill>
                <a:srgbClr val="FF7C80"/>
              </a:solidFill>
              <a:latin typeface="幼圆" panose="02010509060101010101" pitchFamily="49" charset="-122"/>
              <a:ea typeface="幼圆" panose="02010509060101010101" pitchFamily="49" charset="-122"/>
            </a:endParaRPr>
          </a:p>
        </p:txBody>
      </p:sp>
      <p:grpSp>
        <p:nvGrpSpPr>
          <p:cNvPr id="637990" name="Group 38">
            <a:extLst>
              <a:ext uri="{FF2B5EF4-FFF2-40B4-BE49-F238E27FC236}">
                <a16:creationId xmlns:a16="http://schemas.microsoft.com/office/drawing/2014/main" id="{5EBFABD8-003F-8961-DB2C-E62688B58915}"/>
              </a:ext>
            </a:extLst>
          </p:cNvPr>
          <p:cNvGrpSpPr>
            <a:grpSpLocks/>
          </p:cNvGrpSpPr>
          <p:nvPr/>
        </p:nvGrpSpPr>
        <p:grpSpPr bwMode="auto">
          <a:xfrm>
            <a:off x="2916238" y="1412875"/>
            <a:ext cx="2257425" cy="534988"/>
            <a:chOff x="1837" y="1007"/>
            <a:chExt cx="1422" cy="337"/>
          </a:xfrm>
        </p:grpSpPr>
        <p:graphicFrame>
          <p:nvGraphicFramePr>
            <p:cNvPr id="11285" name="Object 8">
              <a:extLst>
                <a:ext uri="{FF2B5EF4-FFF2-40B4-BE49-F238E27FC236}">
                  <a16:creationId xmlns:a16="http://schemas.microsoft.com/office/drawing/2014/main" id="{EB679BBC-97DB-5120-BDF7-80748282BE7C}"/>
                </a:ext>
              </a:extLst>
            </p:cNvPr>
            <p:cNvGraphicFramePr>
              <a:graphicFrameLocks noChangeAspect="1"/>
            </p:cNvGraphicFramePr>
            <p:nvPr>
              <p:extLst>
                <p:ext uri="{D42A27DB-BD31-4B8C-83A1-F6EECF244321}">
                  <p14:modId xmlns:p14="http://schemas.microsoft.com/office/powerpoint/2010/main" val="145991334"/>
                </p:ext>
              </p:extLst>
            </p:nvPr>
          </p:nvGraphicFramePr>
          <p:xfrm>
            <a:off x="2381" y="1007"/>
            <a:ext cx="878" cy="337"/>
          </p:xfrm>
          <a:graphic>
            <a:graphicData uri="http://schemas.openxmlformats.org/presentationml/2006/ole">
              <mc:AlternateContent xmlns:mc="http://schemas.openxmlformats.org/markup-compatibility/2006">
                <mc:Choice xmlns:v="urn:schemas-microsoft-com:vml" Requires="v">
                  <p:oleObj name="公式" r:id="rId7" imgW="539931" imgH="164965" progId="Equation.3">
                    <p:embed/>
                  </p:oleObj>
                </mc:Choice>
                <mc:Fallback>
                  <p:oleObj name="公式" r:id="rId7" imgW="539931" imgH="164965"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1" y="1007"/>
                          <a:ext cx="878" cy="33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6" name="AutoShape 9">
              <a:extLst>
                <a:ext uri="{FF2B5EF4-FFF2-40B4-BE49-F238E27FC236}">
                  <a16:creationId xmlns:a16="http://schemas.microsoft.com/office/drawing/2014/main" id="{50684196-D09E-121D-5260-049C2349B2B4}"/>
                </a:ext>
              </a:extLst>
            </p:cNvPr>
            <p:cNvSpPr>
              <a:spLocks noChangeArrowheads="1"/>
            </p:cNvSpPr>
            <p:nvPr/>
          </p:nvSpPr>
          <p:spPr bwMode="auto">
            <a:xfrm>
              <a:off x="1837" y="1111"/>
              <a:ext cx="408" cy="182"/>
            </a:xfrm>
            <a:prstGeom prst="rightArrow">
              <a:avLst>
                <a:gd name="adj1" fmla="val 50000"/>
                <a:gd name="adj2" fmla="val 56044"/>
              </a:avLst>
            </a:prstGeom>
            <a:solidFill>
              <a:srgbClr val="FFCC99"/>
            </a:solidFill>
            <a:ln w="254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sp>
        <p:nvSpPr>
          <p:cNvPr id="637988" name="Rectangle 36">
            <a:extLst>
              <a:ext uri="{FF2B5EF4-FFF2-40B4-BE49-F238E27FC236}">
                <a16:creationId xmlns:a16="http://schemas.microsoft.com/office/drawing/2014/main" id="{B2AEB188-2C06-FC8F-D026-DC7BE478D3D1}"/>
              </a:ext>
            </a:extLst>
          </p:cNvPr>
          <p:cNvSpPr>
            <a:spLocks noGrp="1" noChangeArrowheads="1"/>
          </p:cNvSpPr>
          <p:nvPr>
            <p:ph type="title"/>
          </p:nvPr>
        </p:nvSpPr>
        <p:spPr bwMode="auto">
          <a:xfrm>
            <a:off x="158750" y="476250"/>
            <a:ext cx="4989513" cy="490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1" lang="en-US" altLang="zh-CN" sz="2400" b="1">
                <a:solidFill>
                  <a:schemeClr val="bg1"/>
                </a:solidFill>
                <a:latin typeface="Times New Roman" panose="02020603050405020304" pitchFamily="18" charset="0"/>
                <a:ea typeface="幼圆" panose="02010509060101010101" pitchFamily="49" charset="-122"/>
              </a:rPr>
              <a:t>3.1.2</a:t>
            </a:r>
            <a:r>
              <a:rPr kumimoji="1" lang="en-US" altLang="zh-CN" sz="2400" b="1">
                <a:solidFill>
                  <a:schemeClr val="bg1"/>
                </a:solidFill>
                <a:latin typeface="幼圆" panose="02010509060101010101" pitchFamily="49" charset="-122"/>
                <a:ea typeface="幼圆" panose="02010509060101010101" pitchFamily="49" charset="-122"/>
              </a:rPr>
              <a:t> </a:t>
            </a:r>
            <a:r>
              <a:rPr kumimoji="1" lang="zh-CN" altLang="en-US" sz="2400" b="1">
                <a:solidFill>
                  <a:schemeClr val="bg1"/>
                </a:solidFill>
                <a:latin typeface="幼圆" panose="02010509060101010101" pitchFamily="49" charset="-122"/>
                <a:ea typeface="幼圆" panose="02010509060101010101" pitchFamily="49" charset="-122"/>
              </a:rPr>
              <a:t>电位函数</a:t>
            </a:r>
          </a:p>
        </p:txBody>
      </p:sp>
      <p:sp>
        <p:nvSpPr>
          <p:cNvPr id="11272" name="AutoShape 40">
            <a:hlinkClick r:id="rId9" action="ppaction://hlinksldjump" highlightClick="1"/>
            <a:extLst>
              <a:ext uri="{FF2B5EF4-FFF2-40B4-BE49-F238E27FC236}">
                <a16:creationId xmlns:a16="http://schemas.microsoft.com/office/drawing/2014/main" id="{2B7B945F-AE55-0F38-6A62-773B2EF6DC15}"/>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1273" name="AutoShape 41">
            <a:hlinkClick r:id="" action="ppaction://hlinkshowjump?jump=previousslide" highlightClick="1"/>
            <a:extLst>
              <a:ext uri="{FF2B5EF4-FFF2-40B4-BE49-F238E27FC236}">
                <a16:creationId xmlns:a16="http://schemas.microsoft.com/office/drawing/2014/main" id="{88DCB16C-FFCB-B930-5A13-2B50B2A93E23}"/>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1274" name="AutoShape 42">
            <a:hlinkClick r:id="" action="ppaction://hlinkshowjump?jump=nextslide" highlightClick="1"/>
            <a:extLst>
              <a:ext uri="{FF2B5EF4-FFF2-40B4-BE49-F238E27FC236}">
                <a16:creationId xmlns:a16="http://schemas.microsoft.com/office/drawing/2014/main" id="{83E503AF-AF3B-C432-C4D6-5020B50E3F55}"/>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1275" name="AutoShape 43">
            <a:hlinkClick r:id="" action="ppaction://hlinkshowjump?jump=lastslide" highlightClick="1"/>
            <a:extLst>
              <a:ext uri="{FF2B5EF4-FFF2-40B4-BE49-F238E27FC236}">
                <a16:creationId xmlns:a16="http://schemas.microsoft.com/office/drawing/2014/main" id="{7B9FEA59-A7FD-DA40-D271-8B3D5076049D}"/>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638038" name="Text Box 86">
            <a:extLst>
              <a:ext uri="{FF2B5EF4-FFF2-40B4-BE49-F238E27FC236}">
                <a16:creationId xmlns:a16="http://schemas.microsoft.com/office/drawing/2014/main" id="{15F040FD-259B-7C3F-3814-A13A6F543304}"/>
              </a:ext>
            </a:extLst>
          </p:cNvPr>
          <p:cNvSpPr txBox="1">
            <a:spLocks noChangeArrowheads="1"/>
          </p:cNvSpPr>
          <p:nvPr/>
        </p:nvSpPr>
        <p:spPr bwMode="auto">
          <a:xfrm>
            <a:off x="269875" y="2925763"/>
            <a:ext cx="4014788"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10000"/>
              </a:lnSpc>
              <a:spcBef>
                <a:spcPct val="50000"/>
              </a:spcBef>
            </a:pPr>
            <a:r>
              <a:rPr kumimoji="1" lang="en-US" altLang="zh-CN" b="1">
                <a:solidFill>
                  <a:srgbClr val="FF7C80"/>
                </a:solidFill>
                <a:latin typeface="Times New Roman" panose="02020603050405020304" pitchFamily="18" charset="0"/>
                <a:ea typeface="宋体" panose="02010600030101010101" pitchFamily="2" charset="-122"/>
              </a:rPr>
              <a:t>2.   </a:t>
            </a:r>
            <a:r>
              <a:rPr kumimoji="1" lang="zh-CN" altLang="en-US" b="1">
                <a:solidFill>
                  <a:srgbClr val="FF7C80"/>
                </a:solidFill>
                <a:latin typeface="Times New Roman" panose="02020603050405020304" pitchFamily="18" charset="0"/>
                <a:ea typeface="宋体" panose="02010600030101010101" pitchFamily="2" charset="-122"/>
              </a:rPr>
              <a:t>电位的表达式</a:t>
            </a:r>
          </a:p>
        </p:txBody>
      </p:sp>
      <p:sp>
        <p:nvSpPr>
          <p:cNvPr id="638039" name="Text Box 87">
            <a:extLst>
              <a:ext uri="{FF2B5EF4-FFF2-40B4-BE49-F238E27FC236}">
                <a16:creationId xmlns:a16="http://schemas.microsoft.com/office/drawing/2014/main" id="{565BE785-3C06-E5BB-245C-C34394BCD758}"/>
              </a:ext>
            </a:extLst>
          </p:cNvPr>
          <p:cNvSpPr txBox="1">
            <a:spLocks noChangeArrowheads="1"/>
          </p:cNvSpPr>
          <p:nvPr/>
        </p:nvSpPr>
        <p:spPr bwMode="auto">
          <a:xfrm>
            <a:off x="684213" y="3429000"/>
            <a:ext cx="7526337"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10000"/>
              </a:lnSpc>
              <a:spcBef>
                <a:spcPct val="50000"/>
              </a:spcBef>
            </a:pPr>
            <a:r>
              <a:rPr kumimoji="1" lang="zh-CN" altLang="en-US" b="1" dirty="0">
                <a:solidFill>
                  <a:schemeClr val="bg1"/>
                </a:solidFill>
                <a:latin typeface="Times New Roman" panose="02020603050405020304" pitchFamily="18" charset="0"/>
              </a:rPr>
              <a:t>对于连续的体分布电荷，由</a:t>
            </a:r>
            <a:endParaRPr kumimoji="1" lang="zh-CN" altLang="en-US" b="1" dirty="0">
              <a:solidFill>
                <a:schemeClr val="bg1"/>
              </a:solidFill>
              <a:latin typeface="宋体" panose="02010600030101010101" pitchFamily="2" charset="-122"/>
            </a:endParaRPr>
          </a:p>
        </p:txBody>
      </p:sp>
      <p:sp>
        <p:nvSpPr>
          <p:cNvPr id="638041" name="Text Box 89">
            <a:extLst>
              <a:ext uri="{FF2B5EF4-FFF2-40B4-BE49-F238E27FC236}">
                <a16:creationId xmlns:a16="http://schemas.microsoft.com/office/drawing/2014/main" id="{32B71058-EE24-0250-FCC7-857A471FA7F8}"/>
              </a:ext>
            </a:extLst>
          </p:cNvPr>
          <p:cNvSpPr txBox="1">
            <a:spLocks noChangeArrowheads="1"/>
          </p:cNvSpPr>
          <p:nvPr/>
        </p:nvSpPr>
        <p:spPr bwMode="auto">
          <a:xfrm>
            <a:off x="95250" y="5851525"/>
            <a:ext cx="159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zh-CN" altLang="en-US" b="1">
                <a:solidFill>
                  <a:schemeClr val="bg1"/>
                </a:solidFill>
                <a:latin typeface="幼圆" panose="02010509060101010101" pitchFamily="49" charset="-122"/>
              </a:rPr>
              <a:t>故得</a:t>
            </a:r>
            <a:endParaRPr kumimoji="1" lang="zh-CN" altLang="en-US" b="1">
              <a:solidFill>
                <a:schemeClr val="bg1"/>
              </a:solidFill>
              <a:latin typeface="楷体_GB2312" pitchFamily="49" charset="-122"/>
            </a:endParaRPr>
          </a:p>
        </p:txBody>
      </p:sp>
      <p:graphicFrame>
        <p:nvGraphicFramePr>
          <p:cNvPr id="638042" name="Object 90">
            <a:extLst>
              <a:ext uri="{FF2B5EF4-FFF2-40B4-BE49-F238E27FC236}">
                <a16:creationId xmlns:a16="http://schemas.microsoft.com/office/drawing/2014/main" id="{E848E284-E762-C58C-2965-668CCE47F6CA}"/>
              </a:ext>
            </a:extLst>
          </p:cNvPr>
          <p:cNvGraphicFramePr>
            <a:graphicFrameLocks noChangeAspect="1"/>
          </p:cNvGraphicFramePr>
          <p:nvPr>
            <p:extLst>
              <p:ext uri="{D42A27DB-BD31-4B8C-83A1-F6EECF244321}">
                <p14:modId xmlns:p14="http://schemas.microsoft.com/office/powerpoint/2010/main" val="3287932014"/>
              </p:ext>
            </p:extLst>
          </p:nvPr>
        </p:nvGraphicFramePr>
        <p:xfrm>
          <a:off x="895350" y="3802063"/>
          <a:ext cx="7061200" cy="2003425"/>
        </p:xfrm>
        <a:graphic>
          <a:graphicData uri="http://schemas.openxmlformats.org/presentationml/2006/ole">
            <mc:AlternateContent xmlns:mc="http://schemas.openxmlformats.org/markup-compatibility/2006">
              <mc:Choice xmlns:v="urn:schemas-microsoft-com:vml" Requires="v">
                <p:oleObj name="公式" r:id="rId10" imgW="2521030" imgH="755515" progId="Equation.3">
                  <p:embed/>
                </p:oleObj>
              </mc:Choice>
              <mc:Fallback>
                <p:oleObj name="公式" r:id="rId10" imgW="2521030" imgH="755515" progId="Equation.3">
                  <p:embed/>
                  <p:pic>
                    <p:nvPicPr>
                      <p:cNvPr id="0" name="Object 9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5350" y="3802063"/>
                        <a:ext cx="7061200" cy="200342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0" name="Object 92">
            <a:extLst>
              <a:ext uri="{FF2B5EF4-FFF2-40B4-BE49-F238E27FC236}">
                <a16:creationId xmlns:a16="http://schemas.microsoft.com/office/drawing/2014/main" id="{61C49201-127B-E6FF-6CCE-441FF221A113}"/>
              </a:ext>
            </a:extLst>
          </p:cNvPr>
          <p:cNvGraphicFramePr>
            <a:graphicFrameLocks noChangeAspect="1"/>
          </p:cNvGraphicFramePr>
          <p:nvPr>
            <p:extLst>
              <p:ext uri="{D42A27DB-BD31-4B8C-83A1-F6EECF244321}">
                <p14:modId xmlns:p14="http://schemas.microsoft.com/office/powerpoint/2010/main" val="1870934640"/>
              </p:ext>
            </p:extLst>
          </p:nvPr>
        </p:nvGraphicFramePr>
        <p:xfrm>
          <a:off x="6721475" y="5030788"/>
          <a:ext cx="1606550" cy="944562"/>
        </p:xfrm>
        <a:graphic>
          <a:graphicData uri="http://schemas.openxmlformats.org/presentationml/2006/ole">
            <mc:AlternateContent xmlns:mc="http://schemas.openxmlformats.org/markup-compatibility/2006">
              <mc:Choice xmlns:v="urn:schemas-microsoft-com:vml" Requires="v">
                <p:oleObj name="公式" r:id="rId12" imgW="654155" imgH="400050" progId="Equation.3">
                  <p:embed/>
                </p:oleObj>
              </mc:Choice>
              <mc:Fallback>
                <p:oleObj name="公式" r:id="rId12" imgW="654155" imgH="400050" progId="Equation.3">
                  <p:embed/>
                  <p:pic>
                    <p:nvPicPr>
                      <p:cNvPr id="0" name="Object 9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21475" y="5030788"/>
                        <a:ext cx="1606550" cy="944562"/>
                      </a:xfrm>
                      <a:prstGeom prst="rect">
                        <a:avLst/>
                      </a:prstGeom>
                      <a:noFill/>
                      <a:ln w="28575">
                        <a:solidFill>
                          <a:srgbClr val="FF9900"/>
                        </a:solidFill>
                        <a:prstDash val="dash"/>
                        <a:miter lim="800000"/>
                        <a:headEnd/>
                        <a:tailEnd/>
                      </a:ln>
                      <a:effectLst/>
                      <a:extLst>
                        <a:ext uri="{909E8E84-426E-40DD-AFC4-6F175D3DCCD1}">
                          <a14:hiddenFill xmlns:a14="http://schemas.microsoft.com/office/drawing/2010/main">
                            <a:solidFill>
                              <a:srgbClr val="99CC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1" name="Line 93">
            <a:extLst>
              <a:ext uri="{FF2B5EF4-FFF2-40B4-BE49-F238E27FC236}">
                <a16:creationId xmlns:a16="http://schemas.microsoft.com/office/drawing/2014/main" id="{D8CD0485-A4B6-E887-4F65-23DF0E037A96}"/>
              </a:ext>
            </a:extLst>
          </p:cNvPr>
          <p:cNvSpPr>
            <a:spLocks noChangeShapeType="1"/>
          </p:cNvSpPr>
          <p:nvPr/>
        </p:nvSpPr>
        <p:spPr bwMode="auto">
          <a:xfrm flipV="1">
            <a:off x="6804025" y="4724400"/>
            <a:ext cx="144463" cy="361950"/>
          </a:xfrm>
          <a:prstGeom prst="line">
            <a:avLst/>
          </a:prstGeom>
          <a:noFill/>
          <a:ln w="2222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282" name="Object 95">
            <a:extLst>
              <a:ext uri="{FF2B5EF4-FFF2-40B4-BE49-F238E27FC236}">
                <a16:creationId xmlns:a16="http://schemas.microsoft.com/office/drawing/2014/main" id="{E30F71FC-FE61-8A0B-AF2B-03989D40C4FE}"/>
              </a:ext>
            </a:extLst>
          </p:cNvPr>
          <p:cNvGraphicFramePr>
            <a:graphicFrameLocks noChangeAspect="1"/>
          </p:cNvGraphicFramePr>
          <p:nvPr>
            <p:extLst>
              <p:ext uri="{D42A27DB-BD31-4B8C-83A1-F6EECF244321}">
                <p14:modId xmlns:p14="http://schemas.microsoft.com/office/powerpoint/2010/main" val="1135440843"/>
              </p:ext>
            </p:extLst>
          </p:nvPr>
        </p:nvGraphicFramePr>
        <p:xfrm>
          <a:off x="5148263" y="3286125"/>
          <a:ext cx="1400175" cy="406400"/>
        </p:xfrm>
        <a:graphic>
          <a:graphicData uri="http://schemas.openxmlformats.org/presentationml/2006/ole">
            <mc:AlternateContent xmlns:mc="http://schemas.openxmlformats.org/markup-compatibility/2006">
              <mc:Choice xmlns:v="urn:schemas-microsoft-com:vml" Requires="v">
                <p:oleObj name="Equation" r:id="rId14" imgW="546007" imgH="133350" progId="Equation.DSMT4">
                  <p:embed/>
                </p:oleObj>
              </mc:Choice>
              <mc:Fallback>
                <p:oleObj name="Equation" r:id="rId14" imgW="546007" imgH="133350" progId="Equation.DSMT4">
                  <p:embed/>
                  <p:pic>
                    <p:nvPicPr>
                      <p:cNvPr id="0" name="Object 9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48263" y="3286125"/>
                        <a:ext cx="1400175" cy="406400"/>
                      </a:xfrm>
                      <a:prstGeom prst="rect">
                        <a:avLst/>
                      </a:prstGeom>
                      <a:noFill/>
                      <a:ln w="28575">
                        <a:solidFill>
                          <a:srgbClr val="FF9900"/>
                        </a:solidFill>
                        <a:prstDash val="dash"/>
                        <a:miter lim="800000"/>
                        <a:headEnd/>
                        <a:tailEnd/>
                      </a:ln>
                      <a:effectLst/>
                      <a:extLst>
                        <a:ext uri="{909E8E84-426E-40DD-AFC4-6F175D3DCCD1}">
                          <a14:hiddenFill xmlns:a14="http://schemas.microsoft.com/office/drawing/2010/main">
                            <a:solidFill>
                              <a:srgbClr val="99CC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3" name="Line 96">
            <a:extLst>
              <a:ext uri="{FF2B5EF4-FFF2-40B4-BE49-F238E27FC236}">
                <a16:creationId xmlns:a16="http://schemas.microsoft.com/office/drawing/2014/main" id="{D35A562A-25BB-095A-149D-8E296A4F5A5F}"/>
              </a:ext>
            </a:extLst>
          </p:cNvPr>
          <p:cNvSpPr>
            <a:spLocks noChangeShapeType="1"/>
          </p:cNvSpPr>
          <p:nvPr/>
        </p:nvSpPr>
        <p:spPr bwMode="auto">
          <a:xfrm flipH="1">
            <a:off x="3851275" y="3692525"/>
            <a:ext cx="1296988" cy="384175"/>
          </a:xfrm>
          <a:prstGeom prst="line">
            <a:avLst/>
          </a:prstGeom>
          <a:noFill/>
          <a:ln w="2222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 name="Object 90">
            <a:extLst>
              <a:ext uri="{FF2B5EF4-FFF2-40B4-BE49-F238E27FC236}">
                <a16:creationId xmlns:a16="http://schemas.microsoft.com/office/drawing/2014/main" id="{FB82DE31-7708-A7B6-D2B4-43793E7601BA}"/>
              </a:ext>
            </a:extLst>
          </p:cNvPr>
          <p:cNvGraphicFramePr>
            <a:graphicFrameLocks noChangeAspect="1"/>
          </p:cNvGraphicFramePr>
          <p:nvPr>
            <p:extLst>
              <p:ext uri="{D42A27DB-BD31-4B8C-83A1-F6EECF244321}">
                <p14:modId xmlns:p14="http://schemas.microsoft.com/office/powerpoint/2010/main" val="24158340"/>
              </p:ext>
            </p:extLst>
          </p:nvPr>
        </p:nvGraphicFramePr>
        <p:xfrm>
          <a:off x="788988" y="5649913"/>
          <a:ext cx="4430712" cy="1019175"/>
        </p:xfrm>
        <a:graphic>
          <a:graphicData uri="http://schemas.openxmlformats.org/presentationml/2006/ole">
            <mc:AlternateContent xmlns:mc="http://schemas.openxmlformats.org/markup-compatibility/2006">
              <mc:Choice xmlns:v="urn:schemas-microsoft-com:vml" Requires="v">
                <p:oleObj name="公式" r:id="rId16" imgW="1492204" imgH="349385" progId="Equation.3">
                  <p:embed/>
                </p:oleObj>
              </mc:Choice>
              <mc:Fallback>
                <p:oleObj name="公式" r:id="rId16" imgW="1492204" imgH="349385" progId="Equation.3">
                  <p:embed/>
                  <p:pic>
                    <p:nvPicPr>
                      <p:cNvPr id="0" name="Object 9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88988" y="5649913"/>
                        <a:ext cx="4430712" cy="101917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37988"/>
                                        </p:tgtEl>
                                        <p:attrNameLst>
                                          <p:attrName>style.visibility</p:attrName>
                                        </p:attrNameLst>
                                      </p:cBhvr>
                                      <p:to>
                                        <p:strVal val="visible"/>
                                      </p:to>
                                    </p:set>
                                    <p:animEffect transition="in" filter="wipe(up)">
                                      <p:cBhvr>
                                        <p:cTn id="7" dur="2000"/>
                                        <p:tgtEl>
                                          <p:spTgt spid="6379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37959"/>
                                        </p:tgtEl>
                                        <p:attrNameLst>
                                          <p:attrName>style.visibility</p:attrName>
                                        </p:attrNameLst>
                                      </p:cBhvr>
                                      <p:to>
                                        <p:strVal val="visible"/>
                                      </p:to>
                                    </p:set>
                                    <p:animEffect transition="in" filter="wipe(up)">
                                      <p:cBhvr>
                                        <p:cTn id="12" dur="2000"/>
                                        <p:tgtEl>
                                          <p:spTgt spid="6379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37989"/>
                                        </p:tgtEl>
                                        <p:attrNameLst>
                                          <p:attrName>style.visibility</p:attrName>
                                        </p:attrNameLst>
                                      </p:cBhvr>
                                      <p:to>
                                        <p:strVal val="visible"/>
                                      </p:to>
                                    </p:set>
                                    <p:animEffect transition="in" filter="wipe(up)">
                                      <p:cBhvr>
                                        <p:cTn id="17" dur="2000"/>
                                        <p:tgtEl>
                                          <p:spTgt spid="637989"/>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637990"/>
                                        </p:tgtEl>
                                        <p:attrNameLst>
                                          <p:attrName>style.visibility</p:attrName>
                                        </p:attrNameLst>
                                      </p:cBhvr>
                                      <p:to>
                                        <p:strVal val="visible"/>
                                      </p:to>
                                    </p:set>
                                    <p:animEffect transition="in" filter="wipe(up)">
                                      <p:cBhvr>
                                        <p:cTn id="21" dur="2000"/>
                                        <p:tgtEl>
                                          <p:spTgt spid="63799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637991"/>
                                        </p:tgtEl>
                                        <p:attrNameLst>
                                          <p:attrName>style.visibility</p:attrName>
                                        </p:attrNameLst>
                                      </p:cBhvr>
                                      <p:to>
                                        <p:strVal val="visible"/>
                                      </p:to>
                                    </p:set>
                                    <p:animEffect transition="in" filter="wipe(up)">
                                      <p:cBhvr>
                                        <p:cTn id="26" dur="2000"/>
                                        <p:tgtEl>
                                          <p:spTgt spid="637991"/>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638038"/>
                                        </p:tgtEl>
                                        <p:attrNameLst>
                                          <p:attrName>style.visibility</p:attrName>
                                        </p:attrNameLst>
                                      </p:cBhvr>
                                      <p:to>
                                        <p:strVal val="visible"/>
                                      </p:to>
                                    </p:set>
                                    <p:animEffect transition="in" filter="wipe(up)">
                                      <p:cBhvr>
                                        <p:cTn id="29" dur="2000"/>
                                        <p:tgtEl>
                                          <p:spTgt spid="63803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638039"/>
                                        </p:tgtEl>
                                        <p:attrNameLst>
                                          <p:attrName>style.visibility</p:attrName>
                                        </p:attrNameLst>
                                      </p:cBhvr>
                                      <p:to>
                                        <p:strVal val="visible"/>
                                      </p:to>
                                    </p:set>
                                    <p:animEffect transition="in" filter="wipe(up)">
                                      <p:cBhvr>
                                        <p:cTn id="34" dur="2000"/>
                                        <p:tgtEl>
                                          <p:spTgt spid="63803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638042"/>
                                        </p:tgtEl>
                                        <p:attrNameLst>
                                          <p:attrName>style.visibility</p:attrName>
                                        </p:attrNameLst>
                                      </p:cBhvr>
                                      <p:to>
                                        <p:strVal val="visible"/>
                                      </p:to>
                                    </p:set>
                                    <p:animEffect transition="in" filter="wipe(up)">
                                      <p:cBhvr>
                                        <p:cTn id="39" dur="2000"/>
                                        <p:tgtEl>
                                          <p:spTgt spid="63804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638041"/>
                                        </p:tgtEl>
                                        <p:attrNameLst>
                                          <p:attrName>style.visibility</p:attrName>
                                        </p:attrNameLst>
                                      </p:cBhvr>
                                      <p:to>
                                        <p:strVal val="visible"/>
                                      </p:to>
                                    </p:set>
                                    <p:animEffect transition="in" filter="wipe(up)">
                                      <p:cBhvr>
                                        <p:cTn id="44" dur="2000"/>
                                        <p:tgtEl>
                                          <p:spTgt spid="63804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wipe(up)">
                                      <p:cBhvr>
                                        <p:cTn id="49"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59" grpId="0"/>
      <p:bldP spid="637988" grpId="0"/>
      <p:bldP spid="638038" grpId="0"/>
      <p:bldP spid="638039" grpId="0"/>
      <p:bldP spid="6380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2">
            <a:extLst>
              <a:ext uri="{FF2B5EF4-FFF2-40B4-BE49-F238E27FC236}">
                <a16:creationId xmlns:a16="http://schemas.microsoft.com/office/drawing/2014/main" id="{37B5E008-35D2-42D6-D6D9-ED6E248E9F5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59B9EF4D-6AC5-4E69-B959-DD40F6317704}" type="slidenum">
              <a:rPr lang="en-US" altLang="zh-CN" sz="1400">
                <a:ea typeface="宋体" panose="02010600030101010101" pitchFamily="2" charset="-122"/>
              </a:rPr>
              <a:pPr/>
              <a:t>7</a:t>
            </a:fld>
            <a:endParaRPr lang="en-US" altLang="zh-CN" sz="1400">
              <a:ea typeface="宋体" panose="02010600030101010101" pitchFamily="2" charset="-122"/>
            </a:endParaRPr>
          </a:p>
        </p:txBody>
      </p:sp>
      <p:sp>
        <p:nvSpPr>
          <p:cNvPr id="13315" name="AutoShape 2">
            <a:hlinkClick r:id="rId3" action="ppaction://hlinksldjump" highlightClick="1"/>
            <a:extLst>
              <a:ext uri="{FF2B5EF4-FFF2-40B4-BE49-F238E27FC236}">
                <a16:creationId xmlns:a16="http://schemas.microsoft.com/office/drawing/2014/main" id="{4433C54D-9E74-F873-F9D4-CC6483B3D16B}"/>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3316" name="AutoShape 3">
            <a:hlinkClick r:id="" action="ppaction://hlinkshowjump?jump=previousslide" highlightClick="1"/>
            <a:extLst>
              <a:ext uri="{FF2B5EF4-FFF2-40B4-BE49-F238E27FC236}">
                <a16:creationId xmlns:a16="http://schemas.microsoft.com/office/drawing/2014/main" id="{E342B409-8A54-F969-63A0-6F89A8E79EA4}"/>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3317" name="AutoShape 4">
            <a:hlinkClick r:id="" action="ppaction://hlinkshowjump?jump=nextslide" highlightClick="1"/>
            <a:extLst>
              <a:ext uri="{FF2B5EF4-FFF2-40B4-BE49-F238E27FC236}">
                <a16:creationId xmlns:a16="http://schemas.microsoft.com/office/drawing/2014/main" id="{440C002D-B921-139C-9370-0A8E41A57B86}"/>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3318" name="AutoShape 5">
            <a:hlinkClick r:id="" action="ppaction://hlinkshowjump?jump=lastslide" highlightClick="1"/>
            <a:extLst>
              <a:ext uri="{FF2B5EF4-FFF2-40B4-BE49-F238E27FC236}">
                <a16:creationId xmlns:a16="http://schemas.microsoft.com/office/drawing/2014/main" id="{E2C9B977-A502-6AA4-269C-54891E017F4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930823" name="Object 7">
            <a:extLst>
              <a:ext uri="{FF2B5EF4-FFF2-40B4-BE49-F238E27FC236}">
                <a16:creationId xmlns:a16="http://schemas.microsoft.com/office/drawing/2014/main" id="{D21E184E-7070-7AE8-43A2-29487DA97ED9}"/>
              </a:ext>
            </a:extLst>
          </p:cNvPr>
          <p:cNvGraphicFramePr>
            <a:graphicFrameLocks noChangeAspect="1"/>
          </p:cNvGraphicFramePr>
          <p:nvPr>
            <p:extLst>
              <p:ext uri="{D42A27DB-BD31-4B8C-83A1-F6EECF244321}">
                <p14:modId xmlns:p14="http://schemas.microsoft.com/office/powerpoint/2010/main" val="2082858619"/>
              </p:ext>
            </p:extLst>
          </p:nvPr>
        </p:nvGraphicFramePr>
        <p:xfrm>
          <a:off x="323850" y="928688"/>
          <a:ext cx="3743325" cy="1204912"/>
        </p:xfrm>
        <a:graphic>
          <a:graphicData uri="http://schemas.openxmlformats.org/presentationml/2006/ole">
            <mc:AlternateContent xmlns:mc="http://schemas.openxmlformats.org/markup-compatibility/2006">
              <mc:Choice xmlns:v="urn:schemas-microsoft-com:vml" Requires="v">
                <p:oleObj name="公式" r:id="rId4" imgW="1250794" imgH="400050" progId="Equation.3">
                  <p:embed/>
                </p:oleObj>
              </mc:Choice>
              <mc:Fallback>
                <p:oleObj name="公式" r:id="rId4" imgW="1250794" imgH="40005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928688"/>
                        <a:ext cx="3743325" cy="120491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0825" name="Rectangle 9">
            <a:extLst>
              <a:ext uri="{FF2B5EF4-FFF2-40B4-BE49-F238E27FC236}">
                <a16:creationId xmlns:a16="http://schemas.microsoft.com/office/drawing/2014/main" id="{075DA73D-8AD4-CFD2-537C-D0497C9E9B48}"/>
              </a:ext>
            </a:extLst>
          </p:cNvPr>
          <p:cNvSpPr>
            <a:spLocks noChangeArrowheads="1"/>
          </p:cNvSpPr>
          <p:nvPr/>
        </p:nvSpPr>
        <p:spPr bwMode="auto">
          <a:xfrm>
            <a:off x="250825" y="333375"/>
            <a:ext cx="4105275" cy="566738"/>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6"/>
              </a:buBlip>
            </a:pPr>
            <a:r>
              <a:rPr kumimoji="1" lang="en-US" altLang="zh-CN" b="1">
                <a:solidFill>
                  <a:schemeClr val="bg1"/>
                </a:solidFill>
              </a:rPr>
              <a:t> </a:t>
            </a:r>
            <a:r>
              <a:rPr kumimoji="1" lang="zh-CN" altLang="en-US" b="1">
                <a:solidFill>
                  <a:schemeClr val="bg1"/>
                </a:solidFill>
                <a:ea typeface="宋体" panose="02010600030101010101" pitchFamily="2" charset="-122"/>
              </a:rPr>
              <a:t>体电荷</a:t>
            </a:r>
          </a:p>
        </p:txBody>
      </p:sp>
      <p:sp>
        <p:nvSpPr>
          <p:cNvPr id="930826" name="Rectangle 10">
            <a:extLst>
              <a:ext uri="{FF2B5EF4-FFF2-40B4-BE49-F238E27FC236}">
                <a16:creationId xmlns:a16="http://schemas.microsoft.com/office/drawing/2014/main" id="{06162D0F-D0E4-EDBC-70EB-AA45C991ED72}"/>
              </a:ext>
            </a:extLst>
          </p:cNvPr>
          <p:cNvSpPr>
            <a:spLocks noChangeArrowheads="1"/>
          </p:cNvSpPr>
          <p:nvPr/>
        </p:nvSpPr>
        <p:spPr bwMode="auto">
          <a:xfrm>
            <a:off x="250825" y="1844675"/>
            <a:ext cx="4105275" cy="566738"/>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6"/>
              </a:buBlip>
            </a:pPr>
            <a:r>
              <a:rPr kumimoji="1" lang="en-US" altLang="zh-CN" b="1">
                <a:solidFill>
                  <a:schemeClr val="bg1"/>
                </a:solidFill>
              </a:rPr>
              <a:t> </a:t>
            </a:r>
            <a:r>
              <a:rPr kumimoji="1" lang="zh-CN" altLang="en-US" b="1">
                <a:solidFill>
                  <a:schemeClr val="bg1"/>
                </a:solidFill>
                <a:ea typeface="宋体" panose="02010600030101010101" pitchFamily="2" charset="-122"/>
              </a:rPr>
              <a:t>面电荷</a:t>
            </a:r>
          </a:p>
        </p:txBody>
      </p:sp>
      <p:graphicFrame>
        <p:nvGraphicFramePr>
          <p:cNvPr id="638042" name="Object 90">
            <a:extLst>
              <a:ext uri="{FF2B5EF4-FFF2-40B4-BE49-F238E27FC236}">
                <a16:creationId xmlns:a16="http://schemas.microsoft.com/office/drawing/2014/main" id="{CE11D1BA-B5EE-5D40-6141-F464A3B3574E}"/>
              </a:ext>
            </a:extLst>
          </p:cNvPr>
          <p:cNvGraphicFramePr>
            <a:graphicFrameLocks noChangeAspect="1"/>
          </p:cNvGraphicFramePr>
          <p:nvPr>
            <p:extLst>
              <p:ext uri="{D42A27DB-BD31-4B8C-83A1-F6EECF244321}">
                <p14:modId xmlns:p14="http://schemas.microsoft.com/office/powerpoint/2010/main" val="2210898122"/>
              </p:ext>
            </p:extLst>
          </p:nvPr>
        </p:nvGraphicFramePr>
        <p:xfrm>
          <a:off x="4572000" y="1041400"/>
          <a:ext cx="4430713" cy="1019175"/>
        </p:xfrm>
        <a:graphic>
          <a:graphicData uri="http://schemas.openxmlformats.org/presentationml/2006/ole">
            <mc:AlternateContent xmlns:mc="http://schemas.openxmlformats.org/markup-compatibility/2006">
              <mc:Choice xmlns:v="urn:schemas-microsoft-com:vml" Requires="v">
                <p:oleObj name="公式" r:id="rId7" imgW="1492204" imgH="349385" progId="Equation.3">
                  <p:embed/>
                </p:oleObj>
              </mc:Choice>
              <mc:Fallback>
                <p:oleObj name="公式" r:id="rId7" imgW="1492204" imgH="349385" progId="Equation.3">
                  <p:embed/>
                  <p:pic>
                    <p:nvPicPr>
                      <p:cNvPr id="0" name="Object 9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041400"/>
                        <a:ext cx="4430713" cy="101917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0829" name="AutoShape 13">
            <a:extLst>
              <a:ext uri="{FF2B5EF4-FFF2-40B4-BE49-F238E27FC236}">
                <a16:creationId xmlns:a16="http://schemas.microsoft.com/office/drawing/2014/main" id="{6840ABE2-8FAA-5AD5-F290-43A60D45A705}"/>
              </a:ext>
            </a:extLst>
          </p:cNvPr>
          <p:cNvSpPr>
            <a:spLocks noChangeArrowheads="1"/>
          </p:cNvSpPr>
          <p:nvPr/>
        </p:nvSpPr>
        <p:spPr bwMode="auto">
          <a:xfrm>
            <a:off x="4067175" y="1341438"/>
            <a:ext cx="539750" cy="215900"/>
          </a:xfrm>
          <a:prstGeom prst="rightArrow">
            <a:avLst>
              <a:gd name="adj1" fmla="val 50000"/>
              <a:gd name="adj2" fmla="val 62500"/>
            </a:avLst>
          </a:prstGeom>
          <a:solidFill>
            <a:srgbClr val="FFD9E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pic>
        <p:nvPicPr>
          <p:cNvPr id="13335" name="图片 4">
            <a:extLst>
              <a:ext uri="{FF2B5EF4-FFF2-40B4-BE49-F238E27FC236}">
                <a16:creationId xmlns:a16="http://schemas.microsoft.com/office/drawing/2014/main" id="{633D56B5-65F8-325A-A6D0-4B602B6158A5}"/>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567238" y="3424238"/>
            <a:ext cx="9525"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36" name="图片 5">
            <a:extLst>
              <a:ext uri="{FF2B5EF4-FFF2-40B4-BE49-F238E27FC236}">
                <a16:creationId xmlns:a16="http://schemas.microsoft.com/office/drawing/2014/main" id="{EF3AE15D-2BC0-CB51-EE83-83C3E962992D}"/>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719638" y="3576638"/>
            <a:ext cx="9525"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994FD83B-445B-56C2-2981-1784D4DDEB9C}"/>
              </a:ext>
            </a:extLst>
          </p:cNvPr>
          <p:cNvPicPr>
            <a:picLocks noChangeAspect="1"/>
          </p:cNvPicPr>
          <p:nvPr/>
        </p:nvPicPr>
        <p:blipFill>
          <a:blip r:embed="rId10"/>
          <a:stretch>
            <a:fillRect/>
          </a:stretch>
        </p:blipFill>
        <p:spPr>
          <a:xfrm>
            <a:off x="233434" y="2360613"/>
            <a:ext cx="8371014" cy="40747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30823"/>
                                        </p:tgtEl>
                                        <p:attrNameLst>
                                          <p:attrName>style.visibility</p:attrName>
                                        </p:attrNameLst>
                                      </p:cBhvr>
                                      <p:to>
                                        <p:strVal val="visible"/>
                                      </p:to>
                                    </p:set>
                                    <p:animEffect transition="in" filter="wipe(up)">
                                      <p:cBhvr>
                                        <p:cTn id="7" dur="2000"/>
                                        <p:tgtEl>
                                          <p:spTgt spid="93082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30825"/>
                                        </p:tgtEl>
                                        <p:attrNameLst>
                                          <p:attrName>style.visibility</p:attrName>
                                        </p:attrNameLst>
                                      </p:cBhvr>
                                      <p:to>
                                        <p:strVal val="visible"/>
                                      </p:to>
                                    </p:set>
                                    <p:animEffect transition="in" filter="wipe(up)">
                                      <p:cBhvr>
                                        <p:cTn id="10" dur="2000"/>
                                        <p:tgtEl>
                                          <p:spTgt spid="930825"/>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30826"/>
                                        </p:tgtEl>
                                        <p:attrNameLst>
                                          <p:attrName>style.visibility</p:attrName>
                                        </p:attrNameLst>
                                      </p:cBhvr>
                                      <p:to>
                                        <p:strVal val="visible"/>
                                      </p:to>
                                    </p:set>
                                    <p:animEffect transition="in" filter="wipe(up)">
                                      <p:cBhvr>
                                        <p:cTn id="13" dur="2000"/>
                                        <p:tgtEl>
                                          <p:spTgt spid="93082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638042"/>
                                        </p:tgtEl>
                                        <p:attrNameLst>
                                          <p:attrName>style.visibility</p:attrName>
                                        </p:attrNameLst>
                                      </p:cBhvr>
                                      <p:to>
                                        <p:strVal val="visible"/>
                                      </p:to>
                                    </p:set>
                                    <p:animEffect transition="in" filter="wipe(up)">
                                      <p:cBhvr>
                                        <p:cTn id="18" dur="2000"/>
                                        <p:tgtEl>
                                          <p:spTgt spid="6380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930829"/>
                                        </p:tgtEl>
                                        <p:attrNameLst>
                                          <p:attrName>style.visibility</p:attrName>
                                        </p:attrNameLst>
                                      </p:cBhvr>
                                      <p:to>
                                        <p:strVal val="visible"/>
                                      </p:to>
                                    </p:set>
                                    <p:animEffect transition="in" filter="wipe(up)">
                                      <p:cBhvr>
                                        <p:cTn id="23" dur="2000"/>
                                        <p:tgtEl>
                                          <p:spTgt spid="930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0825" grpId="0"/>
      <p:bldP spid="930826" grpId="0"/>
      <p:bldP spid="9308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4">
            <a:extLst>
              <a:ext uri="{FF2B5EF4-FFF2-40B4-BE49-F238E27FC236}">
                <a16:creationId xmlns:a16="http://schemas.microsoft.com/office/drawing/2014/main" id="{32B64252-4A60-9A4C-CD72-0EE24924BFE9}"/>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7676A23B-84E5-4B2C-BFE2-FFB33CC05CC9}" type="slidenum">
              <a:rPr lang="en-US" altLang="zh-CN" sz="1400">
                <a:ea typeface="宋体" panose="02010600030101010101" pitchFamily="2" charset="-122"/>
              </a:rPr>
              <a:pPr/>
              <a:t>8</a:t>
            </a:fld>
            <a:endParaRPr lang="en-US" altLang="zh-CN" sz="1400">
              <a:ea typeface="宋体" panose="02010600030101010101" pitchFamily="2" charset="-122"/>
            </a:endParaRPr>
          </a:p>
        </p:txBody>
      </p:sp>
      <p:sp>
        <p:nvSpPr>
          <p:cNvPr id="934914" name="Text Box 2">
            <a:extLst>
              <a:ext uri="{FF2B5EF4-FFF2-40B4-BE49-F238E27FC236}">
                <a16:creationId xmlns:a16="http://schemas.microsoft.com/office/drawing/2014/main" id="{A2771EBC-BCE7-CFEF-461E-20B4A4C5A9C2}"/>
              </a:ext>
            </a:extLst>
          </p:cNvPr>
          <p:cNvSpPr txBox="1">
            <a:spLocks noChangeArrowheads="1"/>
          </p:cNvSpPr>
          <p:nvPr/>
        </p:nvSpPr>
        <p:spPr bwMode="auto">
          <a:xfrm>
            <a:off x="396875" y="1493838"/>
            <a:ext cx="36703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a:solidFill>
                  <a:schemeClr val="bg1"/>
                </a:solidFill>
                <a:latin typeface="楷体_GB2312" pitchFamily="49" charset="-122"/>
              </a:rPr>
              <a:t>在均匀介质中，有</a:t>
            </a:r>
          </a:p>
        </p:txBody>
      </p:sp>
      <p:sp>
        <p:nvSpPr>
          <p:cNvPr id="934915" name="Text Box 3">
            <a:extLst>
              <a:ext uri="{FF2B5EF4-FFF2-40B4-BE49-F238E27FC236}">
                <a16:creationId xmlns:a16="http://schemas.microsoft.com/office/drawing/2014/main" id="{9CEF65C6-B124-EA6C-97B7-6B9CB129095A}"/>
              </a:ext>
            </a:extLst>
          </p:cNvPr>
          <p:cNvSpPr txBox="1">
            <a:spLocks noChangeArrowheads="1"/>
          </p:cNvSpPr>
          <p:nvPr/>
        </p:nvSpPr>
        <p:spPr bwMode="auto">
          <a:xfrm>
            <a:off x="107950" y="630238"/>
            <a:ext cx="439261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rgbClr val="FF7C80"/>
                </a:solidFill>
                <a:latin typeface="Times New Roman" panose="02020603050405020304" pitchFamily="18" charset="0"/>
                <a:ea typeface="宋体" panose="02010600030101010101" pitchFamily="2" charset="-122"/>
              </a:rPr>
              <a:t>3. </a:t>
            </a:r>
            <a:r>
              <a:rPr kumimoji="1" lang="zh-CN" altLang="en-US" b="1">
                <a:solidFill>
                  <a:srgbClr val="FF7C80"/>
                </a:solidFill>
                <a:latin typeface="Times New Roman" panose="02020603050405020304" pitchFamily="18" charset="0"/>
                <a:ea typeface="宋体" panose="02010600030101010101" pitchFamily="2" charset="-122"/>
              </a:rPr>
              <a:t>电位的微分方程</a:t>
            </a:r>
          </a:p>
        </p:txBody>
      </p:sp>
      <p:grpSp>
        <p:nvGrpSpPr>
          <p:cNvPr id="934916" name="Group 4">
            <a:extLst>
              <a:ext uri="{FF2B5EF4-FFF2-40B4-BE49-F238E27FC236}">
                <a16:creationId xmlns:a16="http://schemas.microsoft.com/office/drawing/2014/main" id="{3303FED6-8E83-61C2-3FFB-2B4EA6318C17}"/>
              </a:ext>
            </a:extLst>
          </p:cNvPr>
          <p:cNvGrpSpPr>
            <a:grpSpLocks/>
          </p:cNvGrpSpPr>
          <p:nvPr/>
        </p:nvGrpSpPr>
        <p:grpSpPr bwMode="auto">
          <a:xfrm>
            <a:off x="468313" y="5011738"/>
            <a:ext cx="2879725" cy="576262"/>
            <a:chOff x="295" y="2069"/>
            <a:chExt cx="1814" cy="363"/>
          </a:xfrm>
        </p:grpSpPr>
        <p:sp>
          <p:nvSpPr>
            <p:cNvPr id="15387" name="Text Box 5">
              <a:extLst>
                <a:ext uri="{FF2B5EF4-FFF2-40B4-BE49-F238E27FC236}">
                  <a16:creationId xmlns:a16="http://schemas.microsoft.com/office/drawing/2014/main" id="{10AC127D-AD77-96C8-0C99-94B3013C08A7}"/>
                </a:ext>
              </a:extLst>
            </p:cNvPr>
            <p:cNvSpPr txBox="1">
              <a:spLocks noChangeArrowheads="1"/>
            </p:cNvSpPr>
            <p:nvPr/>
          </p:nvSpPr>
          <p:spPr bwMode="auto">
            <a:xfrm>
              <a:off x="295" y="2069"/>
              <a:ext cx="181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a:solidFill>
                    <a:schemeClr val="bg1"/>
                  </a:solidFill>
                  <a:latin typeface="楷体_GB2312" pitchFamily="49" charset="-122"/>
                </a:rPr>
                <a:t>在无源区域，</a:t>
              </a:r>
            </a:p>
          </p:txBody>
        </p:sp>
        <p:graphicFrame>
          <p:nvGraphicFramePr>
            <p:cNvPr id="15388" name="Object 6">
              <a:extLst>
                <a:ext uri="{FF2B5EF4-FFF2-40B4-BE49-F238E27FC236}">
                  <a16:creationId xmlns:a16="http://schemas.microsoft.com/office/drawing/2014/main" id="{7F56072C-3B1D-DF1E-C3C7-909EE51740B4}"/>
                </a:ext>
              </a:extLst>
            </p:cNvPr>
            <p:cNvGraphicFramePr>
              <a:graphicFrameLocks noChangeAspect="1"/>
            </p:cNvGraphicFramePr>
            <p:nvPr>
              <p:extLst>
                <p:ext uri="{D42A27DB-BD31-4B8C-83A1-F6EECF244321}">
                  <p14:modId xmlns:p14="http://schemas.microsoft.com/office/powerpoint/2010/main" val="298738504"/>
                </p:ext>
              </p:extLst>
            </p:nvPr>
          </p:nvGraphicFramePr>
          <p:xfrm>
            <a:off x="1474" y="2127"/>
            <a:ext cx="590" cy="305"/>
          </p:xfrm>
          <a:graphic>
            <a:graphicData uri="http://schemas.openxmlformats.org/presentationml/2006/ole">
              <mc:AlternateContent xmlns:mc="http://schemas.openxmlformats.org/markup-compatibility/2006">
                <mc:Choice xmlns:v="urn:schemas-microsoft-com:vml" Requires="v">
                  <p:oleObj name="公式" r:id="rId3" imgW="311078" imgH="133350" progId="Equation.3">
                    <p:embed/>
                  </p:oleObj>
                </mc:Choice>
                <mc:Fallback>
                  <p:oleObj name="公式" r:id="rId3" imgW="311078" imgH="13335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 y="2127"/>
                          <a:ext cx="590" cy="30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34919" name="Object 7">
            <a:extLst>
              <a:ext uri="{FF2B5EF4-FFF2-40B4-BE49-F238E27FC236}">
                <a16:creationId xmlns:a16="http://schemas.microsoft.com/office/drawing/2014/main" id="{7663EB38-4D4C-1B95-53B5-F1DAC432A211}"/>
              </a:ext>
            </a:extLst>
          </p:cNvPr>
          <p:cNvGraphicFramePr>
            <a:graphicFrameLocks noChangeAspect="1"/>
          </p:cNvGraphicFramePr>
          <p:nvPr>
            <p:extLst>
              <p:ext uri="{D42A27DB-BD31-4B8C-83A1-F6EECF244321}">
                <p14:modId xmlns:p14="http://schemas.microsoft.com/office/powerpoint/2010/main" val="3779127916"/>
              </p:ext>
            </p:extLst>
          </p:nvPr>
        </p:nvGraphicFramePr>
        <p:xfrm>
          <a:off x="179388" y="2349500"/>
          <a:ext cx="3889375" cy="1266825"/>
        </p:xfrm>
        <a:graphic>
          <a:graphicData uri="http://schemas.openxmlformats.org/presentationml/2006/ole">
            <mc:AlternateContent xmlns:mc="http://schemas.openxmlformats.org/markup-compatibility/2006">
              <mc:Choice xmlns:v="urn:schemas-microsoft-com:vml" Requires="v">
                <p:oleObj name="公式" r:id="rId5" imgW="1511241" imgH="463685" progId="Equation.3">
                  <p:embed/>
                </p:oleObj>
              </mc:Choice>
              <mc:Fallback>
                <p:oleObj name="公式" r:id="rId5" imgW="1511241" imgH="46368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2349500"/>
                        <a:ext cx="3889375" cy="126682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34923" name="Group 11">
            <a:extLst>
              <a:ext uri="{FF2B5EF4-FFF2-40B4-BE49-F238E27FC236}">
                <a16:creationId xmlns:a16="http://schemas.microsoft.com/office/drawing/2014/main" id="{83EC6B3F-B1C8-D1EE-C690-B821D5D47B1E}"/>
              </a:ext>
            </a:extLst>
          </p:cNvPr>
          <p:cNvGrpSpPr>
            <a:grpSpLocks/>
          </p:cNvGrpSpPr>
          <p:nvPr/>
        </p:nvGrpSpPr>
        <p:grpSpPr bwMode="auto">
          <a:xfrm>
            <a:off x="3348040" y="5033963"/>
            <a:ext cx="2254251" cy="554037"/>
            <a:chOff x="2109" y="2083"/>
            <a:chExt cx="1420" cy="349"/>
          </a:xfrm>
        </p:grpSpPr>
        <p:graphicFrame>
          <p:nvGraphicFramePr>
            <p:cNvPr id="15385" name="Object 12">
              <a:extLst>
                <a:ext uri="{FF2B5EF4-FFF2-40B4-BE49-F238E27FC236}">
                  <a16:creationId xmlns:a16="http://schemas.microsoft.com/office/drawing/2014/main" id="{D3D06386-69A9-7634-7218-578CD58F8B7E}"/>
                </a:ext>
              </a:extLst>
            </p:cNvPr>
            <p:cNvGraphicFramePr>
              <a:graphicFrameLocks noChangeAspect="1"/>
            </p:cNvGraphicFramePr>
            <p:nvPr>
              <p:extLst>
                <p:ext uri="{D42A27DB-BD31-4B8C-83A1-F6EECF244321}">
                  <p14:modId xmlns:p14="http://schemas.microsoft.com/office/powerpoint/2010/main" val="3836118187"/>
                </p:ext>
              </p:extLst>
            </p:nvPr>
          </p:nvGraphicFramePr>
          <p:xfrm>
            <a:off x="2608" y="2083"/>
            <a:ext cx="921" cy="349"/>
          </p:xfrm>
          <a:graphic>
            <a:graphicData uri="http://schemas.openxmlformats.org/presentationml/2006/ole">
              <mc:AlternateContent xmlns:mc="http://schemas.openxmlformats.org/markup-compatibility/2006">
                <mc:Choice xmlns:v="urn:schemas-microsoft-com:vml" Requires="v">
                  <p:oleObj name="公式" r:id="rId7" imgW="463377" imgH="158885" progId="Equation.3">
                    <p:embed/>
                  </p:oleObj>
                </mc:Choice>
                <mc:Fallback>
                  <p:oleObj name="公式" r:id="rId7" imgW="463377" imgH="158885"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08" y="2083"/>
                          <a:ext cx="921" cy="349"/>
                        </a:xfrm>
                        <a:prstGeom prst="rect">
                          <a:avLst/>
                        </a:prstGeom>
                        <a:noFill/>
                        <a:ln>
                          <a:noFill/>
                        </a:ln>
                        <a:effectLst/>
                      </p:spPr>
                    </p:pic>
                  </p:oleObj>
                </mc:Fallback>
              </mc:AlternateContent>
            </a:graphicData>
          </a:graphic>
        </p:graphicFrame>
        <p:sp>
          <p:nvSpPr>
            <p:cNvPr id="15386" name="AutoShape 13">
              <a:extLst>
                <a:ext uri="{FF2B5EF4-FFF2-40B4-BE49-F238E27FC236}">
                  <a16:creationId xmlns:a16="http://schemas.microsoft.com/office/drawing/2014/main" id="{0C040A0C-976D-EE95-DCF6-D5327C94D85E}"/>
                </a:ext>
              </a:extLst>
            </p:cNvPr>
            <p:cNvSpPr>
              <a:spLocks noChangeArrowheads="1"/>
            </p:cNvSpPr>
            <p:nvPr/>
          </p:nvSpPr>
          <p:spPr bwMode="auto">
            <a:xfrm>
              <a:off x="2109" y="2206"/>
              <a:ext cx="454" cy="136"/>
            </a:xfrm>
            <a:prstGeom prst="rightArrow">
              <a:avLst>
                <a:gd name="adj1" fmla="val 50000"/>
                <a:gd name="adj2" fmla="val 83456"/>
              </a:avLst>
            </a:prstGeom>
            <a:solidFill>
              <a:srgbClr val="FFCC99"/>
            </a:solidFill>
            <a:ln w="254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nvGrpSpPr>
          <p:cNvPr id="934926" name="Group 14">
            <a:extLst>
              <a:ext uri="{FF2B5EF4-FFF2-40B4-BE49-F238E27FC236}">
                <a16:creationId xmlns:a16="http://schemas.microsoft.com/office/drawing/2014/main" id="{AB354679-3C92-A23F-8EE0-D211D951E354}"/>
              </a:ext>
            </a:extLst>
          </p:cNvPr>
          <p:cNvGrpSpPr>
            <a:grpSpLocks/>
          </p:cNvGrpSpPr>
          <p:nvPr/>
        </p:nvGrpSpPr>
        <p:grpSpPr bwMode="auto">
          <a:xfrm>
            <a:off x="4787900" y="1628775"/>
            <a:ext cx="4103688" cy="1655763"/>
            <a:chOff x="3379" y="709"/>
            <a:chExt cx="1632" cy="1043"/>
          </a:xfrm>
        </p:grpSpPr>
        <p:grpSp>
          <p:nvGrpSpPr>
            <p:cNvPr id="15381" name="Group 15">
              <a:extLst>
                <a:ext uri="{FF2B5EF4-FFF2-40B4-BE49-F238E27FC236}">
                  <a16:creationId xmlns:a16="http://schemas.microsoft.com/office/drawing/2014/main" id="{342AA8BE-B7AB-89D9-E697-F0B11D5DC724}"/>
                </a:ext>
              </a:extLst>
            </p:cNvPr>
            <p:cNvGrpSpPr>
              <a:grpSpLocks/>
            </p:cNvGrpSpPr>
            <p:nvPr/>
          </p:nvGrpSpPr>
          <p:grpSpPr bwMode="auto">
            <a:xfrm>
              <a:off x="3651" y="709"/>
              <a:ext cx="1360" cy="680"/>
              <a:chOff x="3651" y="800"/>
              <a:chExt cx="1360" cy="680"/>
            </a:xfrm>
          </p:grpSpPr>
          <p:sp>
            <p:nvSpPr>
              <p:cNvPr id="15383" name="Text Box 16">
                <a:extLst>
                  <a:ext uri="{FF2B5EF4-FFF2-40B4-BE49-F238E27FC236}">
                    <a16:creationId xmlns:a16="http://schemas.microsoft.com/office/drawing/2014/main" id="{3F0638E4-DF45-54B9-F708-017E4B39477B}"/>
                  </a:ext>
                </a:extLst>
              </p:cNvPr>
              <p:cNvSpPr txBox="1">
                <a:spLocks noChangeArrowheads="1"/>
              </p:cNvSpPr>
              <p:nvPr/>
            </p:nvSpPr>
            <p:spPr bwMode="auto">
              <a:xfrm>
                <a:off x="3651" y="800"/>
                <a:ext cx="1360" cy="264"/>
              </a:xfrm>
              <a:prstGeom prst="rect">
                <a:avLst/>
              </a:prstGeom>
              <a:solidFill>
                <a:srgbClr val="CCFFFF"/>
              </a:solidFill>
              <a:ln w="222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r>
                  <a:rPr lang="zh-CN" altLang="en-US" sz="2000" b="1">
                    <a:solidFill>
                      <a:srgbClr val="990000"/>
                    </a:solidFill>
                    <a:latin typeface="Verdana" panose="020B0604030504040204" pitchFamily="34" charset="0"/>
                    <a:ea typeface="宋体" panose="02010600030101010101" pitchFamily="2" charset="-122"/>
                  </a:rPr>
                  <a:t>标量泊松方程</a:t>
                </a:r>
              </a:p>
            </p:txBody>
          </p:sp>
          <p:sp>
            <p:nvSpPr>
              <p:cNvPr id="15384" name="Line 17">
                <a:extLst>
                  <a:ext uri="{FF2B5EF4-FFF2-40B4-BE49-F238E27FC236}">
                    <a16:creationId xmlns:a16="http://schemas.microsoft.com/office/drawing/2014/main" id="{550F7DBA-29E7-8EE6-895E-1925F0A21D7A}"/>
                  </a:ext>
                </a:extLst>
              </p:cNvPr>
              <p:cNvSpPr>
                <a:spLocks noChangeShapeType="1"/>
              </p:cNvSpPr>
              <p:nvPr/>
            </p:nvSpPr>
            <p:spPr bwMode="auto">
              <a:xfrm flipH="1">
                <a:off x="3969" y="1071"/>
                <a:ext cx="317" cy="409"/>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82" name="Rectangle 18">
              <a:extLst>
                <a:ext uri="{FF2B5EF4-FFF2-40B4-BE49-F238E27FC236}">
                  <a16:creationId xmlns:a16="http://schemas.microsoft.com/office/drawing/2014/main" id="{0C2C24FD-7E8E-3E52-C101-13B4AA0450BB}"/>
                </a:ext>
              </a:extLst>
            </p:cNvPr>
            <p:cNvSpPr>
              <a:spLocks noChangeArrowheads="1"/>
            </p:cNvSpPr>
            <p:nvPr/>
          </p:nvSpPr>
          <p:spPr bwMode="auto">
            <a:xfrm>
              <a:off x="3379" y="1389"/>
              <a:ext cx="1315" cy="363"/>
            </a:xfrm>
            <a:prstGeom prst="rect">
              <a:avLst/>
            </a:prstGeom>
            <a:noFill/>
            <a:ln w="19050" algn="ctr">
              <a:solidFill>
                <a:srgbClr val="FF6600"/>
              </a:solidFill>
              <a:prstDash val="dash"/>
              <a:miter lim="800000"/>
              <a:headEnd/>
              <a:tailEnd/>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nvGrpSpPr>
          <p:cNvPr id="934931" name="Group 19">
            <a:extLst>
              <a:ext uri="{FF2B5EF4-FFF2-40B4-BE49-F238E27FC236}">
                <a16:creationId xmlns:a16="http://schemas.microsoft.com/office/drawing/2014/main" id="{A0A209B1-0CD5-23BF-2777-5DC1563B0E5E}"/>
              </a:ext>
            </a:extLst>
          </p:cNvPr>
          <p:cNvGrpSpPr>
            <a:grpSpLocks/>
          </p:cNvGrpSpPr>
          <p:nvPr/>
        </p:nvGrpSpPr>
        <p:grpSpPr bwMode="auto">
          <a:xfrm>
            <a:off x="4140200" y="5084763"/>
            <a:ext cx="4622800" cy="576262"/>
            <a:chOff x="2608" y="2478"/>
            <a:chExt cx="2912" cy="363"/>
          </a:xfrm>
        </p:grpSpPr>
        <p:grpSp>
          <p:nvGrpSpPr>
            <p:cNvPr id="15377" name="Group 20">
              <a:extLst>
                <a:ext uri="{FF2B5EF4-FFF2-40B4-BE49-F238E27FC236}">
                  <a16:creationId xmlns:a16="http://schemas.microsoft.com/office/drawing/2014/main" id="{C937A57C-BEF5-33D7-2A09-BB4FD3F49B1D}"/>
                </a:ext>
              </a:extLst>
            </p:cNvPr>
            <p:cNvGrpSpPr>
              <a:grpSpLocks/>
            </p:cNvGrpSpPr>
            <p:nvPr/>
          </p:nvGrpSpPr>
          <p:grpSpPr bwMode="auto">
            <a:xfrm>
              <a:off x="3606" y="2478"/>
              <a:ext cx="1914" cy="252"/>
              <a:chOff x="3515" y="2069"/>
              <a:chExt cx="1914" cy="252"/>
            </a:xfrm>
          </p:grpSpPr>
          <p:sp>
            <p:nvSpPr>
              <p:cNvPr id="15379" name="Text Box 21">
                <a:extLst>
                  <a:ext uri="{FF2B5EF4-FFF2-40B4-BE49-F238E27FC236}">
                    <a16:creationId xmlns:a16="http://schemas.microsoft.com/office/drawing/2014/main" id="{9193E862-AE52-5893-0089-A0F729C72F50}"/>
                  </a:ext>
                </a:extLst>
              </p:cNvPr>
              <p:cNvSpPr txBox="1">
                <a:spLocks noChangeArrowheads="1"/>
              </p:cNvSpPr>
              <p:nvPr/>
            </p:nvSpPr>
            <p:spPr bwMode="auto">
              <a:xfrm>
                <a:off x="3969" y="2069"/>
                <a:ext cx="1460" cy="252"/>
              </a:xfrm>
              <a:prstGeom prst="rect">
                <a:avLst/>
              </a:prstGeom>
              <a:solidFill>
                <a:srgbClr val="CCFFFF"/>
              </a:solidFill>
              <a:ln w="222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r>
                  <a:rPr lang="zh-CN" altLang="en-US" sz="2000" b="1">
                    <a:solidFill>
                      <a:srgbClr val="990000"/>
                    </a:solidFill>
                    <a:latin typeface="Verdana" panose="020B0604030504040204" pitchFamily="34" charset="0"/>
                    <a:ea typeface="宋体" panose="02010600030101010101" pitchFamily="2" charset="-122"/>
                  </a:rPr>
                  <a:t>标量拉普拉斯方程</a:t>
                </a:r>
              </a:p>
            </p:txBody>
          </p:sp>
          <p:sp>
            <p:nvSpPr>
              <p:cNvPr id="15380" name="Line 22">
                <a:extLst>
                  <a:ext uri="{FF2B5EF4-FFF2-40B4-BE49-F238E27FC236}">
                    <a16:creationId xmlns:a16="http://schemas.microsoft.com/office/drawing/2014/main" id="{B51B855F-D4FF-76D1-B816-3C058DFCB27D}"/>
                  </a:ext>
                </a:extLst>
              </p:cNvPr>
              <p:cNvSpPr>
                <a:spLocks noChangeShapeType="1"/>
              </p:cNvSpPr>
              <p:nvPr/>
            </p:nvSpPr>
            <p:spPr bwMode="auto">
              <a:xfrm flipH="1">
                <a:off x="3515" y="2206"/>
                <a:ext cx="454" cy="4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78" name="Rectangle 23">
              <a:extLst>
                <a:ext uri="{FF2B5EF4-FFF2-40B4-BE49-F238E27FC236}">
                  <a16:creationId xmlns:a16="http://schemas.microsoft.com/office/drawing/2014/main" id="{B0F18A60-9B9B-DD77-94E0-9883F2218403}"/>
                </a:ext>
              </a:extLst>
            </p:cNvPr>
            <p:cNvSpPr>
              <a:spLocks noChangeArrowheads="1"/>
            </p:cNvSpPr>
            <p:nvPr/>
          </p:nvSpPr>
          <p:spPr bwMode="auto">
            <a:xfrm>
              <a:off x="2608" y="2478"/>
              <a:ext cx="998" cy="363"/>
            </a:xfrm>
            <a:prstGeom prst="rect">
              <a:avLst/>
            </a:prstGeom>
            <a:noFill/>
            <a:ln w="19050" algn="ctr">
              <a:solidFill>
                <a:srgbClr val="FF6600"/>
              </a:solidFill>
              <a:prstDash val="dash"/>
              <a:miter lim="800000"/>
              <a:headEnd/>
              <a:tailEnd/>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sp>
        <p:nvSpPr>
          <p:cNvPr id="15370" name="AutoShape 24">
            <a:hlinkClick r:id="rId9" action="ppaction://hlinksldjump" highlightClick="1"/>
            <a:extLst>
              <a:ext uri="{FF2B5EF4-FFF2-40B4-BE49-F238E27FC236}">
                <a16:creationId xmlns:a16="http://schemas.microsoft.com/office/drawing/2014/main" id="{28E5A48B-73FD-F818-0B76-0903CA253D66}"/>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5371" name="AutoShape 25">
            <a:hlinkClick r:id="" action="ppaction://hlinkshowjump?jump=previousslide" highlightClick="1"/>
            <a:extLst>
              <a:ext uri="{FF2B5EF4-FFF2-40B4-BE49-F238E27FC236}">
                <a16:creationId xmlns:a16="http://schemas.microsoft.com/office/drawing/2014/main" id="{32E2A0E1-78BD-6987-6160-3C1AF3F6A343}"/>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5372" name="AutoShape 26">
            <a:hlinkClick r:id="" action="ppaction://hlinkshowjump?jump=nextslide" highlightClick="1"/>
            <a:extLst>
              <a:ext uri="{FF2B5EF4-FFF2-40B4-BE49-F238E27FC236}">
                <a16:creationId xmlns:a16="http://schemas.microsoft.com/office/drawing/2014/main" id="{CD41343F-2C5E-8719-39E0-740EF29D446F}"/>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5373" name="AutoShape 27">
            <a:hlinkClick r:id="" action="ppaction://hlinkshowjump?jump=lastslide" highlightClick="1"/>
            <a:extLst>
              <a:ext uri="{FF2B5EF4-FFF2-40B4-BE49-F238E27FC236}">
                <a16:creationId xmlns:a16="http://schemas.microsoft.com/office/drawing/2014/main" id="{4116095C-FCDB-026F-CB93-220AD3C40A27}"/>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34951" name="AutoShape 39">
            <a:extLst>
              <a:ext uri="{FF2B5EF4-FFF2-40B4-BE49-F238E27FC236}">
                <a16:creationId xmlns:a16="http://schemas.microsoft.com/office/drawing/2014/main" id="{A8D4519F-C4AA-7723-D004-47E9E1EA0E16}"/>
              </a:ext>
            </a:extLst>
          </p:cNvPr>
          <p:cNvSpPr>
            <a:spLocks noChangeArrowheads="1"/>
          </p:cNvSpPr>
          <p:nvPr/>
        </p:nvSpPr>
        <p:spPr bwMode="auto">
          <a:xfrm>
            <a:off x="4067175" y="2781300"/>
            <a:ext cx="576263" cy="287338"/>
          </a:xfrm>
          <a:prstGeom prst="rightArrow">
            <a:avLst>
              <a:gd name="adj1" fmla="val 50000"/>
              <a:gd name="adj2" fmla="val 50138"/>
            </a:avLst>
          </a:prstGeom>
          <a:solidFill>
            <a:srgbClr val="FFD9E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934952" name="Object 40">
            <a:extLst>
              <a:ext uri="{FF2B5EF4-FFF2-40B4-BE49-F238E27FC236}">
                <a16:creationId xmlns:a16="http://schemas.microsoft.com/office/drawing/2014/main" id="{87CD3F21-B933-D231-0390-2E592286F510}"/>
              </a:ext>
            </a:extLst>
          </p:cNvPr>
          <p:cNvGraphicFramePr>
            <a:graphicFrameLocks noChangeAspect="1"/>
          </p:cNvGraphicFramePr>
          <p:nvPr>
            <p:extLst>
              <p:ext uri="{D42A27DB-BD31-4B8C-83A1-F6EECF244321}">
                <p14:modId xmlns:p14="http://schemas.microsoft.com/office/powerpoint/2010/main" val="2068344274"/>
              </p:ext>
            </p:extLst>
          </p:nvPr>
        </p:nvGraphicFramePr>
        <p:xfrm>
          <a:off x="4775200" y="2708275"/>
          <a:ext cx="3268663" cy="542925"/>
        </p:xfrm>
        <a:graphic>
          <a:graphicData uri="http://schemas.openxmlformats.org/presentationml/2006/ole">
            <mc:AlternateContent xmlns:mc="http://schemas.openxmlformats.org/markup-compatibility/2006">
              <mc:Choice xmlns:v="urn:schemas-microsoft-com:vml" Requires="v">
                <p:oleObj name="公式" r:id="rId10" imgW="1263755" imgH="158885" progId="Equation.3">
                  <p:embed/>
                </p:oleObj>
              </mc:Choice>
              <mc:Fallback>
                <p:oleObj name="公式" r:id="rId10" imgW="1263755" imgH="158885" progId="Equation.3">
                  <p:embed/>
                  <p:pic>
                    <p:nvPicPr>
                      <p:cNvPr id="0" name="Object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75200" y="2708275"/>
                        <a:ext cx="3268663" cy="54292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376" name="图片 1">
            <a:extLst>
              <a:ext uri="{FF2B5EF4-FFF2-40B4-BE49-F238E27FC236}">
                <a16:creationId xmlns:a16="http://schemas.microsoft.com/office/drawing/2014/main" id="{C2327671-0025-91D8-1C2F-68A905B3FF9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3200" y="3786188"/>
            <a:ext cx="8348663"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934915"/>
                                        </p:tgtEl>
                                        <p:attrNameLst>
                                          <p:attrName>style.visibility</p:attrName>
                                        </p:attrNameLst>
                                      </p:cBhvr>
                                      <p:to>
                                        <p:strVal val="visible"/>
                                      </p:to>
                                    </p:set>
                                    <p:animEffect transition="in" filter="wipe(up)">
                                      <p:cBhvr>
                                        <p:cTn id="7" dur="2000"/>
                                        <p:tgtEl>
                                          <p:spTgt spid="9349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34914"/>
                                        </p:tgtEl>
                                        <p:attrNameLst>
                                          <p:attrName>style.visibility</p:attrName>
                                        </p:attrNameLst>
                                      </p:cBhvr>
                                      <p:to>
                                        <p:strVal val="visible"/>
                                      </p:to>
                                    </p:set>
                                    <p:animEffect transition="in" filter="wipe(up)">
                                      <p:cBhvr>
                                        <p:cTn id="12" dur="2000"/>
                                        <p:tgtEl>
                                          <p:spTgt spid="934914"/>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934919"/>
                                        </p:tgtEl>
                                        <p:attrNameLst>
                                          <p:attrName>style.visibility</p:attrName>
                                        </p:attrNameLst>
                                      </p:cBhvr>
                                      <p:to>
                                        <p:strVal val="visible"/>
                                      </p:to>
                                    </p:set>
                                    <p:animEffect transition="in" filter="wipe(up)">
                                      <p:cBhvr>
                                        <p:cTn id="16" dur="3000"/>
                                        <p:tgtEl>
                                          <p:spTgt spid="934919"/>
                                        </p:tgtEl>
                                      </p:cBhvr>
                                    </p:animEffect>
                                  </p:childTnLst>
                                </p:cTn>
                              </p:par>
                            </p:childTnLst>
                          </p:cTn>
                        </p:par>
                        <p:par>
                          <p:cTn id="17" fill="hold" nodeType="afterGroup">
                            <p:stCondLst>
                              <p:cond delay="5000"/>
                            </p:stCondLst>
                            <p:childTnLst>
                              <p:par>
                                <p:cTn id="18" presetID="10" presetClass="entr" presetSubtype="0" fill="hold" nodeType="afterEffect">
                                  <p:stCondLst>
                                    <p:cond delay="0"/>
                                  </p:stCondLst>
                                  <p:childTnLst>
                                    <p:set>
                                      <p:cBhvr>
                                        <p:cTn id="19" dur="1" fill="hold">
                                          <p:stCondLst>
                                            <p:cond delay="0"/>
                                          </p:stCondLst>
                                        </p:cTn>
                                        <p:tgtEl>
                                          <p:spTgt spid="934926"/>
                                        </p:tgtEl>
                                        <p:attrNameLst>
                                          <p:attrName>style.visibility</p:attrName>
                                        </p:attrNameLst>
                                      </p:cBhvr>
                                      <p:to>
                                        <p:strVal val="visible"/>
                                      </p:to>
                                    </p:set>
                                    <p:animEffect transition="in" filter="fade">
                                      <p:cBhvr>
                                        <p:cTn id="20" dur="2000"/>
                                        <p:tgtEl>
                                          <p:spTgt spid="93492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934916"/>
                                        </p:tgtEl>
                                        <p:attrNameLst>
                                          <p:attrName>style.visibility</p:attrName>
                                        </p:attrNameLst>
                                      </p:cBhvr>
                                      <p:to>
                                        <p:strVal val="visible"/>
                                      </p:to>
                                    </p:set>
                                    <p:animEffect transition="in" filter="wipe(up)">
                                      <p:cBhvr>
                                        <p:cTn id="25" dur="2000"/>
                                        <p:tgtEl>
                                          <p:spTgt spid="93491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934923"/>
                                        </p:tgtEl>
                                        <p:attrNameLst>
                                          <p:attrName>style.visibility</p:attrName>
                                        </p:attrNameLst>
                                      </p:cBhvr>
                                      <p:to>
                                        <p:strVal val="visible"/>
                                      </p:to>
                                    </p:set>
                                    <p:animEffect transition="in" filter="wipe(up)">
                                      <p:cBhvr>
                                        <p:cTn id="30" dur="2000"/>
                                        <p:tgtEl>
                                          <p:spTgt spid="934923"/>
                                        </p:tgtEl>
                                      </p:cBhvr>
                                    </p:animEffect>
                                  </p:childTnLst>
                                </p:cTn>
                              </p:par>
                            </p:childTnLst>
                          </p:cTn>
                        </p:par>
                        <p:par>
                          <p:cTn id="31" fill="hold" nodeType="afterGroup">
                            <p:stCondLst>
                              <p:cond delay="2000"/>
                            </p:stCondLst>
                            <p:childTnLst>
                              <p:par>
                                <p:cTn id="32" presetID="10" presetClass="entr" presetSubtype="0" fill="hold" nodeType="afterEffect">
                                  <p:stCondLst>
                                    <p:cond delay="0"/>
                                  </p:stCondLst>
                                  <p:childTnLst>
                                    <p:set>
                                      <p:cBhvr>
                                        <p:cTn id="33" dur="1" fill="hold">
                                          <p:stCondLst>
                                            <p:cond delay="0"/>
                                          </p:stCondLst>
                                        </p:cTn>
                                        <p:tgtEl>
                                          <p:spTgt spid="934931"/>
                                        </p:tgtEl>
                                        <p:attrNameLst>
                                          <p:attrName>style.visibility</p:attrName>
                                        </p:attrNameLst>
                                      </p:cBhvr>
                                      <p:to>
                                        <p:strVal val="visible"/>
                                      </p:to>
                                    </p:set>
                                    <p:animEffect transition="in" filter="fade">
                                      <p:cBhvr>
                                        <p:cTn id="34" dur="2000"/>
                                        <p:tgtEl>
                                          <p:spTgt spid="93493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934951"/>
                                        </p:tgtEl>
                                        <p:attrNameLst>
                                          <p:attrName>style.visibility</p:attrName>
                                        </p:attrNameLst>
                                      </p:cBhvr>
                                      <p:to>
                                        <p:strVal val="visible"/>
                                      </p:to>
                                    </p:set>
                                    <p:animEffect transition="in" filter="wipe(up)">
                                      <p:cBhvr>
                                        <p:cTn id="39" dur="2000"/>
                                        <p:tgtEl>
                                          <p:spTgt spid="934951"/>
                                        </p:tgtEl>
                                      </p:cBhvr>
                                    </p:animEffect>
                                  </p:childTnLst>
                                </p:cTn>
                              </p:par>
                            </p:childTnLst>
                          </p:cTn>
                        </p:par>
                        <p:par>
                          <p:cTn id="40" fill="hold" nodeType="afterGroup">
                            <p:stCondLst>
                              <p:cond delay="2000"/>
                            </p:stCondLst>
                            <p:childTnLst>
                              <p:par>
                                <p:cTn id="41" presetID="22" presetClass="entr" presetSubtype="1" fill="hold" nodeType="afterEffect">
                                  <p:stCondLst>
                                    <p:cond delay="0"/>
                                  </p:stCondLst>
                                  <p:childTnLst>
                                    <p:set>
                                      <p:cBhvr>
                                        <p:cTn id="42" dur="1" fill="hold">
                                          <p:stCondLst>
                                            <p:cond delay="0"/>
                                          </p:stCondLst>
                                        </p:cTn>
                                        <p:tgtEl>
                                          <p:spTgt spid="934952"/>
                                        </p:tgtEl>
                                        <p:attrNameLst>
                                          <p:attrName>style.visibility</p:attrName>
                                        </p:attrNameLst>
                                      </p:cBhvr>
                                      <p:to>
                                        <p:strVal val="visible"/>
                                      </p:to>
                                    </p:set>
                                    <p:animEffect transition="in" filter="wipe(up)">
                                      <p:cBhvr>
                                        <p:cTn id="43" dur="3000"/>
                                        <p:tgtEl>
                                          <p:spTgt spid="934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4914" grpId="0"/>
      <p:bldP spid="934915" grpId="0"/>
      <p:bldP spid="9349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2">
            <a:extLst>
              <a:ext uri="{FF2B5EF4-FFF2-40B4-BE49-F238E27FC236}">
                <a16:creationId xmlns:a16="http://schemas.microsoft.com/office/drawing/2014/main" id="{8AD45100-856D-EF11-F46D-5D8B86E9344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946CB91F-C1B4-46BA-AB07-7BB2B7E5B19C}" type="slidenum">
              <a:rPr lang="en-US" altLang="zh-CN" sz="1400">
                <a:ea typeface="宋体" panose="02010600030101010101" pitchFamily="2" charset="-122"/>
              </a:rPr>
              <a:pPr/>
              <a:t>9</a:t>
            </a:fld>
            <a:endParaRPr lang="en-US" altLang="zh-CN" sz="1400">
              <a:ea typeface="宋体" panose="02010600030101010101" pitchFamily="2" charset="-122"/>
            </a:endParaRPr>
          </a:p>
        </p:txBody>
      </p:sp>
      <p:grpSp>
        <p:nvGrpSpPr>
          <p:cNvPr id="575525" name="Group 37">
            <a:extLst>
              <a:ext uri="{FF2B5EF4-FFF2-40B4-BE49-F238E27FC236}">
                <a16:creationId xmlns:a16="http://schemas.microsoft.com/office/drawing/2014/main" id="{5EF68CA5-6738-40EF-4BDC-D64953B68272}"/>
              </a:ext>
            </a:extLst>
          </p:cNvPr>
          <p:cNvGrpSpPr>
            <a:grpSpLocks/>
          </p:cNvGrpSpPr>
          <p:nvPr/>
        </p:nvGrpSpPr>
        <p:grpSpPr bwMode="auto">
          <a:xfrm>
            <a:off x="323850" y="823913"/>
            <a:ext cx="4535488" cy="576262"/>
            <a:chOff x="249" y="572"/>
            <a:chExt cx="2857" cy="363"/>
          </a:xfrm>
        </p:grpSpPr>
        <p:sp>
          <p:nvSpPr>
            <p:cNvPr id="17434" name="Text Box 3">
              <a:extLst>
                <a:ext uri="{FF2B5EF4-FFF2-40B4-BE49-F238E27FC236}">
                  <a16:creationId xmlns:a16="http://schemas.microsoft.com/office/drawing/2014/main" id="{1E71FF54-D824-553D-C621-64F4B4054B7C}"/>
                </a:ext>
              </a:extLst>
            </p:cNvPr>
            <p:cNvSpPr txBox="1">
              <a:spLocks noChangeArrowheads="1"/>
            </p:cNvSpPr>
            <p:nvPr/>
          </p:nvSpPr>
          <p:spPr bwMode="auto">
            <a:xfrm>
              <a:off x="1292" y="572"/>
              <a:ext cx="181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a:solidFill>
                    <a:schemeClr val="bg1"/>
                  </a:solidFill>
                  <a:latin typeface="Times New Roman" panose="02020603050405020304" pitchFamily="18" charset="0"/>
                </a:rPr>
                <a:t>两端点乘    ，则有</a:t>
              </a:r>
            </a:p>
          </p:txBody>
        </p:sp>
        <p:graphicFrame>
          <p:nvGraphicFramePr>
            <p:cNvPr id="17435" name="Object 7">
              <a:extLst>
                <a:ext uri="{FF2B5EF4-FFF2-40B4-BE49-F238E27FC236}">
                  <a16:creationId xmlns:a16="http://schemas.microsoft.com/office/drawing/2014/main" id="{0C57AB24-B0D2-2DFE-D110-A1B45E121D92}"/>
                </a:ext>
              </a:extLst>
            </p:cNvPr>
            <p:cNvGraphicFramePr>
              <a:graphicFrameLocks noChangeAspect="1"/>
            </p:cNvGraphicFramePr>
            <p:nvPr>
              <p:extLst>
                <p:ext uri="{D42A27DB-BD31-4B8C-83A1-F6EECF244321}">
                  <p14:modId xmlns:p14="http://schemas.microsoft.com/office/powerpoint/2010/main" val="463589839"/>
                </p:ext>
              </p:extLst>
            </p:nvPr>
          </p:nvGraphicFramePr>
          <p:xfrm>
            <a:off x="2118" y="618"/>
            <a:ext cx="263" cy="271"/>
          </p:xfrm>
          <a:graphic>
            <a:graphicData uri="http://schemas.openxmlformats.org/presentationml/2006/ole">
              <mc:AlternateContent xmlns:mc="http://schemas.openxmlformats.org/markup-compatibility/2006">
                <mc:Choice xmlns:v="urn:schemas-microsoft-com:vml" Requires="v">
                  <p:oleObj name="公式" r:id="rId3" imgW="127186" imgH="139835" progId="Equation.3">
                    <p:embed/>
                  </p:oleObj>
                </mc:Choice>
                <mc:Fallback>
                  <p:oleObj name="公式" r:id="rId3" imgW="127186" imgH="13983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618"/>
                          <a:ext cx="263" cy="271"/>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6" name="Object 8">
              <a:extLst>
                <a:ext uri="{FF2B5EF4-FFF2-40B4-BE49-F238E27FC236}">
                  <a16:creationId xmlns:a16="http://schemas.microsoft.com/office/drawing/2014/main" id="{A6672B59-DA57-AE53-CDE4-ED96B116E730}"/>
                </a:ext>
              </a:extLst>
            </p:cNvPr>
            <p:cNvGraphicFramePr>
              <a:graphicFrameLocks noChangeAspect="1"/>
            </p:cNvGraphicFramePr>
            <p:nvPr>
              <p:extLst>
                <p:ext uri="{D42A27DB-BD31-4B8C-83A1-F6EECF244321}">
                  <p14:modId xmlns:p14="http://schemas.microsoft.com/office/powerpoint/2010/main" val="1474592644"/>
                </p:ext>
              </p:extLst>
            </p:nvPr>
          </p:nvGraphicFramePr>
          <p:xfrm>
            <a:off x="498" y="630"/>
            <a:ext cx="794" cy="305"/>
          </p:xfrm>
          <a:graphic>
            <a:graphicData uri="http://schemas.openxmlformats.org/presentationml/2006/ole">
              <mc:AlternateContent xmlns:mc="http://schemas.openxmlformats.org/markup-compatibility/2006">
                <mc:Choice xmlns:v="urn:schemas-microsoft-com:vml" Requires="v">
                  <p:oleObj name="公式" r:id="rId5" imgW="539931" imgH="164965" progId="Equation.3">
                    <p:embed/>
                  </p:oleObj>
                </mc:Choice>
                <mc:Fallback>
                  <p:oleObj name="公式" r:id="rId5" imgW="539931" imgH="164965"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 y="630"/>
                          <a:ext cx="794" cy="30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7" name="Text Box 9">
              <a:extLst>
                <a:ext uri="{FF2B5EF4-FFF2-40B4-BE49-F238E27FC236}">
                  <a16:creationId xmlns:a16="http://schemas.microsoft.com/office/drawing/2014/main" id="{72AE7FE2-68EE-5AB7-D829-86162929C101}"/>
                </a:ext>
              </a:extLst>
            </p:cNvPr>
            <p:cNvSpPr txBox="1">
              <a:spLocks noChangeArrowheads="1"/>
            </p:cNvSpPr>
            <p:nvPr/>
          </p:nvSpPr>
          <p:spPr bwMode="auto">
            <a:xfrm>
              <a:off x="249" y="572"/>
              <a:ext cx="108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a:solidFill>
                    <a:schemeClr val="bg1"/>
                  </a:solidFill>
                  <a:latin typeface="楷体_GB2312" pitchFamily="49" charset="-122"/>
                </a:rPr>
                <a:t>将   </a:t>
              </a:r>
            </a:p>
          </p:txBody>
        </p:sp>
      </p:grpSp>
      <p:graphicFrame>
        <p:nvGraphicFramePr>
          <p:cNvPr id="575498" name="Object 10">
            <a:extLst>
              <a:ext uri="{FF2B5EF4-FFF2-40B4-BE49-F238E27FC236}">
                <a16:creationId xmlns:a16="http://schemas.microsoft.com/office/drawing/2014/main" id="{345C024C-9934-AB4A-895D-BBF00BB1D16B}"/>
              </a:ext>
            </a:extLst>
          </p:cNvPr>
          <p:cNvGraphicFramePr>
            <a:graphicFrameLocks noChangeAspect="1"/>
          </p:cNvGraphicFramePr>
          <p:nvPr>
            <p:extLst>
              <p:ext uri="{D42A27DB-BD31-4B8C-83A1-F6EECF244321}">
                <p14:modId xmlns:p14="http://schemas.microsoft.com/office/powerpoint/2010/main" val="4266124897"/>
              </p:ext>
            </p:extLst>
          </p:nvPr>
        </p:nvGraphicFramePr>
        <p:xfrm>
          <a:off x="452438" y="1400175"/>
          <a:ext cx="8315325" cy="873125"/>
        </p:xfrm>
        <a:graphic>
          <a:graphicData uri="http://schemas.openxmlformats.org/presentationml/2006/ole">
            <mc:AlternateContent xmlns:mc="http://schemas.openxmlformats.org/markup-compatibility/2006">
              <mc:Choice xmlns:v="urn:schemas-microsoft-com:vml" Requires="v">
                <p:oleObj name="公式" r:id="rId7" imgW="3803823" imgH="349385" progId="Equation.3">
                  <p:embed/>
                </p:oleObj>
              </mc:Choice>
              <mc:Fallback>
                <p:oleObj name="公式" r:id="rId7" imgW="3803823" imgH="349385"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2438" y="1400175"/>
                        <a:ext cx="8315325" cy="87312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5507" name="Text Box 19">
            <a:extLst>
              <a:ext uri="{FF2B5EF4-FFF2-40B4-BE49-F238E27FC236}">
                <a16:creationId xmlns:a16="http://schemas.microsoft.com/office/drawing/2014/main" id="{A9EAC915-CCE1-895A-A7C2-8CB8605F81BA}"/>
              </a:ext>
            </a:extLst>
          </p:cNvPr>
          <p:cNvSpPr txBox="1">
            <a:spLocks noChangeArrowheads="1"/>
          </p:cNvSpPr>
          <p:nvPr/>
        </p:nvSpPr>
        <p:spPr bwMode="auto">
          <a:xfrm>
            <a:off x="107950" y="2192338"/>
            <a:ext cx="72009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b="1">
                <a:solidFill>
                  <a:schemeClr val="bg1"/>
                </a:solidFill>
                <a:latin typeface="Times New Roman" panose="02020603050405020304" pitchFamily="18" charset="0"/>
              </a:rPr>
              <a:t>上式两边从点</a:t>
            </a:r>
            <a:r>
              <a:rPr kumimoji="1" lang="en-US" altLang="zh-CN" b="1" i="1">
                <a:solidFill>
                  <a:schemeClr val="bg1"/>
                </a:solidFill>
                <a:latin typeface="Times New Roman" panose="02020603050405020304" pitchFamily="18" charset="0"/>
              </a:rPr>
              <a:t>P</a:t>
            </a:r>
            <a:r>
              <a:rPr kumimoji="1" lang="zh-CN" altLang="en-US" b="1">
                <a:solidFill>
                  <a:schemeClr val="bg1"/>
                </a:solidFill>
                <a:latin typeface="Times New Roman" panose="02020603050405020304" pitchFamily="18" charset="0"/>
              </a:rPr>
              <a:t>到点</a:t>
            </a:r>
            <a:r>
              <a:rPr kumimoji="1" lang="en-US" altLang="zh-CN" b="1" i="1">
                <a:solidFill>
                  <a:schemeClr val="bg1"/>
                </a:solidFill>
                <a:latin typeface="Times New Roman" panose="02020603050405020304" pitchFamily="18" charset="0"/>
              </a:rPr>
              <a:t>Q</a:t>
            </a:r>
            <a:r>
              <a:rPr kumimoji="1" lang="zh-CN" altLang="en-US" b="1">
                <a:solidFill>
                  <a:schemeClr val="bg1"/>
                </a:solidFill>
                <a:latin typeface="Times New Roman" panose="02020603050405020304" pitchFamily="18" charset="0"/>
              </a:rPr>
              <a:t>沿任意路径进行积分，得</a:t>
            </a:r>
          </a:p>
        </p:txBody>
      </p:sp>
      <p:grpSp>
        <p:nvGrpSpPr>
          <p:cNvPr id="575519" name="Group 31">
            <a:extLst>
              <a:ext uri="{FF2B5EF4-FFF2-40B4-BE49-F238E27FC236}">
                <a16:creationId xmlns:a16="http://schemas.microsoft.com/office/drawing/2014/main" id="{43E4339E-EF32-A62E-779A-E49404D68C17}"/>
              </a:ext>
            </a:extLst>
          </p:cNvPr>
          <p:cNvGrpSpPr>
            <a:grpSpLocks/>
          </p:cNvGrpSpPr>
          <p:nvPr/>
        </p:nvGrpSpPr>
        <p:grpSpPr bwMode="auto">
          <a:xfrm>
            <a:off x="79375" y="3789363"/>
            <a:ext cx="3700463" cy="688975"/>
            <a:chOff x="213" y="2372"/>
            <a:chExt cx="2331" cy="434"/>
          </a:xfrm>
        </p:grpSpPr>
        <p:graphicFrame>
          <p:nvGraphicFramePr>
            <p:cNvPr id="17432" name="Object 32">
              <a:extLst>
                <a:ext uri="{FF2B5EF4-FFF2-40B4-BE49-F238E27FC236}">
                  <a16:creationId xmlns:a16="http://schemas.microsoft.com/office/drawing/2014/main" id="{CF7482EB-F374-48A6-C796-002D1827EFB1}"/>
                </a:ext>
              </a:extLst>
            </p:cNvPr>
            <p:cNvGraphicFramePr>
              <a:graphicFrameLocks noChangeAspect="1"/>
            </p:cNvGraphicFramePr>
            <p:nvPr/>
          </p:nvGraphicFramePr>
          <p:xfrm>
            <a:off x="213" y="2372"/>
            <a:ext cx="507" cy="420"/>
          </p:xfrm>
          <a:graphic>
            <a:graphicData uri="http://schemas.openxmlformats.org/presentationml/2006/ole">
              <mc:AlternateContent xmlns:mc="http://schemas.openxmlformats.org/markup-compatibility/2006">
                <mc:Choice xmlns:v="urn:schemas-microsoft-com:vml" Requires="v">
                  <p:oleObj name="剪辑" r:id="rId9" imgW="4046538" imgH="3352800" progId="MS_ClipArt_Gallery.2">
                    <p:embed/>
                  </p:oleObj>
                </mc:Choice>
                <mc:Fallback>
                  <p:oleObj name="剪辑" r:id="rId9" imgW="4046538" imgH="3352800" progId="MS_ClipArt_Gallery.2">
                    <p:embed/>
                    <p:pic>
                      <p:nvPicPr>
                        <p:cNvPr id="0" name="Object 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3" y="2372"/>
                          <a:ext cx="507" cy="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3" name="Text Box 33">
              <a:extLst>
                <a:ext uri="{FF2B5EF4-FFF2-40B4-BE49-F238E27FC236}">
                  <a16:creationId xmlns:a16="http://schemas.microsoft.com/office/drawing/2014/main" id="{B7A9771B-6BC1-0723-2764-5C529DED2287}"/>
                </a:ext>
              </a:extLst>
            </p:cNvPr>
            <p:cNvSpPr txBox="1">
              <a:spLocks noChangeArrowheads="1"/>
            </p:cNvSpPr>
            <p:nvPr/>
          </p:nvSpPr>
          <p:spPr bwMode="auto">
            <a:xfrm>
              <a:off x="816" y="2449"/>
              <a:ext cx="1728" cy="357"/>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30000"/>
                </a:lnSpc>
              </a:pPr>
              <a:r>
                <a:rPr kumimoji="1" lang="zh-CN" altLang="en-US" b="1">
                  <a:solidFill>
                    <a:schemeClr val="bg1"/>
                  </a:solidFill>
                  <a:latin typeface="Times New Roman" panose="02020603050405020304" pitchFamily="18" charset="0"/>
                  <a:ea typeface="宋体" panose="02010600030101010101" pitchFamily="2" charset="-122"/>
                </a:rPr>
                <a:t>关于电位差的说明</a:t>
              </a:r>
            </a:p>
          </p:txBody>
        </p:sp>
      </p:grpSp>
      <p:sp>
        <p:nvSpPr>
          <p:cNvPr id="575522" name="Text Box 34">
            <a:extLst>
              <a:ext uri="{FF2B5EF4-FFF2-40B4-BE49-F238E27FC236}">
                <a16:creationId xmlns:a16="http://schemas.microsoft.com/office/drawing/2014/main" id="{348965AD-448D-2686-B75D-D4D3835D8ECD}"/>
              </a:ext>
            </a:extLst>
          </p:cNvPr>
          <p:cNvSpPr txBox="1">
            <a:spLocks noChangeArrowheads="1"/>
          </p:cNvSpPr>
          <p:nvPr/>
        </p:nvSpPr>
        <p:spPr bwMode="auto">
          <a:xfrm>
            <a:off x="73025" y="4437063"/>
            <a:ext cx="903605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11"/>
              </a:buBlip>
            </a:pPr>
            <a:r>
              <a:rPr kumimoji="1" lang="en-US" altLang="zh-CN" b="1">
                <a:solidFill>
                  <a:srgbClr val="000066"/>
                </a:solidFill>
                <a:latin typeface="Times New Roman" panose="02020603050405020304" pitchFamily="18" charset="0"/>
                <a:ea typeface="宋体" panose="02010600030101010101" pitchFamily="2" charset="-122"/>
              </a:rPr>
              <a:t>  </a:t>
            </a:r>
            <a:r>
              <a:rPr kumimoji="1" lang="en-US" altLang="zh-CN" b="1" i="1">
                <a:solidFill>
                  <a:schemeClr val="bg1"/>
                </a:solidFill>
                <a:latin typeface="Times New Roman" panose="02020603050405020304" pitchFamily="18" charset="0"/>
              </a:rPr>
              <a:t>P</a:t>
            </a:r>
            <a:r>
              <a:rPr kumimoji="1" lang="zh-CN" altLang="en-US" b="1">
                <a:solidFill>
                  <a:schemeClr val="bg1"/>
                </a:solidFill>
                <a:latin typeface="Times New Roman" panose="02020603050405020304" pitchFamily="18" charset="0"/>
              </a:rPr>
              <a:t>、</a:t>
            </a:r>
            <a:r>
              <a:rPr kumimoji="1" lang="en-US" altLang="zh-CN" b="1" i="1">
                <a:solidFill>
                  <a:schemeClr val="bg1"/>
                </a:solidFill>
                <a:latin typeface="Times New Roman" panose="02020603050405020304" pitchFamily="18" charset="0"/>
              </a:rPr>
              <a:t>Q </a:t>
            </a:r>
            <a:r>
              <a:rPr kumimoji="1" lang="zh-CN" altLang="en-US" b="1">
                <a:solidFill>
                  <a:schemeClr val="bg1"/>
                </a:solidFill>
                <a:latin typeface="Times New Roman" panose="02020603050405020304" pitchFamily="18" charset="0"/>
              </a:rPr>
              <a:t>两点间的电位差等于电场力将</a:t>
            </a:r>
            <a:r>
              <a:rPr kumimoji="1" lang="zh-CN" altLang="en-US" b="1">
                <a:solidFill>
                  <a:srgbClr val="FF0066"/>
                </a:solidFill>
                <a:latin typeface="Times New Roman" panose="02020603050405020304" pitchFamily="18" charset="0"/>
              </a:rPr>
              <a:t>单位正电荷</a:t>
            </a:r>
            <a:r>
              <a:rPr kumimoji="1" lang="zh-CN" altLang="en-US" b="1">
                <a:solidFill>
                  <a:schemeClr val="bg1"/>
                </a:solidFill>
                <a:latin typeface="Times New Roman" panose="02020603050405020304" pitchFamily="18" charset="0"/>
              </a:rPr>
              <a:t>从</a:t>
            </a:r>
            <a:r>
              <a:rPr kumimoji="1" lang="en-US" altLang="zh-CN" b="1" i="1">
                <a:solidFill>
                  <a:schemeClr val="bg1"/>
                </a:solidFill>
                <a:latin typeface="Times New Roman" panose="02020603050405020304" pitchFamily="18" charset="0"/>
              </a:rPr>
              <a:t>P</a:t>
            </a:r>
            <a:r>
              <a:rPr kumimoji="1" lang="zh-CN" altLang="en-US" b="1">
                <a:solidFill>
                  <a:schemeClr val="bg1"/>
                </a:solidFill>
                <a:latin typeface="Times New Roman" panose="02020603050405020304" pitchFamily="18" charset="0"/>
              </a:rPr>
              <a:t>点移至</a:t>
            </a:r>
            <a:r>
              <a:rPr kumimoji="1" lang="en-US" altLang="zh-CN" b="1" i="1">
                <a:solidFill>
                  <a:schemeClr val="bg1"/>
                </a:solidFill>
                <a:latin typeface="Times New Roman" panose="02020603050405020304" pitchFamily="18" charset="0"/>
              </a:rPr>
              <a:t>Q </a:t>
            </a:r>
            <a:r>
              <a:rPr kumimoji="1" lang="zh-CN" altLang="en-US" b="1">
                <a:solidFill>
                  <a:schemeClr val="bg1"/>
                </a:solidFill>
                <a:latin typeface="Times New Roman" panose="02020603050405020304" pitchFamily="18" charset="0"/>
              </a:rPr>
              <a:t>点</a:t>
            </a:r>
          </a:p>
          <a:p>
            <a:pPr algn="just" eaLnBrk="1" hangingPunct="1">
              <a:lnSpc>
                <a:spcPct val="130000"/>
              </a:lnSpc>
            </a:pPr>
            <a:r>
              <a:rPr kumimoji="1" lang="zh-CN" altLang="en-US" b="1">
                <a:solidFill>
                  <a:schemeClr val="bg1"/>
                </a:solidFill>
                <a:latin typeface="Times New Roman" panose="02020603050405020304" pitchFamily="18" charset="0"/>
              </a:rPr>
              <a:t>     所做的功，电场力使单位正电荷由高电位处移到低电位处。</a:t>
            </a:r>
          </a:p>
          <a:p>
            <a:pPr algn="just" eaLnBrk="1" hangingPunct="1">
              <a:lnSpc>
                <a:spcPct val="130000"/>
              </a:lnSpc>
              <a:buFontTx/>
              <a:buBlip>
                <a:blip r:embed="rId11"/>
              </a:buBlip>
            </a:pPr>
            <a:r>
              <a:rPr kumimoji="1" lang="zh-CN" altLang="en-US" b="1">
                <a:solidFill>
                  <a:schemeClr val="bg1"/>
                </a:solidFill>
                <a:latin typeface="Times New Roman" panose="02020603050405020304" pitchFamily="18" charset="0"/>
              </a:rPr>
              <a:t>  电位差也称为电压，可用</a:t>
            </a:r>
            <a:r>
              <a:rPr kumimoji="1" lang="en-US" altLang="zh-CN" b="1" i="1">
                <a:solidFill>
                  <a:schemeClr val="bg1"/>
                </a:solidFill>
                <a:latin typeface="Times New Roman" panose="02020603050405020304" pitchFamily="18" charset="0"/>
              </a:rPr>
              <a:t>U </a:t>
            </a:r>
            <a:r>
              <a:rPr kumimoji="1" lang="zh-CN" altLang="en-US" b="1">
                <a:solidFill>
                  <a:schemeClr val="bg1"/>
                </a:solidFill>
                <a:latin typeface="Times New Roman" panose="02020603050405020304" pitchFamily="18" charset="0"/>
              </a:rPr>
              <a:t>表示。</a:t>
            </a:r>
          </a:p>
          <a:p>
            <a:pPr algn="just" eaLnBrk="1" hangingPunct="1">
              <a:lnSpc>
                <a:spcPct val="130000"/>
              </a:lnSpc>
              <a:buFontTx/>
              <a:buBlip>
                <a:blip r:embed="rId11"/>
              </a:buBlip>
            </a:pPr>
            <a:r>
              <a:rPr kumimoji="1" lang="zh-CN" altLang="en-US" b="1">
                <a:solidFill>
                  <a:schemeClr val="bg1"/>
                </a:solidFill>
                <a:latin typeface="Times New Roman" panose="02020603050405020304" pitchFamily="18" charset="0"/>
              </a:rPr>
              <a:t>  电位差有确定值，只与首尾两点位置有关，与积分路径无关。</a:t>
            </a:r>
            <a:endParaRPr kumimoji="1" lang="zh-CN" altLang="en-US" b="1">
              <a:solidFill>
                <a:schemeClr val="bg1"/>
              </a:solidFill>
              <a:latin typeface="Times New Roman" panose="02020603050405020304" pitchFamily="18" charset="0"/>
              <a:sym typeface="Symbol" panose="05050102010706020507" pitchFamily="18" charset="2"/>
            </a:endParaRPr>
          </a:p>
        </p:txBody>
      </p:sp>
      <p:graphicFrame>
        <p:nvGraphicFramePr>
          <p:cNvPr id="575523" name="Object 35">
            <a:extLst>
              <a:ext uri="{FF2B5EF4-FFF2-40B4-BE49-F238E27FC236}">
                <a16:creationId xmlns:a16="http://schemas.microsoft.com/office/drawing/2014/main" id="{21B02DDB-C00B-11A2-4C2B-83634802198B}"/>
              </a:ext>
            </a:extLst>
          </p:cNvPr>
          <p:cNvGraphicFramePr>
            <a:graphicFrameLocks noChangeAspect="1"/>
          </p:cNvGraphicFramePr>
          <p:nvPr>
            <p:extLst>
              <p:ext uri="{D42A27DB-BD31-4B8C-83A1-F6EECF244321}">
                <p14:modId xmlns:p14="http://schemas.microsoft.com/office/powerpoint/2010/main" val="1442721316"/>
              </p:ext>
            </p:extLst>
          </p:nvPr>
        </p:nvGraphicFramePr>
        <p:xfrm>
          <a:off x="2619375" y="2838450"/>
          <a:ext cx="4679950" cy="733425"/>
        </p:xfrm>
        <a:graphic>
          <a:graphicData uri="http://schemas.openxmlformats.org/presentationml/2006/ole">
            <mc:AlternateContent xmlns:mc="http://schemas.openxmlformats.org/markup-compatibility/2006">
              <mc:Choice xmlns:v="urn:schemas-microsoft-com:vml" Requires="v">
                <p:oleObj name="公式" r:id="rId12" imgW="1911430" imgH="254135" progId="Equation.3">
                  <p:embed/>
                </p:oleObj>
              </mc:Choice>
              <mc:Fallback>
                <p:oleObj name="公式" r:id="rId12" imgW="1911430" imgH="254135" progId="Equation.3">
                  <p:embed/>
                  <p:pic>
                    <p:nvPicPr>
                      <p:cNvPr id="0" name="Object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19375" y="2838450"/>
                        <a:ext cx="4679950" cy="73342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75531" name="Group 43">
            <a:extLst>
              <a:ext uri="{FF2B5EF4-FFF2-40B4-BE49-F238E27FC236}">
                <a16:creationId xmlns:a16="http://schemas.microsoft.com/office/drawing/2014/main" id="{9DE4F5A6-6B0F-4EFD-1786-D4D702EB3BDD}"/>
              </a:ext>
            </a:extLst>
          </p:cNvPr>
          <p:cNvGrpSpPr>
            <a:grpSpLocks/>
          </p:cNvGrpSpPr>
          <p:nvPr/>
        </p:nvGrpSpPr>
        <p:grpSpPr bwMode="auto">
          <a:xfrm>
            <a:off x="5435600" y="2852738"/>
            <a:ext cx="3529013" cy="1317625"/>
            <a:chOff x="3424" y="1834"/>
            <a:chExt cx="2223" cy="830"/>
          </a:xfrm>
        </p:grpSpPr>
        <p:sp>
          <p:nvSpPr>
            <p:cNvPr id="17428" name="Rectangle 39">
              <a:extLst>
                <a:ext uri="{FF2B5EF4-FFF2-40B4-BE49-F238E27FC236}">
                  <a16:creationId xmlns:a16="http://schemas.microsoft.com/office/drawing/2014/main" id="{F5FF6AE8-8590-D799-3964-91635F7DBB6A}"/>
                </a:ext>
              </a:extLst>
            </p:cNvPr>
            <p:cNvSpPr>
              <a:spLocks noChangeArrowheads="1"/>
            </p:cNvSpPr>
            <p:nvPr/>
          </p:nvSpPr>
          <p:spPr bwMode="auto">
            <a:xfrm>
              <a:off x="3424" y="1834"/>
              <a:ext cx="1180" cy="408"/>
            </a:xfrm>
            <a:prstGeom prst="rect">
              <a:avLst/>
            </a:prstGeom>
            <a:noFill/>
            <a:ln w="22225">
              <a:solidFill>
                <a:srgbClr val="FF99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nvGrpSpPr>
            <p:cNvPr id="17429" name="Group 42">
              <a:extLst>
                <a:ext uri="{FF2B5EF4-FFF2-40B4-BE49-F238E27FC236}">
                  <a16:creationId xmlns:a16="http://schemas.microsoft.com/office/drawing/2014/main" id="{897D9663-C7BD-F30F-C968-39324DE24C62}"/>
                </a:ext>
              </a:extLst>
            </p:cNvPr>
            <p:cNvGrpSpPr>
              <a:grpSpLocks/>
            </p:cNvGrpSpPr>
            <p:nvPr/>
          </p:nvGrpSpPr>
          <p:grpSpPr bwMode="auto">
            <a:xfrm>
              <a:off x="3697" y="2045"/>
              <a:ext cx="1950" cy="619"/>
              <a:chOff x="3697" y="2045"/>
              <a:chExt cx="1950" cy="619"/>
            </a:xfrm>
          </p:grpSpPr>
          <p:sp>
            <p:nvSpPr>
              <p:cNvPr id="17430" name="Text Box 22">
                <a:extLst>
                  <a:ext uri="{FF2B5EF4-FFF2-40B4-BE49-F238E27FC236}">
                    <a16:creationId xmlns:a16="http://schemas.microsoft.com/office/drawing/2014/main" id="{C03991F0-22AE-F483-8A31-337320B0181E}"/>
                  </a:ext>
                </a:extLst>
              </p:cNvPr>
              <p:cNvSpPr txBox="1">
                <a:spLocks noChangeArrowheads="1"/>
              </p:cNvSpPr>
              <p:nvPr/>
            </p:nvSpPr>
            <p:spPr bwMode="auto">
              <a:xfrm>
                <a:off x="3697" y="2379"/>
                <a:ext cx="1950" cy="285"/>
              </a:xfrm>
              <a:prstGeom prst="rect">
                <a:avLst/>
              </a:prstGeom>
              <a:solidFill>
                <a:srgbClr val="CCFFFF"/>
              </a:solidFill>
              <a:ln w="254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10000"/>
                  </a:lnSpc>
                </a:pPr>
                <a:r>
                  <a:rPr lang="en-US" altLang="zh-CN" sz="2000" b="1" i="1">
                    <a:solidFill>
                      <a:srgbClr val="990000"/>
                    </a:solidFill>
                    <a:latin typeface="Times New Roman" panose="02020603050405020304" pitchFamily="18" charset="0"/>
                  </a:rPr>
                  <a:t>P</a:t>
                </a:r>
                <a:r>
                  <a:rPr lang="zh-CN" altLang="en-US" sz="2000" b="1">
                    <a:solidFill>
                      <a:srgbClr val="990000"/>
                    </a:solidFill>
                    <a:latin typeface="Times New Roman" panose="02020603050405020304" pitchFamily="18" charset="0"/>
                  </a:rPr>
                  <a:t>、</a:t>
                </a:r>
                <a:r>
                  <a:rPr lang="en-US" altLang="zh-CN" sz="2000" b="1" i="1">
                    <a:solidFill>
                      <a:srgbClr val="990000"/>
                    </a:solidFill>
                    <a:latin typeface="Times New Roman" panose="02020603050405020304" pitchFamily="18" charset="0"/>
                  </a:rPr>
                  <a:t>Q </a:t>
                </a:r>
                <a:r>
                  <a:rPr lang="zh-CN" altLang="en-US" sz="2000" b="1">
                    <a:solidFill>
                      <a:srgbClr val="990000"/>
                    </a:solidFill>
                    <a:latin typeface="Times New Roman" panose="02020603050405020304" pitchFamily="18" charset="0"/>
                    <a:ea typeface="宋体" panose="02010600030101010101" pitchFamily="2" charset="-122"/>
                  </a:rPr>
                  <a:t>两点间的电位差</a:t>
                </a:r>
              </a:p>
            </p:txBody>
          </p:sp>
          <p:sp>
            <p:nvSpPr>
              <p:cNvPr id="17431" name="Line 40">
                <a:extLst>
                  <a:ext uri="{FF2B5EF4-FFF2-40B4-BE49-F238E27FC236}">
                    <a16:creationId xmlns:a16="http://schemas.microsoft.com/office/drawing/2014/main" id="{452AED8C-B205-33BF-4E82-06F62654D05D}"/>
                  </a:ext>
                </a:extLst>
              </p:cNvPr>
              <p:cNvSpPr>
                <a:spLocks noChangeShapeType="1"/>
              </p:cNvSpPr>
              <p:nvPr/>
            </p:nvSpPr>
            <p:spPr bwMode="auto">
              <a:xfrm flipH="1" flipV="1">
                <a:off x="4604" y="2045"/>
                <a:ext cx="635" cy="318"/>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575533" name="Group 45">
            <a:extLst>
              <a:ext uri="{FF2B5EF4-FFF2-40B4-BE49-F238E27FC236}">
                <a16:creationId xmlns:a16="http://schemas.microsoft.com/office/drawing/2014/main" id="{9D3292D4-E02D-CBE6-CAF4-2A979B6E3E10}"/>
              </a:ext>
            </a:extLst>
          </p:cNvPr>
          <p:cNvGrpSpPr>
            <a:grpSpLocks/>
          </p:cNvGrpSpPr>
          <p:nvPr/>
        </p:nvGrpSpPr>
        <p:grpSpPr bwMode="auto">
          <a:xfrm>
            <a:off x="900113" y="2782888"/>
            <a:ext cx="2951162" cy="790575"/>
            <a:chOff x="567" y="1753"/>
            <a:chExt cx="1859" cy="498"/>
          </a:xfrm>
        </p:grpSpPr>
        <p:grpSp>
          <p:nvGrpSpPr>
            <p:cNvPr id="17424" name="Group 41">
              <a:extLst>
                <a:ext uri="{FF2B5EF4-FFF2-40B4-BE49-F238E27FC236}">
                  <a16:creationId xmlns:a16="http://schemas.microsoft.com/office/drawing/2014/main" id="{E00835AD-BA9A-28CF-EED0-09A27257EFC5}"/>
                </a:ext>
              </a:extLst>
            </p:cNvPr>
            <p:cNvGrpSpPr>
              <a:grpSpLocks/>
            </p:cNvGrpSpPr>
            <p:nvPr/>
          </p:nvGrpSpPr>
          <p:grpSpPr bwMode="auto">
            <a:xfrm>
              <a:off x="567" y="1753"/>
              <a:ext cx="1089" cy="498"/>
              <a:chOff x="628" y="1743"/>
              <a:chExt cx="1089" cy="498"/>
            </a:xfrm>
          </p:grpSpPr>
          <p:sp>
            <p:nvSpPr>
              <p:cNvPr id="17426" name="Text Box 30">
                <a:extLst>
                  <a:ext uri="{FF2B5EF4-FFF2-40B4-BE49-F238E27FC236}">
                    <a16:creationId xmlns:a16="http://schemas.microsoft.com/office/drawing/2014/main" id="{6DECD114-4ED7-022D-5616-4727F6ADE429}"/>
                  </a:ext>
                </a:extLst>
              </p:cNvPr>
              <p:cNvSpPr txBox="1">
                <a:spLocks noChangeArrowheads="1"/>
              </p:cNvSpPr>
              <p:nvPr/>
            </p:nvSpPr>
            <p:spPr bwMode="auto">
              <a:xfrm>
                <a:off x="628" y="1743"/>
                <a:ext cx="771" cy="498"/>
              </a:xfrm>
              <a:prstGeom prst="rect">
                <a:avLst/>
              </a:prstGeom>
              <a:solidFill>
                <a:srgbClr val="CCFFFF"/>
              </a:solidFill>
              <a:ln w="2857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10000"/>
                  </a:lnSpc>
                </a:pPr>
                <a:r>
                  <a:rPr lang="zh-CN" altLang="en-US" sz="2000" b="1">
                    <a:solidFill>
                      <a:srgbClr val="990000"/>
                    </a:solidFill>
                    <a:latin typeface="Times New Roman" panose="02020603050405020304" pitchFamily="18" charset="0"/>
                    <a:ea typeface="宋体" panose="02010600030101010101" pitchFamily="2" charset="-122"/>
                  </a:rPr>
                  <a:t>电场力做的功</a:t>
                </a:r>
              </a:p>
            </p:txBody>
          </p:sp>
          <p:sp>
            <p:nvSpPr>
              <p:cNvPr id="17427" name="Line 38">
                <a:extLst>
                  <a:ext uri="{FF2B5EF4-FFF2-40B4-BE49-F238E27FC236}">
                    <a16:creationId xmlns:a16="http://schemas.microsoft.com/office/drawing/2014/main" id="{FECAD151-2D28-070E-5861-D4438F86A0C7}"/>
                  </a:ext>
                </a:extLst>
              </p:cNvPr>
              <p:cNvSpPr>
                <a:spLocks noChangeShapeType="1"/>
              </p:cNvSpPr>
              <p:nvPr/>
            </p:nvSpPr>
            <p:spPr bwMode="auto">
              <a:xfrm>
                <a:off x="1399" y="2015"/>
                <a:ext cx="318" cy="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425" name="Rectangle 44">
              <a:extLst>
                <a:ext uri="{FF2B5EF4-FFF2-40B4-BE49-F238E27FC236}">
                  <a16:creationId xmlns:a16="http://schemas.microsoft.com/office/drawing/2014/main" id="{D68B7528-D83F-18EF-2AAB-E7EB23CDC239}"/>
                </a:ext>
              </a:extLst>
            </p:cNvPr>
            <p:cNvSpPr>
              <a:spLocks noChangeArrowheads="1"/>
            </p:cNvSpPr>
            <p:nvPr/>
          </p:nvSpPr>
          <p:spPr bwMode="auto">
            <a:xfrm>
              <a:off x="1655" y="1797"/>
              <a:ext cx="771" cy="454"/>
            </a:xfrm>
            <a:prstGeom prst="rect">
              <a:avLst/>
            </a:prstGeom>
            <a:noFill/>
            <a:ln w="19050" algn="ctr">
              <a:solidFill>
                <a:srgbClr val="FF6600"/>
              </a:solidFill>
              <a:prstDash val="dash"/>
              <a:miter lim="800000"/>
              <a:headEnd/>
              <a:tailEnd/>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sp>
        <p:nvSpPr>
          <p:cNvPr id="17419" name="AutoShape 46">
            <a:hlinkClick r:id="rId14" action="ppaction://hlinksldjump" highlightClick="1"/>
            <a:extLst>
              <a:ext uri="{FF2B5EF4-FFF2-40B4-BE49-F238E27FC236}">
                <a16:creationId xmlns:a16="http://schemas.microsoft.com/office/drawing/2014/main" id="{7572CFDD-9423-2EB3-F184-232D6615C54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7420" name="AutoShape 47">
            <a:hlinkClick r:id="" action="ppaction://hlinkshowjump?jump=previousslide" highlightClick="1"/>
            <a:extLst>
              <a:ext uri="{FF2B5EF4-FFF2-40B4-BE49-F238E27FC236}">
                <a16:creationId xmlns:a16="http://schemas.microsoft.com/office/drawing/2014/main" id="{82998D93-B15A-6870-9C04-BD275B38D9C2}"/>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7421" name="AutoShape 48">
            <a:hlinkClick r:id="" action="ppaction://hlinkshowjump?jump=nextslide" highlightClick="1"/>
            <a:extLst>
              <a:ext uri="{FF2B5EF4-FFF2-40B4-BE49-F238E27FC236}">
                <a16:creationId xmlns:a16="http://schemas.microsoft.com/office/drawing/2014/main" id="{47066CBB-022C-C77A-C124-77A1B89EF008}"/>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7422" name="AutoShape 49">
            <a:hlinkClick r:id="" action="ppaction://hlinkshowjump?jump=lastslide" highlightClick="1"/>
            <a:extLst>
              <a:ext uri="{FF2B5EF4-FFF2-40B4-BE49-F238E27FC236}">
                <a16:creationId xmlns:a16="http://schemas.microsoft.com/office/drawing/2014/main" id="{15E3BD3D-40C6-E367-AB52-C83E6AC1018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575538" name="Rectangle 50">
            <a:extLst>
              <a:ext uri="{FF2B5EF4-FFF2-40B4-BE49-F238E27FC236}">
                <a16:creationId xmlns:a16="http://schemas.microsoft.com/office/drawing/2014/main" id="{609E1436-759B-6989-E0CF-7E3E64AD5E47}"/>
              </a:ext>
            </a:extLst>
          </p:cNvPr>
          <p:cNvSpPr>
            <a:spLocks noChangeArrowheads="1"/>
          </p:cNvSpPr>
          <p:nvPr/>
        </p:nvSpPr>
        <p:spPr bwMode="auto">
          <a:xfrm>
            <a:off x="73025" y="331788"/>
            <a:ext cx="36353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rgbClr val="FF7C80"/>
                </a:solidFill>
                <a:latin typeface="Times New Roman" panose="02020603050405020304" pitchFamily="18" charset="0"/>
                <a:ea typeface="宋体" panose="02010600030101010101" pitchFamily="2" charset="-122"/>
              </a:rPr>
              <a:t>4.  </a:t>
            </a:r>
            <a:r>
              <a:rPr kumimoji="1" lang="zh-CN" altLang="en-US" b="1">
                <a:solidFill>
                  <a:srgbClr val="FF7C80"/>
                </a:solidFill>
                <a:latin typeface="Times New Roman" panose="02020603050405020304" pitchFamily="18" charset="0"/>
                <a:ea typeface="宋体" panose="02010600030101010101" pitchFamily="2" charset="-122"/>
              </a:rPr>
              <a:t>电位差（即电压）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75525"/>
                                        </p:tgtEl>
                                        <p:attrNameLst>
                                          <p:attrName>style.visibility</p:attrName>
                                        </p:attrNameLst>
                                      </p:cBhvr>
                                      <p:to>
                                        <p:strVal val="visible"/>
                                      </p:to>
                                    </p:set>
                                    <p:animEffect transition="in" filter="wipe(up)">
                                      <p:cBhvr>
                                        <p:cTn id="7" dur="2000"/>
                                        <p:tgtEl>
                                          <p:spTgt spid="5755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75498"/>
                                        </p:tgtEl>
                                        <p:attrNameLst>
                                          <p:attrName>style.visibility</p:attrName>
                                        </p:attrNameLst>
                                      </p:cBhvr>
                                      <p:to>
                                        <p:strVal val="visible"/>
                                      </p:to>
                                    </p:set>
                                    <p:animEffect transition="in" filter="wipe(up)">
                                      <p:cBhvr>
                                        <p:cTn id="12" dur="2000"/>
                                        <p:tgtEl>
                                          <p:spTgt spid="5754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75507"/>
                                        </p:tgtEl>
                                        <p:attrNameLst>
                                          <p:attrName>style.visibility</p:attrName>
                                        </p:attrNameLst>
                                      </p:cBhvr>
                                      <p:to>
                                        <p:strVal val="visible"/>
                                      </p:to>
                                    </p:set>
                                    <p:animEffect transition="in" filter="wipe(up)">
                                      <p:cBhvr>
                                        <p:cTn id="17" dur="2000"/>
                                        <p:tgtEl>
                                          <p:spTgt spid="57550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75523"/>
                                        </p:tgtEl>
                                        <p:attrNameLst>
                                          <p:attrName>style.visibility</p:attrName>
                                        </p:attrNameLst>
                                      </p:cBhvr>
                                      <p:to>
                                        <p:strVal val="visible"/>
                                      </p:to>
                                    </p:set>
                                    <p:animEffect transition="in" filter="wipe(up)">
                                      <p:cBhvr>
                                        <p:cTn id="22" dur="2000"/>
                                        <p:tgtEl>
                                          <p:spTgt spid="575523"/>
                                        </p:tgtEl>
                                      </p:cBhvr>
                                    </p:animEffect>
                                  </p:childTnLst>
                                </p:cTn>
                              </p:par>
                            </p:childTnLst>
                          </p:cTn>
                        </p:par>
                        <p:par>
                          <p:cTn id="23" fill="hold" nodeType="afterGroup">
                            <p:stCondLst>
                              <p:cond delay="2000"/>
                            </p:stCondLst>
                            <p:childTnLst>
                              <p:par>
                                <p:cTn id="24" presetID="10" presetClass="entr" presetSubtype="0" fill="hold" nodeType="afterEffect">
                                  <p:stCondLst>
                                    <p:cond delay="0"/>
                                  </p:stCondLst>
                                  <p:childTnLst>
                                    <p:set>
                                      <p:cBhvr>
                                        <p:cTn id="25" dur="1" fill="hold">
                                          <p:stCondLst>
                                            <p:cond delay="0"/>
                                          </p:stCondLst>
                                        </p:cTn>
                                        <p:tgtEl>
                                          <p:spTgt spid="575533"/>
                                        </p:tgtEl>
                                        <p:attrNameLst>
                                          <p:attrName>style.visibility</p:attrName>
                                        </p:attrNameLst>
                                      </p:cBhvr>
                                      <p:to>
                                        <p:strVal val="visible"/>
                                      </p:to>
                                    </p:set>
                                    <p:animEffect transition="in" filter="fade">
                                      <p:cBhvr>
                                        <p:cTn id="26" dur="2000"/>
                                        <p:tgtEl>
                                          <p:spTgt spid="575533"/>
                                        </p:tgtEl>
                                      </p:cBhvr>
                                    </p:animEffect>
                                  </p:childTnLst>
                                </p:cTn>
                              </p:par>
                            </p:childTnLst>
                          </p:cTn>
                        </p:par>
                        <p:par>
                          <p:cTn id="27" fill="hold" nodeType="afterGroup">
                            <p:stCondLst>
                              <p:cond delay="4000"/>
                            </p:stCondLst>
                            <p:childTnLst>
                              <p:par>
                                <p:cTn id="28" presetID="10" presetClass="entr" presetSubtype="0" fill="hold" nodeType="afterEffect">
                                  <p:stCondLst>
                                    <p:cond delay="0"/>
                                  </p:stCondLst>
                                  <p:childTnLst>
                                    <p:set>
                                      <p:cBhvr>
                                        <p:cTn id="29" dur="1" fill="hold">
                                          <p:stCondLst>
                                            <p:cond delay="0"/>
                                          </p:stCondLst>
                                        </p:cTn>
                                        <p:tgtEl>
                                          <p:spTgt spid="575531"/>
                                        </p:tgtEl>
                                        <p:attrNameLst>
                                          <p:attrName>style.visibility</p:attrName>
                                        </p:attrNameLst>
                                      </p:cBhvr>
                                      <p:to>
                                        <p:strVal val="visible"/>
                                      </p:to>
                                    </p:set>
                                    <p:animEffect transition="in" filter="fade">
                                      <p:cBhvr>
                                        <p:cTn id="30" dur="2000"/>
                                        <p:tgtEl>
                                          <p:spTgt spid="57553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575519"/>
                                        </p:tgtEl>
                                        <p:attrNameLst>
                                          <p:attrName>style.visibility</p:attrName>
                                        </p:attrNameLst>
                                      </p:cBhvr>
                                      <p:to>
                                        <p:strVal val="visible"/>
                                      </p:to>
                                    </p:set>
                                    <p:animEffect transition="in" filter="wipe(up)">
                                      <p:cBhvr>
                                        <p:cTn id="35" dur="2000"/>
                                        <p:tgtEl>
                                          <p:spTgt spid="57551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575522">
                                            <p:txEl>
                                              <p:pRg st="0" end="0"/>
                                            </p:txEl>
                                          </p:spTgt>
                                        </p:tgtEl>
                                        <p:attrNameLst>
                                          <p:attrName>style.visibility</p:attrName>
                                        </p:attrNameLst>
                                      </p:cBhvr>
                                      <p:to>
                                        <p:strVal val="visible"/>
                                      </p:to>
                                    </p:set>
                                    <p:animEffect transition="in" filter="wipe(up)">
                                      <p:cBhvr>
                                        <p:cTn id="40" dur="2000"/>
                                        <p:tgtEl>
                                          <p:spTgt spid="575522">
                                            <p:txEl>
                                              <p:pRg st="0" end="0"/>
                                            </p:txEl>
                                          </p:spTgt>
                                        </p:tgtEl>
                                      </p:cBhvr>
                                    </p:animEffect>
                                  </p:childTnLst>
                                </p:cTn>
                              </p:par>
                            </p:childTnLst>
                          </p:cTn>
                        </p:par>
                        <p:par>
                          <p:cTn id="41" fill="hold" nodeType="afterGroup">
                            <p:stCondLst>
                              <p:cond delay="2000"/>
                            </p:stCondLst>
                            <p:childTnLst>
                              <p:par>
                                <p:cTn id="42" presetID="22" presetClass="entr" presetSubtype="1" fill="hold" nodeType="afterEffect">
                                  <p:stCondLst>
                                    <p:cond delay="0"/>
                                  </p:stCondLst>
                                  <p:childTnLst>
                                    <p:set>
                                      <p:cBhvr>
                                        <p:cTn id="43" dur="1" fill="hold">
                                          <p:stCondLst>
                                            <p:cond delay="0"/>
                                          </p:stCondLst>
                                        </p:cTn>
                                        <p:tgtEl>
                                          <p:spTgt spid="575522">
                                            <p:txEl>
                                              <p:pRg st="1" end="1"/>
                                            </p:txEl>
                                          </p:spTgt>
                                        </p:tgtEl>
                                        <p:attrNameLst>
                                          <p:attrName>style.visibility</p:attrName>
                                        </p:attrNameLst>
                                      </p:cBhvr>
                                      <p:to>
                                        <p:strVal val="visible"/>
                                      </p:to>
                                    </p:set>
                                    <p:animEffect transition="in" filter="wipe(up)">
                                      <p:cBhvr>
                                        <p:cTn id="44" dur="2000"/>
                                        <p:tgtEl>
                                          <p:spTgt spid="575522">
                                            <p:txEl>
                                              <p:pRg st="1" end="1"/>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575522">
                                            <p:txEl>
                                              <p:pRg st="2" end="2"/>
                                            </p:txEl>
                                          </p:spTgt>
                                        </p:tgtEl>
                                        <p:attrNameLst>
                                          <p:attrName>style.visibility</p:attrName>
                                        </p:attrNameLst>
                                      </p:cBhvr>
                                      <p:to>
                                        <p:strVal val="visible"/>
                                      </p:to>
                                    </p:set>
                                    <p:animEffect transition="in" filter="wipe(up)">
                                      <p:cBhvr>
                                        <p:cTn id="49" dur="2000"/>
                                        <p:tgtEl>
                                          <p:spTgt spid="575522">
                                            <p:txEl>
                                              <p:pRg st="2" end="2"/>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575522">
                                            <p:txEl>
                                              <p:pRg st="3" end="3"/>
                                            </p:txEl>
                                          </p:spTgt>
                                        </p:tgtEl>
                                        <p:attrNameLst>
                                          <p:attrName>style.visibility</p:attrName>
                                        </p:attrNameLst>
                                      </p:cBhvr>
                                      <p:to>
                                        <p:strVal val="visible"/>
                                      </p:to>
                                    </p:set>
                                    <p:animEffect transition="in" filter="wipe(up)">
                                      <p:cBhvr>
                                        <p:cTn id="54" dur="2000"/>
                                        <p:tgtEl>
                                          <p:spTgt spid="575522">
                                            <p:txEl>
                                              <p:pRg st="3" end="3"/>
                                            </p:txEl>
                                          </p:spTgt>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575538">
                                            <p:txEl>
                                              <p:pRg st="0" end="0"/>
                                            </p:txEl>
                                          </p:spTgt>
                                        </p:tgtEl>
                                        <p:attrNameLst>
                                          <p:attrName>style.visibility</p:attrName>
                                        </p:attrNameLst>
                                      </p:cBhvr>
                                      <p:to>
                                        <p:strVal val="visible"/>
                                      </p:to>
                                    </p:set>
                                    <p:animEffect transition="in" filter="wipe(up)">
                                      <p:cBhvr>
                                        <p:cTn id="57" dur="2000"/>
                                        <p:tgtEl>
                                          <p:spTgt spid="5755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507" grpId="0"/>
      <p:bldP spid="57553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2">
            <a:extLst>
              <a:ext uri="{FF2B5EF4-FFF2-40B4-BE49-F238E27FC236}">
                <a16:creationId xmlns:a16="http://schemas.microsoft.com/office/drawing/2014/main" id="{F4DBA562-98C4-BCDF-DBB9-60535F435F3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D4378146-214B-4A50-8354-BD6BA45BC934}" type="slidenum">
              <a:rPr lang="en-US" altLang="zh-CN" sz="1400">
                <a:ea typeface="宋体" panose="02010600030101010101" pitchFamily="2" charset="-122"/>
              </a:rPr>
              <a:pPr/>
              <a:t>10</a:t>
            </a:fld>
            <a:endParaRPr lang="en-US" altLang="zh-CN" sz="1400">
              <a:ea typeface="宋体" panose="02010600030101010101" pitchFamily="2" charset="-122"/>
            </a:endParaRPr>
          </a:p>
        </p:txBody>
      </p:sp>
      <p:sp>
        <p:nvSpPr>
          <p:cNvPr id="577540" name="Text Box 4">
            <a:extLst>
              <a:ext uri="{FF2B5EF4-FFF2-40B4-BE49-F238E27FC236}">
                <a16:creationId xmlns:a16="http://schemas.microsoft.com/office/drawing/2014/main" id="{AD3BD281-E4E3-01B6-1FC6-08D2AA857F3A}"/>
              </a:ext>
            </a:extLst>
          </p:cNvPr>
          <p:cNvSpPr txBox="1">
            <a:spLocks noChangeArrowheads="1"/>
          </p:cNvSpPr>
          <p:nvPr/>
        </p:nvSpPr>
        <p:spPr bwMode="auto">
          <a:xfrm>
            <a:off x="0" y="765175"/>
            <a:ext cx="88931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楷体_GB2312" pitchFamily="49" charset="-122"/>
              </a:rPr>
              <a:t>    </a:t>
            </a:r>
            <a:r>
              <a:rPr kumimoji="1" lang="zh-CN" altLang="en-US" b="1">
                <a:solidFill>
                  <a:srgbClr val="FF0066"/>
                </a:solidFill>
                <a:latin typeface="楷体_GB2312" pitchFamily="49" charset="-122"/>
              </a:rPr>
              <a:t>静电位不惟一</a:t>
            </a:r>
            <a:r>
              <a:rPr kumimoji="1" lang="zh-CN" altLang="en-US" b="1">
                <a:solidFill>
                  <a:schemeClr val="bg1"/>
                </a:solidFill>
                <a:latin typeface="楷体_GB2312" pitchFamily="49" charset="-122"/>
              </a:rPr>
              <a:t>，可以相差一个常数，即</a:t>
            </a:r>
          </a:p>
        </p:txBody>
      </p:sp>
      <p:graphicFrame>
        <p:nvGraphicFramePr>
          <p:cNvPr id="577545" name="Object 9">
            <a:extLst>
              <a:ext uri="{FF2B5EF4-FFF2-40B4-BE49-F238E27FC236}">
                <a16:creationId xmlns:a16="http://schemas.microsoft.com/office/drawing/2014/main" id="{D2CDA593-CB7A-32AB-0B5B-797F4AF00092}"/>
              </a:ext>
            </a:extLst>
          </p:cNvPr>
          <p:cNvGraphicFramePr>
            <a:graphicFrameLocks noChangeAspect="1"/>
          </p:cNvGraphicFramePr>
          <p:nvPr>
            <p:extLst>
              <p:ext uri="{D42A27DB-BD31-4B8C-83A1-F6EECF244321}">
                <p14:modId xmlns:p14="http://schemas.microsoft.com/office/powerpoint/2010/main" val="3081902041"/>
              </p:ext>
            </p:extLst>
          </p:nvPr>
        </p:nvGraphicFramePr>
        <p:xfrm>
          <a:off x="1835150" y="1341438"/>
          <a:ext cx="4968875" cy="449262"/>
        </p:xfrm>
        <a:graphic>
          <a:graphicData uri="http://schemas.openxmlformats.org/presentationml/2006/ole">
            <mc:AlternateContent xmlns:mc="http://schemas.openxmlformats.org/markup-compatibility/2006">
              <mc:Choice xmlns:v="urn:schemas-microsoft-com:vml" Requires="v">
                <p:oleObj name="公式" r:id="rId3" imgW="2108284" imgH="133350" progId="Equation.3">
                  <p:embed/>
                </p:oleObj>
              </mc:Choice>
              <mc:Fallback>
                <p:oleObj name="公式" r:id="rId3" imgW="2108284" imgH="13335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341438"/>
                        <a:ext cx="4968875" cy="44926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7565" name="Text Box 29">
            <a:extLst>
              <a:ext uri="{FF2B5EF4-FFF2-40B4-BE49-F238E27FC236}">
                <a16:creationId xmlns:a16="http://schemas.microsoft.com/office/drawing/2014/main" id="{A91073DD-F0B6-6B1B-D7F5-3BF50D4193C3}"/>
              </a:ext>
            </a:extLst>
          </p:cNvPr>
          <p:cNvSpPr txBox="1">
            <a:spLocks noChangeArrowheads="1"/>
          </p:cNvSpPr>
          <p:nvPr/>
        </p:nvSpPr>
        <p:spPr bwMode="auto">
          <a:xfrm>
            <a:off x="658813" y="3357563"/>
            <a:ext cx="1524000" cy="595312"/>
          </a:xfrm>
          <a:prstGeom prst="rect">
            <a:avLst/>
          </a:prstGeom>
          <a:noFill/>
          <a:ln w="2857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30000"/>
              </a:lnSpc>
            </a:pPr>
            <a:r>
              <a:rPr lang="zh-CN" altLang="en-US" b="1">
                <a:solidFill>
                  <a:schemeClr val="bg1"/>
                </a:solidFill>
                <a:latin typeface="Verdana" panose="020B0604030504040204" pitchFamily="34" charset="0"/>
              </a:rPr>
              <a:t>选参考点</a:t>
            </a:r>
          </a:p>
        </p:txBody>
      </p:sp>
      <p:sp>
        <p:nvSpPr>
          <p:cNvPr id="577566" name="Line 30">
            <a:extLst>
              <a:ext uri="{FF2B5EF4-FFF2-40B4-BE49-F238E27FC236}">
                <a16:creationId xmlns:a16="http://schemas.microsoft.com/office/drawing/2014/main" id="{AA417AFE-C2FF-ECDC-F8FD-FBB37C357E8A}"/>
              </a:ext>
            </a:extLst>
          </p:cNvPr>
          <p:cNvSpPr>
            <a:spLocks noChangeShapeType="1"/>
          </p:cNvSpPr>
          <p:nvPr/>
        </p:nvSpPr>
        <p:spPr bwMode="auto">
          <a:xfrm>
            <a:off x="2182813" y="3586163"/>
            <a:ext cx="517525" cy="4762"/>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7567" name="Text Box 31">
            <a:extLst>
              <a:ext uri="{FF2B5EF4-FFF2-40B4-BE49-F238E27FC236}">
                <a16:creationId xmlns:a16="http://schemas.microsoft.com/office/drawing/2014/main" id="{341F9419-3D9C-857D-8481-30DAC63EBD07}"/>
              </a:ext>
            </a:extLst>
          </p:cNvPr>
          <p:cNvSpPr txBox="1">
            <a:spLocks noChangeArrowheads="1"/>
          </p:cNvSpPr>
          <p:nvPr/>
        </p:nvSpPr>
        <p:spPr bwMode="auto">
          <a:xfrm>
            <a:off x="2716213" y="3357563"/>
            <a:ext cx="2819400" cy="595312"/>
          </a:xfrm>
          <a:prstGeom prst="rect">
            <a:avLst/>
          </a:prstGeom>
          <a:noFill/>
          <a:ln w="2857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30000"/>
              </a:lnSpc>
            </a:pPr>
            <a:r>
              <a:rPr lang="zh-CN" altLang="en-US" b="1">
                <a:solidFill>
                  <a:schemeClr val="bg1"/>
                </a:solidFill>
                <a:latin typeface="Verdana" panose="020B0604030504040204" pitchFamily="34" charset="0"/>
              </a:rPr>
              <a:t>令参考点电位为零</a:t>
            </a:r>
          </a:p>
        </p:txBody>
      </p:sp>
      <p:sp>
        <p:nvSpPr>
          <p:cNvPr id="577568" name="Text Box 32">
            <a:extLst>
              <a:ext uri="{FF2B5EF4-FFF2-40B4-BE49-F238E27FC236}">
                <a16:creationId xmlns:a16="http://schemas.microsoft.com/office/drawing/2014/main" id="{521D1AF3-7546-F80F-0D6A-E8CFE8592C5A}"/>
              </a:ext>
            </a:extLst>
          </p:cNvPr>
          <p:cNvSpPr txBox="1">
            <a:spLocks noChangeArrowheads="1"/>
          </p:cNvSpPr>
          <p:nvPr/>
        </p:nvSpPr>
        <p:spPr bwMode="auto">
          <a:xfrm>
            <a:off x="6069013" y="3357563"/>
            <a:ext cx="2895600" cy="595312"/>
          </a:xfrm>
          <a:prstGeom prst="rect">
            <a:avLst/>
          </a:prstGeom>
          <a:noFill/>
          <a:ln w="2857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30000"/>
              </a:lnSpc>
            </a:pPr>
            <a:r>
              <a:rPr lang="zh-CN" altLang="en-US" b="1">
                <a:solidFill>
                  <a:schemeClr val="bg1"/>
                </a:solidFill>
                <a:latin typeface="楷体_GB2312" pitchFamily="49" charset="-122"/>
              </a:rPr>
              <a:t>电位确定值</a:t>
            </a:r>
            <a:r>
              <a:rPr lang="en-US" altLang="zh-CN" b="1">
                <a:solidFill>
                  <a:schemeClr val="bg1"/>
                </a:solidFill>
                <a:latin typeface="楷体_GB2312" pitchFamily="49" charset="-122"/>
              </a:rPr>
              <a:t>(</a:t>
            </a:r>
            <a:r>
              <a:rPr lang="zh-CN" altLang="en-US" b="1">
                <a:solidFill>
                  <a:schemeClr val="bg1"/>
                </a:solidFill>
                <a:latin typeface="楷体_GB2312" pitchFamily="49" charset="-122"/>
              </a:rPr>
              <a:t>电位差</a:t>
            </a:r>
            <a:r>
              <a:rPr lang="en-US" altLang="zh-CN" b="1">
                <a:solidFill>
                  <a:schemeClr val="bg1"/>
                </a:solidFill>
                <a:latin typeface="楷体_GB2312" pitchFamily="49" charset="-122"/>
              </a:rPr>
              <a:t>)</a:t>
            </a:r>
          </a:p>
        </p:txBody>
      </p:sp>
      <p:sp>
        <p:nvSpPr>
          <p:cNvPr id="577569" name="Text Box 33">
            <a:extLst>
              <a:ext uri="{FF2B5EF4-FFF2-40B4-BE49-F238E27FC236}">
                <a16:creationId xmlns:a16="http://schemas.microsoft.com/office/drawing/2014/main" id="{6F21F01D-0577-2E34-7B6C-54BB12942A1E}"/>
              </a:ext>
            </a:extLst>
          </p:cNvPr>
          <p:cNvSpPr txBox="1">
            <a:spLocks noChangeArrowheads="1"/>
          </p:cNvSpPr>
          <p:nvPr/>
        </p:nvSpPr>
        <p:spPr bwMode="auto">
          <a:xfrm>
            <a:off x="4451350" y="4114800"/>
            <a:ext cx="3048000" cy="595313"/>
          </a:xfrm>
          <a:prstGeom prst="rect">
            <a:avLst/>
          </a:prstGeom>
          <a:noFill/>
          <a:ln w="2857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30000"/>
              </a:lnSpc>
            </a:pPr>
            <a:r>
              <a:rPr lang="zh-CN" altLang="en-US" b="1">
                <a:solidFill>
                  <a:schemeClr val="bg1"/>
                </a:solidFill>
                <a:latin typeface="Verdana" panose="020B0604030504040204" pitchFamily="34" charset="0"/>
              </a:rPr>
              <a:t>两点间电位差有定值</a:t>
            </a:r>
          </a:p>
        </p:txBody>
      </p:sp>
      <p:sp>
        <p:nvSpPr>
          <p:cNvPr id="577571" name="Line 35">
            <a:extLst>
              <a:ext uri="{FF2B5EF4-FFF2-40B4-BE49-F238E27FC236}">
                <a16:creationId xmlns:a16="http://schemas.microsoft.com/office/drawing/2014/main" id="{A4B93CA6-F491-863E-E227-F564EF0ACB76}"/>
              </a:ext>
            </a:extLst>
          </p:cNvPr>
          <p:cNvSpPr>
            <a:spLocks noChangeShapeType="1"/>
          </p:cNvSpPr>
          <p:nvPr/>
        </p:nvSpPr>
        <p:spPr bwMode="auto">
          <a:xfrm>
            <a:off x="5573713" y="3586163"/>
            <a:ext cx="495300" cy="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7573" name="Line 37">
            <a:extLst>
              <a:ext uri="{FF2B5EF4-FFF2-40B4-BE49-F238E27FC236}">
                <a16:creationId xmlns:a16="http://schemas.microsoft.com/office/drawing/2014/main" id="{4EBA5D41-1ADA-5B6E-9DB4-EF7034E99428}"/>
              </a:ext>
            </a:extLst>
          </p:cNvPr>
          <p:cNvSpPr>
            <a:spLocks noChangeShapeType="1"/>
          </p:cNvSpPr>
          <p:nvPr/>
        </p:nvSpPr>
        <p:spPr bwMode="auto">
          <a:xfrm rot="-5400000">
            <a:off x="5556250" y="3838576"/>
            <a:ext cx="530225" cy="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7574" name="Text Box 38">
            <a:extLst>
              <a:ext uri="{FF2B5EF4-FFF2-40B4-BE49-F238E27FC236}">
                <a16:creationId xmlns:a16="http://schemas.microsoft.com/office/drawing/2014/main" id="{4A487E0C-95D7-BCB8-6126-55AD6E702321}"/>
              </a:ext>
            </a:extLst>
          </p:cNvPr>
          <p:cNvSpPr txBox="1">
            <a:spLocks noChangeArrowheads="1"/>
          </p:cNvSpPr>
          <p:nvPr/>
        </p:nvSpPr>
        <p:spPr bwMode="auto">
          <a:xfrm>
            <a:off x="107950" y="4203700"/>
            <a:ext cx="8964613"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5"/>
              </a:buBlip>
            </a:pPr>
            <a:r>
              <a:rPr kumimoji="1" lang="en-US" altLang="zh-CN" b="1">
                <a:solidFill>
                  <a:srgbClr val="9A003E"/>
                </a:solidFill>
                <a:latin typeface="Times New Roman" panose="02020603050405020304" pitchFamily="18" charset="0"/>
                <a:ea typeface="宋体" panose="02010600030101010101" pitchFamily="2" charset="-122"/>
              </a:rPr>
              <a:t>  </a:t>
            </a:r>
            <a:r>
              <a:rPr kumimoji="1" lang="zh-CN" altLang="en-US" b="1">
                <a:solidFill>
                  <a:schemeClr val="bg1"/>
                </a:solidFill>
                <a:latin typeface="Times New Roman" panose="02020603050405020304" pitchFamily="18" charset="0"/>
                <a:ea typeface="宋体" panose="02010600030101010101" pitchFamily="2" charset="-122"/>
              </a:rPr>
              <a:t>选择电位参考点的原则</a:t>
            </a:r>
          </a:p>
          <a:p>
            <a:pPr algn="just" eaLnBrk="1" hangingPunct="1">
              <a:lnSpc>
                <a:spcPct val="130000"/>
              </a:lnSpc>
              <a:buFontTx/>
              <a:buBlip>
                <a:blip r:embed="rId6"/>
              </a:buBlip>
            </a:pPr>
            <a:r>
              <a:rPr kumimoji="1" lang="zh-CN" altLang="en-US" b="1">
                <a:solidFill>
                  <a:srgbClr val="000066"/>
                </a:solidFill>
                <a:latin typeface="Times New Roman" panose="02020603050405020304" pitchFamily="18" charset="0"/>
                <a:ea typeface="宋体" panose="02010600030101010101" pitchFamily="2" charset="-122"/>
              </a:rPr>
              <a:t>   </a:t>
            </a:r>
            <a:r>
              <a:rPr kumimoji="1" lang="zh-CN" altLang="en-US" b="1">
                <a:solidFill>
                  <a:schemeClr val="bg1"/>
                </a:solidFill>
                <a:latin typeface="Times New Roman" panose="02020603050405020304" pitchFamily="18" charset="0"/>
              </a:rPr>
              <a:t>应使电位表达式有意义（例如：当电位无穷大时就没意义）。</a:t>
            </a:r>
          </a:p>
          <a:p>
            <a:pPr algn="just" eaLnBrk="1" hangingPunct="1">
              <a:lnSpc>
                <a:spcPct val="130000"/>
              </a:lnSpc>
              <a:buFontTx/>
              <a:buBlip>
                <a:blip r:embed="rId6"/>
              </a:buBlip>
            </a:pPr>
            <a:r>
              <a:rPr kumimoji="1" lang="zh-CN" altLang="en-US" b="1">
                <a:solidFill>
                  <a:schemeClr val="bg1"/>
                </a:solidFill>
                <a:latin typeface="Times New Roman" panose="02020603050405020304" pitchFamily="18" charset="0"/>
              </a:rPr>
              <a:t>   应使电位表达式最简单。</a:t>
            </a:r>
            <a:r>
              <a:rPr kumimoji="1" lang="zh-CN" altLang="en-US" b="1">
                <a:solidFill>
                  <a:srgbClr val="FF9933"/>
                </a:solidFill>
                <a:latin typeface="Times New Roman" panose="02020603050405020304" pitchFamily="18" charset="0"/>
              </a:rPr>
              <a:t>若电荷分布在有限区域，通常取无</a:t>
            </a:r>
          </a:p>
          <a:p>
            <a:pPr algn="just" eaLnBrk="1" hangingPunct="1">
              <a:lnSpc>
                <a:spcPct val="130000"/>
              </a:lnSpc>
            </a:pPr>
            <a:r>
              <a:rPr kumimoji="1" lang="zh-CN" altLang="en-US" b="1">
                <a:solidFill>
                  <a:srgbClr val="FF9933"/>
                </a:solidFill>
                <a:latin typeface="Times New Roman" panose="02020603050405020304" pitchFamily="18" charset="0"/>
              </a:rPr>
              <a:t>      限远作电位参考点。</a:t>
            </a:r>
          </a:p>
          <a:p>
            <a:pPr algn="just" eaLnBrk="1" hangingPunct="1">
              <a:lnSpc>
                <a:spcPct val="130000"/>
              </a:lnSpc>
              <a:buFontTx/>
              <a:buBlip>
                <a:blip r:embed="rId6"/>
              </a:buBlip>
            </a:pPr>
            <a:r>
              <a:rPr kumimoji="1" lang="zh-CN" altLang="en-US" b="1">
                <a:solidFill>
                  <a:schemeClr val="bg1"/>
                </a:solidFill>
                <a:latin typeface="Times New Roman" panose="02020603050405020304" pitchFamily="18" charset="0"/>
              </a:rPr>
              <a:t>   同一个问题只能有一个参考点。</a:t>
            </a:r>
          </a:p>
        </p:txBody>
      </p:sp>
      <p:sp>
        <p:nvSpPr>
          <p:cNvPr id="577576" name="Text Box 40">
            <a:extLst>
              <a:ext uri="{FF2B5EF4-FFF2-40B4-BE49-F238E27FC236}">
                <a16:creationId xmlns:a16="http://schemas.microsoft.com/office/drawing/2014/main" id="{76D072CA-5D00-18C8-1FFA-ECA48F858D2F}"/>
              </a:ext>
            </a:extLst>
          </p:cNvPr>
          <p:cNvSpPr txBox="1">
            <a:spLocks noChangeArrowheads="1"/>
          </p:cNvSpPr>
          <p:nvPr/>
        </p:nvSpPr>
        <p:spPr bwMode="auto">
          <a:xfrm>
            <a:off x="107950" y="333375"/>
            <a:ext cx="327818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en-US" altLang="zh-CN" b="1">
                <a:solidFill>
                  <a:srgbClr val="FF7C80"/>
                </a:solidFill>
                <a:latin typeface="Times New Roman" panose="02020603050405020304" pitchFamily="18" charset="0"/>
                <a:ea typeface="宋体" panose="02010600030101010101" pitchFamily="2" charset="-122"/>
              </a:rPr>
              <a:t>5.   </a:t>
            </a:r>
            <a:r>
              <a:rPr kumimoji="1" lang="zh-CN" altLang="en-US" b="1">
                <a:solidFill>
                  <a:srgbClr val="FF7C80"/>
                </a:solidFill>
                <a:latin typeface="Times New Roman" panose="02020603050405020304" pitchFamily="18" charset="0"/>
                <a:ea typeface="宋体" panose="02010600030101010101" pitchFamily="2" charset="-122"/>
              </a:rPr>
              <a:t>电位参考点</a:t>
            </a:r>
          </a:p>
        </p:txBody>
      </p:sp>
      <p:sp>
        <p:nvSpPr>
          <p:cNvPr id="577577" name="Text Box 41">
            <a:extLst>
              <a:ext uri="{FF2B5EF4-FFF2-40B4-BE49-F238E27FC236}">
                <a16:creationId xmlns:a16="http://schemas.microsoft.com/office/drawing/2014/main" id="{E41F1C4E-F668-DBE4-D6DD-336AA3D338F5}"/>
              </a:ext>
            </a:extLst>
          </p:cNvPr>
          <p:cNvSpPr txBox="1">
            <a:spLocks noChangeArrowheads="1"/>
          </p:cNvSpPr>
          <p:nvPr/>
        </p:nvSpPr>
        <p:spPr bwMode="auto">
          <a:xfrm>
            <a:off x="0" y="1700213"/>
            <a:ext cx="9144000"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zh-CN" altLang="en-US" b="1">
                <a:solidFill>
                  <a:srgbClr val="000066"/>
                </a:solidFill>
                <a:latin typeface="Times New Roman" panose="02020603050405020304" pitchFamily="18" charset="0"/>
                <a:ea typeface="宋体" panose="02010600030101010101" pitchFamily="2" charset="-122"/>
              </a:rPr>
              <a:t>　  </a:t>
            </a:r>
            <a:r>
              <a:rPr kumimoji="1" lang="zh-CN" altLang="en-US" b="1">
                <a:solidFill>
                  <a:schemeClr val="bg1"/>
                </a:solidFill>
                <a:latin typeface="Times New Roman" panose="02020603050405020304" pitchFamily="18" charset="0"/>
              </a:rPr>
              <a:t>为使空间各点电位具有确定值，可以选定空间某一点作为参考点，且令参考点的电位为零，由于空间各点与参考点的电位差为确定值，所以该点的电位也就具有确定值，即</a:t>
            </a:r>
          </a:p>
        </p:txBody>
      </p:sp>
      <p:sp>
        <p:nvSpPr>
          <p:cNvPr id="19471" name="AutoShape 45">
            <a:hlinkClick r:id="rId7" action="ppaction://hlinksldjump" highlightClick="1"/>
            <a:extLst>
              <a:ext uri="{FF2B5EF4-FFF2-40B4-BE49-F238E27FC236}">
                <a16:creationId xmlns:a16="http://schemas.microsoft.com/office/drawing/2014/main" id="{39E8BF3F-8343-BBDB-AE34-A61354A8673E}"/>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9472" name="AutoShape 46">
            <a:hlinkClick r:id="" action="ppaction://hlinkshowjump?jump=previousslide" highlightClick="1"/>
            <a:extLst>
              <a:ext uri="{FF2B5EF4-FFF2-40B4-BE49-F238E27FC236}">
                <a16:creationId xmlns:a16="http://schemas.microsoft.com/office/drawing/2014/main" id="{50AED4F4-C2EA-01D6-DB79-B36D378DAB25}"/>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9473" name="AutoShape 47">
            <a:hlinkClick r:id="" action="ppaction://hlinkshowjump?jump=nextslide" highlightClick="1"/>
            <a:extLst>
              <a:ext uri="{FF2B5EF4-FFF2-40B4-BE49-F238E27FC236}">
                <a16:creationId xmlns:a16="http://schemas.microsoft.com/office/drawing/2014/main" id="{1D541990-4F1B-9D0D-5165-38EE92ED6F0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19474" name="AutoShape 48">
            <a:hlinkClick r:id="" action="ppaction://hlinkshowjump?jump=lastslide" highlightClick="1"/>
            <a:extLst>
              <a:ext uri="{FF2B5EF4-FFF2-40B4-BE49-F238E27FC236}">
                <a16:creationId xmlns:a16="http://schemas.microsoft.com/office/drawing/2014/main" id="{6B8B24F4-CC41-17A4-F7D8-C3C42C786FF2}"/>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77576"/>
                                        </p:tgtEl>
                                        <p:attrNameLst>
                                          <p:attrName>style.visibility</p:attrName>
                                        </p:attrNameLst>
                                      </p:cBhvr>
                                      <p:to>
                                        <p:strVal val="visible"/>
                                      </p:to>
                                    </p:set>
                                    <p:animEffect transition="in" filter="wipe(up)">
                                      <p:cBhvr>
                                        <p:cTn id="7" dur="2000"/>
                                        <p:tgtEl>
                                          <p:spTgt spid="5775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7540"/>
                                        </p:tgtEl>
                                        <p:attrNameLst>
                                          <p:attrName>style.visibility</p:attrName>
                                        </p:attrNameLst>
                                      </p:cBhvr>
                                      <p:to>
                                        <p:strVal val="visible"/>
                                      </p:to>
                                    </p:set>
                                    <p:animEffect transition="in" filter="wipe(up)">
                                      <p:cBhvr>
                                        <p:cTn id="12" dur="2000"/>
                                        <p:tgtEl>
                                          <p:spTgt spid="577540"/>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577545"/>
                                        </p:tgtEl>
                                        <p:attrNameLst>
                                          <p:attrName>style.visibility</p:attrName>
                                        </p:attrNameLst>
                                      </p:cBhvr>
                                      <p:to>
                                        <p:strVal val="visible"/>
                                      </p:to>
                                    </p:set>
                                    <p:animEffect transition="in" filter="wipe(up)">
                                      <p:cBhvr>
                                        <p:cTn id="16" dur="2000"/>
                                        <p:tgtEl>
                                          <p:spTgt spid="5775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577577"/>
                                        </p:tgtEl>
                                        <p:attrNameLst>
                                          <p:attrName>style.visibility</p:attrName>
                                        </p:attrNameLst>
                                      </p:cBhvr>
                                      <p:to>
                                        <p:strVal val="visible"/>
                                      </p:to>
                                    </p:set>
                                    <p:animEffect transition="in" filter="wipe(up)">
                                      <p:cBhvr>
                                        <p:cTn id="21" dur="3000"/>
                                        <p:tgtEl>
                                          <p:spTgt spid="5775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77565"/>
                                        </p:tgtEl>
                                        <p:attrNameLst>
                                          <p:attrName>style.visibility</p:attrName>
                                        </p:attrNameLst>
                                      </p:cBhvr>
                                      <p:to>
                                        <p:strVal val="visible"/>
                                      </p:to>
                                    </p:set>
                                    <p:animEffect transition="in" filter="wipe(up)">
                                      <p:cBhvr>
                                        <p:cTn id="26" dur="2000"/>
                                        <p:tgtEl>
                                          <p:spTgt spid="577565"/>
                                        </p:tgtEl>
                                      </p:cBhvr>
                                    </p:animEffect>
                                  </p:childTnLst>
                                </p:cTn>
                              </p:par>
                            </p:childTnLst>
                          </p:cTn>
                        </p:par>
                        <p:par>
                          <p:cTn id="27" fill="hold" nodeType="afterGroup">
                            <p:stCondLst>
                              <p:cond delay="2000"/>
                            </p:stCondLst>
                            <p:childTnLst>
                              <p:par>
                                <p:cTn id="28" presetID="22" presetClass="entr" presetSubtype="8" fill="hold" nodeType="afterEffect">
                                  <p:stCondLst>
                                    <p:cond delay="0"/>
                                  </p:stCondLst>
                                  <p:childTnLst>
                                    <p:set>
                                      <p:cBhvr>
                                        <p:cTn id="29" dur="1" fill="hold">
                                          <p:stCondLst>
                                            <p:cond delay="0"/>
                                          </p:stCondLst>
                                        </p:cTn>
                                        <p:tgtEl>
                                          <p:spTgt spid="577566"/>
                                        </p:tgtEl>
                                        <p:attrNameLst>
                                          <p:attrName>style.visibility</p:attrName>
                                        </p:attrNameLst>
                                      </p:cBhvr>
                                      <p:to>
                                        <p:strVal val="visible"/>
                                      </p:to>
                                    </p:set>
                                    <p:animEffect transition="in" filter="wipe(left)">
                                      <p:cBhvr>
                                        <p:cTn id="30" dur="1000"/>
                                        <p:tgtEl>
                                          <p:spTgt spid="577566"/>
                                        </p:tgtEl>
                                      </p:cBhvr>
                                    </p:animEffect>
                                  </p:childTnLst>
                                </p:cTn>
                              </p:par>
                            </p:childTnLst>
                          </p:cTn>
                        </p:par>
                        <p:par>
                          <p:cTn id="31" fill="hold" nodeType="afterGroup">
                            <p:stCondLst>
                              <p:cond delay="3000"/>
                            </p:stCondLst>
                            <p:childTnLst>
                              <p:par>
                                <p:cTn id="32" presetID="22" presetClass="entr" presetSubtype="1" fill="hold" grpId="0" nodeType="afterEffect">
                                  <p:stCondLst>
                                    <p:cond delay="0"/>
                                  </p:stCondLst>
                                  <p:childTnLst>
                                    <p:set>
                                      <p:cBhvr>
                                        <p:cTn id="33" dur="1" fill="hold">
                                          <p:stCondLst>
                                            <p:cond delay="0"/>
                                          </p:stCondLst>
                                        </p:cTn>
                                        <p:tgtEl>
                                          <p:spTgt spid="577567"/>
                                        </p:tgtEl>
                                        <p:attrNameLst>
                                          <p:attrName>style.visibility</p:attrName>
                                        </p:attrNameLst>
                                      </p:cBhvr>
                                      <p:to>
                                        <p:strVal val="visible"/>
                                      </p:to>
                                    </p:set>
                                    <p:animEffect transition="in" filter="wipe(up)">
                                      <p:cBhvr>
                                        <p:cTn id="34" dur="2000"/>
                                        <p:tgtEl>
                                          <p:spTgt spid="577567"/>
                                        </p:tgtEl>
                                      </p:cBhvr>
                                    </p:animEffect>
                                  </p:childTnLst>
                                </p:cTn>
                              </p:par>
                            </p:childTnLst>
                          </p:cTn>
                        </p:par>
                        <p:par>
                          <p:cTn id="35" fill="hold" nodeType="afterGroup">
                            <p:stCondLst>
                              <p:cond delay="5000"/>
                            </p:stCondLst>
                            <p:childTnLst>
                              <p:par>
                                <p:cTn id="36" presetID="22" presetClass="entr" presetSubtype="8" fill="hold" nodeType="afterEffect">
                                  <p:stCondLst>
                                    <p:cond delay="0"/>
                                  </p:stCondLst>
                                  <p:childTnLst>
                                    <p:set>
                                      <p:cBhvr>
                                        <p:cTn id="37" dur="1" fill="hold">
                                          <p:stCondLst>
                                            <p:cond delay="0"/>
                                          </p:stCondLst>
                                        </p:cTn>
                                        <p:tgtEl>
                                          <p:spTgt spid="577571"/>
                                        </p:tgtEl>
                                        <p:attrNameLst>
                                          <p:attrName>style.visibility</p:attrName>
                                        </p:attrNameLst>
                                      </p:cBhvr>
                                      <p:to>
                                        <p:strVal val="visible"/>
                                      </p:to>
                                    </p:set>
                                    <p:animEffect transition="in" filter="wipe(left)">
                                      <p:cBhvr>
                                        <p:cTn id="38" dur="1000"/>
                                        <p:tgtEl>
                                          <p:spTgt spid="577571"/>
                                        </p:tgtEl>
                                      </p:cBhvr>
                                    </p:animEffect>
                                  </p:childTnLst>
                                </p:cTn>
                              </p:par>
                            </p:childTnLst>
                          </p:cTn>
                        </p:par>
                        <p:par>
                          <p:cTn id="39" fill="hold" nodeType="afterGroup">
                            <p:stCondLst>
                              <p:cond delay="6000"/>
                            </p:stCondLst>
                            <p:childTnLst>
                              <p:par>
                                <p:cTn id="40" presetID="22" presetClass="entr" presetSubtype="1" fill="hold" grpId="0" nodeType="afterEffect">
                                  <p:stCondLst>
                                    <p:cond delay="0"/>
                                  </p:stCondLst>
                                  <p:childTnLst>
                                    <p:set>
                                      <p:cBhvr>
                                        <p:cTn id="41" dur="1" fill="hold">
                                          <p:stCondLst>
                                            <p:cond delay="0"/>
                                          </p:stCondLst>
                                        </p:cTn>
                                        <p:tgtEl>
                                          <p:spTgt spid="577569"/>
                                        </p:tgtEl>
                                        <p:attrNameLst>
                                          <p:attrName>style.visibility</p:attrName>
                                        </p:attrNameLst>
                                      </p:cBhvr>
                                      <p:to>
                                        <p:strVal val="visible"/>
                                      </p:to>
                                    </p:set>
                                    <p:animEffect transition="in" filter="wipe(up)">
                                      <p:cBhvr>
                                        <p:cTn id="42" dur="2000"/>
                                        <p:tgtEl>
                                          <p:spTgt spid="577569"/>
                                        </p:tgtEl>
                                      </p:cBhvr>
                                    </p:animEffect>
                                  </p:childTnLst>
                                </p:cTn>
                              </p:par>
                            </p:childTnLst>
                          </p:cTn>
                        </p:par>
                        <p:par>
                          <p:cTn id="43" fill="hold" nodeType="afterGroup">
                            <p:stCondLst>
                              <p:cond delay="8000"/>
                            </p:stCondLst>
                            <p:childTnLst>
                              <p:par>
                                <p:cTn id="44" presetID="22" presetClass="entr" presetSubtype="4" fill="hold" nodeType="afterEffect">
                                  <p:stCondLst>
                                    <p:cond delay="0"/>
                                  </p:stCondLst>
                                  <p:childTnLst>
                                    <p:set>
                                      <p:cBhvr>
                                        <p:cTn id="45" dur="1" fill="hold">
                                          <p:stCondLst>
                                            <p:cond delay="0"/>
                                          </p:stCondLst>
                                        </p:cTn>
                                        <p:tgtEl>
                                          <p:spTgt spid="577573"/>
                                        </p:tgtEl>
                                        <p:attrNameLst>
                                          <p:attrName>style.visibility</p:attrName>
                                        </p:attrNameLst>
                                      </p:cBhvr>
                                      <p:to>
                                        <p:strVal val="visible"/>
                                      </p:to>
                                    </p:set>
                                    <p:animEffect transition="in" filter="wipe(down)">
                                      <p:cBhvr>
                                        <p:cTn id="46" dur="2000"/>
                                        <p:tgtEl>
                                          <p:spTgt spid="577573"/>
                                        </p:tgtEl>
                                      </p:cBhvr>
                                    </p:animEffect>
                                  </p:childTnLst>
                                </p:cTn>
                              </p:par>
                            </p:childTnLst>
                          </p:cTn>
                        </p:par>
                        <p:par>
                          <p:cTn id="47" fill="hold" nodeType="afterGroup">
                            <p:stCondLst>
                              <p:cond delay="10000"/>
                            </p:stCondLst>
                            <p:childTnLst>
                              <p:par>
                                <p:cTn id="48" presetID="22" presetClass="entr" presetSubtype="1" fill="hold" grpId="0" nodeType="afterEffect">
                                  <p:stCondLst>
                                    <p:cond delay="0"/>
                                  </p:stCondLst>
                                  <p:childTnLst>
                                    <p:set>
                                      <p:cBhvr>
                                        <p:cTn id="49" dur="1" fill="hold">
                                          <p:stCondLst>
                                            <p:cond delay="0"/>
                                          </p:stCondLst>
                                        </p:cTn>
                                        <p:tgtEl>
                                          <p:spTgt spid="577568"/>
                                        </p:tgtEl>
                                        <p:attrNameLst>
                                          <p:attrName>style.visibility</p:attrName>
                                        </p:attrNameLst>
                                      </p:cBhvr>
                                      <p:to>
                                        <p:strVal val="visible"/>
                                      </p:to>
                                    </p:set>
                                    <p:animEffect transition="in" filter="wipe(up)">
                                      <p:cBhvr>
                                        <p:cTn id="50" dur="2000"/>
                                        <p:tgtEl>
                                          <p:spTgt spid="57756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577574">
                                            <p:txEl>
                                              <p:pRg st="0" end="0"/>
                                            </p:txEl>
                                          </p:spTgt>
                                        </p:tgtEl>
                                        <p:attrNameLst>
                                          <p:attrName>style.visibility</p:attrName>
                                        </p:attrNameLst>
                                      </p:cBhvr>
                                      <p:to>
                                        <p:strVal val="visible"/>
                                      </p:to>
                                    </p:set>
                                    <p:animEffect transition="in" filter="wipe(up)">
                                      <p:cBhvr>
                                        <p:cTn id="55" dur="2000"/>
                                        <p:tgtEl>
                                          <p:spTgt spid="577574">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577574">
                                            <p:txEl>
                                              <p:pRg st="1" end="1"/>
                                            </p:txEl>
                                          </p:spTgt>
                                        </p:tgtEl>
                                        <p:attrNameLst>
                                          <p:attrName>style.visibility</p:attrName>
                                        </p:attrNameLst>
                                      </p:cBhvr>
                                      <p:to>
                                        <p:strVal val="visible"/>
                                      </p:to>
                                    </p:set>
                                    <p:animEffect transition="in" filter="wipe(up)">
                                      <p:cBhvr>
                                        <p:cTn id="60" dur="2000"/>
                                        <p:tgtEl>
                                          <p:spTgt spid="577574">
                                            <p:txEl>
                                              <p:pRg st="1" end="1"/>
                                            </p:txEl>
                                          </p:spTgt>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577574">
                                            <p:txEl>
                                              <p:pRg st="2" end="2"/>
                                            </p:txEl>
                                          </p:spTgt>
                                        </p:tgtEl>
                                        <p:attrNameLst>
                                          <p:attrName>style.visibility</p:attrName>
                                        </p:attrNameLst>
                                      </p:cBhvr>
                                      <p:to>
                                        <p:strVal val="visible"/>
                                      </p:to>
                                    </p:set>
                                    <p:animEffect transition="in" filter="wipe(up)">
                                      <p:cBhvr>
                                        <p:cTn id="65" dur="2000"/>
                                        <p:tgtEl>
                                          <p:spTgt spid="577574">
                                            <p:txEl>
                                              <p:pRg st="2" end="2"/>
                                            </p:txEl>
                                          </p:spTgt>
                                        </p:tgtEl>
                                      </p:cBhvr>
                                    </p:animEffect>
                                  </p:childTnLst>
                                </p:cTn>
                              </p:par>
                            </p:childTnLst>
                          </p:cTn>
                        </p:par>
                        <p:par>
                          <p:cTn id="66" fill="hold" nodeType="afterGroup">
                            <p:stCondLst>
                              <p:cond delay="2000"/>
                            </p:stCondLst>
                            <p:childTnLst>
                              <p:par>
                                <p:cTn id="67" presetID="22" presetClass="entr" presetSubtype="1" fill="hold" nodeType="afterEffect">
                                  <p:stCondLst>
                                    <p:cond delay="0"/>
                                  </p:stCondLst>
                                  <p:childTnLst>
                                    <p:set>
                                      <p:cBhvr>
                                        <p:cTn id="68" dur="1" fill="hold">
                                          <p:stCondLst>
                                            <p:cond delay="0"/>
                                          </p:stCondLst>
                                        </p:cTn>
                                        <p:tgtEl>
                                          <p:spTgt spid="577574">
                                            <p:txEl>
                                              <p:pRg st="3" end="3"/>
                                            </p:txEl>
                                          </p:spTgt>
                                        </p:tgtEl>
                                        <p:attrNameLst>
                                          <p:attrName>style.visibility</p:attrName>
                                        </p:attrNameLst>
                                      </p:cBhvr>
                                      <p:to>
                                        <p:strVal val="visible"/>
                                      </p:to>
                                    </p:set>
                                    <p:animEffect transition="in" filter="wipe(up)">
                                      <p:cBhvr>
                                        <p:cTn id="69" dur="2000"/>
                                        <p:tgtEl>
                                          <p:spTgt spid="577574">
                                            <p:txEl>
                                              <p:pRg st="3" end="3"/>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577574">
                                            <p:txEl>
                                              <p:pRg st="4" end="4"/>
                                            </p:txEl>
                                          </p:spTgt>
                                        </p:tgtEl>
                                        <p:attrNameLst>
                                          <p:attrName>style.visibility</p:attrName>
                                        </p:attrNameLst>
                                      </p:cBhvr>
                                      <p:to>
                                        <p:strVal val="visible"/>
                                      </p:to>
                                    </p:set>
                                    <p:animEffect transition="in" filter="wipe(up)">
                                      <p:cBhvr>
                                        <p:cTn id="74" dur="2000"/>
                                        <p:tgtEl>
                                          <p:spTgt spid="5775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40" grpId="0"/>
      <p:bldP spid="577565" grpId="0" animBg="1"/>
      <p:bldP spid="577567" grpId="0" animBg="1"/>
      <p:bldP spid="577568" grpId="0" animBg="1"/>
      <p:bldP spid="577569" grpId="0" animBg="1"/>
      <p:bldP spid="577576" grpId="0"/>
      <p:bldP spid="57757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2">
            <a:extLst>
              <a:ext uri="{FF2B5EF4-FFF2-40B4-BE49-F238E27FC236}">
                <a16:creationId xmlns:a16="http://schemas.microsoft.com/office/drawing/2014/main" id="{4B631B84-0E7C-E2D6-1312-F97467586E2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47F286B5-AC92-41A2-A80D-DD7A0AC67556}" type="slidenum">
              <a:rPr lang="en-US" altLang="zh-CN" sz="1400">
                <a:ea typeface="宋体" panose="02010600030101010101" pitchFamily="2" charset="-122"/>
              </a:rPr>
              <a:pPr/>
              <a:t>11</a:t>
            </a:fld>
            <a:endParaRPr lang="en-US" altLang="zh-CN" sz="1400">
              <a:ea typeface="宋体" panose="02010600030101010101" pitchFamily="2" charset="-122"/>
            </a:endParaRPr>
          </a:p>
        </p:txBody>
      </p:sp>
      <p:sp>
        <p:nvSpPr>
          <p:cNvPr id="583682" name="Rectangle 2">
            <a:extLst>
              <a:ext uri="{FF2B5EF4-FFF2-40B4-BE49-F238E27FC236}">
                <a16:creationId xmlns:a16="http://schemas.microsoft.com/office/drawing/2014/main" id="{F29FBB2A-40BC-AE43-894C-6B1066469570}"/>
              </a:ext>
            </a:extLst>
          </p:cNvPr>
          <p:cNvSpPr>
            <a:spLocks noGrp="1" noChangeArrowheads="1"/>
          </p:cNvSpPr>
          <p:nvPr>
            <p:ph type="body" idx="4294967295"/>
          </p:nvPr>
        </p:nvSpPr>
        <p:spPr bwMode="auto">
          <a:xfrm>
            <a:off x="112713" y="404813"/>
            <a:ext cx="7843837" cy="649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30000"/>
              </a:lnSpc>
              <a:spcBef>
                <a:spcPct val="0"/>
              </a:spcBef>
            </a:pPr>
            <a:r>
              <a:rPr kumimoji="1" lang="en-US" altLang="zh-CN" sz="2400" b="1">
                <a:solidFill>
                  <a:srgbClr val="FF7C80"/>
                </a:solidFill>
                <a:effectLst/>
                <a:latin typeface="Times New Roman" panose="02020603050405020304" pitchFamily="18" charset="0"/>
              </a:rPr>
              <a:t>6.  </a:t>
            </a:r>
            <a:r>
              <a:rPr kumimoji="1" lang="zh-CN" altLang="en-US" sz="2400" b="1">
                <a:solidFill>
                  <a:srgbClr val="FF7C80"/>
                </a:solidFill>
                <a:effectLst/>
                <a:latin typeface="Times New Roman" panose="02020603050405020304" pitchFamily="18" charset="0"/>
              </a:rPr>
              <a:t>静电位的边界条件</a:t>
            </a:r>
          </a:p>
        </p:txBody>
      </p:sp>
      <p:sp>
        <p:nvSpPr>
          <p:cNvPr id="583699" name="Text Box 19">
            <a:extLst>
              <a:ext uri="{FF2B5EF4-FFF2-40B4-BE49-F238E27FC236}">
                <a16:creationId xmlns:a16="http://schemas.microsoft.com/office/drawing/2014/main" id="{492948FC-C056-EB68-1456-6C8671804B40}"/>
              </a:ext>
            </a:extLst>
          </p:cNvPr>
          <p:cNvSpPr txBox="1">
            <a:spLocks noChangeArrowheads="1"/>
          </p:cNvSpPr>
          <p:nvPr/>
        </p:nvSpPr>
        <p:spPr bwMode="auto">
          <a:xfrm>
            <a:off x="71438" y="908050"/>
            <a:ext cx="8964612"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pPr>
            <a:r>
              <a:rPr kumimoji="1" lang="en-US" altLang="zh-CN" b="1">
                <a:solidFill>
                  <a:srgbClr val="000066"/>
                </a:solidFill>
                <a:latin typeface="Times New Roman" panose="02020603050405020304" pitchFamily="18" charset="0"/>
                <a:ea typeface="宋体" panose="02010600030101010101" pitchFamily="2" charset="-122"/>
              </a:rPr>
              <a:t>        </a:t>
            </a:r>
            <a:r>
              <a:rPr kumimoji="1" lang="zh-CN" altLang="en-US" b="1">
                <a:solidFill>
                  <a:schemeClr val="bg1"/>
                </a:solidFill>
                <a:latin typeface="Times New Roman" panose="02020603050405020304" pitchFamily="18" charset="0"/>
              </a:rPr>
              <a:t>设</a:t>
            </a:r>
            <a:r>
              <a:rPr kumimoji="1" lang="en-US" altLang="zh-CN" b="1" i="1">
                <a:solidFill>
                  <a:schemeClr val="bg1"/>
                </a:solidFill>
                <a:latin typeface="Times New Roman" panose="02020603050405020304" pitchFamily="18" charset="0"/>
              </a:rPr>
              <a:t>P</a:t>
            </a:r>
            <a:r>
              <a:rPr kumimoji="1" lang="en-US" altLang="zh-CN" b="1" baseline="-25000">
                <a:solidFill>
                  <a:schemeClr val="bg1"/>
                </a:solidFill>
                <a:latin typeface="Times New Roman" panose="02020603050405020304" pitchFamily="18" charset="0"/>
              </a:rPr>
              <a:t>1</a:t>
            </a:r>
            <a:r>
              <a:rPr kumimoji="1" lang="zh-CN" altLang="en-US" b="1">
                <a:solidFill>
                  <a:schemeClr val="bg1"/>
                </a:solidFill>
                <a:latin typeface="Times New Roman" panose="02020603050405020304" pitchFamily="18" charset="0"/>
              </a:rPr>
              <a:t>和</a:t>
            </a:r>
            <a:r>
              <a:rPr kumimoji="1" lang="en-US" altLang="zh-CN" b="1" i="1">
                <a:solidFill>
                  <a:schemeClr val="bg1"/>
                </a:solidFill>
                <a:latin typeface="Times New Roman" panose="02020603050405020304" pitchFamily="18" charset="0"/>
              </a:rPr>
              <a:t>P</a:t>
            </a:r>
            <a:r>
              <a:rPr kumimoji="1" lang="en-US" altLang="zh-CN" b="1" baseline="-25000">
                <a:solidFill>
                  <a:schemeClr val="bg1"/>
                </a:solidFill>
                <a:latin typeface="Times New Roman" panose="02020603050405020304" pitchFamily="18" charset="0"/>
              </a:rPr>
              <a:t>2</a:t>
            </a:r>
            <a:r>
              <a:rPr kumimoji="1" lang="zh-CN" altLang="en-US" b="1">
                <a:solidFill>
                  <a:schemeClr val="bg1"/>
                </a:solidFill>
                <a:latin typeface="Times New Roman" panose="02020603050405020304" pitchFamily="18" charset="0"/>
              </a:rPr>
              <a:t>是介质分界面两侧紧贴界面的相邻两点，其电位分别为</a:t>
            </a:r>
            <a:r>
              <a:rPr kumimoji="1" lang="zh-CN" altLang="en-US" i="1">
                <a:solidFill>
                  <a:schemeClr val="bg1"/>
                </a:solidFill>
                <a:latin typeface="Times New Roman" panose="02020603050405020304" pitchFamily="18" charset="0"/>
                <a:sym typeface="Symbol" panose="05050102010706020507" pitchFamily="18" charset="2"/>
              </a:rPr>
              <a:t></a:t>
            </a:r>
            <a:r>
              <a:rPr kumimoji="1" lang="en-US" altLang="zh-CN" b="1" baseline="-25000">
                <a:solidFill>
                  <a:schemeClr val="bg1"/>
                </a:solidFill>
                <a:latin typeface="Times New Roman" panose="02020603050405020304" pitchFamily="18" charset="0"/>
                <a:sym typeface="Symbol" panose="05050102010706020507" pitchFamily="18" charset="2"/>
              </a:rPr>
              <a:t>1</a:t>
            </a:r>
            <a:r>
              <a:rPr kumimoji="1" lang="zh-CN" altLang="en-US" b="1">
                <a:solidFill>
                  <a:schemeClr val="bg1"/>
                </a:solidFill>
                <a:latin typeface="Times New Roman" panose="02020603050405020304" pitchFamily="18" charset="0"/>
                <a:sym typeface="Symbol" panose="05050102010706020507" pitchFamily="18" charset="2"/>
              </a:rPr>
              <a:t>和</a:t>
            </a:r>
            <a:r>
              <a:rPr kumimoji="1" lang="zh-CN" altLang="en-US" i="1">
                <a:solidFill>
                  <a:schemeClr val="bg1"/>
                </a:solidFill>
                <a:latin typeface="Times New Roman" panose="02020603050405020304" pitchFamily="18" charset="0"/>
                <a:sym typeface="Symbol" panose="05050102010706020507" pitchFamily="18" charset="2"/>
              </a:rPr>
              <a:t></a:t>
            </a:r>
            <a:r>
              <a:rPr kumimoji="1" lang="en-US" altLang="zh-CN" b="1" baseline="-25000">
                <a:solidFill>
                  <a:schemeClr val="bg1"/>
                </a:solidFill>
                <a:latin typeface="Times New Roman" panose="02020603050405020304" pitchFamily="18" charset="0"/>
                <a:sym typeface="Symbol" panose="05050102010706020507" pitchFamily="18" charset="2"/>
              </a:rPr>
              <a:t>2</a:t>
            </a:r>
            <a:r>
              <a:rPr kumimoji="1" lang="zh-CN" altLang="en-US" b="1">
                <a:solidFill>
                  <a:schemeClr val="bg1"/>
                </a:solidFill>
                <a:latin typeface="Times New Roman" panose="02020603050405020304" pitchFamily="18" charset="0"/>
                <a:sym typeface="Symbol" panose="05050102010706020507" pitchFamily="18" charset="2"/>
              </a:rPr>
              <a:t>。</a:t>
            </a:r>
            <a:r>
              <a:rPr kumimoji="1" lang="zh-CN" altLang="en-US" b="1">
                <a:solidFill>
                  <a:schemeClr val="bg1"/>
                </a:solidFill>
                <a:latin typeface="Times New Roman" panose="02020603050405020304" pitchFamily="18" charset="0"/>
              </a:rPr>
              <a:t>当两点间距离</a:t>
            </a:r>
            <a:r>
              <a:rPr kumimoji="1" lang="el-GR" altLang="zh-CN" b="1">
                <a:solidFill>
                  <a:schemeClr val="bg1"/>
                </a:solidFill>
                <a:latin typeface="楷体_GB2312" pitchFamily="49" charset="-122"/>
              </a:rPr>
              <a:t>Δ</a:t>
            </a:r>
            <a:r>
              <a:rPr kumimoji="1" lang="en-US" altLang="zh-CN" i="1">
                <a:solidFill>
                  <a:schemeClr val="bg1"/>
                </a:solidFill>
                <a:latin typeface="Times New Roman" panose="02020603050405020304" pitchFamily="18" charset="0"/>
              </a:rPr>
              <a:t>l</a:t>
            </a:r>
            <a:r>
              <a:rPr kumimoji="1" lang="en-US" altLang="zh-CN" b="1">
                <a:solidFill>
                  <a:schemeClr val="bg1"/>
                </a:solidFill>
                <a:latin typeface="Times New Roman" panose="02020603050405020304" pitchFamily="18" charset="0"/>
              </a:rPr>
              <a:t>→0</a:t>
            </a:r>
            <a:r>
              <a:rPr kumimoji="1" lang="zh-CN" altLang="en-US" b="1">
                <a:solidFill>
                  <a:schemeClr val="bg1"/>
                </a:solidFill>
                <a:latin typeface="Times New Roman" panose="02020603050405020304" pitchFamily="18" charset="0"/>
              </a:rPr>
              <a:t>时</a:t>
            </a:r>
            <a:endParaRPr kumimoji="1" lang="zh-CN" altLang="en-US" b="1">
              <a:solidFill>
                <a:schemeClr val="bg1"/>
              </a:solidFill>
              <a:latin typeface="Times New Roman" panose="02020603050405020304" pitchFamily="18" charset="0"/>
              <a:sym typeface="Symbol" panose="05050102010706020507" pitchFamily="18" charset="2"/>
            </a:endParaRPr>
          </a:p>
        </p:txBody>
      </p:sp>
      <p:sp>
        <p:nvSpPr>
          <p:cNvPr id="583719" name="Rectangle 39">
            <a:extLst>
              <a:ext uri="{FF2B5EF4-FFF2-40B4-BE49-F238E27FC236}">
                <a16:creationId xmlns:a16="http://schemas.microsoft.com/office/drawing/2014/main" id="{54D4CDFF-7088-BF0A-D363-301DDEA38952}"/>
              </a:ext>
            </a:extLst>
          </p:cNvPr>
          <p:cNvSpPr>
            <a:spLocks noChangeArrowheads="1"/>
          </p:cNvSpPr>
          <p:nvPr/>
        </p:nvSpPr>
        <p:spPr bwMode="auto">
          <a:xfrm>
            <a:off x="107950" y="5803900"/>
            <a:ext cx="554355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Char char="•"/>
            </a:pPr>
            <a:r>
              <a:rPr lang="zh-CN" altLang="en-US" b="1">
                <a:solidFill>
                  <a:schemeClr val="bg1"/>
                </a:solidFill>
                <a:latin typeface="楷体_GB2312" pitchFamily="49" charset="-122"/>
              </a:rPr>
              <a:t>导体表面上电位的边界条件：</a:t>
            </a:r>
            <a:endParaRPr lang="zh-CN" altLang="en-US">
              <a:solidFill>
                <a:schemeClr val="bg1"/>
              </a:solidFill>
              <a:latin typeface="楷体_GB2312" pitchFamily="49" charset="-122"/>
            </a:endParaRPr>
          </a:p>
        </p:txBody>
      </p:sp>
      <p:graphicFrame>
        <p:nvGraphicFramePr>
          <p:cNvPr id="583729" name="Object 49">
            <a:extLst>
              <a:ext uri="{FF2B5EF4-FFF2-40B4-BE49-F238E27FC236}">
                <a16:creationId xmlns:a16="http://schemas.microsoft.com/office/drawing/2014/main" id="{8BA45E8C-FCCB-B15E-DB22-63AF50ABDA44}"/>
              </a:ext>
            </a:extLst>
          </p:cNvPr>
          <p:cNvGraphicFramePr>
            <a:graphicFrameLocks noChangeAspect="1"/>
          </p:cNvGraphicFramePr>
          <p:nvPr>
            <p:extLst>
              <p:ext uri="{D42A27DB-BD31-4B8C-83A1-F6EECF244321}">
                <p14:modId xmlns:p14="http://schemas.microsoft.com/office/powerpoint/2010/main" val="2271770439"/>
              </p:ext>
            </p:extLst>
          </p:nvPr>
        </p:nvGraphicFramePr>
        <p:xfrm>
          <a:off x="900113" y="2011363"/>
          <a:ext cx="4103687" cy="812800"/>
        </p:xfrm>
        <a:graphic>
          <a:graphicData uri="http://schemas.openxmlformats.org/presentationml/2006/ole">
            <mc:AlternateContent xmlns:mc="http://schemas.openxmlformats.org/markup-compatibility/2006">
              <mc:Choice xmlns:v="urn:schemas-microsoft-com:vml" Requires="v">
                <p:oleObj name="公式" r:id="rId3" imgW="1530278" imgH="279265" progId="Equation.3">
                  <p:embed/>
                </p:oleObj>
              </mc:Choice>
              <mc:Fallback>
                <p:oleObj name="公式" r:id="rId3" imgW="1530278" imgH="279265" progId="Equation.3">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011363"/>
                        <a:ext cx="4103687" cy="8128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83749" name="Group 69">
            <a:extLst>
              <a:ext uri="{FF2B5EF4-FFF2-40B4-BE49-F238E27FC236}">
                <a16:creationId xmlns:a16="http://schemas.microsoft.com/office/drawing/2014/main" id="{FAB6E3BA-DDDA-E0A2-10C6-E5C5433107D1}"/>
              </a:ext>
            </a:extLst>
          </p:cNvPr>
          <p:cNvGrpSpPr>
            <a:grpSpLocks/>
          </p:cNvGrpSpPr>
          <p:nvPr/>
        </p:nvGrpSpPr>
        <p:grpSpPr bwMode="auto">
          <a:xfrm>
            <a:off x="71438" y="3451225"/>
            <a:ext cx="4897438" cy="554038"/>
            <a:chOff x="45" y="2174"/>
            <a:chExt cx="3085" cy="349"/>
          </a:xfrm>
        </p:grpSpPr>
        <p:graphicFrame>
          <p:nvGraphicFramePr>
            <p:cNvPr id="21551" name="Object 6">
              <a:extLst>
                <a:ext uri="{FF2B5EF4-FFF2-40B4-BE49-F238E27FC236}">
                  <a16:creationId xmlns:a16="http://schemas.microsoft.com/office/drawing/2014/main" id="{6CD5436C-49B2-6C39-9958-F04C17CAD55A}"/>
                </a:ext>
              </a:extLst>
            </p:cNvPr>
            <p:cNvGraphicFramePr>
              <a:graphicFrameLocks noChangeAspect="1"/>
            </p:cNvGraphicFramePr>
            <p:nvPr>
              <p:extLst>
                <p:ext uri="{D42A27DB-BD31-4B8C-83A1-F6EECF244321}">
                  <p14:modId xmlns:p14="http://schemas.microsoft.com/office/powerpoint/2010/main" val="1927552604"/>
                </p:ext>
              </p:extLst>
            </p:nvPr>
          </p:nvGraphicFramePr>
          <p:xfrm>
            <a:off x="345" y="2183"/>
            <a:ext cx="1492" cy="340"/>
          </p:xfrm>
          <a:graphic>
            <a:graphicData uri="http://schemas.openxmlformats.org/presentationml/2006/ole">
              <mc:AlternateContent xmlns:mc="http://schemas.openxmlformats.org/markup-compatibility/2006">
                <mc:Choice xmlns:v="urn:schemas-microsoft-com:vml" Requires="v">
                  <p:oleObj name="公式" r:id="rId5" imgW="1053940" imgH="177935" progId="Equation.3">
                    <p:embed/>
                  </p:oleObj>
                </mc:Choice>
                <mc:Fallback>
                  <p:oleObj name="公式" r:id="rId5" imgW="1053940" imgH="17793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 y="2183"/>
                          <a:ext cx="1492" cy="34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52" name="Object 7">
              <a:extLst>
                <a:ext uri="{FF2B5EF4-FFF2-40B4-BE49-F238E27FC236}">
                  <a16:creationId xmlns:a16="http://schemas.microsoft.com/office/drawing/2014/main" id="{EC14CB2B-5D1C-D64A-68D2-E9217149C303}"/>
                </a:ext>
              </a:extLst>
            </p:cNvPr>
            <p:cNvGraphicFramePr>
              <a:graphicFrameLocks noChangeAspect="1"/>
            </p:cNvGraphicFramePr>
            <p:nvPr>
              <p:extLst>
                <p:ext uri="{D42A27DB-BD31-4B8C-83A1-F6EECF244321}">
                  <p14:modId xmlns:p14="http://schemas.microsoft.com/office/powerpoint/2010/main" val="264362165"/>
                </p:ext>
              </p:extLst>
            </p:nvPr>
          </p:nvGraphicFramePr>
          <p:xfrm>
            <a:off x="2041" y="2182"/>
            <a:ext cx="1089" cy="341"/>
          </p:xfrm>
          <a:graphic>
            <a:graphicData uri="http://schemas.openxmlformats.org/presentationml/2006/ole">
              <mc:AlternateContent xmlns:mc="http://schemas.openxmlformats.org/markup-compatibility/2006">
                <mc:Choice xmlns:v="urn:schemas-microsoft-com:vml" Requires="v">
                  <p:oleObj name="公式" r:id="rId7" imgW="616081" imgH="164965" progId="Equation.3">
                    <p:embed/>
                  </p:oleObj>
                </mc:Choice>
                <mc:Fallback>
                  <p:oleObj name="公式" r:id="rId7" imgW="616081" imgH="164965"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1" y="2182"/>
                          <a:ext cx="1089" cy="341"/>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53" name="Text Box 51">
              <a:extLst>
                <a:ext uri="{FF2B5EF4-FFF2-40B4-BE49-F238E27FC236}">
                  <a16:creationId xmlns:a16="http://schemas.microsoft.com/office/drawing/2014/main" id="{869A67F8-5CC7-D342-119A-9EE68BA67126}"/>
                </a:ext>
              </a:extLst>
            </p:cNvPr>
            <p:cNvSpPr txBox="1">
              <a:spLocks noChangeArrowheads="1"/>
            </p:cNvSpPr>
            <p:nvPr/>
          </p:nvSpPr>
          <p:spPr bwMode="auto">
            <a:xfrm>
              <a:off x="45" y="2174"/>
              <a:ext cx="2268"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dirty="0">
                  <a:solidFill>
                    <a:schemeClr val="bg1"/>
                  </a:solidFill>
                  <a:latin typeface="楷体_GB2312" pitchFamily="49" charset="-122"/>
                </a:rPr>
                <a:t>由                           和</a:t>
              </a:r>
            </a:p>
          </p:txBody>
        </p:sp>
      </p:grpSp>
      <p:grpSp>
        <p:nvGrpSpPr>
          <p:cNvPr id="583734" name="Group 54">
            <a:extLst>
              <a:ext uri="{FF2B5EF4-FFF2-40B4-BE49-F238E27FC236}">
                <a16:creationId xmlns:a16="http://schemas.microsoft.com/office/drawing/2014/main" id="{4AD4B4FA-751F-4927-F11A-1889988DE616}"/>
              </a:ext>
            </a:extLst>
          </p:cNvPr>
          <p:cNvGrpSpPr>
            <a:grpSpLocks/>
          </p:cNvGrpSpPr>
          <p:nvPr/>
        </p:nvGrpSpPr>
        <p:grpSpPr bwMode="auto">
          <a:xfrm>
            <a:off x="5508625" y="1773238"/>
            <a:ext cx="3313113" cy="2520950"/>
            <a:chOff x="3651" y="1026"/>
            <a:chExt cx="1951" cy="1452"/>
          </a:xfrm>
        </p:grpSpPr>
        <p:grpSp>
          <p:nvGrpSpPr>
            <p:cNvPr id="21533" name="Group 48">
              <a:extLst>
                <a:ext uri="{FF2B5EF4-FFF2-40B4-BE49-F238E27FC236}">
                  <a16:creationId xmlns:a16="http://schemas.microsoft.com/office/drawing/2014/main" id="{74DAFDA6-A790-AD1F-2F37-45297AC69AC2}"/>
                </a:ext>
              </a:extLst>
            </p:cNvPr>
            <p:cNvGrpSpPr>
              <a:grpSpLocks/>
            </p:cNvGrpSpPr>
            <p:nvPr/>
          </p:nvGrpSpPr>
          <p:grpSpPr bwMode="auto">
            <a:xfrm>
              <a:off x="3651" y="1026"/>
              <a:ext cx="1951" cy="1451"/>
              <a:chOff x="3515" y="1979"/>
              <a:chExt cx="2041" cy="1451"/>
            </a:xfrm>
          </p:grpSpPr>
          <p:sp>
            <p:nvSpPr>
              <p:cNvPr id="21535" name="Rectangle 11">
                <a:extLst>
                  <a:ext uri="{FF2B5EF4-FFF2-40B4-BE49-F238E27FC236}">
                    <a16:creationId xmlns:a16="http://schemas.microsoft.com/office/drawing/2014/main" id="{2488CF12-5761-1615-7FF8-5C351127FEBA}"/>
                  </a:ext>
                </a:extLst>
              </p:cNvPr>
              <p:cNvSpPr>
                <a:spLocks noChangeArrowheads="1"/>
              </p:cNvSpPr>
              <p:nvPr/>
            </p:nvSpPr>
            <p:spPr bwMode="auto">
              <a:xfrm>
                <a:off x="3515" y="1979"/>
                <a:ext cx="2041" cy="729"/>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1536" name="Rectangle 12">
                <a:extLst>
                  <a:ext uri="{FF2B5EF4-FFF2-40B4-BE49-F238E27FC236}">
                    <a16:creationId xmlns:a16="http://schemas.microsoft.com/office/drawing/2014/main" id="{D76EBD87-EBE4-ED1C-5B05-346FA15706A4}"/>
                  </a:ext>
                </a:extLst>
              </p:cNvPr>
              <p:cNvSpPr>
                <a:spLocks noChangeArrowheads="1"/>
              </p:cNvSpPr>
              <p:nvPr/>
            </p:nvSpPr>
            <p:spPr bwMode="auto">
              <a:xfrm>
                <a:off x="3515" y="2704"/>
                <a:ext cx="2041" cy="726"/>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21537" name="Object 13">
                <a:extLst>
                  <a:ext uri="{FF2B5EF4-FFF2-40B4-BE49-F238E27FC236}">
                    <a16:creationId xmlns:a16="http://schemas.microsoft.com/office/drawing/2014/main" id="{EBB18AF7-8636-B381-8D51-21A008C2B3E5}"/>
                  </a:ext>
                </a:extLst>
              </p:cNvPr>
              <p:cNvGraphicFramePr>
                <a:graphicFrameLocks noChangeAspect="1"/>
              </p:cNvGraphicFramePr>
              <p:nvPr>
                <p:extLst>
                  <p:ext uri="{D42A27DB-BD31-4B8C-83A1-F6EECF244321}">
                    <p14:modId xmlns:p14="http://schemas.microsoft.com/office/powerpoint/2010/main" val="1057528518"/>
                  </p:ext>
                </p:extLst>
              </p:nvPr>
            </p:nvGraphicFramePr>
            <p:xfrm>
              <a:off x="4616" y="2470"/>
              <a:ext cx="180" cy="238"/>
            </p:xfrm>
            <a:graphic>
              <a:graphicData uri="http://schemas.openxmlformats.org/presentationml/2006/ole">
                <mc:AlternateContent xmlns:mc="http://schemas.openxmlformats.org/markup-compatibility/2006">
                  <mc:Choice xmlns:v="urn:schemas-microsoft-com:vml" Requires="v">
                    <p:oleObj name="Equation" r:id="rId9" imgW="164885" imgH="215619" progId="Equation.3">
                      <p:embed/>
                    </p:oleObj>
                  </mc:Choice>
                  <mc:Fallback>
                    <p:oleObj name="Equation" r:id="rId9" imgW="164885" imgH="215619"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16" y="2470"/>
                            <a:ext cx="180"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8" name="Object 14">
                <a:extLst>
                  <a:ext uri="{FF2B5EF4-FFF2-40B4-BE49-F238E27FC236}">
                    <a16:creationId xmlns:a16="http://schemas.microsoft.com/office/drawing/2014/main" id="{3830F834-83D0-BA1B-8460-2C604C788622}"/>
                  </a:ext>
                </a:extLst>
              </p:cNvPr>
              <p:cNvGraphicFramePr>
                <a:graphicFrameLocks noChangeAspect="1"/>
              </p:cNvGraphicFramePr>
              <p:nvPr>
                <p:extLst>
                  <p:ext uri="{D42A27DB-BD31-4B8C-83A1-F6EECF244321}">
                    <p14:modId xmlns:p14="http://schemas.microsoft.com/office/powerpoint/2010/main" val="2015363989"/>
                  </p:ext>
                </p:extLst>
              </p:nvPr>
            </p:nvGraphicFramePr>
            <p:xfrm>
              <a:off x="4602" y="2668"/>
              <a:ext cx="194" cy="237"/>
            </p:xfrm>
            <a:graphic>
              <a:graphicData uri="http://schemas.openxmlformats.org/presentationml/2006/ole">
                <mc:AlternateContent xmlns:mc="http://schemas.openxmlformats.org/markup-compatibility/2006">
                  <mc:Choice xmlns:v="urn:schemas-microsoft-com:vml" Requires="v">
                    <p:oleObj name="Equation" r:id="rId11" imgW="177569" imgH="215619" progId="Equation.3">
                      <p:embed/>
                    </p:oleObj>
                  </mc:Choice>
                  <mc:Fallback>
                    <p:oleObj name="Equation" r:id="rId11" imgW="177569" imgH="215619"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2" y="2668"/>
                            <a:ext cx="194"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39" name="Text Box 15">
                <a:extLst>
                  <a:ext uri="{FF2B5EF4-FFF2-40B4-BE49-F238E27FC236}">
                    <a16:creationId xmlns:a16="http://schemas.microsoft.com/office/drawing/2014/main" id="{97679D23-8B66-0F6F-591E-111099D7928A}"/>
                  </a:ext>
                </a:extLst>
              </p:cNvPr>
              <p:cNvSpPr txBox="1">
                <a:spLocks noChangeArrowheads="1"/>
              </p:cNvSpPr>
              <p:nvPr/>
            </p:nvSpPr>
            <p:spPr bwMode="auto">
              <a:xfrm>
                <a:off x="3606" y="2750"/>
                <a:ext cx="923"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10000"/>
                  </a:lnSpc>
                </a:pPr>
                <a:r>
                  <a:rPr kumimoji="1" lang="zh-CN" altLang="en-US" b="1">
                    <a:latin typeface="Times New Roman" panose="02020603050405020304" pitchFamily="18" charset="0"/>
                    <a:ea typeface="宋体" panose="02010600030101010101" pitchFamily="2" charset="-122"/>
                  </a:rPr>
                  <a:t>媒质</a:t>
                </a:r>
                <a:r>
                  <a:rPr kumimoji="1" lang="en-US" altLang="zh-CN" b="1">
                    <a:latin typeface="Times New Roman" panose="02020603050405020304" pitchFamily="18" charset="0"/>
                    <a:ea typeface="宋体" panose="02010600030101010101" pitchFamily="2" charset="-122"/>
                  </a:rPr>
                  <a:t>2</a:t>
                </a:r>
              </a:p>
            </p:txBody>
          </p:sp>
          <p:sp>
            <p:nvSpPr>
              <p:cNvPr id="21540" name="Text Box 16">
                <a:extLst>
                  <a:ext uri="{FF2B5EF4-FFF2-40B4-BE49-F238E27FC236}">
                    <a16:creationId xmlns:a16="http://schemas.microsoft.com/office/drawing/2014/main" id="{8BC0A0E5-FCFE-B3E4-F235-8931BE19ED91}"/>
                  </a:ext>
                </a:extLst>
              </p:cNvPr>
              <p:cNvSpPr txBox="1">
                <a:spLocks noChangeArrowheads="1"/>
              </p:cNvSpPr>
              <p:nvPr/>
            </p:nvSpPr>
            <p:spPr bwMode="auto">
              <a:xfrm>
                <a:off x="3606" y="2296"/>
                <a:ext cx="923"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10000"/>
                  </a:lnSpc>
                </a:pPr>
                <a:r>
                  <a:rPr kumimoji="1" lang="zh-CN" altLang="en-US" b="1">
                    <a:latin typeface="Times New Roman" panose="02020603050405020304" pitchFamily="18" charset="0"/>
                    <a:ea typeface="宋体" panose="02010600030101010101" pitchFamily="2" charset="-122"/>
                  </a:rPr>
                  <a:t>媒质</a:t>
                </a:r>
                <a:r>
                  <a:rPr kumimoji="1" lang="en-US" altLang="zh-CN" b="1">
                    <a:latin typeface="Times New Roman" panose="02020603050405020304" pitchFamily="18" charset="0"/>
                    <a:ea typeface="宋体" panose="02010600030101010101" pitchFamily="2" charset="-122"/>
                  </a:rPr>
                  <a:t>1</a:t>
                </a:r>
              </a:p>
            </p:txBody>
          </p:sp>
          <p:graphicFrame>
            <p:nvGraphicFramePr>
              <p:cNvPr id="21541" name="Object 17">
                <a:extLst>
                  <a:ext uri="{FF2B5EF4-FFF2-40B4-BE49-F238E27FC236}">
                    <a16:creationId xmlns:a16="http://schemas.microsoft.com/office/drawing/2014/main" id="{E7AA6C93-7CB5-4526-2613-E2CC19A44677}"/>
                  </a:ext>
                </a:extLst>
              </p:cNvPr>
              <p:cNvGraphicFramePr>
                <a:graphicFrameLocks noChangeAspect="1"/>
              </p:cNvGraphicFramePr>
              <p:nvPr>
                <p:extLst>
                  <p:ext uri="{D42A27DB-BD31-4B8C-83A1-F6EECF244321}">
                    <p14:modId xmlns:p14="http://schemas.microsoft.com/office/powerpoint/2010/main" val="3618359837"/>
                  </p:ext>
                </p:extLst>
              </p:nvPr>
            </p:nvGraphicFramePr>
            <p:xfrm>
              <a:off x="4195" y="2750"/>
              <a:ext cx="282" cy="277"/>
            </p:xfrm>
            <a:graphic>
              <a:graphicData uri="http://schemas.openxmlformats.org/presentationml/2006/ole">
                <mc:AlternateContent xmlns:mc="http://schemas.openxmlformats.org/markup-compatibility/2006">
                  <mc:Choice xmlns:v="urn:schemas-microsoft-com:vml" Requires="v">
                    <p:oleObj name="Equation" r:id="rId13" imgW="164885" imgH="215619" progId="Equation.3">
                      <p:embed/>
                    </p:oleObj>
                  </mc:Choice>
                  <mc:Fallback>
                    <p:oleObj name="Equation" r:id="rId13" imgW="164885" imgH="215619"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5" y="2750"/>
                            <a:ext cx="282" cy="27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42" name="Object 18">
                <a:extLst>
                  <a:ext uri="{FF2B5EF4-FFF2-40B4-BE49-F238E27FC236}">
                    <a16:creationId xmlns:a16="http://schemas.microsoft.com/office/drawing/2014/main" id="{C9184243-5A88-7479-E84A-43E9EDF327ED}"/>
                  </a:ext>
                </a:extLst>
              </p:cNvPr>
              <p:cNvGraphicFramePr>
                <a:graphicFrameLocks noChangeAspect="1"/>
              </p:cNvGraphicFramePr>
              <p:nvPr>
                <p:extLst>
                  <p:ext uri="{D42A27DB-BD31-4B8C-83A1-F6EECF244321}">
                    <p14:modId xmlns:p14="http://schemas.microsoft.com/office/powerpoint/2010/main" val="3921430872"/>
                  </p:ext>
                </p:extLst>
              </p:nvPr>
            </p:nvGraphicFramePr>
            <p:xfrm>
              <a:off x="4195" y="2296"/>
              <a:ext cx="261" cy="276"/>
            </p:xfrm>
            <a:graphic>
              <a:graphicData uri="http://schemas.openxmlformats.org/presentationml/2006/ole">
                <mc:AlternateContent xmlns:mc="http://schemas.openxmlformats.org/markup-compatibility/2006">
                  <mc:Choice xmlns:v="urn:schemas-microsoft-com:vml" Requires="v">
                    <p:oleObj name="Equation" r:id="rId15" imgW="152268" imgH="215713" progId="Equation.3">
                      <p:embed/>
                    </p:oleObj>
                  </mc:Choice>
                  <mc:Fallback>
                    <p:oleObj name="Equation" r:id="rId15" imgW="152268" imgH="215713"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95" y="2296"/>
                            <a:ext cx="261" cy="276"/>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43" name="Oval 40">
                <a:extLst>
                  <a:ext uri="{FF2B5EF4-FFF2-40B4-BE49-F238E27FC236}">
                    <a16:creationId xmlns:a16="http://schemas.microsoft.com/office/drawing/2014/main" id="{580AF12F-FD76-54B0-7598-67AF6A45C491}"/>
                  </a:ext>
                </a:extLst>
              </p:cNvPr>
              <p:cNvSpPr>
                <a:spLocks noChangeArrowheads="1"/>
              </p:cNvSpPr>
              <p:nvPr/>
            </p:nvSpPr>
            <p:spPr bwMode="auto">
              <a:xfrm>
                <a:off x="4804" y="2613"/>
                <a:ext cx="45" cy="4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1544" name="Oval 41">
                <a:extLst>
                  <a:ext uri="{FF2B5EF4-FFF2-40B4-BE49-F238E27FC236}">
                    <a16:creationId xmlns:a16="http://schemas.microsoft.com/office/drawing/2014/main" id="{CC99C52F-6855-9B7C-D12B-C31F2395D3FB}"/>
                  </a:ext>
                </a:extLst>
              </p:cNvPr>
              <p:cNvSpPr>
                <a:spLocks noChangeArrowheads="1"/>
              </p:cNvSpPr>
              <p:nvPr/>
            </p:nvSpPr>
            <p:spPr bwMode="auto">
              <a:xfrm>
                <a:off x="4801" y="2794"/>
                <a:ext cx="45" cy="4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1545" name="Line 42">
                <a:extLst>
                  <a:ext uri="{FF2B5EF4-FFF2-40B4-BE49-F238E27FC236}">
                    <a16:creationId xmlns:a16="http://schemas.microsoft.com/office/drawing/2014/main" id="{E556CA6E-F48E-00CA-A918-7D1C971A78C7}"/>
                  </a:ext>
                </a:extLst>
              </p:cNvPr>
              <p:cNvSpPr>
                <a:spLocks noChangeShapeType="1"/>
              </p:cNvSpPr>
              <p:nvPr/>
            </p:nvSpPr>
            <p:spPr bwMode="auto">
              <a:xfrm>
                <a:off x="4886" y="2627"/>
                <a:ext cx="1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6" name="Line 43">
                <a:extLst>
                  <a:ext uri="{FF2B5EF4-FFF2-40B4-BE49-F238E27FC236}">
                    <a16:creationId xmlns:a16="http://schemas.microsoft.com/office/drawing/2014/main" id="{9DACA9D0-E65D-839D-E8A8-818895DDAAAF}"/>
                  </a:ext>
                </a:extLst>
              </p:cNvPr>
              <p:cNvSpPr>
                <a:spLocks noChangeShapeType="1"/>
              </p:cNvSpPr>
              <p:nvPr/>
            </p:nvSpPr>
            <p:spPr bwMode="auto">
              <a:xfrm>
                <a:off x="4886" y="2816"/>
                <a:ext cx="1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7" name="Line 44">
                <a:extLst>
                  <a:ext uri="{FF2B5EF4-FFF2-40B4-BE49-F238E27FC236}">
                    <a16:creationId xmlns:a16="http://schemas.microsoft.com/office/drawing/2014/main" id="{C14230E2-2123-B21A-8E64-32E67EA78551}"/>
                  </a:ext>
                </a:extLst>
              </p:cNvPr>
              <p:cNvSpPr>
                <a:spLocks noChangeShapeType="1"/>
              </p:cNvSpPr>
              <p:nvPr/>
            </p:nvSpPr>
            <p:spPr bwMode="auto">
              <a:xfrm>
                <a:off x="4953" y="2635"/>
                <a:ext cx="0" cy="181"/>
              </a:xfrm>
              <a:prstGeom prst="line">
                <a:avLst/>
              </a:prstGeom>
              <a:noFill/>
              <a:ln w="9525">
                <a:solidFill>
                  <a:srgbClr val="000000"/>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1548" name="Object 45">
                <a:extLst>
                  <a:ext uri="{FF2B5EF4-FFF2-40B4-BE49-F238E27FC236}">
                    <a16:creationId xmlns:a16="http://schemas.microsoft.com/office/drawing/2014/main" id="{8DD87D67-7EED-E868-9570-EB9DEF6ED913}"/>
                  </a:ext>
                </a:extLst>
              </p:cNvPr>
              <p:cNvGraphicFramePr>
                <a:graphicFrameLocks noChangeAspect="1"/>
              </p:cNvGraphicFramePr>
              <p:nvPr>
                <p:extLst>
                  <p:ext uri="{D42A27DB-BD31-4B8C-83A1-F6EECF244321}">
                    <p14:modId xmlns:p14="http://schemas.microsoft.com/office/powerpoint/2010/main" val="3715596170"/>
                  </p:ext>
                </p:extLst>
              </p:nvPr>
            </p:nvGraphicFramePr>
            <p:xfrm>
              <a:off x="4980" y="2612"/>
              <a:ext cx="259" cy="212"/>
            </p:xfrm>
            <a:graphic>
              <a:graphicData uri="http://schemas.openxmlformats.org/presentationml/2006/ole">
                <mc:AlternateContent xmlns:mc="http://schemas.openxmlformats.org/markup-compatibility/2006">
                  <mc:Choice xmlns:v="urn:schemas-microsoft-com:vml" Requires="v">
                    <p:oleObj name="公式" r:id="rId17" imgW="190335" imgH="177646" progId="Equation.3">
                      <p:embed/>
                    </p:oleObj>
                  </mc:Choice>
                  <mc:Fallback>
                    <p:oleObj name="公式" r:id="rId17" imgW="190335" imgH="177646" progId="Equation.3">
                      <p:embed/>
                      <p:pic>
                        <p:nvPicPr>
                          <p:cNvPr id="0" name="Object 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80" y="2612"/>
                            <a:ext cx="259" cy="21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49" name="Object 46">
                <a:extLst>
                  <a:ext uri="{FF2B5EF4-FFF2-40B4-BE49-F238E27FC236}">
                    <a16:creationId xmlns:a16="http://schemas.microsoft.com/office/drawing/2014/main" id="{F02D0A1D-A5AA-6123-6864-0F292BEDB56E}"/>
                  </a:ext>
                </a:extLst>
              </p:cNvPr>
              <p:cNvGraphicFramePr>
                <a:graphicFrameLocks noChangeAspect="1"/>
              </p:cNvGraphicFramePr>
              <p:nvPr>
                <p:extLst>
                  <p:ext uri="{D42A27DB-BD31-4B8C-83A1-F6EECF244321}">
                    <p14:modId xmlns:p14="http://schemas.microsoft.com/office/powerpoint/2010/main" val="968764696"/>
                  </p:ext>
                </p:extLst>
              </p:nvPr>
            </p:nvGraphicFramePr>
            <p:xfrm>
              <a:off x="4772" y="2795"/>
              <a:ext cx="208" cy="272"/>
            </p:xfrm>
            <a:graphic>
              <a:graphicData uri="http://schemas.openxmlformats.org/presentationml/2006/ole">
                <mc:AlternateContent xmlns:mc="http://schemas.openxmlformats.org/markup-compatibility/2006">
                  <mc:Choice xmlns:v="urn:schemas-microsoft-com:vml" Requires="v">
                    <p:oleObj name="公式" r:id="rId19" imgW="164885" imgH="215619" progId="Equation.3">
                      <p:embed/>
                    </p:oleObj>
                  </mc:Choice>
                  <mc:Fallback>
                    <p:oleObj name="公式" r:id="rId19" imgW="164885" imgH="215619" progId="Equation.3">
                      <p:embed/>
                      <p:pic>
                        <p:nvPicPr>
                          <p:cNvPr id="0" name="Object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72" y="2795"/>
                            <a:ext cx="20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50" name="Object 47">
                <a:extLst>
                  <a:ext uri="{FF2B5EF4-FFF2-40B4-BE49-F238E27FC236}">
                    <a16:creationId xmlns:a16="http://schemas.microsoft.com/office/drawing/2014/main" id="{5FCC1429-036B-55CC-5B67-B205EBA637DC}"/>
                  </a:ext>
                </a:extLst>
              </p:cNvPr>
              <p:cNvGraphicFramePr>
                <a:graphicFrameLocks noChangeAspect="1"/>
              </p:cNvGraphicFramePr>
              <p:nvPr>
                <p:extLst>
                  <p:ext uri="{D42A27DB-BD31-4B8C-83A1-F6EECF244321}">
                    <p14:modId xmlns:p14="http://schemas.microsoft.com/office/powerpoint/2010/main" val="29066789"/>
                  </p:ext>
                </p:extLst>
              </p:nvPr>
            </p:nvGraphicFramePr>
            <p:xfrm>
              <a:off x="4758" y="2371"/>
              <a:ext cx="192" cy="272"/>
            </p:xfrm>
            <a:graphic>
              <a:graphicData uri="http://schemas.openxmlformats.org/presentationml/2006/ole">
                <mc:AlternateContent xmlns:mc="http://schemas.openxmlformats.org/markup-compatibility/2006">
                  <mc:Choice xmlns:v="urn:schemas-microsoft-com:vml" Requires="v">
                    <p:oleObj name="公式" r:id="rId21" imgW="152268" imgH="215713" progId="Equation.3">
                      <p:embed/>
                    </p:oleObj>
                  </mc:Choice>
                  <mc:Fallback>
                    <p:oleObj name="公式" r:id="rId21" imgW="152268" imgH="215713" progId="Equation.3">
                      <p:embed/>
                      <p:pic>
                        <p:nvPicPr>
                          <p:cNvPr id="0" name="Object 4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58" y="2371"/>
                            <a:ext cx="192"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534" name="Rectangle 53">
              <a:extLst>
                <a:ext uri="{FF2B5EF4-FFF2-40B4-BE49-F238E27FC236}">
                  <a16:creationId xmlns:a16="http://schemas.microsoft.com/office/drawing/2014/main" id="{B3298770-D93D-8F4C-1778-B371C825FD23}"/>
                </a:ext>
              </a:extLst>
            </p:cNvPr>
            <p:cNvSpPr>
              <a:spLocks noChangeArrowheads="1"/>
            </p:cNvSpPr>
            <p:nvPr/>
          </p:nvSpPr>
          <p:spPr bwMode="auto">
            <a:xfrm>
              <a:off x="3652" y="1026"/>
              <a:ext cx="1950" cy="145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nvGrpSpPr>
          <p:cNvPr id="583747" name="Group 67">
            <a:extLst>
              <a:ext uri="{FF2B5EF4-FFF2-40B4-BE49-F238E27FC236}">
                <a16:creationId xmlns:a16="http://schemas.microsoft.com/office/drawing/2014/main" id="{6FCADF31-6570-6CBE-4F07-7AB55AF34596}"/>
              </a:ext>
            </a:extLst>
          </p:cNvPr>
          <p:cNvGrpSpPr>
            <a:grpSpLocks/>
          </p:cNvGrpSpPr>
          <p:nvPr/>
        </p:nvGrpSpPr>
        <p:grpSpPr bwMode="auto">
          <a:xfrm>
            <a:off x="34925" y="4995863"/>
            <a:ext cx="5761038" cy="506412"/>
            <a:chOff x="22" y="3147"/>
            <a:chExt cx="3629" cy="319"/>
          </a:xfrm>
        </p:grpSpPr>
        <p:sp>
          <p:nvSpPr>
            <p:cNvPr id="21531" name="Text Box 22">
              <a:extLst>
                <a:ext uri="{FF2B5EF4-FFF2-40B4-BE49-F238E27FC236}">
                  <a16:creationId xmlns:a16="http://schemas.microsoft.com/office/drawing/2014/main" id="{EB6CA07F-7419-DC5C-27C0-06AB1177DFA2}"/>
                </a:ext>
              </a:extLst>
            </p:cNvPr>
            <p:cNvSpPr txBox="1">
              <a:spLocks noChangeArrowheads="1"/>
            </p:cNvSpPr>
            <p:nvPr/>
          </p:nvSpPr>
          <p:spPr bwMode="auto">
            <a:xfrm>
              <a:off x="22" y="3147"/>
              <a:ext cx="344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10000"/>
                </a:lnSpc>
                <a:buFontTx/>
                <a:buChar char="•"/>
              </a:pPr>
              <a:r>
                <a:rPr lang="en-US" altLang="zh-CN" b="1">
                  <a:solidFill>
                    <a:schemeClr val="bg1"/>
                  </a:solidFill>
                  <a:latin typeface="Verdana" panose="020B0604030504040204" pitchFamily="34" charset="0"/>
                </a:rPr>
                <a:t>   </a:t>
              </a:r>
              <a:r>
                <a:rPr lang="zh-CN" altLang="en-US" b="1">
                  <a:solidFill>
                    <a:schemeClr val="bg1"/>
                  </a:solidFill>
                  <a:latin typeface="Verdana" panose="020B0604030504040204" pitchFamily="34" charset="0"/>
                </a:rPr>
                <a:t>电介质分界面上无自由电荷，即</a:t>
              </a:r>
            </a:p>
          </p:txBody>
        </p:sp>
        <p:graphicFrame>
          <p:nvGraphicFramePr>
            <p:cNvPr id="21532" name="Object 55">
              <a:extLst>
                <a:ext uri="{FF2B5EF4-FFF2-40B4-BE49-F238E27FC236}">
                  <a16:creationId xmlns:a16="http://schemas.microsoft.com/office/drawing/2014/main" id="{D2F358A2-14F6-C9CD-1DD2-931EECF22A6F}"/>
                </a:ext>
              </a:extLst>
            </p:cNvPr>
            <p:cNvGraphicFramePr>
              <a:graphicFrameLocks noChangeAspect="1"/>
            </p:cNvGraphicFramePr>
            <p:nvPr>
              <p:extLst>
                <p:ext uri="{D42A27DB-BD31-4B8C-83A1-F6EECF244321}">
                  <p14:modId xmlns:p14="http://schemas.microsoft.com/office/powerpoint/2010/main" val="498008656"/>
                </p:ext>
              </p:extLst>
            </p:nvPr>
          </p:nvGraphicFramePr>
          <p:xfrm>
            <a:off x="3016" y="3148"/>
            <a:ext cx="635" cy="318"/>
          </p:xfrm>
          <a:graphic>
            <a:graphicData uri="http://schemas.openxmlformats.org/presentationml/2006/ole">
              <mc:AlternateContent xmlns:mc="http://schemas.openxmlformats.org/markup-compatibility/2006">
                <mc:Choice xmlns:v="urn:schemas-microsoft-com:vml" Requires="v">
                  <p:oleObj name="公式" r:id="rId23" imgW="368190" imgH="158885" progId="Equation.3">
                    <p:embed/>
                  </p:oleObj>
                </mc:Choice>
                <mc:Fallback>
                  <p:oleObj name="公式" r:id="rId23" imgW="368190" imgH="158885" progId="Equation.3">
                    <p:embed/>
                    <p:pic>
                      <p:nvPicPr>
                        <p:cNvPr id="0" name="Object 5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016" y="3148"/>
                          <a:ext cx="635" cy="318"/>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3746" name="Group 66">
            <a:extLst>
              <a:ext uri="{FF2B5EF4-FFF2-40B4-BE49-F238E27FC236}">
                <a16:creationId xmlns:a16="http://schemas.microsoft.com/office/drawing/2014/main" id="{D767A94B-1EC5-E6F6-AB99-AB3678C3C70C}"/>
              </a:ext>
            </a:extLst>
          </p:cNvPr>
          <p:cNvGrpSpPr>
            <a:grpSpLocks/>
          </p:cNvGrpSpPr>
          <p:nvPr/>
        </p:nvGrpSpPr>
        <p:grpSpPr bwMode="auto">
          <a:xfrm>
            <a:off x="5867400" y="4779963"/>
            <a:ext cx="2952750" cy="881062"/>
            <a:chOff x="3696" y="3011"/>
            <a:chExt cx="1860" cy="555"/>
          </a:xfrm>
        </p:grpSpPr>
        <p:sp>
          <p:nvSpPr>
            <p:cNvPr id="21529" name="AutoShape 57">
              <a:extLst>
                <a:ext uri="{FF2B5EF4-FFF2-40B4-BE49-F238E27FC236}">
                  <a16:creationId xmlns:a16="http://schemas.microsoft.com/office/drawing/2014/main" id="{B0555087-2E34-A948-9881-DB4D9D360EEF}"/>
                </a:ext>
              </a:extLst>
            </p:cNvPr>
            <p:cNvSpPr>
              <a:spLocks noChangeArrowheads="1"/>
            </p:cNvSpPr>
            <p:nvPr/>
          </p:nvSpPr>
          <p:spPr bwMode="auto">
            <a:xfrm>
              <a:off x="3696" y="3238"/>
              <a:ext cx="363" cy="137"/>
            </a:xfrm>
            <a:prstGeom prst="rightArrow">
              <a:avLst>
                <a:gd name="adj1" fmla="val 50000"/>
                <a:gd name="adj2" fmla="val 66241"/>
              </a:avLst>
            </a:prstGeom>
            <a:solidFill>
              <a:srgbClr val="FFCC99"/>
            </a:solidFill>
            <a:ln w="254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20000"/>
                </a:spcBef>
              </a:pPr>
              <a:endParaRPr lang="zh-CN" altLang="zh-CN" sz="2800">
                <a:ea typeface="宋体" panose="02010600030101010101" pitchFamily="2" charset="-122"/>
              </a:endParaRPr>
            </a:p>
          </p:txBody>
        </p:sp>
        <p:graphicFrame>
          <p:nvGraphicFramePr>
            <p:cNvPr id="21530" name="Object 58">
              <a:extLst>
                <a:ext uri="{FF2B5EF4-FFF2-40B4-BE49-F238E27FC236}">
                  <a16:creationId xmlns:a16="http://schemas.microsoft.com/office/drawing/2014/main" id="{D54640E5-6347-D0D2-8EB2-47DF98DB1852}"/>
                </a:ext>
              </a:extLst>
            </p:cNvPr>
            <p:cNvGraphicFramePr>
              <a:graphicFrameLocks noChangeAspect="1"/>
            </p:cNvGraphicFramePr>
            <p:nvPr>
              <p:extLst>
                <p:ext uri="{D42A27DB-BD31-4B8C-83A1-F6EECF244321}">
                  <p14:modId xmlns:p14="http://schemas.microsoft.com/office/powerpoint/2010/main" val="1858833312"/>
                </p:ext>
              </p:extLst>
            </p:nvPr>
          </p:nvGraphicFramePr>
          <p:xfrm>
            <a:off x="4140" y="3011"/>
            <a:ext cx="1416" cy="555"/>
          </p:xfrm>
          <a:graphic>
            <a:graphicData uri="http://schemas.openxmlformats.org/presentationml/2006/ole">
              <mc:AlternateContent xmlns:mc="http://schemas.openxmlformats.org/markup-compatibility/2006">
                <mc:Choice xmlns:v="urn:schemas-microsoft-com:vml" Requires="v">
                  <p:oleObj name="公式" r:id="rId25" imgW="920678" imgH="323850" progId="Equation.3">
                    <p:embed/>
                  </p:oleObj>
                </mc:Choice>
                <mc:Fallback>
                  <p:oleObj name="公式" r:id="rId25" imgW="920678" imgH="323850" progId="Equation.3">
                    <p:embed/>
                    <p:pic>
                      <p:nvPicPr>
                        <p:cNvPr id="0" name="Object 5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40" y="3011"/>
                          <a:ext cx="1416" cy="55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3741" name="Group 61">
            <a:extLst>
              <a:ext uri="{FF2B5EF4-FFF2-40B4-BE49-F238E27FC236}">
                <a16:creationId xmlns:a16="http://schemas.microsoft.com/office/drawing/2014/main" id="{EE1006D4-F661-8C47-CAAC-F9830FA23F8C}"/>
              </a:ext>
            </a:extLst>
          </p:cNvPr>
          <p:cNvGrpSpPr>
            <a:grpSpLocks/>
          </p:cNvGrpSpPr>
          <p:nvPr/>
        </p:nvGrpSpPr>
        <p:grpSpPr bwMode="auto">
          <a:xfrm>
            <a:off x="4511675" y="5643563"/>
            <a:ext cx="3373438" cy="881062"/>
            <a:chOff x="2842" y="3555"/>
            <a:chExt cx="2125" cy="555"/>
          </a:xfrm>
        </p:grpSpPr>
        <p:sp>
          <p:nvSpPr>
            <p:cNvPr id="21526" name="Text Box 25">
              <a:extLst>
                <a:ext uri="{FF2B5EF4-FFF2-40B4-BE49-F238E27FC236}">
                  <a16:creationId xmlns:a16="http://schemas.microsoft.com/office/drawing/2014/main" id="{4807491A-DC30-0D83-E678-BDF0D672847B}"/>
                </a:ext>
              </a:extLst>
            </p:cNvPr>
            <p:cNvSpPr txBox="1">
              <a:spLocks noChangeArrowheads="1"/>
            </p:cNvSpPr>
            <p:nvPr/>
          </p:nvSpPr>
          <p:spPr bwMode="auto">
            <a:xfrm>
              <a:off x="3143" y="3631"/>
              <a:ext cx="117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lang="zh-CN" altLang="en-US" b="1">
                  <a:solidFill>
                    <a:schemeClr val="bg1"/>
                  </a:solidFill>
                  <a:latin typeface="Verdana" panose="020B0604030504040204" pitchFamily="34" charset="0"/>
                </a:rPr>
                <a:t>常数，</a:t>
              </a:r>
            </a:p>
          </p:txBody>
        </p:sp>
        <p:graphicFrame>
          <p:nvGraphicFramePr>
            <p:cNvPr id="21527" name="Object 50">
              <a:extLst>
                <a:ext uri="{FF2B5EF4-FFF2-40B4-BE49-F238E27FC236}">
                  <a16:creationId xmlns:a16="http://schemas.microsoft.com/office/drawing/2014/main" id="{96E5F833-BF53-1B08-644C-8E169348CE07}"/>
                </a:ext>
              </a:extLst>
            </p:cNvPr>
            <p:cNvGraphicFramePr>
              <a:graphicFrameLocks noChangeAspect="1"/>
            </p:cNvGraphicFramePr>
            <p:nvPr>
              <p:extLst>
                <p:ext uri="{D42A27DB-BD31-4B8C-83A1-F6EECF244321}">
                  <p14:modId xmlns:p14="http://schemas.microsoft.com/office/powerpoint/2010/main" val="3516068812"/>
                </p:ext>
              </p:extLst>
            </p:nvPr>
          </p:nvGraphicFramePr>
          <p:xfrm>
            <a:off x="2842" y="3768"/>
            <a:ext cx="392" cy="227"/>
          </p:xfrm>
          <a:graphic>
            <a:graphicData uri="http://schemas.openxmlformats.org/presentationml/2006/ole">
              <mc:AlternateContent xmlns:mc="http://schemas.openxmlformats.org/markup-compatibility/2006">
                <mc:Choice xmlns:v="urn:schemas-microsoft-com:vml" Requires="v">
                  <p:oleObj name="公式" r:id="rId27" imgW="177817" imgH="95250" progId="Equation.3">
                    <p:embed/>
                  </p:oleObj>
                </mc:Choice>
                <mc:Fallback>
                  <p:oleObj name="公式" r:id="rId27" imgW="177817" imgH="95250" progId="Equation.3">
                    <p:embed/>
                    <p:pic>
                      <p:nvPicPr>
                        <p:cNvPr id="0" name="Object 5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842" y="3768"/>
                          <a:ext cx="392" cy="22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28" name="Object 59">
              <a:extLst>
                <a:ext uri="{FF2B5EF4-FFF2-40B4-BE49-F238E27FC236}">
                  <a16:creationId xmlns:a16="http://schemas.microsoft.com/office/drawing/2014/main" id="{E1BE342C-B3FA-CC15-B8B8-8EA34EE809EE}"/>
                </a:ext>
              </a:extLst>
            </p:cNvPr>
            <p:cNvGraphicFramePr>
              <a:graphicFrameLocks noChangeAspect="1"/>
            </p:cNvGraphicFramePr>
            <p:nvPr>
              <p:extLst>
                <p:ext uri="{D42A27DB-BD31-4B8C-83A1-F6EECF244321}">
                  <p14:modId xmlns:p14="http://schemas.microsoft.com/office/powerpoint/2010/main" val="207765602"/>
                </p:ext>
              </p:extLst>
            </p:nvPr>
          </p:nvGraphicFramePr>
          <p:xfrm>
            <a:off x="3914" y="3555"/>
            <a:ext cx="1053" cy="555"/>
          </p:xfrm>
          <a:graphic>
            <a:graphicData uri="http://schemas.openxmlformats.org/presentationml/2006/ole">
              <mc:AlternateContent xmlns:mc="http://schemas.openxmlformats.org/markup-compatibility/2006">
                <mc:Choice xmlns:v="urn:schemas-microsoft-com:vml" Requires="v">
                  <p:oleObj name="公式" r:id="rId29" imgW="666712" imgH="323850" progId="Equation.3">
                    <p:embed/>
                  </p:oleObj>
                </mc:Choice>
                <mc:Fallback>
                  <p:oleObj name="公式" r:id="rId29" imgW="666712" imgH="323850" progId="Equation.3">
                    <p:embed/>
                    <p:pic>
                      <p:nvPicPr>
                        <p:cNvPr id="0" name="Object 5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914" y="3555"/>
                          <a:ext cx="1053" cy="55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83744" name="Group 64">
            <a:extLst>
              <a:ext uri="{FF2B5EF4-FFF2-40B4-BE49-F238E27FC236}">
                <a16:creationId xmlns:a16="http://schemas.microsoft.com/office/drawing/2014/main" id="{21AFBC75-1048-2B3C-1300-220D8456F0C5}"/>
              </a:ext>
            </a:extLst>
          </p:cNvPr>
          <p:cNvGrpSpPr>
            <a:grpSpLocks/>
          </p:cNvGrpSpPr>
          <p:nvPr/>
        </p:nvGrpSpPr>
        <p:grpSpPr bwMode="auto">
          <a:xfrm>
            <a:off x="827088" y="4076700"/>
            <a:ext cx="3486150" cy="863600"/>
            <a:chOff x="521" y="2558"/>
            <a:chExt cx="2196" cy="544"/>
          </a:xfrm>
        </p:grpSpPr>
        <p:graphicFrame>
          <p:nvGraphicFramePr>
            <p:cNvPr id="21524" name="Object 8">
              <a:extLst>
                <a:ext uri="{FF2B5EF4-FFF2-40B4-BE49-F238E27FC236}">
                  <a16:creationId xmlns:a16="http://schemas.microsoft.com/office/drawing/2014/main" id="{632BD577-DD79-458A-EA32-52D4080774F1}"/>
                </a:ext>
              </a:extLst>
            </p:cNvPr>
            <p:cNvGraphicFramePr>
              <a:graphicFrameLocks noChangeAspect="1"/>
            </p:cNvGraphicFramePr>
            <p:nvPr>
              <p:extLst>
                <p:ext uri="{D42A27DB-BD31-4B8C-83A1-F6EECF244321}">
                  <p14:modId xmlns:p14="http://schemas.microsoft.com/office/powerpoint/2010/main" val="4247511569"/>
                </p:ext>
              </p:extLst>
            </p:nvPr>
          </p:nvGraphicFramePr>
          <p:xfrm>
            <a:off x="901" y="2558"/>
            <a:ext cx="1816" cy="544"/>
          </p:xfrm>
          <a:graphic>
            <a:graphicData uri="http://schemas.openxmlformats.org/presentationml/2006/ole">
              <mc:AlternateContent xmlns:mc="http://schemas.openxmlformats.org/markup-compatibility/2006">
                <mc:Choice xmlns:v="urn:schemas-microsoft-com:vml" Requires="v">
                  <p:oleObj name="公式" r:id="rId31" imgW="1225681" imgH="323850" progId="Equation.3">
                    <p:embed/>
                  </p:oleObj>
                </mc:Choice>
                <mc:Fallback>
                  <p:oleObj name="公式" r:id="rId31" imgW="1225681" imgH="323850" progId="Equation.3">
                    <p:embed/>
                    <p:pic>
                      <p:nvPicPr>
                        <p:cNvPr id="0" name="Object 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901" y="2558"/>
                          <a:ext cx="1816" cy="544"/>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5" name="AutoShape 62">
              <a:extLst>
                <a:ext uri="{FF2B5EF4-FFF2-40B4-BE49-F238E27FC236}">
                  <a16:creationId xmlns:a16="http://schemas.microsoft.com/office/drawing/2014/main" id="{928DC05B-2708-886E-8F73-F7235D17A8E6}"/>
                </a:ext>
              </a:extLst>
            </p:cNvPr>
            <p:cNvSpPr>
              <a:spLocks noChangeArrowheads="1"/>
            </p:cNvSpPr>
            <p:nvPr/>
          </p:nvSpPr>
          <p:spPr bwMode="auto">
            <a:xfrm>
              <a:off x="521" y="2795"/>
              <a:ext cx="363" cy="137"/>
            </a:xfrm>
            <a:prstGeom prst="rightArrow">
              <a:avLst>
                <a:gd name="adj1" fmla="val 50000"/>
                <a:gd name="adj2" fmla="val 66241"/>
              </a:avLst>
            </a:prstGeom>
            <a:solidFill>
              <a:srgbClr val="FFCC99"/>
            </a:solidFill>
            <a:ln w="254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20000"/>
                </a:spcBef>
              </a:pPr>
              <a:endParaRPr lang="zh-CN" altLang="zh-CN" sz="2800">
                <a:ea typeface="宋体" panose="02010600030101010101" pitchFamily="2" charset="-122"/>
              </a:endParaRPr>
            </a:p>
          </p:txBody>
        </p:sp>
      </p:grpSp>
      <p:grpSp>
        <p:nvGrpSpPr>
          <p:cNvPr id="583748" name="Group 68">
            <a:extLst>
              <a:ext uri="{FF2B5EF4-FFF2-40B4-BE49-F238E27FC236}">
                <a16:creationId xmlns:a16="http://schemas.microsoft.com/office/drawing/2014/main" id="{DD2AF034-357D-77BE-A3CC-C1F6F53710CA}"/>
              </a:ext>
            </a:extLst>
          </p:cNvPr>
          <p:cNvGrpSpPr>
            <a:grpSpLocks/>
          </p:cNvGrpSpPr>
          <p:nvPr/>
        </p:nvGrpSpPr>
        <p:grpSpPr bwMode="auto">
          <a:xfrm>
            <a:off x="1116013" y="2852738"/>
            <a:ext cx="1871662" cy="503237"/>
            <a:chOff x="703" y="1797"/>
            <a:chExt cx="1179" cy="317"/>
          </a:xfrm>
        </p:grpSpPr>
        <p:graphicFrame>
          <p:nvGraphicFramePr>
            <p:cNvPr id="21522" name="Object 60">
              <a:extLst>
                <a:ext uri="{FF2B5EF4-FFF2-40B4-BE49-F238E27FC236}">
                  <a16:creationId xmlns:a16="http://schemas.microsoft.com/office/drawing/2014/main" id="{9FB6E44A-D048-179B-4166-C25C156DD570}"/>
                </a:ext>
              </a:extLst>
            </p:cNvPr>
            <p:cNvGraphicFramePr>
              <a:graphicFrameLocks noChangeAspect="1"/>
            </p:cNvGraphicFramePr>
            <p:nvPr>
              <p:extLst>
                <p:ext uri="{D42A27DB-BD31-4B8C-83A1-F6EECF244321}">
                  <p14:modId xmlns:p14="http://schemas.microsoft.com/office/powerpoint/2010/main" val="2392678094"/>
                </p:ext>
              </p:extLst>
            </p:nvPr>
          </p:nvGraphicFramePr>
          <p:xfrm>
            <a:off x="1111" y="1797"/>
            <a:ext cx="771" cy="317"/>
          </p:xfrm>
          <a:graphic>
            <a:graphicData uri="http://schemas.openxmlformats.org/presentationml/2006/ole">
              <mc:AlternateContent xmlns:mc="http://schemas.openxmlformats.org/markup-compatibility/2006">
                <mc:Choice xmlns:v="urn:schemas-microsoft-com:vml" Requires="v">
                  <p:oleObj name="公式" r:id="rId33" imgW="393708" imgH="139835" progId="Equation.3">
                    <p:embed/>
                  </p:oleObj>
                </mc:Choice>
                <mc:Fallback>
                  <p:oleObj name="公式" r:id="rId33" imgW="393708" imgH="139835" progId="Equation.3">
                    <p:embed/>
                    <p:pic>
                      <p:nvPicPr>
                        <p:cNvPr id="0" name="Object 6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111" y="1797"/>
                          <a:ext cx="771" cy="31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3" name="AutoShape 63">
              <a:extLst>
                <a:ext uri="{FF2B5EF4-FFF2-40B4-BE49-F238E27FC236}">
                  <a16:creationId xmlns:a16="http://schemas.microsoft.com/office/drawing/2014/main" id="{BD59826B-DA75-E161-3E55-BEC0AB5E6CB7}"/>
                </a:ext>
              </a:extLst>
            </p:cNvPr>
            <p:cNvSpPr>
              <a:spLocks noChangeArrowheads="1"/>
            </p:cNvSpPr>
            <p:nvPr/>
          </p:nvSpPr>
          <p:spPr bwMode="auto">
            <a:xfrm>
              <a:off x="703" y="1888"/>
              <a:ext cx="363" cy="137"/>
            </a:xfrm>
            <a:prstGeom prst="rightArrow">
              <a:avLst>
                <a:gd name="adj1" fmla="val 50000"/>
                <a:gd name="adj2" fmla="val 66241"/>
              </a:avLst>
            </a:prstGeom>
            <a:solidFill>
              <a:srgbClr val="FFCC99"/>
            </a:solidFill>
            <a:ln w="254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20000"/>
                </a:spcBef>
              </a:pPr>
              <a:endParaRPr lang="zh-CN" altLang="zh-CN" sz="2800">
                <a:ea typeface="宋体" panose="02010600030101010101" pitchFamily="2" charset="-122"/>
              </a:endParaRPr>
            </a:p>
          </p:txBody>
        </p:sp>
      </p:grpSp>
      <p:sp>
        <p:nvSpPr>
          <p:cNvPr id="21518" name="AutoShape 70">
            <a:hlinkClick r:id="rId35" action="ppaction://hlinksldjump" highlightClick="1"/>
            <a:extLst>
              <a:ext uri="{FF2B5EF4-FFF2-40B4-BE49-F238E27FC236}">
                <a16:creationId xmlns:a16="http://schemas.microsoft.com/office/drawing/2014/main" id="{68AA467F-64F1-9AD5-BBA0-59BF2379943F}"/>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1519" name="AutoShape 71">
            <a:hlinkClick r:id="" action="ppaction://hlinkshowjump?jump=previousslide" highlightClick="1"/>
            <a:extLst>
              <a:ext uri="{FF2B5EF4-FFF2-40B4-BE49-F238E27FC236}">
                <a16:creationId xmlns:a16="http://schemas.microsoft.com/office/drawing/2014/main" id="{3AC00B38-3DE3-7AEB-89D4-E966FCFB5ADD}"/>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1520" name="AutoShape 72">
            <a:hlinkClick r:id="" action="ppaction://hlinkshowjump?jump=nextslide" highlightClick="1"/>
            <a:extLst>
              <a:ext uri="{FF2B5EF4-FFF2-40B4-BE49-F238E27FC236}">
                <a16:creationId xmlns:a16="http://schemas.microsoft.com/office/drawing/2014/main" id="{59D85595-A4A6-D66F-E6A6-E7DFBA8EF4EC}"/>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1521" name="AutoShape 73">
            <a:hlinkClick r:id="" action="ppaction://hlinkshowjump?jump=lastslide" highlightClick="1"/>
            <a:extLst>
              <a:ext uri="{FF2B5EF4-FFF2-40B4-BE49-F238E27FC236}">
                <a16:creationId xmlns:a16="http://schemas.microsoft.com/office/drawing/2014/main" id="{7ABD0BC1-761B-9DC6-5A33-08FD07B9C43A}"/>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83682">
                                            <p:txEl>
                                              <p:pRg st="0" end="0"/>
                                            </p:txEl>
                                          </p:spTgt>
                                        </p:tgtEl>
                                        <p:attrNameLst>
                                          <p:attrName>style.visibility</p:attrName>
                                        </p:attrNameLst>
                                      </p:cBhvr>
                                      <p:to>
                                        <p:strVal val="visible"/>
                                      </p:to>
                                    </p:set>
                                    <p:animEffect transition="in" filter="wipe(up)">
                                      <p:cBhvr>
                                        <p:cTn id="7" dur="2000"/>
                                        <p:tgtEl>
                                          <p:spTgt spid="583682">
                                            <p:txEl>
                                              <p:pRg st="0" end="0"/>
                                            </p:txEl>
                                          </p:spTgt>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583734"/>
                                        </p:tgtEl>
                                        <p:attrNameLst>
                                          <p:attrName>style.visibility</p:attrName>
                                        </p:attrNameLst>
                                      </p:cBhvr>
                                      <p:to>
                                        <p:strVal val="visible"/>
                                      </p:to>
                                    </p:set>
                                    <p:animEffect transition="in" filter="fade">
                                      <p:cBhvr>
                                        <p:cTn id="11" dur="2000"/>
                                        <p:tgtEl>
                                          <p:spTgt spid="58373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83699"/>
                                        </p:tgtEl>
                                        <p:attrNameLst>
                                          <p:attrName>style.visibility</p:attrName>
                                        </p:attrNameLst>
                                      </p:cBhvr>
                                      <p:to>
                                        <p:strVal val="visible"/>
                                      </p:to>
                                    </p:set>
                                    <p:animEffect transition="in" filter="wipe(up)">
                                      <p:cBhvr>
                                        <p:cTn id="16" dur="2000"/>
                                        <p:tgtEl>
                                          <p:spTgt spid="583699"/>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583729"/>
                                        </p:tgtEl>
                                        <p:attrNameLst>
                                          <p:attrName>style.visibility</p:attrName>
                                        </p:attrNameLst>
                                      </p:cBhvr>
                                      <p:to>
                                        <p:strVal val="visible"/>
                                      </p:to>
                                    </p:set>
                                    <p:animEffect transition="in" filter="wipe(up)">
                                      <p:cBhvr>
                                        <p:cTn id="20" dur="2000"/>
                                        <p:tgtEl>
                                          <p:spTgt spid="58372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583748"/>
                                        </p:tgtEl>
                                        <p:attrNameLst>
                                          <p:attrName>style.visibility</p:attrName>
                                        </p:attrNameLst>
                                      </p:cBhvr>
                                      <p:to>
                                        <p:strVal val="visible"/>
                                      </p:to>
                                    </p:set>
                                    <p:animEffect transition="in" filter="wipe(up)">
                                      <p:cBhvr>
                                        <p:cTn id="25" dur="2000"/>
                                        <p:tgtEl>
                                          <p:spTgt spid="58374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583749"/>
                                        </p:tgtEl>
                                        <p:attrNameLst>
                                          <p:attrName>style.visibility</p:attrName>
                                        </p:attrNameLst>
                                      </p:cBhvr>
                                      <p:to>
                                        <p:strVal val="visible"/>
                                      </p:to>
                                    </p:set>
                                    <p:animEffect transition="in" filter="wipe(up)">
                                      <p:cBhvr>
                                        <p:cTn id="30" dur="2000"/>
                                        <p:tgtEl>
                                          <p:spTgt spid="583749"/>
                                        </p:tgtEl>
                                      </p:cBhvr>
                                    </p:animEffect>
                                  </p:childTnLst>
                                </p:cTn>
                              </p:par>
                            </p:childTnLst>
                          </p:cTn>
                        </p:par>
                        <p:par>
                          <p:cTn id="31" fill="hold" nodeType="afterGroup">
                            <p:stCondLst>
                              <p:cond delay="2000"/>
                            </p:stCondLst>
                            <p:childTnLst>
                              <p:par>
                                <p:cTn id="32" presetID="22" presetClass="entr" presetSubtype="1" fill="hold" nodeType="afterEffect">
                                  <p:stCondLst>
                                    <p:cond delay="0"/>
                                  </p:stCondLst>
                                  <p:childTnLst>
                                    <p:set>
                                      <p:cBhvr>
                                        <p:cTn id="33" dur="1" fill="hold">
                                          <p:stCondLst>
                                            <p:cond delay="0"/>
                                          </p:stCondLst>
                                        </p:cTn>
                                        <p:tgtEl>
                                          <p:spTgt spid="583744"/>
                                        </p:tgtEl>
                                        <p:attrNameLst>
                                          <p:attrName>style.visibility</p:attrName>
                                        </p:attrNameLst>
                                      </p:cBhvr>
                                      <p:to>
                                        <p:strVal val="visible"/>
                                      </p:to>
                                    </p:set>
                                    <p:animEffect transition="in" filter="wipe(up)">
                                      <p:cBhvr>
                                        <p:cTn id="34" dur="2000"/>
                                        <p:tgtEl>
                                          <p:spTgt spid="58374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583747"/>
                                        </p:tgtEl>
                                        <p:attrNameLst>
                                          <p:attrName>style.visibility</p:attrName>
                                        </p:attrNameLst>
                                      </p:cBhvr>
                                      <p:to>
                                        <p:strVal val="visible"/>
                                      </p:to>
                                    </p:set>
                                    <p:animEffect transition="in" filter="wipe(up)">
                                      <p:cBhvr>
                                        <p:cTn id="39" dur="2000"/>
                                        <p:tgtEl>
                                          <p:spTgt spid="583747"/>
                                        </p:tgtEl>
                                      </p:cBhvr>
                                    </p:animEffect>
                                  </p:childTnLst>
                                </p:cTn>
                              </p:par>
                            </p:childTnLst>
                          </p:cTn>
                        </p:par>
                        <p:par>
                          <p:cTn id="40" fill="hold" nodeType="afterGroup">
                            <p:stCondLst>
                              <p:cond delay="2000"/>
                            </p:stCondLst>
                            <p:childTnLst>
                              <p:par>
                                <p:cTn id="41" presetID="22" presetClass="entr" presetSubtype="1" fill="hold" nodeType="afterEffect">
                                  <p:stCondLst>
                                    <p:cond delay="0"/>
                                  </p:stCondLst>
                                  <p:childTnLst>
                                    <p:set>
                                      <p:cBhvr>
                                        <p:cTn id="42" dur="1" fill="hold">
                                          <p:stCondLst>
                                            <p:cond delay="0"/>
                                          </p:stCondLst>
                                        </p:cTn>
                                        <p:tgtEl>
                                          <p:spTgt spid="583746"/>
                                        </p:tgtEl>
                                        <p:attrNameLst>
                                          <p:attrName>style.visibility</p:attrName>
                                        </p:attrNameLst>
                                      </p:cBhvr>
                                      <p:to>
                                        <p:strVal val="visible"/>
                                      </p:to>
                                    </p:set>
                                    <p:animEffect transition="in" filter="wipe(up)">
                                      <p:cBhvr>
                                        <p:cTn id="43" dur="2000"/>
                                        <p:tgtEl>
                                          <p:spTgt spid="58374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583719"/>
                                        </p:tgtEl>
                                        <p:attrNameLst>
                                          <p:attrName>style.visibility</p:attrName>
                                        </p:attrNameLst>
                                      </p:cBhvr>
                                      <p:to>
                                        <p:strVal val="visible"/>
                                      </p:to>
                                    </p:set>
                                    <p:animEffect transition="in" filter="wipe(up)">
                                      <p:cBhvr>
                                        <p:cTn id="48" dur="2000"/>
                                        <p:tgtEl>
                                          <p:spTgt spid="583719"/>
                                        </p:tgtEl>
                                      </p:cBhvr>
                                    </p:animEffect>
                                  </p:childTnLst>
                                </p:cTn>
                              </p:par>
                            </p:childTnLst>
                          </p:cTn>
                        </p:par>
                        <p:par>
                          <p:cTn id="49" fill="hold" nodeType="afterGroup">
                            <p:stCondLst>
                              <p:cond delay="2000"/>
                            </p:stCondLst>
                            <p:childTnLst>
                              <p:par>
                                <p:cTn id="50" presetID="22" presetClass="entr" presetSubtype="1" fill="hold" nodeType="afterEffect">
                                  <p:stCondLst>
                                    <p:cond delay="0"/>
                                  </p:stCondLst>
                                  <p:childTnLst>
                                    <p:set>
                                      <p:cBhvr>
                                        <p:cTn id="51" dur="1" fill="hold">
                                          <p:stCondLst>
                                            <p:cond delay="0"/>
                                          </p:stCondLst>
                                        </p:cTn>
                                        <p:tgtEl>
                                          <p:spTgt spid="583741"/>
                                        </p:tgtEl>
                                        <p:attrNameLst>
                                          <p:attrName>style.visibility</p:attrName>
                                        </p:attrNameLst>
                                      </p:cBhvr>
                                      <p:to>
                                        <p:strVal val="visible"/>
                                      </p:to>
                                    </p:set>
                                    <p:animEffect transition="in" filter="wipe(up)">
                                      <p:cBhvr>
                                        <p:cTn id="52" dur="2000"/>
                                        <p:tgtEl>
                                          <p:spTgt spid="583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2" grpId="0" build="p"/>
      <p:bldP spid="583699" grpId="0"/>
      <p:bldP spid="5837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E3B7D27-0650-5C99-C4DE-99C4429AA031}"/>
              </a:ext>
            </a:extLst>
          </p:cNvPr>
          <p:cNvSpPr>
            <a:spLocks noGrp="1"/>
          </p:cNvSpPr>
          <p:nvPr>
            <p:ph type="sldNum" sz="quarter" idx="10"/>
          </p:nvPr>
        </p:nvSpPr>
        <p:spPr/>
        <p:txBody>
          <a:bodyPr/>
          <a:lstStyle/>
          <a:p>
            <a:pPr>
              <a:defRPr/>
            </a:pPr>
            <a:fld id="{97D87B1A-0919-4D19-B8A6-978B39028CA6}" type="slidenum">
              <a:rPr lang="en-US" altLang="zh-CN" smtClean="0"/>
              <a:pPr>
                <a:defRPr/>
              </a:pPr>
              <a:t>12</a:t>
            </a:fld>
            <a:endParaRPr lang="en-US" altLang="zh-CN"/>
          </a:p>
        </p:txBody>
      </p:sp>
      <p:sp>
        <p:nvSpPr>
          <p:cNvPr id="4" name="灯片编号占位符 3">
            <a:extLst>
              <a:ext uri="{FF2B5EF4-FFF2-40B4-BE49-F238E27FC236}">
                <a16:creationId xmlns:a16="http://schemas.microsoft.com/office/drawing/2014/main" id="{577A6C73-7796-3DBB-6941-6B1BD3691175}"/>
              </a:ext>
            </a:extLst>
          </p:cNvPr>
          <p:cNvSpPr txBox="1">
            <a:spLocks noChangeArrowheads="1"/>
          </p:cNvSpPr>
          <p:nvPr/>
        </p:nvSpPr>
        <p:spPr bwMode="auto">
          <a:xfrm>
            <a:off x="6877050" y="65088"/>
            <a:ext cx="2133600" cy="268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chemeClr val="bg1"/>
                </a:solidFill>
                <a:latin typeface="Arial" panose="020B0604020202020204" pitchFamily="34" charset="0"/>
                <a:ea typeface="楷体_GB2312" pitchFamily="49" charset="-122"/>
                <a:cs typeface="+mn-cs"/>
              </a:defRPr>
            </a:lvl1pPr>
            <a:lvl2pPr marL="742950" indent="-28575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2pPr>
            <a:lvl3pPr marL="1143000" indent="-2286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3pPr>
            <a:lvl4pPr marL="1600200" indent="-2286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4pPr>
            <a:lvl5pPr marL="2057400" indent="-228600" algn="l" rtl="0" eaLnBrk="0" fontAlgn="base"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5pPr>
            <a:lvl6pPr marL="2514600" indent="-228600" algn="l" defTabSz="914400" rtl="0" eaLnBrk="0" fontAlgn="base" latinLnBrk="0"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6pPr>
            <a:lvl7pPr marL="2971800" indent="-228600" algn="l" defTabSz="914400" rtl="0" eaLnBrk="0" fontAlgn="base" latinLnBrk="0"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7pPr>
            <a:lvl8pPr marL="3429000" indent="-228600" algn="l" defTabSz="914400" rtl="0" eaLnBrk="0" fontAlgn="base" latinLnBrk="0"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8pPr>
            <a:lvl9pPr marL="3886200" indent="-228600" algn="l" defTabSz="914400" rtl="0" eaLnBrk="0" fontAlgn="base" latinLnBrk="0" hangingPunct="0">
              <a:spcBef>
                <a:spcPct val="0"/>
              </a:spcBef>
              <a:spcAft>
                <a:spcPct val="0"/>
              </a:spcAft>
              <a:defRPr sz="2400" b="1" kern="1200">
                <a:solidFill>
                  <a:schemeClr val="bg1"/>
                </a:solidFill>
                <a:latin typeface="Arial" panose="020B0604020202020204" pitchFamily="34" charset="0"/>
                <a:ea typeface="楷体_GB2312" pitchFamily="49" charset="-122"/>
                <a:cs typeface="+mn-cs"/>
              </a:defRPr>
            </a:lvl9pPr>
          </a:lstStyle>
          <a:p>
            <a:fld id="{02C635DB-191A-4C1A-A9ED-1CBBD3DC2516}" type="slidenum">
              <a:rPr lang="en-US" altLang="zh-CN" sz="1400" b="0" smtClean="0">
                <a:solidFill>
                  <a:schemeClr val="tx1"/>
                </a:solidFill>
                <a:ea typeface="宋体" panose="02010600030101010101" pitchFamily="2" charset="-122"/>
              </a:rPr>
              <a:pPr/>
              <a:t>12</a:t>
            </a:fld>
            <a:endParaRPr lang="zh-CN" altLang="en-US" sz="1400" b="0">
              <a:solidFill>
                <a:schemeClr val="tx1"/>
              </a:solidFill>
              <a:ea typeface="宋体" panose="02010600030101010101" pitchFamily="2" charset="-122"/>
            </a:endParaRPr>
          </a:p>
        </p:txBody>
      </p:sp>
      <p:sp>
        <p:nvSpPr>
          <p:cNvPr id="5" name="AutoShape 10">
            <a:hlinkClick r:id="rId2" action="ppaction://hlinksldjump" highlightClick="1"/>
            <a:extLst>
              <a:ext uri="{FF2B5EF4-FFF2-40B4-BE49-F238E27FC236}">
                <a16:creationId xmlns:a16="http://schemas.microsoft.com/office/drawing/2014/main" id="{D1F004F1-7914-BA97-0EFC-9255A23A328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6" name="AutoShape 11">
            <a:hlinkClick r:id="" action="ppaction://hlinkshowjump?jump=previousslide" highlightClick="1"/>
            <a:extLst>
              <a:ext uri="{FF2B5EF4-FFF2-40B4-BE49-F238E27FC236}">
                <a16:creationId xmlns:a16="http://schemas.microsoft.com/office/drawing/2014/main" id="{D349265A-17FD-596B-5249-05E24A46E785}"/>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7" name="AutoShape 12">
            <a:hlinkClick r:id="" action="ppaction://hlinkshowjump?jump=nextslide" highlightClick="1"/>
            <a:extLst>
              <a:ext uri="{FF2B5EF4-FFF2-40B4-BE49-F238E27FC236}">
                <a16:creationId xmlns:a16="http://schemas.microsoft.com/office/drawing/2014/main" id="{D1412932-5566-17F7-AF89-13E1DBB07447}"/>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8" name="AutoShape 13">
            <a:hlinkClick r:id="" action="ppaction://hlinkshowjump?jump=lastslide" highlightClick="1"/>
            <a:extLst>
              <a:ext uri="{FF2B5EF4-FFF2-40B4-BE49-F238E27FC236}">
                <a16:creationId xmlns:a16="http://schemas.microsoft.com/office/drawing/2014/main" id="{7EDD7E31-C269-EF3C-0D31-DFBBA303F847}"/>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nvGrpSpPr>
          <p:cNvPr id="9" name="Group 26">
            <a:extLst>
              <a:ext uri="{FF2B5EF4-FFF2-40B4-BE49-F238E27FC236}">
                <a16:creationId xmlns:a16="http://schemas.microsoft.com/office/drawing/2014/main" id="{695D6162-3202-E59D-FD24-7CD1B0B3CBE7}"/>
              </a:ext>
            </a:extLst>
          </p:cNvPr>
          <p:cNvGrpSpPr>
            <a:grpSpLocks/>
          </p:cNvGrpSpPr>
          <p:nvPr/>
        </p:nvGrpSpPr>
        <p:grpSpPr bwMode="auto">
          <a:xfrm>
            <a:off x="5508625" y="3284984"/>
            <a:ext cx="3600450" cy="2232025"/>
            <a:chOff x="567" y="2659"/>
            <a:chExt cx="2268" cy="1406"/>
          </a:xfrm>
        </p:grpSpPr>
        <p:sp>
          <p:nvSpPr>
            <p:cNvPr id="10" name="Rectangle 27">
              <a:extLst>
                <a:ext uri="{FF2B5EF4-FFF2-40B4-BE49-F238E27FC236}">
                  <a16:creationId xmlns:a16="http://schemas.microsoft.com/office/drawing/2014/main" id="{FBDFDEF1-41A0-01B8-D17B-5B07506EE045}"/>
                </a:ext>
              </a:extLst>
            </p:cNvPr>
            <p:cNvSpPr>
              <a:spLocks noChangeArrowheads="1"/>
            </p:cNvSpPr>
            <p:nvPr/>
          </p:nvSpPr>
          <p:spPr bwMode="auto">
            <a:xfrm>
              <a:off x="567" y="2659"/>
              <a:ext cx="2268" cy="857"/>
            </a:xfrm>
            <a:prstGeom prst="rect">
              <a:avLst/>
            </a:prstGeom>
            <a:solidFill>
              <a:srgbClr val="FF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1" name="Rectangle 28">
              <a:extLst>
                <a:ext uri="{FF2B5EF4-FFF2-40B4-BE49-F238E27FC236}">
                  <a16:creationId xmlns:a16="http://schemas.microsoft.com/office/drawing/2014/main" id="{DEA22E24-CCBB-A938-C158-5F0F92143D16}"/>
                </a:ext>
              </a:extLst>
            </p:cNvPr>
            <p:cNvSpPr>
              <a:spLocks noChangeArrowheads="1"/>
            </p:cNvSpPr>
            <p:nvPr/>
          </p:nvSpPr>
          <p:spPr bwMode="auto">
            <a:xfrm>
              <a:off x="567" y="3340"/>
              <a:ext cx="2268" cy="725"/>
            </a:xfrm>
            <a:prstGeom prst="rect">
              <a:avLst/>
            </a:prstGeom>
            <a:solidFill>
              <a:srgbClr val="00FF00"/>
            </a:solidFill>
            <a:ln w="9525">
              <a:solidFill>
                <a:schemeClr val="tx1"/>
              </a:solidFill>
              <a:miter lim="800000"/>
              <a:headEnd/>
              <a:tailEnd/>
            </a:ln>
          </p:spPr>
          <p:txBody>
            <a:bodyPr wrap="none" anchor="ct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sp>
          <p:nvSpPr>
            <p:cNvPr id="12" name="Line 29">
              <a:extLst>
                <a:ext uri="{FF2B5EF4-FFF2-40B4-BE49-F238E27FC236}">
                  <a16:creationId xmlns:a16="http://schemas.microsoft.com/office/drawing/2014/main" id="{C55DC9D4-C101-17D4-BDCF-BCADE59FD71E}"/>
                </a:ext>
              </a:extLst>
            </p:cNvPr>
            <p:cNvSpPr>
              <a:spLocks noChangeShapeType="1"/>
            </p:cNvSpPr>
            <p:nvPr/>
          </p:nvSpPr>
          <p:spPr bwMode="auto">
            <a:xfrm flipV="1">
              <a:off x="1565" y="2931"/>
              <a:ext cx="0" cy="81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 name="Object 30">
              <a:extLst>
                <a:ext uri="{FF2B5EF4-FFF2-40B4-BE49-F238E27FC236}">
                  <a16:creationId xmlns:a16="http://schemas.microsoft.com/office/drawing/2014/main" id="{D4658F22-16CE-C336-5870-2A6B3F21C307}"/>
                </a:ext>
              </a:extLst>
            </p:cNvPr>
            <p:cNvGraphicFramePr>
              <a:graphicFrameLocks noChangeAspect="1"/>
            </p:cNvGraphicFramePr>
            <p:nvPr/>
          </p:nvGraphicFramePr>
          <p:xfrm>
            <a:off x="1293" y="2707"/>
            <a:ext cx="272" cy="315"/>
          </p:xfrm>
          <a:graphic>
            <a:graphicData uri="http://schemas.openxmlformats.org/presentationml/2006/ole">
              <mc:AlternateContent xmlns:mc="http://schemas.openxmlformats.org/markup-compatibility/2006">
                <mc:Choice xmlns:v="urn:schemas-microsoft-com:vml" Requires="v">
                  <p:oleObj r:id="rId3" imgW="76148" imgH="120535" progId="Equation.3">
                    <p:embed/>
                  </p:oleObj>
                </mc:Choice>
                <mc:Fallback>
                  <p:oleObj r:id="rId3" imgW="76148" imgH="120535" progId="Equation.3">
                    <p:embed/>
                    <p:pic>
                      <p:nvPicPr>
                        <p:cNvPr id="268312" name="Object 30">
                          <a:extLst>
                            <a:ext uri="{FF2B5EF4-FFF2-40B4-BE49-F238E27FC236}">
                              <a16:creationId xmlns:a16="http://schemas.microsoft.com/office/drawing/2014/main" id="{41880C88-6C8F-DF78-AB00-D6A6C3FD1C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3" y="2707"/>
                          <a:ext cx="2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Text Box 31">
              <a:extLst>
                <a:ext uri="{FF2B5EF4-FFF2-40B4-BE49-F238E27FC236}">
                  <a16:creationId xmlns:a16="http://schemas.microsoft.com/office/drawing/2014/main" id="{0F106562-DB1D-70A5-703C-1915190413F7}"/>
                </a:ext>
              </a:extLst>
            </p:cNvPr>
            <p:cNvSpPr txBox="1">
              <a:spLocks noChangeArrowheads="1"/>
            </p:cNvSpPr>
            <p:nvPr/>
          </p:nvSpPr>
          <p:spPr bwMode="auto">
            <a:xfrm>
              <a:off x="663" y="3000"/>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1</a:t>
              </a:r>
            </a:p>
          </p:txBody>
        </p:sp>
        <p:sp>
          <p:nvSpPr>
            <p:cNvPr id="15" name="Text Box 32">
              <a:extLst>
                <a:ext uri="{FF2B5EF4-FFF2-40B4-BE49-F238E27FC236}">
                  <a16:creationId xmlns:a16="http://schemas.microsoft.com/office/drawing/2014/main" id="{0C8DF9D6-668D-C006-0F2F-36494FF4B812}"/>
                </a:ext>
              </a:extLst>
            </p:cNvPr>
            <p:cNvSpPr txBox="1">
              <a:spLocks noChangeArrowheads="1"/>
            </p:cNvSpPr>
            <p:nvPr/>
          </p:nvSpPr>
          <p:spPr bwMode="auto">
            <a:xfrm>
              <a:off x="663" y="3511"/>
              <a:ext cx="6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spcBef>
                  <a:spcPct val="50000"/>
                </a:spcBef>
              </a:pPr>
              <a:r>
                <a:rPr lang="zh-CN" altLang="en-US" sz="2000">
                  <a:solidFill>
                    <a:schemeClr val="tx1"/>
                  </a:solidFill>
                  <a:latin typeface="Times New Roman" panose="02020603050405020304" pitchFamily="18" charset="0"/>
                  <a:ea typeface="宋体" panose="02010600030101010101" pitchFamily="2" charset="-122"/>
                </a:rPr>
                <a:t>媒质</a:t>
              </a:r>
              <a:r>
                <a:rPr lang="en-US" altLang="zh-CN" sz="2000">
                  <a:solidFill>
                    <a:schemeClr val="tx1"/>
                  </a:solidFill>
                  <a:latin typeface="Times New Roman" panose="02020603050405020304" pitchFamily="18" charset="0"/>
                  <a:ea typeface="宋体" panose="02010600030101010101" pitchFamily="2" charset="-122"/>
                </a:rPr>
                <a:t>2</a:t>
              </a:r>
            </a:p>
          </p:txBody>
        </p:sp>
        <p:sp>
          <p:nvSpPr>
            <p:cNvPr id="16" name="Rectangle 33">
              <a:extLst>
                <a:ext uri="{FF2B5EF4-FFF2-40B4-BE49-F238E27FC236}">
                  <a16:creationId xmlns:a16="http://schemas.microsoft.com/office/drawing/2014/main" id="{081FA7B0-84EF-E008-E099-537EFA72D4CA}"/>
                </a:ext>
              </a:extLst>
            </p:cNvPr>
            <p:cNvSpPr>
              <a:spLocks noChangeArrowheads="1"/>
            </p:cNvSpPr>
            <p:nvPr/>
          </p:nvSpPr>
          <p:spPr bwMode="auto">
            <a:xfrm>
              <a:off x="567" y="2659"/>
              <a:ext cx="2267" cy="140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algn="ctr" eaLnBrk="1" hangingPunct="1">
                <a:spcBef>
                  <a:spcPct val="15000"/>
                </a:spcBef>
              </a:pPr>
              <a:endParaRPr lang="zh-CN" altLang="en-US" b="0"/>
            </a:p>
          </p:txBody>
        </p:sp>
      </p:grpSp>
      <p:graphicFrame>
        <p:nvGraphicFramePr>
          <p:cNvPr id="28" name="Object 2">
            <a:extLst>
              <a:ext uri="{FF2B5EF4-FFF2-40B4-BE49-F238E27FC236}">
                <a16:creationId xmlns:a16="http://schemas.microsoft.com/office/drawing/2014/main" id="{1C52E8BD-9D29-6267-004D-E82034BF8AF0}"/>
              </a:ext>
            </a:extLst>
          </p:cNvPr>
          <p:cNvGraphicFramePr>
            <a:graphicFrameLocks noChangeAspect="1"/>
          </p:cNvGraphicFramePr>
          <p:nvPr>
            <p:extLst>
              <p:ext uri="{D42A27DB-BD31-4B8C-83A1-F6EECF244321}">
                <p14:modId xmlns:p14="http://schemas.microsoft.com/office/powerpoint/2010/main" val="1673981479"/>
              </p:ext>
            </p:extLst>
          </p:nvPr>
        </p:nvGraphicFramePr>
        <p:xfrm>
          <a:off x="7235825" y="3410821"/>
          <a:ext cx="1781175" cy="450850"/>
        </p:xfrm>
        <a:graphic>
          <a:graphicData uri="http://schemas.openxmlformats.org/presentationml/2006/ole">
            <mc:AlternateContent xmlns:mc="http://schemas.openxmlformats.org/markup-compatibility/2006">
              <mc:Choice xmlns:v="urn:schemas-microsoft-com:vml" Requires="v">
                <p:oleObj r:id="rId5" imgW="533452" imgH="133419" progId="Equation.3">
                  <p:embed/>
                </p:oleObj>
              </mc:Choice>
              <mc:Fallback>
                <p:oleObj r:id="rId5" imgW="533452" imgH="133419" progId="Equation.3">
                  <p:embed/>
                  <p:pic>
                    <p:nvPicPr>
                      <p:cNvPr id="42" name="Object 2">
                        <a:extLst>
                          <a:ext uri="{FF2B5EF4-FFF2-40B4-BE49-F238E27FC236}">
                            <a16:creationId xmlns:a16="http://schemas.microsoft.com/office/drawing/2014/main" id="{22B8CE73-B2E7-A11A-877B-A599D9774B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5825" y="3410821"/>
                        <a:ext cx="17811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9" name="Object 2">
            <a:extLst>
              <a:ext uri="{FF2B5EF4-FFF2-40B4-BE49-F238E27FC236}">
                <a16:creationId xmlns:a16="http://schemas.microsoft.com/office/drawing/2014/main" id="{5BF05341-7534-D6B9-AAA9-7A1C91E8134B}"/>
              </a:ext>
            </a:extLst>
          </p:cNvPr>
          <p:cNvGraphicFramePr>
            <a:graphicFrameLocks noChangeAspect="1"/>
          </p:cNvGraphicFramePr>
          <p:nvPr>
            <p:extLst>
              <p:ext uri="{D42A27DB-BD31-4B8C-83A1-F6EECF244321}">
                <p14:modId xmlns:p14="http://schemas.microsoft.com/office/powerpoint/2010/main" val="1374126054"/>
              </p:ext>
            </p:extLst>
          </p:nvPr>
        </p:nvGraphicFramePr>
        <p:xfrm>
          <a:off x="7008813" y="5111033"/>
          <a:ext cx="1884362" cy="450850"/>
        </p:xfrm>
        <a:graphic>
          <a:graphicData uri="http://schemas.openxmlformats.org/presentationml/2006/ole">
            <mc:AlternateContent xmlns:mc="http://schemas.openxmlformats.org/markup-compatibility/2006">
              <mc:Choice xmlns:v="urn:schemas-microsoft-com:vml" Requires="v">
                <p:oleObj r:id="rId7" imgW="565076" imgH="133419" progId="Equation.3">
                  <p:embed/>
                </p:oleObj>
              </mc:Choice>
              <mc:Fallback>
                <p:oleObj r:id="rId7" imgW="565076" imgH="133419" progId="Equation.3">
                  <p:embed/>
                  <p:pic>
                    <p:nvPicPr>
                      <p:cNvPr id="9" name="Object 2">
                        <a:extLst>
                          <a:ext uri="{FF2B5EF4-FFF2-40B4-BE49-F238E27FC236}">
                            <a16:creationId xmlns:a16="http://schemas.microsoft.com/office/drawing/2014/main" id="{083535B9-C7F1-2ED3-6B81-71D1D15FFE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08813" y="5111033"/>
                        <a:ext cx="18843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 name="Rectangle 40">
            <a:extLst>
              <a:ext uri="{FF2B5EF4-FFF2-40B4-BE49-F238E27FC236}">
                <a16:creationId xmlns:a16="http://schemas.microsoft.com/office/drawing/2014/main" id="{28C9331E-E50E-1A8E-7A84-9F6C57683770}"/>
              </a:ext>
            </a:extLst>
          </p:cNvPr>
          <p:cNvSpPr>
            <a:spLocks noChangeArrowheads="1"/>
          </p:cNvSpPr>
          <p:nvPr/>
        </p:nvSpPr>
        <p:spPr bwMode="auto">
          <a:xfrm>
            <a:off x="0" y="2608764"/>
            <a:ext cx="8763000" cy="830997"/>
          </a:xfrm>
          <a:prstGeom prst="rect">
            <a:avLst/>
          </a:prstGeom>
          <a:noFill/>
          <a:ln>
            <a:noFill/>
          </a:ln>
        </p:spPr>
        <p:txBody>
          <a:bodyPr wrap="square">
            <a:spAutoFit/>
          </a:bodyPr>
          <a:lstStyle/>
          <a:p>
            <a:pPr marL="342900" indent="-342900" eaLnBrk="1" hangingPunct="1">
              <a:buFont typeface="Wingdings" panose="05000000000000000000" pitchFamily="2" charset="2"/>
              <a:buChar char="p"/>
              <a:defRPr/>
            </a:pPr>
            <a:r>
              <a:rPr lang="zh-CN" altLang="en-US" b="1" dirty="0">
                <a:solidFill>
                  <a:schemeClr val="bg1"/>
                </a:solidFill>
              </a:rPr>
              <a:t>媒质</a:t>
            </a:r>
            <a:r>
              <a:rPr lang="en-US" altLang="zh-CN" b="1" dirty="0">
                <a:solidFill>
                  <a:schemeClr val="bg1"/>
                </a:solidFill>
              </a:rPr>
              <a:t>1</a:t>
            </a:r>
            <a:r>
              <a:rPr lang="zh-CN" altLang="en-US" b="1" dirty="0">
                <a:solidFill>
                  <a:schemeClr val="bg1"/>
                </a:solidFill>
              </a:rPr>
              <a:t>和</a:t>
            </a:r>
            <a:r>
              <a:rPr lang="en-US" altLang="zh-CN" b="1" dirty="0">
                <a:solidFill>
                  <a:schemeClr val="bg1"/>
                </a:solidFill>
              </a:rPr>
              <a:t>2</a:t>
            </a:r>
            <a:r>
              <a:rPr lang="zh-CN" altLang="en-US" b="1" dirty="0">
                <a:solidFill>
                  <a:schemeClr val="bg1"/>
                </a:solidFill>
              </a:rPr>
              <a:t>的分界面上：</a:t>
            </a:r>
            <a:r>
              <a:rPr lang="zh-CN" altLang="en-US" b="1" u="sng" dirty="0">
                <a:solidFill>
                  <a:schemeClr val="bg1"/>
                </a:solidFill>
              </a:rPr>
              <a:t>分界面上的电位及电位的梯度</a:t>
            </a:r>
            <a:r>
              <a:rPr lang="zh-CN" altLang="en-US" b="1" dirty="0">
                <a:solidFill>
                  <a:schemeClr val="bg1"/>
                </a:solidFill>
              </a:rPr>
              <a:t>满足边界条件</a:t>
            </a:r>
            <a:r>
              <a:rPr lang="zh-CN" altLang="en-US" dirty="0">
                <a:solidFill>
                  <a:srgbClr val="FF0000"/>
                </a:solidFill>
              </a:rPr>
              <a:t>（建立</a:t>
            </a:r>
            <a:r>
              <a:rPr lang="en-US" altLang="zh-CN" dirty="0">
                <a:solidFill>
                  <a:srgbClr val="FF0000"/>
                </a:solidFill>
              </a:rPr>
              <a:t>1</a:t>
            </a:r>
            <a:r>
              <a:rPr lang="zh-CN" altLang="en-US" dirty="0">
                <a:solidFill>
                  <a:srgbClr val="FF0000"/>
                </a:solidFill>
              </a:rPr>
              <a:t>区和</a:t>
            </a:r>
            <a:r>
              <a:rPr lang="en-US" altLang="zh-CN" dirty="0">
                <a:solidFill>
                  <a:srgbClr val="FF0000"/>
                </a:solidFill>
              </a:rPr>
              <a:t>2</a:t>
            </a:r>
            <a:r>
              <a:rPr lang="zh-CN" altLang="en-US" dirty="0">
                <a:solidFill>
                  <a:srgbClr val="FF0000"/>
                </a:solidFill>
              </a:rPr>
              <a:t>区电位的关联）</a:t>
            </a:r>
            <a:r>
              <a:rPr lang="zh-CN" altLang="en-US" b="1" dirty="0">
                <a:solidFill>
                  <a:schemeClr val="bg1"/>
                </a:solidFill>
              </a:rPr>
              <a:t>。</a:t>
            </a:r>
          </a:p>
        </p:txBody>
      </p:sp>
      <p:sp>
        <p:nvSpPr>
          <p:cNvPr id="33" name="Rectangle 40">
            <a:extLst>
              <a:ext uri="{FF2B5EF4-FFF2-40B4-BE49-F238E27FC236}">
                <a16:creationId xmlns:a16="http://schemas.microsoft.com/office/drawing/2014/main" id="{AD001C08-9B01-8C49-AD1C-C6B9953357A5}"/>
              </a:ext>
            </a:extLst>
          </p:cNvPr>
          <p:cNvSpPr>
            <a:spLocks noChangeArrowheads="1"/>
          </p:cNvSpPr>
          <p:nvPr/>
        </p:nvSpPr>
        <p:spPr bwMode="auto">
          <a:xfrm>
            <a:off x="16610" y="1754407"/>
            <a:ext cx="66595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buFont typeface="Wingdings" panose="05000000000000000000" pitchFamily="2" charset="2"/>
              <a:buChar char="p"/>
            </a:pPr>
            <a:r>
              <a:rPr lang="zh-CN" altLang="en-US" dirty="0"/>
              <a:t>媒质</a:t>
            </a:r>
            <a:r>
              <a:rPr lang="en-US" altLang="zh-CN" dirty="0"/>
              <a:t>2</a:t>
            </a:r>
            <a:r>
              <a:rPr lang="zh-CN" altLang="en-US" dirty="0"/>
              <a:t>内：</a:t>
            </a:r>
            <a:r>
              <a:rPr lang="en-US" altLang="zh-CN" dirty="0"/>
              <a:t>2</a:t>
            </a:r>
            <a:r>
              <a:rPr lang="zh-CN" altLang="en-US" dirty="0"/>
              <a:t>区的电位满足标量泊松方程。</a:t>
            </a:r>
          </a:p>
        </p:txBody>
      </p:sp>
      <p:sp>
        <p:nvSpPr>
          <p:cNvPr id="34" name="Rectangle 40">
            <a:extLst>
              <a:ext uri="{FF2B5EF4-FFF2-40B4-BE49-F238E27FC236}">
                <a16:creationId xmlns:a16="http://schemas.microsoft.com/office/drawing/2014/main" id="{BC2324E7-D44A-957C-0964-23B716E0E38B}"/>
              </a:ext>
            </a:extLst>
          </p:cNvPr>
          <p:cNvSpPr>
            <a:spLocks noChangeArrowheads="1"/>
          </p:cNvSpPr>
          <p:nvPr/>
        </p:nvSpPr>
        <p:spPr bwMode="auto">
          <a:xfrm>
            <a:off x="41275" y="950913"/>
            <a:ext cx="6659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buFont typeface="Wingdings" panose="05000000000000000000" pitchFamily="2" charset="2"/>
              <a:buChar char="p"/>
            </a:pPr>
            <a:r>
              <a:rPr lang="zh-CN" altLang="en-US" dirty="0"/>
              <a:t>媒质</a:t>
            </a:r>
            <a:r>
              <a:rPr lang="en-US" altLang="zh-CN" dirty="0"/>
              <a:t>1</a:t>
            </a:r>
            <a:r>
              <a:rPr lang="zh-CN" altLang="en-US" dirty="0"/>
              <a:t>内：</a:t>
            </a:r>
            <a:r>
              <a:rPr lang="en-US" altLang="zh-CN" dirty="0"/>
              <a:t>1</a:t>
            </a:r>
            <a:r>
              <a:rPr lang="zh-CN" altLang="en-US" dirty="0"/>
              <a:t>区的电位满足标量泊松方程。</a:t>
            </a:r>
          </a:p>
        </p:txBody>
      </p:sp>
      <p:sp>
        <p:nvSpPr>
          <p:cNvPr id="35" name="Rectangle 40">
            <a:extLst>
              <a:ext uri="{FF2B5EF4-FFF2-40B4-BE49-F238E27FC236}">
                <a16:creationId xmlns:a16="http://schemas.microsoft.com/office/drawing/2014/main" id="{C4D7FB24-819A-5E7A-A7C3-48167A35C99D}"/>
              </a:ext>
            </a:extLst>
          </p:cNvPr>
          <p:cNvSpPr>
            <a:spLocks noChangeArrowheads="1"/>
          </p:cNvSpPr>
          <p:nvPr/>
        </p:nvSpPr>
        <p:spPr bwMode="auto">
          <a:xfrm>
            <a:off x="41275" y="434975"/>
            <a:ext cx="66595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Arial" panose="020B0604020202020204" pitchFamily="34" charset="0"/>
                <a:ea typeface="楷体_GB2312" pitchFamily="49" charset="-122"/>
              </a:defRPr>
            </a:lvl1pPr>
            <a:lvl2pPr marL="742950" indent="-285750">
              <a:defRPr sz="2400" b="1">
                <a:solidFill>
                  <a:schemeClr val="bg1"/>
                </a:solidFill>
                <a:latin typeface="Arial" panose="020B0604020202020204" pitchFamily="34" charset="0"/>
                <a:ea typeface="楷体_GB2312" pitchFamily="49" charset="-122"/>
              </a:defRPr>
            </a:lvl2pPr>
            <a:lvl3pPr marL="1143000" indent="-228600">
              <a:defRPr sz="2400" b="1">
                <a:solidFill>
                  <a:schemeClr val="bg1"/>
                </a:solidFill>
                <a:latin typeface="Arial" panose="020B0604020202020204" pitchFamily="34" charset="0"/>
                <a:ea typeface="楷体_GB2312" pitchFamily="49" charset="-122"/>
              </a:defRPr>
            </a:lvl3pPr>
            <a:lvl4pPr marL="1600200" indent="-228600">
              <a:defRPr sz="2400" b="1">
                <a:solidFill>
                  <a:schemeClr val="bg1"/>
                </a:solidFill>
                <a:latin typeface="Arial" panose="020B0604020202020204" pitchFamily="34" charset="0"/>
                <a:ea typeface="楷体_GB2312" pitchFamily="49" charset="-122"/>
              </a:defRPr>
            </a:lvl4pPr>
            <a:lvl5pPr marL="2057400" indent="-228600">
              <a:defRPr sz="2400" b="1">
                <a:solidFill>
                  <a:schemeClr val="bg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b="1">
                <a:solidFill>
                  <a:schemeClr val="bg1"/>
                </a:solidFill>
                <a:latin typeface="Arial" panose="020B0604020202020204" pitchFamily="34" charset="0"/>
                <a:ea typeface="楷体_GB2312" pitchFamily="49" charset="-122"/>
              </a:defRPr>
            </a:lvl9pPr>
          </a:lstStyle>
          <a:p>
            <a:pPr eaLnBrk="1" hangingPunct="1"/>
            <a:r>
              <a:rPr lang="zh-CN" altLang="en-US" sz="2800" dirty="0">
                <a:solidFill>
                  <a:srgbClr val="FF9900"/>
                </a:solidFill>
              </a:rPr>
              <a:t>小结</a:t>
            </a:r>
          </a:p>
        </p:txBody>
      </p:sp>
      <p:pic>
        <p:nvPicPr>
          <p:cNvPr id="41" name="图片 40">
            <a:extLst>
              <a:ext uri="{FF2B5EF4-FFF2-40B4-BE49-F238E27FC236}">
                <a16:creationId xmlns:a16="http://schemas.microsoft.com/office/drawing/2014/main" id="{DE49D675-D69C-1299-25F0-5377D916071E}"/>
              </a:ext>
            </a:extLst>
          </p:cNvPr>
          <p:cNvPicPr>
            <a:picLocks noChangeAspect="1"/>
          </p:cNvPicPr>
          <p:nvPr/>
        </p:nvPicPr>
        <p:blipFill>
          <a:blip r:embed="rId9"/>
          <a:stretch>
            <a:fillRect/>
          </a:stretch>
        </p:blipFill>
        <p:spPr>
          <a:xfrm>
            <a:off x="5981344" y="926898"/>
            <a:ext cx="2133600" cy="534766"/>
          </a:xfrm>
          <a:prstGeom prst="rect">
            <a:avLst/>
          </a:prstGeom>
        </p:spPr>
      </p:pic>
      <p:pic>
        <p:nvPicPr>
          <p:cNvPr id="43" name="图片 42">
            <a:extLst>
              <a:ext uri="{FF2B5EF4-FFF2-40B4-BE49-F238E27FC236}">
                <a16:creationId xmlns:a16="http://schemas.microsoft.com/office/drawing/2014/main" id="{67F0959F-101F-4DFA-A2A3-BC4672907E32}"/>
              </a:ext>
            </a:extLst>
          </p:cNvPr>
          <p:cNvPicPr>
            <a:picLocks noChangeAspect="1"/>
          </p:cNvPicPr>
          <p:nvPr/>
        </p:nvPicPr>
        <p:blipFill>
          <a:blip r:embed="rId10"/>
          <a:stretch>
            <a:fillRect/>
          </a:stretch>
        </p:blipFill>
        <p:spPr>
          <a:xfrm>
            <a:off x="5995668" y="1722414"/>
            <a:ext cx="1955326" cy="561176"/>
          </a:xfrm>
          <a:prstGeom prst="rect">
            <a:avLst/>
          </a:prstGeom>
        </p:spPr>
      </p:pic>
      <p:graphicFrame>
        <p:nvGraphicFramePr>
          <p:cNvPr id="44" name="Object 60">
            <a:extLst>
              <a:ext uri="{FF2B5EF4-FFF2-40B4-BE49-F238E27FC236}">
                <a16:creationId xmlns:a16="http://schemas.microsoft.com/office/drawing/2014/main" id="{9207ADAE-0134-AAC5-5D65-A87F690FB997}"/>
              </a:ext>
            </a:extLst>
          </p:cNvPr>
          <p:cNvGraphicFramePr>
            <a:graphicFrameLocks noChangeAspect="1"/>
          </p:cNvGraphicFramePr>
          <p:nvPr>
            <p:extLst>
              <p:ext uri="{D42A27DB-BD31-4B8C-83A1-F6EECF244321}">
                <p14:modId xmlns:p14="http://schemas.microsoft.com/office/powerpoint/2010/main" val="3462380093"/>
              </p:ext>
            </p:extLst>
          </p:nvPr>
        </p:nvGraphicFramePr>
        <p:xfrm>
          <a:off x="683568" y="3582124"/>
          <a:ext cx="1223962" cy="503237"/>
        </p:xfrm>
        <a:graphic>
          <a:graphicData uri="http://schemas.openxmlformats.org/presentationml/2006/ole">
            <mc:AlternateContent xmlns:mc="http://schemas.openxmlformats.org/markup-compatibility/2006">
              <mc:Choice xmlns:v="urn:schemas-microsoft-com:vml" Requires="v">
                <p:oleObj name="公式" r:id="rId11" imgW="393708" imgH="139835" progId="Equation.3">
                  <p:embed/>
                </p:oleObj>
              </mc:Choice>
              <mc:Fallback>
                <p:oleObj name="公式" r:id="rId11" imgW="393708" imgH="139835" progId="Equation.3">
                  <p:embed/>
                  <p:pic>
                    <p:nvPicPr>
                      <p:cNvPr id="21522" name="Object 60">
                        <a:extLst>
                          <a:ext uri="{FF2B5EF4-FFF2-40B4-BE49-F238E27FC236}">
                            <a16:creationId xmlns:a16="http://schemas.microsoft.com/office/drawing/2014/main" id="{9FB6E44A-D048-179B-4166-C25C156DD57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3568" y="3582124"/>
                        <a:ext cx="1223962" cy="50323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8">
            <a:extLst>
              <a:ext uri="{FF2B5EF4-FFF2-40B4-BE49-F238E27FC236}">
                <a16:creationId xmlns:a16="http://schemas.microsoft.com/office/drawing/2014/main" id="{7D2A804A-ECBC-B603-14B7-EBCF0E3E8759}"/>
              </a:ext>
            </a:extLst>
          </p:cNvPr>
          <p:cNvGraphicFramePr>
            <a:graphicFrameLocks noChangeAspect="1"/>
          </p:cNvGraphicFramePr>
          <p:nvPr>
            <p:extLst>
              <p:ext uri="{D42A27DB-BD31-4B8C-83A1-F6EECF244321}">
                <p14:modId xmlns:p14="http://schemas.microsoft.com/office/powerpoint/2010/main" val="177048830"/>
              </p:ext>
            </p:extLst>
          </p:nvPr>
        </p:nvGraphicFramePr>
        <p:xfrm>
          <a:off x="621603" y="4141711"/>
          <a:ext cx="2882900" cy="863600"/>
        </p:xfrm>
        <a:graphic>
          <a:graphicData uri="http://schemas.openxmlformats.org/presentationml/2006/ole">
            <mc:AlternateContent xmlns:mc="http://schemas.openxmlformats.org/markup-compatibility/2006">
              <mc:Choice xmlns:v="urn:schemas-microsoft-com:vml" Requires="v">
                <p:oleObj name="公式" r:id="rId13" imgW="1225681" imgH="323850" progId="Equation.3">
                  <p:embed/>
                </p:oleObj>
              </mc:Choice>
              <mc:Fallback>
                <p:oleObj name="公式" r:id="rId13" imgW="1225681" imgH="323850" progId="Equation.3">
                  <p:embed/>
                  <p:pic>
                    <p:nvPicPr>
                      <p:cNvPr id="21524" name="Object 8">
                        <a:extLst>
                          <a:ext uri="{FF2B5EF4-FFF2-40B4-BE49-F238E27FC236}">
                            <a16:creationId xmlns:a16="http://schemas.microsoft.com/office/drawing/2014/main" id="{632BD577-DD79-458A-EA32-52D4080774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1603" y="4141711"/>
                        <a:ext cx="2882900" cy="8636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7" name="图片 46">
            <a:extLst>
              <a:ext uri="{FF2B5EF4-FFF2-40B4-BE49-F238E27FC236}">
                <a16:creationId xmlns:a16="http://schemas.microsoft.com/office/drawing/2014/main" id="{E903CABD-65C3-9C31-A23D-5F3E9504D6B2}"/>
              </a:ext>
            </a:extLst>
          </p:cNvPr>
          <p:cNvPicPr>
            <a:picLocks noChangeAspect="1"/>
          </p:cNvPicPr>
          <p:nvPr/>
        </p:nvPicPr>
        <p:blipFill>
          <a:blip r:embed="rId15"/>
          <a:stretch>
            <a:fillRect/>
          </a:stretch>
        </p:blipFill>
        <p:spPr>
          <a:xfrm>
            <a:off x="7452320" y="4595096"/>
            <a:ext cx="381000" cy="352425"/>
          </a:xfrm>
          <a:prstGeom prst="rect">
            <a:avLst/>
          </a:prstGeom>
        </p:spPr>
      </p:pic>
      <p:pic>
        <p:nvPicPr>
          <p:cNvPr id="49" name="图片 48">
            <a:extLst>
              <a:ext uri="{FF2B5EF4-FFF2-40B4-BE49-F238E27FC236}">
                <a16:creationId xmlns:a16="http://schemas.microsoft.com/office/drawing/2014/main" id="{4B26FAB2-F878-63B5-73A5-757486DDB300}"/>
              </a:ext>
            </a:extLst>
          </p:cNvPr>
          <p:cNvPicPr>
            <a:picLocks noChangeAspect="1"/>
          </p:cNvPicPr>
          <p:nvPr/>
        </p:nvPicPr>
        <p:blipFill>
          <a:blip r:embed="rId16"/>
          <a:stretch>
            <a:fillRect/>
          </a:stretch>
        </p:blipFill>
        <p:spPr>
          <a:xfrm>
            <a:off x="7452320" y="3945812"/>
            <a:ext cx="352425" cy="371475"/>
          </a:xfrm>
          <a:prstGeom prst="rect">
            <a:avLst/>
          </a:prstGeom>
        </p:spPr>
      </p:pic>
      <p:pic>
        <p:nvPicPr>
          <p:cNvPr id="51" name="图片 50">
            <a:extLst>
              <a:ext uri="{FF2B5EF4-FFF2-40B4-BE49-F238E27FC236}">
                <a16:creationId xmlns:a16="http://schemas.microsoft.com/office/drawing/2014/main" id="{77A395B0-72A5-3414-C453-BF54A81C9908}"/>
              </a:ext>
            </a:extLst>
          </p:cNvPr>
          <p:cNvPicPr>
            <a:picLocks noChangeAspect="1"/>
          </p:cNvPicPr>
          <p:nvPr/>
        </p:nvPicPr>
        <p:blipFill>
          <a:blip r:embed="rId17"/>
          <a:stretch>
            <a:fillRect/>
          </a:stretch>
        </p:blipFill>
        <p:spPr>
          <a:xfrm>
            <a:off x="312040" y="3779021"/>
            <a:ext cx="219075" cy="933450"/>
          </a:xfrm>
          <a:prstGeom prst="rect">
            <a:avLst/>
          </a:prstGeom>
        </p:spPr>
      </p:pic>
      <p:pic>
        <p:nvPicPr>
          <p:cNvPr id="53" name="图片 52">
            <a:extLst>
              <a:ext uri="{FF2B5EF4-FFF2-40B4-BE49-F238E27FC236}">
                <a16:creationId xmlns:a16="http://schemas.microsoft.com/office/drawing/2014/main" id="{DF4E94AC-6541-6765-9E5E-09B01DE9A2CF}"/>
              </a:ext>
            </a:extLst>
          </p:cNvPr>
          <p:cNvPicPr>
            <a:picLocks noChangeAspect="1"/>
          </p:cNvPicPr>
          <p:nvPr/>
        </p:nvPicPr>
        <p:blipFill>
          <a:blip r:embed="rId18"/>
          <a:stretch>
            <a:fillRect/>
          </a:stretch>
        </p:blipFill>
        <p:spPr>
          <a:xfrm>
            <a:off x="-1704" y="5523167"/>
            <a:ext cx="9144000" cy="1009988"/>
          </a:xfrm>
          <a:prstGeom prst="rect">
            <a:avLst/>
          </a:prstGeom>
        </p:spPr>
      </p:pic>
    </p:spTree>
    <p:extLst>
      <p:ext uri="{BB962C8B-B14F-4D97-AF65-F5344CB8AC3E}">
        <p14:creationId xmlns:p14="http://schemas.microsoft.com/office/powerpoint/2010/main" val="3189960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2">
            <a:extLst>
              <a:ext uri="{FF2B5EF4-FFF2-40B4-BE49-F238E27FC236}">
                <a16:creationId xmlns:a16="http://schemas.microsoft.com/office/drawing/2014/main" id="{638C0579-BB79-3609-7D1C-F3859AE930B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F0F31AC5-4AC3-4773-83B4-651534F89C83}" type="slidenum">
              <a:rPr lang="en-US" altLang="zh-CN" sz="1400">
                <a:ea typeface="宋体" panose="02010600030101010101" pitchFamily="2" charset="-122"/>
              </a:rPr>
              <a:pPr/>
              <a:t>13</a:t>
            </a:fld>
            <a:endParaRPr lang="en-US" altLang="zh-CN" sz="1400">
              <a:ea typeface="宋体" panose="02010600030101010101" pitchFamily="2" charset="-122"/>
            </a:endParaRPr>
          </a:p>
        </p:txBody>
      </p:sp>
      <p:grpSp>
        <p:nvGrpSpPr>
          <p:cNvPr id="625818" name="Group 154">
            <a:extLst>
              <a:ext uri="{FF2B5EF4-FFF2-40B4-BE49-F238E27FC236}">
                <a16:creationId xmlns:a16="http://schemas.microsoft.com/office/drawing/2014/main" id="{1724EF6B-C8B6-1635-86FC-A8886FFFDD97}"/>
              </a:ext>
            </a:extLst>
          </p:cNvPr>
          <p:cNvGrpSpPr>
            <a:grpSpLocks/>
          </p:cNvGrpSpPr>
          <p:nvPr/>
        </p:nvGrpSpPr>
        <p:grpSpPr bwMode="auto">
          <a:xfrm>
            <a:off x="95250" y="431800"/>
            <a:ext cx="8943975" cy="1531938"/>
            <a:chOff x="60" y="210"/>
            <a:chExt cx="5634" cy="965"/>
          </a:xfrm>
        </p:grpSpPr>
        <p:sp>
          <p:nvSpPr>
            <p:cNvPr id="23599" name="Rectangle 155">
              <a:extLst>
                <a:ext uri="{FF2B5EF4-FFF2-40B4-BE49-F238E27FC236}">
                  <a16:creationId xmlns:a16="http://schemas.microsoft.com/office/drawing/2014/main" id="{766556EE-49D6-721A-4D68-1A69160128CA}"/>
                </a:ext>
              </a:extLst>
            </p:cNvPr>
            <p:cNvSpPr>
              <a:spLocks noChangeArrowheads="1"/>
            </p:cNvSpPr>
            <p:nvPr/>
          </p:nvSpPr>
          <p:spPr bwMode="auto">
            <a:xfrm>
              <a:off x="60" y="210"/>
              <a:ext cx="5634" cy="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lnSpc>
                  <a:spcPct val="130000"/>
                </a:lnSpc>
              </a:pPr>
              <a:r>
                <a:rPr lang="en-US" altLang="zh-CN" b="1">
                  <a:solidFill>
                    <a:srgbClr val="FF9933"/>
                  </a:solidFill>
                  <a:latin typeface="Times New Roman" panose="02020603050405020304" pitchFamily="18" charset="0"/>
                  <a:ea typeface="幼圆" panose="02010509060101010101" pitchFamily="49" charset="-122"/>
                  <a:cs typeface="Times New Roman" panose="02020603050405020304" pitchFamily="18" charset="0"/>
                </a:rPr>
                <a:t>【</a:t>
              </a:r>
              <a:r>
                <a:rPr lang="zh-CN" altLang="en-US" b="1">
                  <a:solidFill>
                    <a:srgbClr val="FFB953"/>
                  </a:solidFill>
                  <a:latin typeface="Times New Roman" panose="02020603050405020304" pitchFamily="18" charset="0"/>
                  <a:ea typeface="幼圆" panose="02010509060101010101" pitchFamily="49" charset="-122"/>
                  <a:cs typeface="Times New Roman" panose="02020603050405020304" pitchFamily="18" charset="0"/>
                </a:rPr>
                <a:t>例</a:t>
              </a:r>
              <a:r>
                <a:rPr lang="en-US" altLang="zh-CN" b="1">
                  <a:solidFill>
                    <a:srgbClr val="FFB953"/>
                  </a:solidFill>
                  <a:latin typeface="Times New Roman" panose="02020603050405020304" pitchFamily="18" charset="0"/>
                  <a:ea typeface="幼圆" panose="02010509060101010101" pitchFamily="49" charset="-122"/>
                  <a:cs typeface="Times New Roman" panose="02020603050405020304" pitchFamily="18" charset="0"/>
                </a:rPr>
                <a:t>3.1.1】</a:t>
              </a:r>
              <a:r>
                <a:rPr lang="en-US" altLang="zh-CN"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两块无限大接地导体平板分别置于 </a:t>
              </a:r>
              <a:r>
                <a:rPr lang="en-US" altLang="zh-CN" b="1" i="1">
                  <a:solidFill>
                    <a:schemeClr val="bg1"/>
                  </a:solidFill>
                  <a:latin typeface="Times New Roman" panose="02020603050405020304" pitchFamily="18" charset="0"/>
                  <a:ea typeface="幼圆" panose="02010509060101010101" pitchFamily="49" charset="-122"/>
                  <a:cs typeface="Times New Roman" panose="02020603050405020304" pitchFamily="18" charset="0"/>
                </a:rPr>
                <a:t>x </a:t>
              </a:r>
              <a:r>
                <a:rPr lang="en-US" altLang="zh-CN"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 0 </a:t>
              </a:r>
              <a:r>
                <a:rPr lang="zh-CN" altLang="en-US"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和 </a:t>
              </a:r>
              <a:r>
                <a:rPr lang="en-US" altLang="zh-CN" b="1" i="1">
                  <a:solidFill>
                    <a:schemeClr val="bg1"/>
                  </a:solidFill>
                  <a:latin typeface="Times New Roman" panose="02020603050405020304" pitchFamily="18" charset="0"/>
                  <a:ea typeface="幼圆" panose="02010509060101010101" pitchFamily="49" charset="-122"/>
                  <a:cs typeface="Times New Roman" panose="02020603050405020304" pitchFamily="18" charset="0"/>
                </a:rPr>
                <a:t>x </a:t>
              </a:r>
              <a:r>
                <a:rPr lang="en-US" altLang="zh-CN"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b="1" i="1">
                  <a:solidFill>
                    <a:schemeClr val="bg1"/>
                  </a:solidFill>
                  <a:latin typeface="Times New Roman" panose="02020603050405020304" pitchFamily="18" charset="0"/>
                  <a:ea typeface="幼圆" panose="02010509060101010101" pitchFamily="49" charset="-122"/>
                  <a:cs typeface="Times New Roman" panose="02020603050405020304" pitchFamily="18" charset="0"/>
                </a:rPr>
                <a:t>a </a:t>
              </a:r>
              <a:r>
                <a:rPr lang="zh-CN" altLang="en-US"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，在两块板之间的 </a:t>
              </a:r>
              <a:r>
                <a:rPr lang="en-US" altLang="zh-CN" b="1" i="1">
                  <a:solidFill>
                    <a:schemeClr val="bg1"/>
                  </a:solidFill>
                  <a:latin typeface="Times New Roman" panose="02020603050405020304" pitchFamily="18" charset="0"/>
                  <a:ea typeface="幼圆" panose="02010509060101010101" pitchFamily="49" charset="-122"/>
                  <a:cs typeface="Times New Roman" panose="02020603050405020304" pitchFamily="18" charset="0"/>
                </a:rPr>
                <a:t>x </a:t>
              </a:r>
              <a:r>
                <a:rPr lang="en-US" altLang="zh-CN"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 </a:t>
              </a:r>
              <a:r>
                <a:rPr lang="en-US" altLang="zh-CN" b="1" i="1">
                  <a:solidFill>
                    <a:schemeClr val="bg1"/>
                  </a:solidFill>
                  <a:latin typeface="Times New Roman" panose="02020603050405020304" pitchFamily="18" charset="0"/>
                  <a:ea typeface="幼圆" panose="02010509060101010101" pitchFamily="49" charset="-122"/>
                  <a:cs typeface="Times New Roman" panose="02020603050405020304" pitchFamily="18" charset="0"/>
                </a:rPr>
                <a:t>b </a:t>
              </a:r>
              <a:r>
                <a:rPr lang="zh-CN" altLang="en-US"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处有一面密度为</a:t>
              </a:r>
              <a:r>
                <a:rPr lang="zh-CN" altLang="en-US" b="1" i="1">
                  <a:solidFill>
                    <a:schemeClr val="bg1"/>
                  </a:solidFill>
                  <a:latin typeface="Times New Roman" panose="02020603050405020304" pitchFamily="18" charset="0"/>
                  <a:ea typeface="幼圆" panose="02010509060101010101" pitchFamily="49" charset="-122"/>
                  <a:cs typeface="Times New Roman" panose="02020603050405020304" pitchFamily="18" charset="0"/>
                </a:rPr>
                <a:t>      </a:t>
              </a:r>
              <a:r>
                <a:rPr lang="zh-CN" altLang="en-US"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的均匀电荷分布，如图所示。求两导体平板之间的电位和电场。</a:t>
              </a:r>
              <a:endParaRPr lang="el-GR" altLang="zh-CN" b="1">
                <a:solidFill>
                  <a:schemeClr val="bg1"/>
                </a:solidFill>
                <a:latin typeface="Times New Roman" panose="02020603050405020304" pitchFamily="18" charset="0"/>
                <a:ea typeface="幼圆" panose="02010509060101010101" pitchFamily="49" charset="-122"/>
                <a:cs typeface="Times New Roman" panose="02020603050405020304" pitchFamily="18" charset="0"/>
              </a:endParaRPr>
            </a:p>
          </p:txBody>
        </p:sp>
        <p:graphicFrame>
          <p:nvGraphicFramePr>
            <p:cNvPr id="23600" name="Object 156">
              <a:extLst>
                <a:ext uri="{FF2B5EF4-FFF2-40B4-BE49-F238E27FC236}">
                  <a16:creationId xmlns:a16="http://schemas.microsoft.com/office/drawing/2014/main" id="{AD45EAAF-1732-CCF2-3F60-6B5D247B2654}"/>
                </a:ext>
              </a:extLst>
            </p:cNvPr>
            <p:cNvGraphicFramePr>
              <a:graphicFrameLocks noChangeAspect="1"/>
            </p:cNvGraphicFramePr>
            <p:nvPr>
              <p:extLst>
                <p:ext uri="{D42A27DB-BD31-4B8C-83A1-F6EECF244321}">
                  <p14:modId xmlns:p14="http://schemas.microsoft.com/office/powerpoint/2010/main" val="432282970"/>
                </p:ext>
              </p:extLst>
            </p:nvPr>
          </p:nvGraphicFramePr>
          <p:xfrm>
            <a:off x="3288" y="554"/>
            <a:ext cx="331" cy="318"/>
          </p:xfrm>
          <a:graphic>
            <a:graphicData uri="http://schemas.openxmlformats.org/presentationml/2006/ole">
              <mc:AlternateContent xmlns:mc="http://schemas.openxmlformats.org/markup-compatibility/2006">
                <mc:Choice xmlns:v="urn:schemas-microsoft-com:vml" Requires="v">
                  <p:oleObj name="Equation" r:id="rId3" imgW="165260" imgH="158885" progId="Equation.DSMT4">
                    <p:embed/>
                  </p:oleObj>
                </mc:Choice>
                <mc:Fallback>
                  <p:oleObj name="Equation" r:id="rId3" imgW="165260" imgH="158885" progId="Equation.DSMT4">
                    <p:embed/>
                    <p:pic>
                      <p:nvPicPr>
                        <p:cNvPr id="0" name="Object 1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8" y="554"/>
                          <a:ext cx="331"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25821" name="Rectangle 157">
            <a:extLst>
              <a:ext uri="{FF2B5EF4-FFF2-40B4-BE49-F238E27FC236}">
                <a16:creationId xmlns:a16="http://schemas.microsoft.com/office/drawing/2014/main" id="{98A88CD0-D4F4-3CD9-58EE-63425DAF99E1}"/>
              </a:ext>
            </a:extLst>
          </p:cNvPr>
          <p:cNvSpPr>
            <a:spLocks noChangeArrowheads="1"/>
          </p:cNvSpPr>
          <p:nvPr/>
        </p:nvSpPr>
        <p:spPr bwMode="auto">
          <a:xfrm>
            <a:off x="1" y="1931593"/>
            <a:ext cx="9123360"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lnSpc>
                <a:spcPct val="130000"/>
              </a:lnSpc>
            </a:pPr>
            <a:r>
              <a:rPr kumimoji="1" lang="en-US" altLang="zh-CN" b="1" dirty="0">
                <a:solidFill>
                  <a:srgbClr val="FF9933"/>
                </a:solidFill>
              </a:rPr>
              <a:t>【</a:t>
            </a:r>
            <a:r>
              <a:rPr kumimoji="1" lang="zh-CN" altLang="en-US" b="1" dirty="0">
                <a:solidFill>
                  <a:srgbClr val="FF9933"/>
                </a:solidFill>
              </a:rPr>
              <a:t>解</a:t>
            </a:r>
            <a:r>
              <a:rPr kumimoji="1" lang="en-US" altLang="zh-CN" b="1" dirty="0">
                <a:solidFill>
                  <a:srgbClr val="FF9933"/>
                </a:solidFill>
              </a:rPr>
              <a:t>】</a:t>
            </a:r>
            <a:r>
              <a:rPr lang="zh-CN" altLang="en-US" b="1" dirty="0">
                <a:solidFill>
                  <a:schemeClr val="bg1"/>
                </a:solidFill>
                <a:latin typeface="Times New Roman" panose="02020603050405020304" pitchFamily="18" charset="0"/>
                <a:cs typeface="Times New Roman" panose="02020603050405020304" pitchFamily="18" charset="0"/>
              </a:rPr>
              <a:t>在两块无限大接地导体平板之间，</a:t>
            </a:r>
            <a:r>
              <a:rPr lang="zh-CN" altLang="en-US" b="1" dirty="0">
                <a:solidFill>
                  <a:srgbClr val="FF0000"/>
                </a:solidFill>
                <a:latin typeface="Times New Roman" panose="02020603050405020304" pitchFamily="18" charset="0"/>
                <a:cs typeface="Times New Roman" panose="02020603050405020304" pitchFamily="18" charset="0"/>
              </a:rPr>
              <a:t>除 </a:t>
            </a:r>
            <a:r>
              <a:rPr lang="en-US" altLang="zh-CN" b="1" i="1" dirty="0">
                <a:solidFill>
                  <a:srgbClr val="FF0000"/>
                </a:solidFill>
                <a:latin typeface="Times New Roman" panose="02020603050405020304" pitchFamily="18" charset="0"/>
                <a:cs typeface="Times New Roman" panose="02020603050405020304" pitchFamily="18" charset="0"/>
              </a:rPr>
              <a:t>x </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i="1" dirty="0">
                <a:solidFill>
                  <a:srgbClr val="FF0000"/>
                </a:solidFill>
                <a:latin typeface="Times New Roman" panose="02020603050405020304" pitchFamily="18" charset="0"/>
                <a:cs typeface="Times New Roman" panose="02020603050405020304" pitchFamily="18" charset="0"/>
              </a:rPr>
              <a:t>b </a:t>
            </a:r>
            <a:r>
              <a:rPr lang="zh-CN" altLang="en-US" b="1" dirty="0">
                <a:solidFill>
                  <a:srgbClr val="FF0000"/>
                </a:solidFill>
                <a:latin typeface="Times New Roman" panose="02020603050405020304" pitchFamily="18" charset="0"/>
                <a:cs typeface="Times New Roman" panose="02020603050405020304" pitchFamily="18" charset="0"/>
              </a:rPr>
              <a:t>处有均匀面电荷分布外</a:t>
            </a:r>
            <a:r>
              <a:rPr lang="zh-CN" altLang="en-US" b="1" dirty="0">
                <a:solidFill>
                  <a:schemeClr val="bg1"/>
                </a:solidFill>
                <a:latin typeface="Times New Roman" panose="02020603050405020304" pitchFamily="18" charset="0"/>
                <a:cs typeface="Times New Roman" panose="02020603050405020304" pitchFamily="18" charset="0"/>
              </a:rPr>
              <a:t>，其余空间均无电荷分布，故电位函数满足一维拉普拉斯方程</a:t>
            </a:r>
          </a:p>
        </p:txBody>
      </p:sp>
      <p:graphicFrame>
        <p:nvGraphicFramePr>
          <p:cNvPr id="625822" name="Object 158">
            <a:extLst>
              <a:ext uri="{FF2B5EF4-FFF2-40B4-BE49-F238E27FC236}">
                <a16:creationId xmlns:a16="http://schemas.microsoft.com/office/drawing/2014/main" id="{94897629-8C80-7E2A-FC45-6459AC83196F}"/>
              </a:ext>
            </a:extLst>
          </p:cNvPr>
          <p:cNvGraphicFramePr>
            <a:graphicFrameLocks noChangeAspect="1"/>
          </p:cNvGraphicFramePr>
          <p:nvPr>
            <p:extLst>
              <p:ext uri="{D42A27DB-BD31-4B8C-83A1-F6EECF244321}">
                <p14:modId xmlns:p14="http://schemas.microsoft.com/office/powerpoint/2010/main" val="311136101"/>
              </p:ext>
            </p:extLst>
          </p:nvPr>
        </p:nvGraphicFramePr>
        <p:xfrm>
          <a:off x="1331635" y="3967152"/>
          <a:ext cx="3697287" cy="873125"/>
        </p:xfrm>
        <a:graphic>
          <a:graphicData uri="http://schemas.openxmlformats.org/presentationml/2006/ole">
            <mc:AlternateContent xmlns:mc="http://schemas.openxmlformats.org/markup-compatibility/2006">
              <mc:Choice xmlns:v="urn:schemas-microsoft-com:vml" Requires="v">
                <p:oleObj name="Equation" r:id="rId5" imgW="1695539" imgH="349385" progId="Equation.DSMT4">
                  <p:embed/>
                </p:oleObj>
              </mc:Choice>
              <mc:Fallback>
                <p:oleObj name="Equation" r:id="rId5" imgW="1695539" imgH="349385" progId="Equation.DSMT4">
                  <p:embed/>
                  <p:pic>
                    <p:nvPicPr>
                      <p:cNvPr id="0" name="Object 1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635" y="3967152"/>
                        <a:ext cx="3697287"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5823" name="Object 159">
            <a:extLst>
              <a:ext uri="{FF2B5EF4-FFF2-40B4-BE49-F238E27FC236}">
                <a16:creationId xmlns:a16="http://schemas.microsoft.com/office/drawing/2014/main" id="{1A9F8DDC-5453-450E-08E4-06E80A46D69E}"/>
              </a:ext>
            </a:extLst>
          </p:cNvPr>
          <p:cNvGraphicFramePr>
            <a:graphicFrameLocks noChangeAspect="1"/>
          </p:cNvGraphicFramePr>
          <p:nvPr>
            <p:extLst>
              <p:ext uri="{D42A27DB-BD31-4B8C-83A1-F6EECF244321}">
                <p14:modId xmlns:p14="http://schemas.microsoft.com/office/powerpoint/2010/main" val="3619974962"/>
              </p:ext>
            </p:extLst>
          </p:nvPr>
        </p:nvGraphicFramePr>
        <p:xfrm>
          <a:off x="1328125" y="4724400"/>
          <a:ext cx="3768725" cy="873125"/>
        </p:xfrm>
        <a:graphic>
          <a:graphicData uri="http://schemas.openxmlformats.org/presentationml/2006/ole">
            <mc:AlternateContent xmlns:mc="http://schemas.openxmlformats.org/markup-compatibility/2006">
              <mc:Choice xmlns:v="urn:schemas-microsoft-com:vml" Requires="v">
                <p:oleObj name="Equation" r:id="rId7" imgW="1720652" imgH="349385" progId="Equation.DSMT4">
                  <p:embed/>
                </p:oleObj>
              </mc:Choice>
              <mc:Fallback>
                <p:oleObj name="Equation" r:id="rId7" imgW="1720652" imgH="349385" progId="Equation.DSMT4">
                  <p:embed/>
                  <p:pic>
                    <p:nvPicPr>
                      <p:cNvPr id="0" name="Object 1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28125" y="4724400"/>
                        <a:ext cx="3768725"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5824" name="Object 160">
            <a:extLst>
              <a:ext uri="{FF2B5EF4-FFF2-40B4-BE49-F238E27FC236}">
                <a16:creationId xmlns:a16="http://schemas.microsoft.com/office/drawing/2014/main" id="{0C897D41-039C-5EB6-1CB5-D3E72CC0D170}"/>
              </a:ext>
            </a:extLst>
          </p:cNvPr>
          <p:cNvGraphicFramePr>
            <a:graphicFrameLocks noChangeAspect="1"/>
          </p:cNvGraphicFramePr>
          <p:nvPr>
            <p:extLst>
              <p:ext uri="{D42A27DB-BD31-4B8C-83A1-F6EECF244321}">
                <p14:modId xmlns:p14="http://schemas.microsoft.com/office/powerpoint/2010/main" val="1317635465"/>
              </p:ext>
            </p:extLst>
          </p:nvPr>
        </p:nvGraphicFramePr>
        <p:xfrm>
          <a:off x="2123728" y="5667679"/>
          <a:ext cx="2448272" cy="885431"/>
        </p:xfrm>
        <a:graphic>
          <a:graphicData uri="http://schemas.openxmlformats.org/presentationml/2006/ole">
            <mc:AlternateContent xmlns:mc="http://schemas.openxmlformats.org/markup-compatibility/2006">
              <mc:Choice xmlns:v="urn:schemas-microsoft-com:vml" Requires="v">
                <p:oleObj name="Equation" r:id="rId9" imgW="977790" imgH="387485" progId="Equation.DSMT4">
                  <p:embed/>
                </p:oleObj>
              </mc:Choice>
              <mc:Fallback>
                <p:oleObj name="Equation" r:id="rId9" imgW="977790" imgH="387485" progId="Equation.DSMT4">
                  <p:embed/>
                  <p:pic>
                    <p:nvPicPr>
                      <p:cNvPr id="0" name="Object 16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3728" y="5667679"/>
                        <a:ext cx="2448272" cy="885431"/>
                      </a:xfrm>
                      <a:prstGeom prst="rect">
                        <a:avLst/>
                      </a:prstGeom>
                      <a:noFill/>
                      <a:ln>
                        <a:noFill/>
                      </a:ln>
                    </p:spPr>
                  </p:pic>
                </p:oleObj>
              </mc:Fallback>
            </mc:AlternateContent>
          </a:graphicData>
        </a:graphic>
      </p:graphicFrame>
      <p:sp>
        <p:nvSpPr>
          <p:cNvPr id="625825" name="Rectangle 161">
            <a:extLst>
              <a:ext uri="{FF2B5EF4-FFF2-40B4-BE49-F238E27FC236}">
                <a16:creationId xmlns:a16="http://schemas.microsoft.com/office/drawing/2014/main" id="{F903F755-F312-4BC2-C10D-F747AAE2E43B}"/>
              </a:ext>
            </a:extLst>
          </p:cNvPr>
          <p:cNvSpPr>
            <a:spLocks noChangeArrowheads="1"/>
          </p:cNvSpPr>
          <p:nvPr/>
        </p:nvSpPr>
        <p:spPr bwMode="auto">
          <a:xfrm>
            <a:off x="88771" y="5587796"/>
            <a:ext cx="304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r>
              <a:rPr lang="zh-CN" altLang="en-US" b="1" dirty="0">
                <a:solidFill>
                  <a:schemeClr val="bg1"/>
                </a:solidFill>
              </a:rPr>
              <a:t>方程的解为</a:t>
            </a:r>
          </a:p>
        </p:txBody>
      </p:sp>
      <p:sp>
        <p:nvSpPr>
          <p:cNvPr id="23562" name="AutoShape 196">
            <a:hlinkClick r:id="rId11" action="ppaction://hlinksldjump" highlightClick="1"/>
            <a:extLst>
              <a:ext uri="{FF2B5EF4-FFF2-40B4-BE49-F238E27FC236}">
                <a16:creationId xmlns:a16="http://schemas.microsoft.com/office/drawing/2014/main" id="{4AF199AE-5CC6-CB50-A13C-AF828B5EA7FE}"/>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3563" name="AutoShape 197">
            <a:hlinkClick r:id="" action="ppaction://hlinkshowjump?jump=previousslide" highlightClick="1"/>
            <a:extLst>
              <a:ext uri="{FF2B5EF4-FFF2-40B4-BE49-F238E27FC236}">
                <a16:creationId xmlns:a16="http://schemas.microsoft.com/office/drawing/2014/main" id="{01B34E2A-64F3-6A29-9239-82DE3C7D8FC8}"/>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3564" name="AutoShape 198">
            <a:hlinkClick r:id="" action="ppaction://hlinkshowjump?jump=nextslide" highlightClick="1"/>
            <a:extLst>
              <a:ext uri="{FF2B5EF4-FFF2-40B4-BE49-F238E27FC236}">
                <a16:creationId xmlns:a16="http://schemas.microsoft.com/office/drawing/2014/main" id="{C1A97ACF-0F70-ADD8-BD0B-AB0E017B7EBA}"/>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3565" name="AutoShape 199">
            <a:hlinkClick r:id="" action="ppaction://hlinkshowjump?jump=lastslide" highlightClick="1"/>
            <a:extLst>
              <a:ext uri="{FF2B5EF4-FFF2-40B4-BE49-F238E27FC236}">
                <a16:creationId xmlns:a16="http://schemas.microsoft.com/office/drawing/2014/main" id="{2B9DF5B4-C9A4-D304-D6F6-17229C9C2C19}"/>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pic>
        <p:nvPicPr>
          <p:cNvPr id="4" name="图片 3">
            <a:extLst>
              <a:ext uri="{FF2B5EF4-FFF2-40B4-BE49-F238E27FC236}">
                <a16:creationId xmlns:a16="http://schemas.microsoft.com/office/drawing/2014/main" id="{28FBEDE4-2B79-CD46-F04A-25613B7FDEB6}"/>
              </a:ext>
            </a:extLst>
          </p:cNvPr>
          <p:cNvPicPr>
            <a:picLocks noChangeAspect="1"/>
          </p:cNvPicPr>
          <p:nvPr/>
        </p:nvPicPr>
        <p:blipFill>
          <a:blip r:embed="rId12"/>
          <a:stretch>
            <a:fillRect/>
          </a:stretch>
        </p:blipFill>
        <p:spPr>
          <a:xfrm>
            <a:off x="838361" y="3104122"/>
            <a:ext cx="4955128" cy="790960"/>
          </a:xfrm>
          <a:prstGeom prst="rect">
            <a:avLst/>
          </a:prstGeom>
        </p:spPr>
      </p:pic>
      <p:sp>
        <p:nvSpPr>
          <p:cNvPr id="6" name="AutoShape 63">
            <a:extLst>
              <a:ext uri="{FF2B5EF4-FFF2-40B4-BE49-F238E27FC236}">
                <a16:creationId xmlns:a16="http://schemas.microsoft.com/office/drawing/2014/main" id="{64E862C7-5C01-3680-A5A3-DBF868622776}"/>
              </a:ext>
            </a:extLst>
          </p:cNvPr>
          <p:cNvSpPr>
            <a:spLocks noChangeArrowheads="1"/>
          </p:cNvSpPr>
          <p:nvPr/>
        </p:nvSpPr>
        <p:spPr bwMode="auto">
          <a:xfrm>
            <a:off x="499457" y="4576120"/>
            <a:ext cx="576262" cy="217487"/>
          </a:xfrm>
          <a:prstGeom prst="rightArrow">
            <a:avLst>
              <a:gd name="adj1" fmla="val 50000"/>
              <a:gd name="adj2" fmla="val 66241"/>
            </a:avLst>
          </a:prstGeom>
          <a:solidFill>
            <a:srgbClr val="FFCC99"/>
          </a:solidFill>
          <a:ln w="254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20000"/>
              </a:spcBef>
            </a:pPr>
            <a:endParaRPr lang="zh-CN" altLang="zh-CN" sz="2800">
              <a:ea typeface="宋体" panose="02010600030101010101" pitchFamily="2" charset="-122"/>
            </a:endParaRPr>
          </a:p>
        </p:txBody>
      </p:sp>
      <p:pic>
        <p:nvPicPr>
          <p:cNvPr id="3" name="图片 2">
            <a:extLst>
              <a:ext uri="{FF2B5EF4-FFF2-40B4-BE49-F238E27FC236}">
                <a16:creationId xmlns:a16="http://schemas.microsoft.com/office/drawing/2014/main" id="{FC831E41-B736-B6EF-234F-AD59E91EFE1F}"/>
              </a:ext>
            </a:extLst>
          </p:cNvPr>
          <p:cNvPicPr>
            <a:picLocks noChangeAspect="1"/>
          </p:cNvPicPr>
          <p:nvPr/>
        </p:nvPicPr>
        <p:blipFill>
          <a:blip r:embed="rId13"/>
          <a:stretch>
            <a:fillRect/>
          </a:stretch>
        </p:blipFill>
        <p:spPr>
          <a:xfrm>
            <a:off x="5759400" y="3124856"/>
            <a:ext cx="3398051" cy="31200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nodeType="afterEffect">
                                  <p:stCondLst>
                                    <p:cond delay="0"/>
                                  </p:stCondLst>
                                  <p:childTnLst>
                                    <p:set>
                                      <p:cBhvr>
                                        <p:cTn id="6" dur="1" fill="hold">
                                          <p:stCondLst>
                                            <p:cond delay="0"/>
                                          </p:stCondLst>
                                        </p:cTn>
                                        <p:tgtEl>
                                          <p:spTgt spid="625818"/>
                                        </p:tgtEl>
                                        <p:attrNameLst>
                                          <p:attrName>style.visibility</p:attrName>
                                        </p:attrNameLst>
                                      </p:cBhvr>
                                      <p:to>
                                        <p:strVal val="visible"/>
                                      </p:to>
                                    </p:set>
                                    <p:animEffect transition="in" filter="wipe(up)">
                                      <p:cBhvr>
                                        <p:cTn id="7" dur="3000"/>
                                        <p:tgtEl>
                                          <p:spTgt spid="6258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25821"/>
                                        </p:tgtEl>
                                        <p:attrNameLst>
                                          <p:attrName>style.visibility</p:attrName>
                                        </p:attrNameLst>
                                      </p:cBhvr>
                                      <p:to>
                                        <p:strVal val="visible"/>
                                      </p:to>
                                    </p:set>
                                    <p:animEffect transition="in" filter="wipe(up)">
                                      <p:cBhvr>
                                        <p:cTn id="12" dur="3000"/>
                                        <p:tgtEl>
                                          <p:spTgt spid="625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25822"/>
                                        </p:tgtEl>
                                        <p:attrNameLst>
                                          <p:attrName>style.visibility</p:attrName>
                                        </p:attrNameLst>
                                      </p:cBhvr>
                                      <p:to>
                                        <p:strVal val="visible"/>
                                      </p:to>
                                    </p:set>
                                    <p:animEffect transition="in" filter="wipe(up)">
                                      <p:cBhvr>
                                        <p:cTn id="17" dur="2000"/>
                                        <p:tgtEl>
                                          <p:spTgt spid="6258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625823"/>
                                        </p:tgtEl>
                                        <p:attrNameLst>
                                          <p:attrName>style.visibility</p:attrName>
                                        </p:attrNameLst>
                                      </p:cBhvr>
                                      <p:to>
                                        <p:strVal val="visible"/>
                                      </p:to>
                                    </p:set>
                                    <p:animEffect transition="in" filter="wipe(up)">
                                      <p:cBhvr>
                                        <p:cTn id="22" dur="2000"/>
                                        <p:tgtEl>
                                          <p:spTgt spid="6258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25825"/>
                                        </p:tgtEl>
                                        <p:attrNameLst>
                                          <p:attrName>style.visibility</p:attrName>
                                        </p:attrNameLst>
                                      </p:cBhvr>
                                      <p:to>
                                        <p:strVal val="visible"/>
                                      </p:to>
                                    </p:set>
                                    <p:animEffect transition="in" filter="wipe(up)">
                                      <p:cBhvr>
                                        <p:cTn id="27" dur="2000"/>
                                        <p:tgtEl>
                                          <p:spTgt spid="625825"/>
                                        </p:tgtEl>
                                      </p:cBhvr>
                                    </p:animEffect>
                                  </p:childTnLst>
                                </p:cTn>
                              </p:par>
                            </p:childTnLst>
                          </p:cTn>
                        </p:par>
                        <p:par>
                          <p:cTn id="28" fill="hold" nodeType="afterGroup">
                            <p:stCondLst>
                              <p:cond delay="2000"/>
                            </p:stCondLst>
                            <p:childTnLst>
                              <p:par>
                                <p:cTn id="29" presetID="22" presetClass="entr" presetSubtype="1" fill="hold" nodeType="afterEffect">
                                  <p:stCondLst>
                                    <p:cond delay="0"/>
                                  </p:stCondLst>
                                  <p:childTnLst>
                                    <p:set>
                                      <p:cBhvr>
                                        <p:cTn id="30" dur="1" fill="hold">
                                          <p:stCondLst>
                                            <p:cond delay="0"/>
                                          </p:stCondLst>
                                        </p:cTn>
                                        <p:tgtEl>
                                          <p:spTgt spid="625824"/>
                                        </p:tgtEl>
                                        <p:attrNameLst>
                                          <p:attrName>style.visibility</p:attrName>
                                        </p:attrNameLst>
                                      </p:cBhvr>
                                      <p:to>
                                        <p:strVal val="visible"/>
                                      </p:to>
                                    </p:set>
                                    <p:animEffect transition="in" filter="wipe(up)">
                                      <p:cBhvr>
                                        <p:cTn id="31" dur="3000"/>
                                        <p:tgtEl>
                                          <p:spTgt spid="625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821" grpId="0"/>
      <p:bldP spid="6258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2">
            <a:extLst>
              <a:ext uri="{FF2B5EF4-FFF2-40B4-BE49-F238E27FC236}">
                <a16:creationId xmlns:a16="http://schemas.microsoft.com/office/drawing/2014/main" id="{4D799A78-CB8A-4328-AE09-CBE2ECDA34B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4568B756-93C8-438A-9D35-F423B409C350}" type="slidenum">
              <a:rPr lang="en-US" altLang="zh-CN" sz="1400">
                <a:ea typeface="宋体" panose="02010600030101010101" pitchFamily="2" charset="-122"/>
              </a:rPr>
              <a:pPr/>
              <a:t>14</a:t>
            </a:fld>
            <a:endParaRPr lang="en-US" altLang="zh-CN" sz="1400">
              <a:ea typeface="宋体" panose="02010600030101010101" pitchFamily="2" charset="-122"/>
            </a:endParaRPr>
          </a:p>
        </p:txBody>
      </p:sp>
      <p:graphicFrame>
        <p:nvGraphicFramePr>
          <p:cNvPr id="626756" name="Object 68">
            <a:extLst>
              <a:ext uri="{FF2B5EF4-FFF2-40B4-BE49-F238E27FC236}">
                <a16:creationId xmlns:a16="http://schemas.microsoft.com/office/drawing/2014/main" id="{08178546-966A-BABA-1E88-1D8DCD63C083}"/>
              </a:ext>
            </a:extLst>
          </p:cNvPr>
          <p:cNvGraphicFramePr>
            <a:graphicFrameLocks noChangeAspect="1"/>
          </p:cNvGraphicFramePr>
          <p:nvPr/>
        </p:nvGraphicFramePr>
        <p:xfrm>
          <a:off x="5580063" y="765175"/>
          <a:ext cx="3382962" cy="863600"/>
        </p:xfrm>
        <a:graphic>
          <a:graphicData uri="http://schemas.openxmlformats.org/presentationml/2006/ole">
            <mc:AlternateContent xmlns:mc="http://schemas.openxmlformats.org/markup-compatibility/2006">
              <mc:Choice xmlns:v="urn:schemas-microsoft-com:vml" Requires="v">
                <p:oleObj name="Equation" r:id="rId2" imgW="1606428" imgH="361950" progId="Equation.DSMT4">
                  <p:embed/>
                </p:oleObj>
              </mc:Choice>
              <mc:Fallback>
                <p:oleObj name="Equation" r:id="rId2" imgW="1606428" imgH="361950" progId="Equation.DSMT4">
                  <p:embed/>
                  <p:pic>
                    <p:nvPicPr>
                      <p:cNvPr id="0" name="Object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765175"/>
                        <a:ext cx="338296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6755" name="Object 67">
            <a:extLst>
              <a:ext uri="{FF2B5EF4-FFF2-40B4-BE49-F238E27FC236}">
                <a16:creationId xmlns:a16="http://schemas.microsoft.com/office/drawing/2014/main" id="{52435BA6-0140-0F13-8383-5EAE0004BBB6}"/>
              </a:ext>
            </a:extLst>
          </p:cNvPr>
          <p:cNvGraphicFramePr>
            <a:graphicFrameLocks noChangeAspect="1"/>
          </p:cNvGraphicFramePr>
          <p:nvPr/>
        </p:nvGraphicFramePr>
        <p:xfrm>
          <a:off x="5651500" y="1700213"/>
          <a:ext cx="3221038" cy="863600"/>
        </p:xfrm>
        <a:graphic>
          <a:graphicData uri="http://schemas.openxmlformats.org/presentationml/2006/ole">
            <mc:AlternateContent xmlns:mc="http://schemas.openxmlformats.org/markup-compatibility/2006">
              <mc:Choice xmlns:v="urn:schemas-microsoft-com:vml" Requires="v">
                <p:oleObj name="Equation" r:id="rId4" imgW="1530278" imgH="361950" progId="Equation.DSMT4">
                  <p:embed/>
                </p:oleObj>
              </mc:Choice>
              <mc:Fallback>
                <p:oleObj name="Equation" r:id="rId4" imgW="1530278" imgH="361950" progId="Equation.DSMT4">
                  <p:embed/>
                  <p:pic>
                    <p:nvPicPr>
                      <p:cNvPr id="0" name="Object 6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1500" y="1700213"/>
                        <a:ext cx="322103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6754" name="Object 66">
            <a:extLst>
              <a:ext uri="{FF2B5EF4-FFF2-40B4-BE49-F238E27FC236}">
                <a16:creationId xmlns:a16="http://schemas.microsoft.com/office/drawing/2014/main" id="{97915402-61C6-3B85-9D3B-8A054A284A54}"/>
              </a:ext>
            </a:extLst>
          </p:cNvPr>
          <p:cNvGraphicFramePr>
            <a:graphicFrameLocks noChangeAspect="1"/>
          </p:cNvGraphicFramePr>
          <p:nvPr>
            <p:extLst>
              <p:ext uri="{D42A27DB-BD31-4B8C-83A1-F6EECF244321}">
                <p14:modId xmlns:p14="http://schemas.microsoft.com/office/powerpoint/2010/main" val="2636719892"/>
              </p:ext>
            </p:extLst>
          </p:nvPr>
        </p:nvGraphicFramePr>
        <p:xfrm>
          <a:off x="4643438" y="2900363"/>
          <a:ext cx="4178300" cy="1752600"/>
        </p:xfrm>
        <a:graphic>
          <a:graphicData uri="http://schemas.openxmlformats.org/presentationml/2006/ole">
            <mc:AlternateContent xmlns:mc="http://schemas.openxmlformats.org/markup-compatibility/2006">
              <mc:Choice xmlns:v="urn:schemas-microsoft-com:vml" Requires="v">
                <p:oleObj name="Equation" r:id="rId6" imgW="2044692" imgH="812665" progId="Equation.DSMT4">
                  <p:embed/>
                </p:oleObj>
              </mc:Choice>
              <mc:Fallback>
                <p:oleObj name="Equation" r:id="rId6" imgW="2044692" imgH="812665" progId="Equation.DSMT4">
                  <p:embed/>
                  <p:pic>
                    <p:nvPicPr>
                      <p:cNvPr id="0" name="Object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2900363"/>
                        <a:ext cx="41783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6753" name="Object 65">
            <a:extLst>
              <a:ext uri="{FF2B5EF4-FFF2-40B4-BE49-F238E27FC236}">
                <a16:creationId xmlns:a16="http://schemas.microsoft.com/office/drawing/2014/main" id="{4A5F9976-476F-4E31-1E0D-3E9363F8CED9}"/>
              </a:ext>
            </a:extLst>
          </p:cNvPr>
          <p:cNvGraphicFramePr>
            <a:graphicFrameLocks noChangeAspect="1"/>
          </p:cNvGraphicFramePr>
          <p:nvPr>
            <p:extLst>
              <p:ext uri="{D42A27DB-BD31-4B8C-83A1-F6EECF244321}">
                <p14:modId xmlns:p14="http://schemas.microsoft.com/office/powerpoint/2010/main" val="4231039864"/>
              </p:ext>
            </p:extLst>
          </p:nvPr>
        </p:nvGraphicFramePr>
        <p:xfrm>
          <a:off x="4675188" y="4654550"/>
          <a:ext cx="4289425" cy="935038"/>
        </p:xfrm>
        <a:graphic>
          <a:graphicData uri="http://schemas.openxmlformats.org/presentationml/2006/ole">
            <mc:AlternateContent xmlns:mc="http://schemas.openxmlformats.org/markup-compatibility/2006">
              <mc:Choice xmlns:v="urn:schemas-microsoft-com:vml" Requires="v">
                <p:oleObj name="Equation" r:id="rId8" imgW="1994060" imgH="361950" progId="Equation.DSMT4">
                  <p:embed/>
                </p:oleObj>
              </mc:Choice>
              <mc:Fallback>
                <p:oleObj name="Equation" r:id="rId8" imgW="1994060" imgH="361950" progId="Equation.DSMT4">
                  <p:embed/>
                  <p:pic>
                    <p:nvPicPr>
                      <p:cNvPr id="0" name="Object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5188" y="4654550"/>
                        <a:ext cx="4289425"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6770" name="Object 82">
            <a:extLst>
              <a:ext uri="{FF2B5EF4-FFF2-40B4-BE49-F238E27FC236}">
                <a16:creationId xmlns:a16="http://schemas.microsoft.com/office/drawing/2014/main" id="{00173CFB-11B4-9887-2E00-F9B7A5420403}"/>
              </a:ext>
            </a:extLst>
          </p:cNvPr>
          <p:cNvGraphicFramePr>
            <a:graphicFrameLocks noChangeAspect="1"/>
          </p:cNvGraphicFramePr>
          <p:nvPr>
            <p:extLst>
              <p:ext uri="{D42A27DB-BD31-4B8C-83A1-F6EECF244321}">
                <p14:modId xmlns:p14="http://schemas.microsoft.com/office/powerpoint/2010/main" val="2197178404"/>
              </p:ext>
            </p:extLst>
          </p:nvPr>
        </p:nvGraphicFramePr>
        <p:xfrm>
          <a:off x="900113" y="4078288"/>
          <a:ext cx="2652712" cy="2446337"/>
        </p:xfrm>
        <a:graphic>
          <a:graphicData uri="http://schemas.openxmlformats.org/presentationml/2006/ole">
            <mc:AlternateContent xmlns:mc="http://schemas.openxmlformats.org/markup-compatibility/2006">
              <mc:Choice xmlns:v="urn:schemas-microsoft-com:vml" Requires="v">
                <p:oleObj name="Equation" r:id="rId10" imgW="1162088" imgH="1073285" progId="Equation.DSMT4">
                  <p:embed/>
                </p:oleObj>
              </mc:Choice>
              <mc:Fallback>
                <p:oleObj name="Equation" r:id="rId10" imgW="1162088" imgH="1073285" progId="Equation.DSMT4">
                  <p:embed/>
                  <p:pic>
                    <p:nvPicPr>
                      <p:cNvPr id="0" name="Object 8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0113" y="4078288"/>
                        <a:ext cx="2652712"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6771" name="Rectangle 83">
            <a:extLst>
              <a:ext uri="{FF2B5EF4-FFF2-40B4-BE49-F238E27FC236}">
                <a16:creationId xmlns:a16="http://schemas.microsoft.com/office/drawing/2014/main" id="{6FE98145-61B3-1BC2-BEF9-B565CA67D066}"/>
              </a:ext>
            </a:extLst>
          </p:cNvPr>
          <p:cNvSpPr>
            <a:spLocks noChangeArrowheads="1"/>
          </p:cNvSpPr>
          <p:nvPr/>
        </p:nvSpPr>
        <p:spPr bwMode="auto">
          <a:xfrm>
            <a:off x="107950" y="549275"/>
            <a:ext cx="3455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r>
              <a:rPr lang="zh-CN" altLang="en-US" b="1">
                <a:solidFill>
                  <a:schemeClr val="bg1"/>
                </a:solidFill>
              </a:rPr>
              <a:t>利用边界条件，有</a:t>
            </a:r>
          </a:p>
        </p:txBody>
      </p:sp>
      <p:grpSp>
        <p:nvGrpSpPr>
          <p:cNvPr id="626782" name="Group 94">
            <a:extLst>
              <a:ext uri="{FF2B5EF4-FFF2-40B4-BE49-F238E27FC236}">
                <a16:creationId xmlns:a16="http://schemas.microsoft.com/office/drawing/2014/main" id="{6C447E62-71AE-271A-D2FB-47DFAB91936A}"/>
              </a:ext>
            </a:extLst>
          </p:cNvPr>
          <p:cNvGrpSpPr>
            <a:grpSpLocks/>
          </p:cNvGrpSpPr>
          <p:nvPr/>
        </p:nvGrpSpPr>
        <p:grpSpPr bwMode="auto">
          <a:xfrm>
            <a:off x="69850" y="2197100"/>
            <a:ext cx="3925888" cy="1592263"/>
            <a:chOff x="113" y="1360"/>
            <a:chExt cx="2473" cy="1003"/>
          </a:xfrm>
        </p:grpSpPr>
        <p:graphicFrame>
          <p:nvGraphicFramePr>
            <p:cNvPr id="25660" name="Object 77">
              <a:extLst>
                <a:ext uri="{FF2B5EF4-FFF2-40B4-BE49-F238E27FC236}">
                  <a16:creationId xmlns:a16="http://schemas.microsoft.com/office/drawing/2014/main" id="{996D3065-BDDF-BD03-6BA2-C90ACF12B822}"/>
                </a:ext>
              </a:extLst>
            </p:cNvPr>
            <p:cNvGraphicFramePr>
              <a:graphicFrameLocks noChangeAspect="1"/>
            </p:cNvGraphicFramePr>
            <p:nvPr>
              <p:extLst>
                <p:ext uri="{D42A27DB-BD31-4B8C-83A1-F6EECF244321}">
                  <p14:modId xmlns:p14="http://schemas.microsoft.com/office/powerpoint/2010/main" val="904256366"/>
                </p:ext>
              </p:extLst>
            </p:nvPr>
          </p:nvGraphicFramePr>
          <p:xfrm>
            <a:off x="274" y="1387"/>
            <a:ext cx="508" cy="261"/>
          </p:xfrm>
          <a:graphic>
            <a:graphicData uri="http://schemas.openxmlformats.org/presentationml/2006/ole">
              <mc:AlternateContent xmlns:mc="http://schemas.openxmlformats.org/markup-compatibility/2006">
                <mc:Choice xmlns:v="urn:schemas-microsoft-com:vml" Requires="v">
                  <p:oleObj name="Equation" r:id="rId12" imgW="279484" imgH="101735" progId="Equation.DSMT4">
                    <p:embed/>
                  </p:oleObj>
                </mc:Choice>
                <mc:Fallback>
                  <p:oleObj name="Equation" r:id="rId12" imgW="279484" imgH="101735" progId="Equation.DSMT4">
                    <p:embed/>
                    <p:pic>
                      <p:nvPicPr>
                        <p:cNvPr id="0" name="Object 7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4" y="1387"/>
                          <a:ext cx="508"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61" name="Object 79">
              <a:extLst>
                <a:ext uri="{FF2B5EF4-FFF2-40B4-BE49-F238E27FC236}">
                  <a16:creationId xmlns:a16="http://schemas.microsoft.com/office/drawing/2014/main" id="{E7512DF8-575A-DCB6-1E77-F1EEF44318E5}"/>
                </a:ext>
              </a:extLst>
            </p:cNvPr>
            <p:cNvGraphicFramePr>
              <a:graphicFrameLocks noChangeAspect="1"/>
            </p:cNvGraphicFramePr>
            <p:nvPr>
              <p:extLst>
                <p:ext uri="{D42A27DB-BD31-4B8C-83A1-F6EECF244321}">
                  <p14:modId xmlns:p14="http://schemas.microsoft.com/office/powerpoint/2010/main" val="2111786711"/>
                </p:ext>
              </p:extLst>
            </p:nvPr>
          </p:nvGraphicFramePr>
          <p:xfrm>
            <a:off x="1080" y="1360"/>
            <a:ext cx="1270" cy="331"/>
          </p:xfrm>
          <a:graphic>
            <a:graphicData uri="http://schemas.openxmlformats.org/presentationml/2006/ole">
              <mc:AlternateContent xmlns:mc="http://schemas.openxmlformats.org/markup-compatibility/2006">
                <mc:Choice xmlns:v="urn:schemas-microsoft-com:vml" Requires="v">
                  <p:oleObj name="Equation" r:id="rId14" imgW="806454" imgH="158885" progId="Equation.DSMT4">
                    <p:embed/>
                  </p:oleObj>
                </mc:Choice>
                <mc:Fallback>
                  <p:oleObj name="Equation" r:id="rId14" imgW="806454" imgH="158885" progId="Equation.DSMT4">
                    <p:embed/>
                    <p:pic>
                      <p:nvPicPr>
                        <p:cNvPr id="0" name="Object 7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0" y="1360"/>
                          <a:ext cx="127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62" name="Object 80">
              <a:extLst>
                <a:ext uri="{FF2B5EF4-FFF2-40B4-BE49-F238E27FC236}">
                  <a16:creationId xmlns:a16="http://schemas.microsoft.com/office/drawing/2014/main" id="{D29D7F1D-AB19-C271-1D82-DD20A35DCB79}"/>
                </a:ext>
              </a:extLst>
            </p:cNvPr>
            <p:cNvGraphicFramePr>
              <a:graphicFrameLocks noChangeAspect="1"/>
            </p:cNvGraphicFramePr>
            <p:nvPr>
              <p:extLst>
                <p:ext uri="{D42A27DB-BD31-4B8C-83A1-F6EECF244321}">
                  <p14:modId xmlns:p14="http://schemas.microsoft.com/office/powerpoint/2010/main" val="892714393"/>
                </p:ext>
              </p:extLst>
            </p:nvPr>
          </p:nvGraphicFramePr>
          <p:xfrm>
            <a:off x="408" y="1752"/>
            <a:ext cx="2178" cy="611"/>
          </p:xfrm>
          <a:graphic>
            <a:graphicData uri="http://schemas.openxmlformats.org/presentationml/2006/ole">
              <mc:AlternateContent xmlns:mc="http://schemas.openxmlformats.org/markup-compatibility/2006">
                <mc:Choice xmlns:v="urn:schemas-microsoft-com:vml" Requires="v">
                  <p:oleObj name="Equation" r:id="rId16" imgW="1771688" imgH="368435" progId="Equation.DSMT4">
                    <p:embed/>
                  </p:oleObj>
                </mc:Choice>
                <mc:Fallback>
                  <p:oleObj name="Equation" r:id="rId16" imgW="1771688" imgH="368435" progId="Equation.DSMT4">
                    <p:embed/>
                    <p:pic>
                      <p:nvPicPr>
                        <p:cNvPr id="0" name="Object 8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8" y="1752"/>
                          <a:ext cx="2178"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63" name="Rectangle 86">
              <a:extLst>
                <a:ext uri="{FF2B5EF4-FFF2-40B4-BE49-F238E27FC236}">
                  <a16:creationId xmlns:a16="http://schemas.microsoft.com/office/drawing/2014/main" id="{9FEB77CD-7057-9D3F-B538-E61CE4AF6C42}"/>
                </a:ext>
              </a:extLst>
            </p:cNvPr>
            <p:cNvSpPr>
              <a:spLocks noChangeArrowheads="1"/>
            </p:cNvSpPr>
            <p:nvPr/>
          </p:nvSpPr>
          <p:spPr bwMode="auto">
            <a:xfrm>
              <a:off x="113" y="1374"/>
              <a:ext cx="19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r>
                <a:rPr lang="en-US" altLang="zh-CN" b="1">
                  <a:solidFill>
                    <a:schemeClr val="bg1"/>
                  </a:solidFill>
                </a:rPr>
                <a:t>           </a:t>
              </a:r>
              <a:r>
                <a:rPr lang="zh-CN" altLang="en-US" b="1">
                  <a:solidFill>
                    <a:schemeClr val="bg1"/>
                  </a:solidFill>
                </a:rPr>
                <a:t>处，</a:t>
              </a:r>
            </a:p>
          </p:txBody>
        </p:sp>
      </p:grpSp>
      <p:sp>
        <p:nvSpPr>
          <p:cNvPr id="626775" name="Rectangle 87">
            <a:extLst>
              <a:ext uri="{FF2B5EF4-FFF2-40B4-BE49-F238E27FC236}">
                <a16:creationId xmlns:a16="http://schemas.microsoft.com/office/drawing/2014/main" id="{125832A5-EF7E-FA75-7206-ACDB08D7B451}"/>
              </a:ext>
            </a:extLst>
          </p:cNvPr>
          <p:cNvSpPr>
            <a:spLocks noChangeArrowheads="1"/>
          </p:cNvSpPr>
          <p:nvPr/>
        </p:nvSpPr>
        <p:spPr bwMode="auto">
          <a:xfrm>
            <a:off x="4356100" y="2395538"/>
            <a:ext cx="3024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r>
              <a:rPr lang="zh-CN" altLang="en-US" b="1" dirty="0">
                <a:solidFill>
                  <a:schemeClr val="bg1"/>
                </a:solidFill>
              </a:rPr>
              <a:t>最后得</a:t>
            </a:r>
          </a:p>
        </p:txBody>
      </p:sp>
      <p:grpSp>
        <p:nvGrpSpPr>
          <p:cNvPr id="626780" name="Group 92">
            <a:extLst>
              <a:ext uri="{FF2B5EF4-FFF2-40B4-BE49-F238E27FC236}">
                <a16:creationId xmlns:a16="http://schemas.microsoft.com/office/drawing/2014/main" id="{DCADFFBE-A691-D08B-AE25-BA48D0501CB0}"/>
              </a:ext>
            </a:extLst>
          </p:cNvPr>
          <p:cNvGrpSpPr>
            <a:grpSpLocks/>
          </p:cNvGrpSpPr>
          <p:nvPr/>
        </p:nvGrpSpPr>
        <p:grpSpPr bwMode="auto">
          <a:xfrm>
            <a:off x="34925" y="1022350"/>
            <a:ext cx="3024188" cy="522288"/>
            <a:chOff x="68" y="644"/>
            <a:chExt cx="1905" cy="329"/>
          </a:xfrm>
        </p:grpSpPr>
        <p:graphicFrame>
          <p:nvGraphicFramePr>
            <p:cNvPr id="25657" name="Object 73">
              <a:extLst>
                <a:ext uri="{FF2B5EF4-FFF2-40B4-BE49-F238E27FC236}">
                  <a16:creationId xmlns:a16="http://schemas.microsoft.com/office/drawing/2014/main" id="{5C9DEF83-2BB6-AD5C-1982-341D6196A75C}"/>
                </a:ext>
              </a:extLst>
            </p:cNvPr>
            <p:cNvGraphicFramePr>
              <a:graphicFrameLocks noChangeAspect="1"/>
            </p:cNvGraphicFramePr>
            <p:nvPr>
              <p:extLst>
                <p:ext uri="{D42A27DB-BD31-4B8C-83A1-F6EECF244321}">
                  <p14:modId xmlns:p14="http://schemas.microsoft.com/office/powerpoint/2010/main" val="2923527907"/>
                </p:ext>
              </p:extLst>
            </p:nvPr>
          </p:nvGraphicFramePr>
          <p:xfrm>
            <a:off x="272" y="688"/>
            <a:ext cx="475" cy="248"/>
          </p:xfrm>
          <a:graphic>
            <a:graphicData uri="http://schemas.openxmlformats.org/presentationml/2006/ole">
              <mc:AlternateContent xmlns:mc="http://schemas.openxmlformats.org/markup-compatibility/2006">
                <mc:Choice xmlns:v="urn:schemas-microsoft-com:vml" Requires="v">
                  <p:oleObj name="Equation" r:id="rId18" imgW="279484" imgH="101735" progId="Equation.DSMT4">
                    <p:embed/>
                  </p:oleObj>
                </mc:Choice>
                <mc:Fallback>
                  <p:oleObj name="Equation" r:id="rId18" imgW="279484" imgH="101735" progId="Equation.DSMT4">
                    <p:embed/>
                    <p:pic>
                      <p:nvPicPr>
                        <p:cNvPr id="0" name="Object 7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2" y="688"/>
                          <a:ext cx="475"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58" name="Rectangle 85">
              <a:extLst>
                <a:ext uri="{FF2B5EF4-FFF2-40B4-BE49-F238E27FC236}">
                  <a16:creationId xmlns:a16="http://schemas.microsoft.com/office/drawing/2014/main" id="{B3E4B56E-AC2A-736E-8158-28FC48D79862}"/>
                </a:ext>
              </a:extLst>
            </p:cNvPr>
            <p:cNvSpPr>
              <a:spLocks noChangeArrowheads="1"/>
            </p:cNvSpPr>
            <p:nvPr/>
          </p:nvSpPr>
          <p:spPr bwMode="auto">
            <a:xfrm>
              <a:off x="68" y="663"/>
              <a:ext cx="19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r>
                <a:rPr lang="en-US" altLang="zh-CN" b="1">
                  <a:solidFill>
                    <a:schemeClr val="bg1"/>
                  </a:solidFill>
                </a:rPr>
                <a:t>            </a:t>
              </a:r>
              <a:r>
                <a:rPr lang="zh-CN" altLang="en-US" b="1">
                  <a:solidFill>
                    <a:schemeClr val="bg1"/>
                  </a:solidFill>
                </a:rPr>
                <a:t>处，</a:t>
              </a:r>
            </a:p>
          </p:txBody>
        </p:sp>
        <p:graphicFrame>
          <p:nvGraphicFramePr>
            <p:cNvPr id="25659" name="Object 88">
              <a:extLst>
                <a:ext uri="{FF2B5EF4-FFF2-40B4-BE49-F238E27FC236}">
                  <a16:creationId xmlns:a16="http://schemas.microsoft.com/office/drawing/2014/main" id="{576C1BBD-E583-E00F-3CD5-15CA535864CD}"/>
                </a:ext>
              </a:extLst>
            </p:cNvPr>
            <p:cNvGraphicFramePr>
              <a:graphicFrameLocks noChangeAspect="1"/>
            </p:cNvGraphicFramePr>
            <p:nvPr>
              <p:extLst>
                <p:ext uri="{D42A27DB-BD31-4B8C-83A1-F6EECF244321}">
                  <p14:modId xmlns:p14="http://schemas.microsoft.com/office/powerpoint/2010/main" val="1823617032"/>
                </p:ext>
              </p:extLst>
            </p:nvPr>
          </p:nvGraphicFramePr>
          <p:xfrm>
            <a:off x="1052" y="644"/>
            <a:ext cx="836" cy="329"/>
          </p:xfrm>
          <a:graphic>
            <a:graphicData uri="http://schemas.openxmlformats.org/presentationml/2006/ole">
              <mc:AlternateContent xmlns:mc="http://schemas.openxmlformats.org/markup-compatibility/2006">
                <mc:Choice xmlns:v="urn:schemas-microsoft-com:vml" Requires="v">
                  <p:oleObj name="Equation" r:id="rId20" imgW="507932" imgH="158885" progId="Equation.DSMT4">
                    <p:embed/>
                  </p:oleObj>
                </mc:Choice>
                <mc:Fallback>
                  <p:oleObj name="Equation" r:id="rId20" imgW="507932" imgH="158885" progId="Equation.DSMT4">
                    <p:embed/>
                    <p:pic>
                      <p:nvPicPr>
                        <p:cNvPr id="0" name="Object 8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52" y="644"/>
                          <a:ext cx="83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26781" name="Group 93">
            <a:extLst>
              <a:ext uri="{FF2B5EF4-FFF2-40B4-BE49-F238E27FC236}">
                <a16:creationId xmlns:a16="http://schemas.microsoft.com/office/drawing/2014/main" id="{E6384370-05BA-F3EC-F30B-98EAB51FBD4D}"/>
              </a:ext>
            </a:extLst>
          </p:cNvPr>
          <p:cNvGrpSpPr>
            <a:grpSpLocks/>
          </p:cNvGrpSpPr>
          <p:nvPr/>
        </p:nvGrpSpPr>
        <p:grpSpPr bwMode="auto">
          <a:xfrm>
            <a:off x="34925" y="1585913"/>
            <a:ext cx="3024188" cy="522287"/>
            <a:chOff x="68" y="999"/>
            <a:chExt cx="1905" cy="329"/>
          </a:xfrm>
        </p:grpSpPr>
        <p:graphicFrame>
          <p:nvGraphicFramePr>
            <p:cNvPr id="25654" name="Object 74">
              <a:extLst>
                <a:ext uri="{FF2B5EF4-FFF2-40B4-BE49-F238E27FC236}">
                  <a16:creationId xmlns:a16="http://schemas.microsoft.com/office/drawing/2014/main" id="{EBE5A130-0D17-459E-D1EB-B17FABDFC786}"/>
                </a:ext>
              </a:extLst>
            </p:cNvPr>
            <p:cNvGraphicFramePr>
              <a:graphicFrameLocks noChangeAspect="1"/>
            </p:cNvGraphicFramePr>
            <p:nvPr>
              <p:extLst>
                <p:ext uri="{D42A27DB-BD31-4B8C-83A1-F6EECF244321}">
                  <p14:modId xmlns:p14="http://schemas.microsoft.com/office/powerpoint/2010/main" val="3217323382"/>
                </p:ext>
              </p:extLst>
            </p:nvPr>
          </p:nvGraphicFramePr>
          <p:xfrm>
            <a:off x="279" y="1073"/>
            <a:ext cx="453" cy="226"/>
          </p:xfrm>
          <a:graphic>
            <a:graphicData uri="http://schemas.openxmlformats.org/presentationml/2006/ole">
              <mc:AlternateContent xmlns:mc="http://schemas.openxmlformats.org/markup-compatibility/2006">
                <mc:Choice xmlns:v="urn:schemas-microsoft-com:vml" Requires="v">
                  <p:oleObj name="Equation" r:id="rId22" imgW="279484" imgH="63635" progId="Equation.DSMT4">
                    <p:embed/>
                  </p:oleObj>
                </mc:Choice>
                <mc:Fallback>
                  <p:oleObj name="Equation" r:id="rId22" imgW="279484" imgH="63635" progId="Equation.DSMT4">
                    <p:embed/>
                    <p:pic>
                      <p:nvPicPr>
                        <p:cNvPr id="0" name="Object 7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9" y="1073"/>
                          <a:ext cx="453"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55" name="Object 76">
              <a:extLst>
                <a:ext uri="{FF2B5EF4-FFF2-40B4-BE49-F238E27FC236}">
                  <a16:creationId xmlns:a16="http://schemas.microsoft.com/office/drawing/2014/main" id="{4C3BC249-2B26-6D91-D66A-312F46988182}"/>
                </a:ext>
              </a:extLst>
            </p:cNvPr>
            <p:cNvGraphicFramePr>
              <a:graphicFrameLocks noChangeAspect="1"/>
            </p:cNvGraphicFramePr>
            <p:nvPr>
              <p:extLst>
                <p:ext uri="{D42A27DB-BD31-4B8C-83A1-F6EECF244321}">
                  <p14:modId xmlns:p14="http://schemas.microsoft.com/office/powerpoint/2010/main" val="1516205758"/>
                </p:ext>
              </p:extLst>
            </p:nvPr>
          </p:nvGraphicFramePr>
          <p:xfrm>
            <a:off x="1068" y="999"/>
            <a:ext cx="871" cy="329"/>
          </p:xfrm>
          <a:graphic>
            <a:graphicData uri="http://schemas.openxmlformats.org/presentationml/2006/ole">
              <mc:AlternateContent xmlns:mc="http://schemas.openxmlformats.org/markup-compatibility/2006">
                <mc:Choice xmlns:v="urn:schemas-microsoft-com:vml" Requires="v">
                  <p:oleObj name="Equation" r:id="rId24" imgW="539931" imgH="158885" progId="Equation.DSMT4">
                    <p:embed/>
                  </p:oleObj>
                </mc:Choice>
                <mc:Fallback>
                  <p:oleObj name="Equation" r:id="rId24" imgW="539931" imgH="158885" progId="Equation.DSMT4">
                    <p:embed/>
                    <p:pic>
                      <p:nvPicPr>
                        <p:cNvPr id="0" name="Object 7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68" y="999"/>
                          <a:ext cx="871"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56" name="Rectangle 89">
              <a:extLst>
                <a:ext uri="{FF2B5EF4-FFF2-40B4-BE49-F238E27FC236}">
                  <a16:creationId xmlns:a16="http://schemas.microsoft.com/office/drawing/2014/main" id="{71AE8485-B870-8C7B-CB1B-C33A4C0E4950}"/>
                </a:ext>
              </a:extLst>
            </p:cNvPr>
            <p:cNvSpPr>
              <a:spLocks noChangeArrowheads="1"/>
            </p:cNvSpPr>
            <p:nvPr/>
          </p:nvSpPr>
          <p:spPr bwMode="auto">
            <a:xfrm>
              <a:off x="68" y="1026"/>
              <a:ext cx="19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r>
                <a:rPr lang="en-US" altLang="zh-CN" b="1">
                  <a:solidFill>
                    <a:schemeClr val="bg1"/>
                  </a:solidFill>
                </a:rPr>
                <a:t>            </a:t>
              </a:r>
              <a:r>
                <a:rPr lang="zh-CN" altLang="en-US" b="1">
                  <a:solidFill>
                    <a:schemeClr val="bg1"/>
                  </a:solidFill>
                </a:rPr>
                <a:t>处，</a:t>
              </a:r>
            </a:p>
          </p:txBody>
        </p:sp>
      </p:grpSp>
      <p:sp>
        <p:nvSpPr>
          <p:cNvPr id="626778" name="Rectangle 90">
            <a:extLst>
              <a:ext uri="{FF2B5EF4-FFF2-40B4-BE49-F238E27FC236}">
                <a16:creationId xmlns:a16="http://schemas.microsoft.com/office/drawing/2014/main" id="{DAD90B43-E43F-F8AB-747A-8FE4D8A78B29}"/>
              </a:ext>
            </a:extLst>
          </p:cNvPr>
          <p:cNvSpPr>
            <a:spLocks noChangeArrowheads="1"/>
          </p:cNvSpPr>
          <p:nvPr/>
        </p:nvSpPr>
        <p:spPr bwMode="auto">
          <a:xfrm>
            <a:off x="107950" y="4051300"/>
            <a:ext cx="3024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r>
              <a:rPr lang="zh-CN" altLang="en-US" b="1">
                <a:solidFill>
                  <a:schemeClr val="bg1"/>
                </a:solidFill>
              </a:rPr>
              <a:t>所以</a:t>
            </a:r>
          </a:p>
        </p:txBody>
      </p:sp>
      <p:graphicFrame>
        <p:nvGraphicFramePr>
          <p:cNvPr id="626779" name="Object 91">
            <a:extLst>
              <a:ext uri="{FF2B5EF4-FFF2-40B4-BE49-F238E27FC236}">
                <a16:creationId xmlns:a16="http://schemas.microsoft.com/office/drawing/2014/main" id="{00BBB9BE-CB3E-AE6B-5CAA-AA8DE2475528}"/>
              </a:ext>
            </a:extLst>
          </p:cNvPr>
          <p:cNvGraphicFramePr>
            <a:graphicFrameLocks noChangeAspect="1"/>
          </p:cNvGraphicFramePr>
          <p:nvPr>
            <p:extLst>
              <p:ext uri="{D42A27DB-BD31-4B8C-83A1-F6EECF244321}">
                <p14:modId xmlns:p14="http://schemas.microsoft.com/office/powerpoint/2010/main" val="4281067406"/>
              </p:ext>
            </p:extLst>
          </p:nvPr>
        </p:nvGraphicFramePr>
        <p:xfrm>
          <a:off x="4716463" y="5661025"/>
          <a:ext cx="3476625" cy="936625"/>
        </p:xfrm>
        <a:graphic>
          <a:graphicData uri="http://schemas.openxmlformats.org/presentationml/2006/ole">
            <mc:AlternateContent xmlns:mc="http://schemas.openxmlformats.org/markup-compatibility/2006">
              <mc:Choice xmlns:v="urn:schemas-microsoft-com:vml" Requires="v">
                <p:oleObj name="Equation" r:id="rId26" imgW="1606428" imgH="361950" progId="Equation.DSMT4">
                  <p:embed/>
                </p:oleObj>
              </mc:Choice>
              <mc:Fallback>
                <p:oleObj name="Equation" r:id="rId26" imgW="1606428" imgH="361950" progId="Equation.DSMT4">
                  <p:embed/>
                  <p:pic>
                    <p:nvPicPr>
                      <p:cNvPr id="0" name="Object 9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716463" y="5661025"/>
                        <a:ext cx="34766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6783" name="Rectangle 95">
            <a:extLst>
              <a:ext uri="{FF2B5EF4-FFF2-40B4-BE49-F238E27FC236}">
                <a16:creationId xmlns:a16="http://schemas.microsoft.com/office/drawing/2014/main" id="{D3C11F0B-8B5A-784F-4676-93B827A48B52}"/>
              </a:ext>
            </a:extLst>
          </p:cNvPr>
          <p:cNvSpPr>
            <a:spLocks noChangeArrowheads="1"/>
          </p:cNvSpPr>
          <p:nvPr/>
        </p:nvSpPr>
        <p:spPr bwMode="auto">
          <a:xfrm>
            <a:off x="4787900" y="476250"/>
            <a:ext cx="2303463" cy="457200"/>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r>
              <a:rPr lang="zh-CN" altLang="en-US" b="1">
                <a:solidFill>
                  <a:schemeClr val="bg1"/>
                </a:solidFill>
              </a:rPr>
              <a:t>由此解得</a:t>
            </a:r>
          </a:p>
        </p:txBody>
      </p:sp>
      <p:sp>
        <p:nvSpPr>
          <p:cNvPr id="25616" name="AutoShape 96">
            <a:hlinkClick r:id="rId28" action="ppaction://hlinksldjump" highlightClick="1"/>
            <a:extLst>
              <a:ext uri="{FF2B5EF4-FFF2-40B4-BE49-F238E27FC236}">
                <a16:creationId xmlns:a16="http://schemas.microsoft.com/office/drawing/2014/main" id="{05171944-D23F-1D2C-CAE1-A7333956A092}"/>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5617" name="AutoShape 97">
            <a:hlinkClick r:id="" action="ppaction://hlinkshowjump?jump=previousslide" highlightClick="1"/>
            <a:extLst>
              <a:ext uri="{FF2B5EF4-FFF2-40B4-BE49-F238E27FC236}">
                <a16:creationId xmlns:a16="http://schemas.microsoft.com/office/drawing/2014/main" id="{3B2627BA-AB6B-435D-1B86-0CDDF159EF1E}"/>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5618" name="AutoShape 98">
            <a:hlinkClick r:id="" action="ppaction://hlinkshowjump?jump=nextslide" highlightClick="1"/>
            <a:extLst>
              <a:ext uri="{FF2B5EF4-FFF2-40B4-BE49-F238E27FC236}">
                <a16:creationId xmlns:a16="http://schemas.microsoft.com/office/drawing/2014/main" id="{C5A4A472-5C46-9E7D-36A3-C1E2BF0EAE9D}"/>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5619" name="AutoShape 99">
            <a:hlinkClick r:id="" action="ppaction://hlinkshowjump?jump=lastslide" highlightClick="1"/>
            <a:extLst>
              <a:ext uri="{FF2B5EF4-FFF2-40B4-BE49-F238E27FC236}">
                <a16:creationId xmlns:a16="http://schemas.microsoft.com/office/drawing/2014/main" id="{3FBF6FD2-450C-24A7-B1FC-E21DBDCDED65}"/>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nvGrpSpPr>
          <p:cNvPr id="626788" name="Group 100">
            <a:extLst>
              <a:ext uri="{FF2B5EF4-FFF2-40B4-BE49-F238E27FC236}">
                <a16:creationId xmlns:a16="http://schemas.microsoft.com/office/drawing/2014/main" id="{B416224B-2C96-4478-6F78-5346261B4C26}"/>
              </a:ext>
            </a:extLst>
          </p:cNvPr>
          <p:cNvGrpSpPr>
            <a:grpSpLocks/>
          </p:cNvGrpSpPr>
          <p:nvPr/>
        </p:nvGrpSpPr>
        <p:grpSpPr bwMode="auto">
          <a:xfrm>
            <a:off x="2987675" y="476250"/>
            <a:ext cx="1835150" cy="1755775"/>
            <a:chOff x="3606" y="2069"/>
            <a:chExt cx="1973" cy="1815"/>
          </a:xfrm>
        </p:grpSpPr>
        <p:sp>
          <p:nvSpPr>
            <p:cNvPr id="25621" name="Rectangle 101">
              <a:extLst>
                <a:ext uri="{FF2B5EF4-FFF2-40B4-BE49-F238E27FC236}">
                  <a16:creationId xmlns:a16="http://schemas.microsoft.com/office/drawing/2014/main" id="{44712E67-BB17-A5FD-8474-70F3DDADAD15}"/>
                </a:ext>
              </a:extLst>
            </p:cNvPr>
            <p:cNvSpPr>
              <a:spLocks noChangeArrowheads="1"/>
            </p:cNvSpPr>
            <p:nvPr/>
          </p:nvSpPr>
          <p:spPr bwMode="auto">
            <a:xfrm>
              <a:off x="3606" y="2069"/>
              <a:ext cx="1973" cy="1815"/>
            </a:xfrm>
            <a:prstGeom prst="rect">
              <a:avLst/>
            </a:prstGeom>
            <a:solidFill>
              <a:srgbClr val="CCFFFF"/>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5622" name="Line 102">
              <a:extLst>
                <a:ext uri="{FF2B5EF4-FFF2-40B4-BE49-F238E27FC236}">
                  <a16:creationId xmlns:a16="http://schemas.microsoft.com/office/drawing/2014/main" id="{DB0DDE0A-BDE7-0A2D-6DF2-DB00DED60639}"/>
                </a:ext>
              </a:extLst>
            </p:cNvPr>
            <p:cNvSpPr>
              <a:spLocks noChangeShapeType="1"/>
            </p:cNvSpPr>
            <p:nvPr/>
          </p:nvSpPr>
          <p:spPr bwMode="auto">
            <a:xfrm>
              <a:off x="4536" y="2245"/>
              <a:ext cx="0" cy="1213"/>
            </a:xfrm>
            <a:prstGeom prst="line">
              <a:avLst/>
            </a:prstGeom>
            <a:noFill/>
            <a:ln w="25400">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3" name="Line 103">
              <a:extLst>
                <a:ext uri="{FF2B5EF4-FFF2-40B4-BE49-F238E27FC236}">
                  <a16:creationId xmlns:a16="http://schemas.microsoft.com/office/drawing/2014/main" id="{511739BB-BCF9-8EE5-76C8-1A6FA04C5F3F}"/>
                </a:ext>
              </a:extLst>
            </p:cNvPr>
            <p:cNvSpPr>
              <a:spLocks noChangeShapeType="1"/>
            </p:cNvSpPr>
            <p:nvPr/>
          </p:nvSpPr>
          <p:spPr bwMode="auto">
            <a:xfrm>
              <a:off x="4122" y="2914"/>
              <a:ext cx="1195" cy="0"/>
            </a:xfrm>
            <a:prstGeom prst="line">
              <a:avLst/>
            </a:prstGeom>
            <a:noFill/>
            <a:ln w="254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624" name="Text Box 104">
              <a:extLst>
                <a:ext uri="{FF2B5EF4-FFF2-40B4-BE49-F238E27FC236}">
                  <a16:creationId xmlns:a16="http://schemas.microsoft.com/office/drawing/2014/main" id="{A6DB045A-4243-9DBB-26EE-CAE304E92C16}"/>
                </a:ext>
              </a:extLst>
            </p:cNvPr>
            <p:cNvSpPr txBox="1">
              <a:spLocks noChangeArrowheads="1"/>
            </p:cNvSpPr>
            <p:nvPr/>
          </p:nvSpPr>
          <p:spPr bwMode="auto">
            <a:xfrm>
              <a:off x="3956" y="2811"/>
              <a:ext cx="25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lang="en-US" altLang="zh-CN" i="1">
                  <a:latin typeface="Times New Roman" panose="02020603050405020304" pitchFamily="18" charset="0"/>
                  <a:ea typeface="宋体" panose="02010600030101010101" pitchFamily="2" charset="-122"/>
                  <a:cs typeface="Times New Roman" panose="02020603050405020304" pitchFamily="18" charset="0"/>
                </a:rPr>
                <a:t>o</a:t>
              </a:r>
              <a:endParaRPr lang="en-US" altLang="zh-CN">
                <a:ea typeface="宋体" panose="02010600030101010101" pitchFamily="2" charset="-122"/>
                <a:cs typeface="Times New Roman" panose="02020603050405020304" pitchFamily="18" charset="0"/>
              </a:endParaRPr>
            </a:p>
          </p:txBody>
        </p:sp>
        <p:sp>
          <p:nvSpPr>
            <p:cNvPr id="25625" name="Text Box 105">
              <a:extLst>
                <a:ext uri="{FF2B5EF4-FFF2-40B4-BE49-F238E27FC236}">
                  <a16:creationId xmlns:a16="http://schemas.microsoft.com/office/drawing/2014/main" id="{88AF9E31-D9F4-BB0F-BFBD-A0C8215FECF2}"/>
                </a:ext>
              </a:extLst>
            </p:cNvPr>
            <p:cNvSpPr txBox="1">
              <a:spLocks noChangeArrowheads="1"/>
            </p:cNvSpPr>
            <p:nvPr/>
          </p:nvSpPr>
          <p:spPr bwMode="auto">
            <a:xfrm>
              <a:off x="4506" y="2873"/>
              <a:ext cx="257"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lang="en-US" altLang="zh-CN" i="1">
                  <a:latin typeface="Times New Roman" panose="02020603050405020304" pitchFamily="18" charset="0"/>
                  <a:ea typeface="宋体" panose="02010600030101010101" pitchFamily="2" charset="-122"/>
                  <a:cs typeface="Times New Roman" panose="02020603050405020304" pitchFamily="18" charset="0"/>
                </a:rPr>
                <a:t>b</a:t>
              </a:r>
              <a:endParaRPr lang="en-US" altLang="zh-CN">
                <a:ea typeface="宋体" panose="02010600030101010101" pitchFamily="2" charset="-122"/>
                <a:cs typeface="Times New Roman" panose="02020603050405020304" pitchFamily="18" charset="0"/>
              </a:endParaRPr>
            </a:p>
          </p:txBody>
        </p:sp>
        <p:sp>
          <p:nvSpPr>
            <p:cNvPr id="25626" name="Text Box 106">
              <a:extLst>
                <a:ext uri="{FF2B5EF4-FFF2-40B4-BE49-F238E27FC236}">
                  <a16:creationId xmlns:a16="http://schemas.microsoft.com/office/drawing/2014/main" id="{8846F444-5B0F-3963-533E-9C1F64168D30}"/>
                </a:ext>
              </a:extLst>
            </p:cNvPr>
            <p:cNvSpPr txBox="1">
              <a:spLocks noChangeArrowheads="1"/>
            </p:cNvSpPr>
            <p:nvPr/>
          </p:nvSpPr>
          <p:spPr bwMode="auto">
            <a:xfrm>
              <a:off x="4964" y="2863"/>
              <a:ext cx="343"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lang="en-US" altLang="zh-CN" i="1">
                  <a:latin typeface="Times New Roman" panose="02020603050405020304" pitchFamily="18" charset="0"/>
                  <a:ea typeface="宋体" panose="02010600030101010101" pitchFamily="2" charset="-122"/>
                  <a:cs typeface="Times New Roman" panose="02020603050405020304" pitchFamily="18" charset="0"/>
                </a:rPr>
                <a:t>a</a:t>
              </a:r>
              <a:endParaRPr lang="en-US" altLang="zh-CN">
                <a:ea typeface="宋体" panose="02010600030101010101" pitchFamily="2" charset="-122"/>
                <a:cs typeface="Times New Roman" panose="02020603050405020304" pitchFamily="18" charset="0"/>
              </a:endParaRPr>
            </a:p>
          </p:txBody>
        </p:sp>
        <p:sp>
          <p:nvSpPr>
            <p:cNvPr id="25627" name="Line 107">
              <a:extLst>
                <a:ext uri="{FF2B5EF4-FFF2-40B4-BE49-F238E27FC236}">
                  <a16:creationId xmlns:a16="http://schemas.microsoft.com/office/drawing/2014/main" id="{CBC7944C-5FF1-55B3-6C53-3056243A5B19}"/>
                </a:ext>
              </a:extLst>
            </p:cNvPr>
            <p:cNvSpPr>
              <a:spLocks noChangeShapeType="1"/>
            </p:cNvSpPr>
            <p:nvPr/>
          </p:nvSpPr>
          <p:spPr bwMode="auto">
            <a:xfrm flipV="1">
              <a:off x="4128" y="2175"/>
              <a:ext cx="0" cy="222"/>
            </a:xfrm>
            <a:prstGeom prst="line">
              <a:avLst/>
            </a:prstGeom>
            <a:noFill/>
            <a:ln w="254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5628" name="Text Box 108">
              <a:extLst>
                <a:ext uri="{FF2B5EF4-FFF2-40B4-BE49-F238E27FC236}">
                  <a16:creationId xmlns:a16="http://schemas.microsoft.com/office/drawing/2014/main" id="{FFF99724-5D59-6D77-3A2C-1AF54667C150}"/>
                </a:ext>
              </a:extLst>
            </p:cNvPr>
            <p:cNvSpPr txBox="1">
              <a:spLocks noChangeArrowheads="1"/>
            </p:cNvSpPr>
            <p:nvPr/>
          </p:nvSpPr>
          <p:spPr bwMode="auto">
            <a:xfrm>
              <a:off x="5257" y="2840"/>
              <a:ext cx="18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lang="en-US" altLang="zh-CN" i="1">
                  <a:latin typeface="Times New Roman" panose="02020603050405020304" pitchFamily="18" charset="0"/>
                  <a:ea typeface="宋体" panose="02010600030101010101" pitchFamily="2" charset="-122"/>
                  <a:cs typeface="Times New Roman" panose="02020603050405020304" pitchFamily="18" charset="0"/>
                </a:rPr>
                <a:t>x</a:t>
              </a:r>
              <a:endParaRPr lang="en-US" altLang="zh-CN">
                <a:ea typeface="宋体" panose="02010600030101010101" pitchFamily="2" charset="-122"/>
                <a:cs typeface="Times New Roman" panose="02020603050405020304" pitchFamily="18" charset="0"/>
              </a:endParaRPr>
            </a:p>
          </p:txBody>
        </p:sp>
        <p:sp>
          <p:nvSpPr>
            <p:cNvPr id="25629" name="Text Box 109">
              <a:extLst>
                <a:ext uri="{FF2B5EF4-FFF2-40B4-BE49-F238E27FC236}">
                  <a16:creationId xmlns:a16="http://schemas.microsoft.com/office/drawing/2014/main" id="{6F2833B7-DF8A-CA3E-EF9E-0D1C7C40C20B}"/>
                </a:ext>
              </a:extLst>
            </p:cNvPr>
            <p:cNvSpPr txBox="1">
              <a:spLocks noChangeArrowheads="1"/>
            </p:cNvSpPr>
            <p:nvPr/>
          </p:nvSpPr>
          <p:spPr bwMode="auto">
            <a:xfrm>
              <a:off x="4106" y="2069"/>
              <a:ext cx="17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t" hangingPunct="1"/>
              <a:r>
                <a:rPr lang="en-US" altLang="zh-CN" i="1">
                  <a:latin typeface="Times New Roman" panose="02020603050405020304" pitchFamily="18" charset="0"/>
                  <a:ea typeface="宋体" panose="02010600030101010101" pitchFamily="2" charset="-122"/>
                  <a:cs typeface="Times New Roman" panose="02020603050405020304" pitchFamily="18" charset="0"/>
                </a:rPr>
                <a:t>y</a:t>
              </a:r>
              <a:endParaRPr lang="en-US" altLang="zh-CN">
                <a:ea typeface="宋体" panose="02010600030101010101" pitchFamily="2" charset="-122"/>
                <a:cs typeface="Times New Roman" panose="02020603050405020304" pitchFamily="18" charset="0"/>
              </a:endParaRPr>
            </a:p>
          </p:txBody>
        </p:sp>
        <p:sp>
          <p:nvSpPr>
            <p:cNvPr id="25630" name="Text Box 110">
              <a:extLst>
                <a:ext uri="{FF2B5EF4-FFF2-40B4-BE49-F238E27FC236}">
                  <a16:creationId xmlns:a16="http://schemas.microsoft.com/office/drawing/2014/main" id="{84909697-118C-0AA0-34E5-F3B0287060E8}"/>
                </a:ext>
              </a:extLst>
            </p:cNvPr>
            <p:cNvSpPr txBox="1">
              <a:spLocks noChangeArrowheads="1"/>
            </p:cNvSpPr>
            <p:nvPr/>
          </p:nvSpPr>
          <p:spPr bwMode="auto">
            <a:xfrm>
              <a:off x="3856" y="3521"/>
              <a:ext cx="163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endParaRPr lang="zh-CN" altLang="zh-CN" sz="2000" b="1">
                <a:ea typeface="宋体" panose="02010600030101010101" pitchFamily="2" charset="-122"/>
              </a:endParaRPr>
            </a:p>
          </p:txBody>
        </p:sp>
        <p:grpSp>
          <p:nvGrpSpPr>
            <p:cNvPr id="25631" name="Group 111">
              <a:extLst>
                <a:ext uri="{FF2B5EF4-FFF2-40B4-BE49-F238E27FC236}">
                  <a16:creationId xmlns:a16="http://schemas.microsoft.com/office/drawing/2014/main" id="{DD69067E-BC9E-CF0C-857B-1FAB8C3E4AF6}"/>
                </a:ext>
              </a:extLst>
            </p:cNvPr>
            <p:cNvGrpSpPr>
              <a:grpSpLocks/>
            </p:cNvGrpSpPr>
            <p:nvPr/>
          </p:nvGrpSpPr>
          <p:grpSpPr bwMode="auto">
            <a:xfrm flipH="1">
              <a:off x="4978" y="2292"/>
              <a:ext cx="284" cy="1140"/>
              <a:chOff x="5400" y="12573"/>
              <a:chExt cx="777" cy="2808"/>
            </a:xfrm>
          </p:grpSpPr>
          <p:sp>
            <p:nvSpPr>
              <p:cNvPr id="25645" name="Line 112">
                <a:extLst>
                  <a:ext uri="{FF2B5EF4-FFF2-40B4-BE49-F238E27FC236}">
                    <a16:creationId xmlns:a16="http://schemas.microsoft.com/office/drawing/2014/main" id="{4A6A9B3C-F4B8-2547-329A-821E76470201}"/>
                  </a:ext>
                </a:extLst>
              </p:cNvPr>
              <p:cNvSpPr>
                <a:spLocks noChangeShapeType="1"/>
              </p:cNvSpPr>
              <p:nvPr/>
            </p:nvSpPr>
            <p:spPr bwMode="auto">
              <a:xfrm>
                <a:off x="6135" y="12573"/>
                <a:ext cx="0" cy="2808"/>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5646" name="Group 113">
                <a:extLst>
                  <a:ext uri="{FF2B5EF4-FFF2-40B4-BE49-F238E27FC236}">
                    <a16:creationId xmlns:a16="http://schemas.microsoft.com/office/drawing/2014/main" id="{43F4FD5F-4529-C9A9-CFD4-AFF180BD3714}"/>
                  </a:ext>
                </a:extLst>
              </p:cNvPr>
              <p:cNvGrpSpPr>
                <a:grpSpLocks/>
              </p:cNvGrpSpPr>
              <p:nvPr/>
            </p:nvGrpSpPr>
            <p:grpSpPr bwMode="auto">
              <a:xfrm flipH="1">
                <a:off x="5400" y="14742"/>
                <a:ext cx="777" cy="468"/>
                <a:chOff x="6063" y="4848"/>
                <a:chExt cx="777" cy="468"/>
              </a:xfrm>
            </p:grpSpPr>
            <p:sp>
              <p:nvSpPr>
                <p:cNvPr id="25647" name="Line 114">
                  <a:extLst>
                    <a:ext uri="{FF2B5EF4-FFF2-40B4-BE49-F238E27FC236}">
                      <a16:creationId xmlns:a16="http://schemas.microsoft.com/office/drawing/2014/main" id="{61B63E29-2F25-9FCA-45E7-7104E2F303DE}"/>
                    </a:ext>
                  </a:extLst>
                </p:cNvPr>
                <p:cNvSpPr>
                  <a:spLocks noChangeShapeType="1"/>
                </p:cNvSpPr>
                <p:nvPr/>
              </p:nvSpPr>
              <p:spPr bwMode="auto">
                <a:xfrm>
                  <a:off x="6120" y="4872"/>
                  <a:ext cx="540"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8" name="Line 115">
                  <a:extLst>
                    <a:ext uri="{FF2B5EF4-FFF2-40B4-BE49-F238E27FC236}">
                      <a16:creationId xmlns:a16="http://schemas.microsoft.com/office/drawing/2014/main" id="{36973B16-C4DE-DDDE-A080-A9133905B869}"/>
                    </a:ext>
                  </a:extLst>
                </p:cNvPr>
                <p:cNvSpPr>
                  <a:spLocks noChangeShapeType="1"/>
                </p:cNvSpPr>
                <p:nvPr/>
              </p:nvSpPr>
              <p:spPr bwMode="auto">
                <a:xfrm>
                  <a:off x="6660" y="4872"/>
                  <a:ext cx="0" cy="312"/>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9" name="Line 116">
                  <a:extLst>
                    <a:ext uri="{FF2B5EF4-FFF2-40B4-BE49-F238E27FC236}">
                      <a16:creationId xmlns:a16="http://schemas.microsoft.com/office/drawing/2014/main" id="{684D3954-FA33-9C1F-2968-4D3E4E19411B}"/>
                    </a:ext>
                  </a:extLst>
                </p:cNvPr>
                <p:cNvSpPr>
                  <a:spLocks noChangeShapeType="1"/>
                </p:cNvSpPr>
                <p:nvPr/>
              </p:nvSpPr>
              <p:spPr bwMode="auto">
                <a:xfrm>
                  <a:off x="6480" y="5184"/>
                  <a:ext cx="360"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0" name="Line 117">
                  <a:extLst>
                    <a:ext uri="{FF2B5EF4-FFF2-40B4-BE49-F238E27FC236}">
                      <a16:creationId xmlns:a16="http://schemas.microsoft.com/office/drawing/2014/main" id="{A70D28CB-89D3-E91F-5F82-A34931A9F81A}"/>
                    </a:ext>
                  </a:extLst>
                </p:cNvPr>
                <p:cNvSpPr>
                  <a:spLocks noChangeShapeType="1"/>
                </p:cNvSpPr>
                <p:nvPr/>
              </p:nvSpPr>
              <p:spPr bwMode="auto">
                <a:xfrm>
                  <a:off x="6540" y="5229"/>
                  <a:ext cx="249"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1" name="Line 118">
                  <a:extLst>
                    <a:ext uri="{FF2B5EF4-FFF2-40B4-BE49-F238E27FC236}">
                      <a16:creationId xmlns:a16="http://schemas.microsoft.com/office/drawing/2014/main" id="{62B81B60-AA8A-6B20-5174-6FE5FC49E02F}"/>
                    </a:ext>
                  </a:extLst>
                </p:cNvPr>
                <p:cNvSpPr>
                  <a:spLocks noChangeShapeType="1"/>
                </p:cNvSpPr>
                <p:nvPr/>
              </p:nvSpPr>
              <p:spPr bwMode="auto">
                <a:xfrm>
                  <a:off x="6600" y="5280"/>
                  <a:ext cx="136"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2" name="Line 119">
                  <a:extLst>
                    <a:ext uri="{FF2B5EF4-FFF2-40B4-BE49-F238E27FC236}">
                      <a16:creationId xmlns:a16="http://schemas.microsoft.com/office/drawing/2014/main" id="{88D3B7DC-64DC-E233-C5C7-1D0EE6C93590}"/>
                    </a:ext>
                  </a:extLst>
                </p:cNvPr>
                <p:cNvSpPr>
                  <a:spLocks noChangeShapeType="1"/>
                </p:cNvSpPr>
                <p:nvPr/>
              </p:nvSpPr>
              <p:spPr bwMode="auto">
                <a:xfrm>
                  <a:off x="6660" y="5316"/>
                  <a:ext cx="23"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53" name="Oval 120">
                  <a:extLst>
                    <a:ext uri="{FF2B5EF4-FFF2-40B4-BE49-F238E27FC236}">
                      <a16:creationId xmlns:a16="http://schemas.microsoft.com/office/drawing/2014/main" id="{02F1CC93-1CE2-F33E-3DE1-75AB262A5E6D}"/>
                    </a:ext>
                  </a:extLst>
                </p:cNvPr>
                <p:cNvSpPr>
                  <a:spLocks noChangeArrowheads="1"/>
                </p:cNvSpPr>
                <p:nvPr/>
              </p:nvSpPr>
              <p:spPr bwMode="auto">
                <a:xfrm>
                  <a:off x="6063" y="4848"/>
                  <a:ext cx="102" cy="102"/>
                </a:xfrm>
                <a:prstGeom prst="ellipse">
                  <a:avLst/>
                </a:prstGeom>
                <a:solidFill>
                  <a:srgbClr val="000000"/>
                </a:solidFill>
                <a:ln w="9525">
                  <a:solidFill>
                    <a:srgbClr val="FF6600"/>
                  </a:solidFill>
                  <a:round/>
                  <a:headEnd/>
                  <a:tailEnd/>
                </a:ln>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graphicFrame>
          <p:nvGraphicFramePr>
            <p:cNvPr id="25632" name="Object 121">
              <a:extLst>
                <a:ext uri="{FF2B5EF4-FFF2-40B4-BE49-F238E27FC236}">
                  <a16:creationId xmlns:a16="http://schemas.microsoft.com/office/drawing/2014/main" id="{7FB4AA79-A0A3-101E-3ABE-7522E1829A8D}"/>
                </a:ext>
              </a:extLst>
            </p:cNvPr>
            <p:cNvGraphicFramePr>
              <a:graphicFrameLocks noChangeAspect="1"/>
            </p:cNvGraphicFramePr>
            <p:nvPr>
              <p:extLst>
                <p:ext uri="{D42A27DB-BD31-4B8C-83A1-F6EECF244321}">
                  <p14:modId xmlns:p14="http://schemas.microsoft.com/office/powerpoint/2010/main" val="2942076169"/>
                </p:ext>
              </p:extLst>
            </p:nvPr>
          </p:nvGraphicFramePr>
          <p:xfrm>
            <a:off x="4516" y="2209"/>
            <a:ext cx="292" cy="269"/>
          </p:xfrm>
          <a:graphic>
            <a:graphicData uri="http://schemas.openxmlformats.org/presentationml/2006/ole">
              <mc:AlternateContent xmlns:mc="http://schemas.openxmlformats.org/markup-compatibility/2006">
                <mc:Choice xmlns:v="urn:schemas-microsoft-com:vml" Requires="v">
                  <p:oleObj name="Equation" r:id="rId29" imgW="241300" imgH="228600" progId="Equation.DSMT4">
                    <p:embed/>
                  </p:oleObj>
                </mc:Choice>
                <mc:Fallback>
                  <p:oleObj name="Equation" r:id="rId29" imgW="241300" imgH="228600" progId="Equation.DSMT4">
                    <p:embed/>
                    <p:pic>
                      <p:nvPicPr>
                        <p:cNvPr id="0" name="Object 12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516" y="2209"/>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33" name="Object 122">
              <a:extLst>
                <a:ext uri="{FF2B5EF4-FFF2-40B4-BE49-F238E27FC236}">
                  <a16:creationId xmlns:a16="http://schemas.microsoft.com/office/drawing/2014/main" id="{1FFFEB1D-A48F-CE1A-9E80-AE674910585B}"/>
                </a:ext>
              </a:extLst>
            </p:cNvPr>
            <p:cNvGraphicFramePr>
              <a:graphicFrameLocks noChangeAspect="1"/>
            </p:cNvGraphicFramePr>
            <p:nvPr>
              <p:extLst>
                <p:ext uri="{D42A27DB-BD31-4B8C-83A1-F6EECF244321}">
                  <p14:modId xmlns:p14="http://schemas.microsoft.com/office/powerpoint/2010/main" val="729256913"/>
                </p:ext>
              </p:extLst>
            </p:nvPr>
          </p:nvGraphicFramePr>
          <p:xfrm>
            <a:off x="4127" y="2568"/>
            <a:ext cx="409" cy="253"/>
          </p:xfrm>
          <a:graphic>
            <a:graphicData uri="http://schemas.openxmlformats.org/presentationml/2006/ole">
              <mc:AlternateContent xmlns:mc="http://schemas.openxmlformats.org/markup-compatibility/2006">
                <mc:Choice xmlns:v="urn:schemas-microsoft-com:vml" Requires="v">
                  <p:oleObj name="Equation" r:id="rId31" imgW="368300" imgH="228600" progId="Equation.DSMT4">
                    <p:embed/>
                  </p:oleObj>
                </mc:Choice>
                <mc:Fallback>
                  <p:oleObj name="Equation" r:id="rId31" imgW="368300" imgH="228600" progId="Equation.DSMT4">
                    <p:embed/>
                    <p:pic>
                      <p:nvPicPr>
                        <p:cNvPr id="0" name="Object 12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127" y="2568"/>
                          <a:ext cx="40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34" name="Object 123">
              <a:extLst>
                <a:ext uri="{FF2B5EF4-FFF2-40B4-BE49-F238E27FC236}">
                  <a16:creationId xmlns:a16="http://schemas.microsoft.com/office/drawing/2014/main" id="{D26FBF2A-F838-4748-7CCA-09730DA75646}"/>
                </a:ext>
              </a:extLst>
            </p:cNvPr>
            <p:cNvGraphicFramePr>
              <a:graphicFrameLocks noChangeAspect="1"/>
            </p:cNvGraphicFramePr>
            <p:nvPr>
              <p:extLst>
                <p:ext uri="{D42A27DB-BD31-4B8C-83A1-F6EECF244321}">
                  <p14:modId xmlns:p14="http://schemas.microsoft.com/office/powerpoint/2010/main" val="1571902457"/>
                </p:ext>
              </p:extLst>
            </p:nvPr>
          </p:nvGraphicFramePr>
          <p:xfrm>
            <a:off x="4565" y="2568"/>
            <a:ext cx="409" cy="256"/>
          </p:xfrm>
          <a:graphic>
            <a:graphicData uri="http://schemas.openxmlformats.org/presentationml/2006/ole">
              <mc:AlternateContent xmlns:mc="http://schemas.openxmlformats.org/markup-compatibility/2006">
                <mc:Choice xmlns:v="urn:schemas-microsoft-com:vml" Requires="v">
                  <p:oleObj name="Equation" r:id="rId33" imgW="381000" imgH="228600" progId="Equation.DSMT4">
                    <p:embed/>
                  </p:oleObj>
                </mc:Choice>
                <mc:Fallback>
                  <p:oleObj name="Equation" r:id="rId33" imgW="381000" imgH="228600" progId="Equation.DSMT4">
                    <p:embed/>
                    <p:pic>
                      <p:nvPicPr>
                        <p:cNvPr id="0" name="Object 12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565" y="2568"/>
                          <a:ext cx="40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5635" name="Group 124">
              <a:extLst>
                <a:ext uri="{FF2B5EF4-FFF2-40B4-BE49-F238E27FC236}">
                  <a16:creationId xmlns:a16="http://schemas.microsoft.com/office/drawing/2014/main" id="{2D6D1494-CCB2-F92E-129C-67CE2C69E7A6}"/>
                </a:ext>
              </a:extLst>
            </p:cNvPr>
            <p:cNvGrpSpPr>
              <a:grpSpLocks/>
            </p:cNvGrpSpPr>
            <p:nvPr/>
          </p:nvGrpSpPr>
          <p:grpSpPr bwMode="auto">
            <a:xfrm>
              <a:off x="3856" y="2292"/>
              <a:ext cx="284" cy="1140"/>
              <a:chOff x="5400" y="12573"/>
              <a:chExt cx="777" cy="2808"/>
            </a:xfrm>
          </p:grpSpPr>
          <p:sp>
            <p:nvSpPr>
              <p:cNvPr id="25636" name="Line 125">
                <a:extLst>
                  <a:ext uri="{FF2B5EF4-FFF2-40B4-BE49-F238E27FC236}">
                    <a16:creationId xmlns:a16="http://schemas.microsoft.com/office/drawing/2014/main" id="{35570325-1AC4-2985-E0D4-AF2C1FA1DCEE}"/>
                  </a:ext>
                </a:extLst>
              </p:cNvPr>
              <p:cNvSpPr>
                <a:spLocks noChangeShapeType="1"/>
              </p:cNvSpPr>
              <p:nvPr/>
            </p:nvSpPr>
            <p:spPr bwMode="auto">
              <a:xfrm>
                <a:off x="6135" y="12573"/>
                <a:ext cx="0" cy="2808"/>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5637" name="Group 126">
                <a:extLst>
                  <a:ext uri="{FF2B5EF4-FFF2-40B4-BE49-F238E27FC236}">
                    <a16:creationId xmlns:a16="http://schemas.microsoft.com/office/drawing/2014/main" id="{74FCD775-1AFA-7391-E9C4-0B27D8734C63}"/>
                  </a:ext>
                </a:extLst>
              </p:cNvPr>
              <p:cNvGrpSpPr>
                <a:grpSpLocks/>
              </p:cNvGrpSpPr>
              <p:nvPr/>
            </p:nvGrpSpPr>
            <p:grpSpPr bwMode="auto">
              <a:xfrm flipH="1">
                <a:off x="5400" y="14742"/>
                <a:ext cx="777" cy="468"/>
                <a:chOff x="6063" y="4848"/>
                <a:chExt cx="777" cy="468"/>
              </a:xfrm>
            </p:grpSpPr>
            <p:sp>
              <p:nvSpPr>
                <p:cNvPr id="25638" name="Line 127">
                  <a:extLst>
                    <a:ext uri="{FF2B5EF4-FFF2-40B4-BE49-F238E27FC236}">
                      <a16:creationId xmlns:a16="http://schemas.microsoft.com/office/drawing/2014/main" id="{C44B498F-8852-993B-C527-ADA33D52DF8E}"/>
                    </a:ext>
                  </a:extLst>
                </p:cNvPr>
                <p:cNvSpPr>
                  <a:spLocks noChangeShapeType="1"/>
                </p:cNvSpPr>
                <p:nvPr/>
              </p:nvSpPr>
              <p:spPr bwMode="auto">
                <a:xfrm>
                  <a:off x="6120" y="4872"/>
                  <a:ext cx="540"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9" name="Line 128">
                  <a:extLst>
                    <a:ext uri="{FF2B5EF4-FFF2-40B4-BE49-F238E27FC236}">
                      <a16:creationId xmlns:a16="http://schemas.microsoft.com/office/drawing/2014/main" id="{D3D849AD-3306-5683-DE30-9B023832F5EA}"/>
                    </a:ext>
                  </a:extLst>
                </p:cNvPr>
                <p:cNvSpPr>
                  <a:spLocks noChangeShapeType="1"/>
                </p:cNvSpPr>
                <p:nvPr/>
              </p:nvSpPr>
              <p:spPr bwMode="auto">
                <a:xfrm>
                  <a:off x="6660" y="4872"/>
                  <a:ext cx="0" cy="312"/>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0" name="Line 129">
                  <a:extLst>
                    <a:ext uri="{FF2B5EF4-FFF2-40B4-BE49-F238E27FC236}">
                      <a16:creationId xmlns:a16="http://schemas.microsoft.com/office/drawing/2014/main" id="{3D0F509F-7712-87FD-39AD-789856AE46B7}"/>
                    </a:ext>
                  </a:extLst>
                </p:cNvPr>
                <p:cNvSpPr>
                  <a:spLocks noChangeShapeType="1"/>
                </p:cNvSpPr>
                <p:nvPr/>
              </p:nvSpPr>
              <p:spPr bwMode="auto">
                <a:xfrm>
                  <a:off x="6480" y="5184"/>
                  <a:ext cx="360"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1" name="Line 130">
                  <a:extLst>
                    <a:ext uri="{FF2B5EF4-FFF2-40B4-BE49-F238E27FC236}">
                      <a16:creationId xmlns:a16="http://schemas.microsoft.com/office/drawing/2014/main" id="{60CE8CAF-3638-7977-8E17-9C02B21806D0}"/>
                    </a:ext>
                  </a:extLst>
                </p:cNvPr>
                <p:cNvSpPr>
                  <a:spLocks noChangeShapeType="1"/>
                </p:cNvSpPr>
                <p:nvPr/>
              </p:nvSpPr>
              <p:spPr bwMode="auto">
                <a:xfrm>
                  <a:off x="6540" y="5229"/>
                  <a:ext cx="249"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2" name="Line 131">
                  <a:extLst>
                    <a:ext uri="{FF2B5EF4-FFF2-40B4-BE49-F238E27FC236}">
                      <a16:creationId xmlns:a16="http://schemas.microsoft.com/office/drawing/2014/main" id="{FD6F2E56-B6D3-F758-60F0-D03A8521CB66}"/>
                    </a:ext>
                  </a:extLst>
                </p:cNvPr>
                <p:cNvSpPr>
                  <a:spLocks noChangeShapeType="1"/>
                </p:cNvSpPr>
                <p:nvPr/>
              </p:nvSpPr>
              <p:spPr bwMode="auto">
                <a:xfrm>
                  <a:off x="6600" y="5280"/>
                  <a:ext cx="136"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3" name="Line 132">
                  <a:extLst>
                    <a:ext uri="{FF2B5EF4-FFF2-40B4-BE49-F238E27FC236}">
                      <a16:creationId xmlns:a16="http://schemas.microsoft.com/office/drawing/2014/main" id="{9FE466E5-0FA5-11DE-162F-1619B8AC4896}"/>
                    </a:ext>
                  </a:extLst>
                </p:cNvPr>
                <p:cNvSpPr>
                  <a:spLocks noChangeShapeType="1"/>
                </p:cNvSpPr>
                <p:nvPr/>
              </p:nvSpPr>
              <p:spPr bwMode="auto">
                <a:xfrm>
                  <a:off x="6660" y="5316"/>
                  <a:ext cx="23"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4" name="Oval 133">
                  <a:extLst>
                    <a:ext uri="{FF2B5EF4-FFF2-40B4-BE49-F238E27FC236}">
                      <a16:creationId xmlns:a16="http://schemas.microsoft.com/office/drawing/2014/main" id="{A125914B-3F10-5F08-ED33-6DF12548D3F0}"/>
                    </a:ext>
                  </a:extLst>
                </p:cNvPr>
                <p:cNvSpPr>
                  <a:spLocks noChangeArrowheads="1"/>
                </p:cNvSpPr>
                <p:nvPr/>
              </p:nvSpPr>
              <p:spPr bwMode="auto">
                <a:xfrm>
                  <a:off x="6063" y="4848"/>
                  <a:ext cx="102" cy="102"/>
                </a:xfrm>
                <a:prstGeom prst="ellipse">
                  <a:avLst/>
                </a:prstGeom>
                <a:solidFill>
                  <a:srgbClr val="000000"/>
                </a:solidFill>
                <a:ln w="9525">
                  <a:solidFill>
                    <a:srgbClr val="FF6600"/>
                  </a:solidFill>
                  <a:round/>
                  <a:headEnd/>
                  <a:tailEnd/>
                </a:ln>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26771"/>
                                        </p:tgtEl>
                                        <p:attrNameLst>
                                          <p:attrName>style.visibility</p:attrName>
                                        </p:attrNameLst>
                                      </p:cBhvr>
                                      <p:to>
                                        <p:strVal val="visible"/>
                                      </p:to>
                                    </p:set>
                                    <p:animEffect transition="in" filter="wipe(up)">
                                      <p:cBhvr>
                                        <p:cTn id="7" dur="2000"/>
                                        <p:tgtEl>
                                          <p:spTgt spid="6267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26780"/>
                                        </p:tgtEl>
                                        <p:attrNameLst>
                                          <p:attrName>style.visibility</p:attrName>
                                        </p:attrNameLst>
                                      </p:cBhvr>
                                      <p:to>
                                        <p:strVal val="visible"/>
                                      </p:to>
                                    </p:set>
                                    <p:animEffect transition="in" filter="wipe(up)">
                                      <p:cBhvr>
                                        <p:cTn id="12" dur="2000"/>
                                        <p:tgtEl>
                                          <p:spTgt spid="626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26781"/>
                                        </p:tgtEl>
                                        <p:attrNameLst>
                                          <p:attrName>style.visibility</p:attrName>
                                        </p:attrNameLst>
                                      </p:cBhvr>
                                      <p:to>
                                        <p:strVal val="visible"/>
                                      </p:to>
                                    </p:set>
                                    <p:animEffect transition="in" filter="wipe(up)">
                                      <p:cBhvr>
                                        <p:cTn id="17" dur="2000"/>
                                        <p:tgtEl>
                                          <p:spTgt spid="6267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626782"/>
                                        </p:tgtEl>
                                        <p:attrNameLst>
                                          <p:attrName>style.visibility</p:attrName>
                                        </p:attrNameLst>
                                      </p:cBhvr>
                                      <p:to>
                                        <p:strVal val="visible"/>
                                      </p:to>
                                    </p:set>
                                    <p:animEffect transition="in" filter="wipe(up)">
                                      <p:cBhvr>
                                        <p:cTn id="22" dur="2000"/>
                                        <p:tgtEl>
                                          <p:spTgt spid="6267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26778"/>
                                        </p:tgtEl>
                                        <p:attrNameLst>
                                          <p:attrName>style.visibility</p:attrName>
                                        </p:attrNameLst>
                                      </p:cBhvr>
                                      <p:to>
                                        <p:strVal val="visible"/>
                                      </p:to>
                                    </p:set>
                                    <p:animEffect transition="in" filter="wipe(up)">
                                      <p:cBhvr>
                                        <p:cTn id="27" dur="2000"/>
                                        <p:tgtEl>
                                          <p:spTgt spid="626778"/>
                                        </p:tgtEl>
                                      </p:cBhvr>
                                    </p:animEffect>
                                  </p:childTnLst>
                                </p:cTn>
                              </p:par>
                            </p:childTnLst>
                          </p:cTn>
                        </p:par>
                        <p:par>
                          <p:cTn id="28" fill="hold" nodeType="afterGroup">
                            <p:stCondLst>
                              <p:cond delay="2000"/>
                            </p:stCondLst>
                            <p:childTnLst>
                              <p:par>
                                <p:cTn id="29" presetID="22" presetClass="entr" presetSubtype="1" fill="hold" nodeType="afterEffect">
                                  <p:stCondLst>
                                    <p:cond delay="0"/>
                                  </p:stCondLst>
                                  <p:childTnLst>
                                    <p:set>
                                      <p:cBhvr>
                                        <p:cTn id="30" dur="1" fill="hold">
                                          <p:stCondLst>
                                            <p:cond delay="0"/>
                                          </p:stCondLst>
                                        </p:cTn>
                                        <p:tgtEl>
                                          <p:spTgt spid="626770"/>
                                        </p:tgtEl>
                                        <p:attrNameLst>
                                          <p:attrName>style.visibility</p:attrName>
                                        </p:attrNameLst>
                                      </p:cBhvr>
                                      <p:to>
                                        <p:strVal val="visible"/>
                                      </p:to>
                                    </p:set>
                                    <p:animEffect transition="in" filter="wipe(up)">
                                      <p:cBhvr>
                                        <p:cTn id="31" dur="2000"/>
                                        <p:tgtEl>
                                          <p:spTgt spid="62677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626783"/>
                                        </p:tgtEl>
                                        <p:attrNameLst>
                                          <p:attrName>style.visibility</p:attrName>
                                        </p:attrNameLst>
                                      </p:cBhvr>
                                      <p:to>
                                        <p:strVal val="visible"/>
                                      </p:to>
                                    </p:set>
                                    <p:animEffect transition="in" filter="wipe(up)">
                                      <p:cBhvr>
                                        <p:cTn id="36" dur="2000"/>
                                        <p:tgtEl>
                                          <p:spTgt spid="626783"/>
                                        </p:tgtEl>
                                      </p:cBhvr>
                                    </p:animEffect>
                                  </p:childTnLst>
                                </p:cTn>
                              </p:par>
                            </p:childTnLst>
                          </p:cTn>
                        </p:par>
                        <p:par>
                          <p:cTn id="37" fill="hold" nodeType="afterGroup">
                            <p:stCondLst>
                              <p:cond delay="2000"/>
                            </p:stCondLst>
                            <p:childTnLst>
                              <p:par>
                                <p:cTn id="38" presetID="22" presetClass="entr" presetSubtype="1" fill="hold" nodeType="afterEffect">
                                  <p:stCondLst>
                                    <p:cond delay="0"/>
                                  </p:stCondLst>
                                  <p:childTnLst>
                                    <p:set>
                                      <p:cBhvr>
                                        <p:cTn id="39" dur="1" fill="hold">
                                          <p:stCondLst>
                                            <p:cond delay="0"/>
                                          </p:stCondLst>
                                        </p:cTn>
                                        <p:tgtEl>
                                          <p:spTgt spid="626756"/>
                                        </p:tgtEl>
                                        <p:attrNameLst>
                                          <p:attrName>style.visibility</p:attrName>
                                        </p:attrNameLst>
                                      </p:cBhvr>
                                      <p:to>
                                        <p:strVal val="visible"/>
                                      </p:to>
                                    </p:set>
                                    <p:animEffect transition="in" filter="wipe(up)">
                                      <p:cBhvr>
                                        <p:cTn id="40" dur="2000"/>
                                        <p:tgtEl>
                                          <p:spTgt spid="626756"/>
                                        </p:tgtEl>
                                      </p:cBhvr>
                                    </p:animEffect>
                                  </p:childTnLst>
                                </p:cTn>
                              </p:par>
                            </p:childTnLst>
                          </p:cTn>
                        </p:par>
                        <p:par>
                          <p:cTn id="41" fill="hold" nodeType="afterGroup">
                            <p:stCondLst>
                              <p:cond delay="4000"/>
                            </p:stCondLst>
                            <p:childTnLst>
                              <p:par>
                                <p:cTn id="42" presetID="22" presetClass="entr" presetSubtype="1" fill="hold" nodeType="afterEffect">
                                  <p:stCondLst>
                                    <p:cond delay="0"/>
                                  </p:stCondLst>
                                  <p:childTnLst>
                                    <p:set>
                                      <p:cBhvr>
                                        <p:cTn id="43" dur="1" fill="hold">
                                          <p:stCondLst>
                                            <p:cond delay="0"/>
                                          </p:stCondLst>
                                        </p:cTn>
                                        <p:tgtEl>
                                          <p:spTgt spid="626755"/>
                                        </p:tgtEl>
                                        <p:attrNameLst>
                                          <p:attrName>style.visibility</p:attrName>
                                        </p:attrNameLst>
                                      </p:cBhvr>
                                      <p:to>
                                        <p:strVal val="visible"/>
                                      </p:to>
                                    </p:set>
                                    <p:animEffect transition="in" filter="wipe(up)">
                                      <p:cBhvr>
                                        <p:cTn id="44" dur="2000"/>
                                        <p:tgtEl>
                                          <p:spTgt spid="62675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626775"/>
                                        </p:tgtEl>
                                        <p:attrNameLst>
                                          <p:attrName>style.visibility</p:attrName>
                                        </p:attrNameLst>
                                      </p:cBhvr>
                                      <p:to>
                                        <p:strVal val="visible"/>
                                      </p:to>
                                    </p:set>
                                    <p:animEffect transition="in" filter="wipe(up)">
                                      <p:cBhvr>
                                        <p:cTn id="49" dur="2000"/>
                                        <p:tgtEl>
                                          <p:spTgt spid="626775"/>
                                        </p:tgtEl>
                                      </p:cBhvr>
                                    </p:animEffect>
                                  </p:childTnLst>
                                </p:cTn>
                              </p:par>
                            </p:childTnLst>
                          </p:cTn>
                        </p:par>
                        <p:par>
                          <p:cTn id="50" fill="hold" nodeType="afterGroup">
                            <p:stCondLst>
                              <p:cond delay="2000"/>
                            </p:stCondLst>
                            <p:childTnLst>
                              <p:par>
                                <p:cTn id="51" presetID="22" presetClass="entr" presetSubtype="1" fill="hold" nodeType="afterEffect">
                                  <p:stCondLst>
                                    <p:cond delay="0"/>
                                  </p:stCondLst>
                                  <p:childTnLst>
                                    <p:set>
                                      <p:cBhvr>
                                        <p:cTn id="52" dur="1" fill="hold">
                                          <p:stCondLst>
                                            <p:cond delay="0"/>
                                          </p:stCondLst>
                                        </p:cTn>
                                        <p:tgtEl>
                                          <p:spTgt spid="626754"/>
                                        </p:tgtEl>
                                        <p:attrNameLst>
                                          <p:attrName>style.visibility</p:attrName>
                                        </p:attrNameLst>
                                      </p:cBhvr>
                                      <p:to>
                                        <p:strVal val="visible"/>
                                      </p:to>
                                    </p:set>
                                    <p:animEffect transition="in" filter="wipe(up)">
                                      <p:cBhvr>
                                        <p:cTn id="53" dur="2000"/>
                                        <p:tgtEl>
                                          <p:spTgt spid="62675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nodeType="clickEffect">
                                  <p:stCondLst>
                                    <p:cond delay="0"/>
                                  </p:stCondLst>
                                  <p:childTnLst>
                                    <p:set>
                                      <p:cBhvr>
                                        <p:cTn id="57" dur="1" fill="hold">
                                          <p:stCondLst>
                                            <p:cond delay="0"/>
                                          </p:stCondLst>
                                        </p:cTn>
                                        <p:tgtEl>
                                          <p:spTgt spid="626753"/>
                                        </p:tgtEl>
                                        <p:attrNameLst>
                                          <p:attrName>style.visibility</p:attrName>
                                        </p:attrNameLst>
                                      </p:cBhvr>
                                      <p:to>
                                        <p:strVal val="visible"/>
                                      </p:to>
                                    </p:set>
                                    <p:animEffect transition="in" filter="wipe(up)">
                                      <p:cBhvr>
                                        <p:cTn id="58" dur="2000"/>
                                        <p:tgtEl>
                                          <p:spTgt spid="626753"/>
                                        </p:tgtEl>
                                      </p:cBhvr>
                                    </p:animEffect>
                                  </p:childTnLst>
                                </p:cTn>
                              </p:par>
                            </p:childTnLst>
                          </p:cTn>
                        </p:par>
                        <p:par>
                          <p:cTn id="59" fill="hold" nodeType="afterGroup">
                            <p:stCondLst>
                              <p:cond delay="2000"/>
                            </p:stCondLst>
                            <p:childTnLst>
                              <p:par>
                                <p:cTn id="60" presetID="22" presetClass="entr" presetSubtype="1" fill="hold" nodeType="afterEffect">
                                  <p:stCondLst>
                                    <p:cond delay="0"/>
                                  </p:stCondLst>
                                  <p:childTnLst>
                                    <p:set>
                                      <p:cBhvr>
                                        <p:cTn id="61" dur="1" fill="hold">
                                          <p:stCondLst>
                                            <p:cond delay="0"/>
                                          </p:stCondLst>
                                        </p:cTn>
                                        <p:tgtEl>
                                          <p:spTgt spid="626779"/>
                                        </p:tgtEl>
                                        <p:attrNameLst>
                                          <p:attrName>style.visibility</p:attrName>
                                        </p:attrNameLst>
                                      </p:cBhvr>
                                      <p:to>
                                        <p:strVal val="visible"/>
                                      </p:to>
                                    </p:set>
                                    <p:animEffect transition="in" filter="wipe(up)">
                                      <p:cBhvr>
                                        <p:cTn id="62" dur="2000"/>
                                        <p:tgtEl>
                                          <p:spTgt spid="626779"/>
                                        </p:tgtEl>
                                      </p:cBhvr>
                                    </p:animEffect>
                                  </p:childTnLst>
                                </p:cTn>
                              </p:par>
                              <p:par>
                                <p:cTn id="63" presetID="10" presetClass="entr" presetSubtype="0" fill="hold" nodeType="withEffect">
                                  <p:stCondLst>
                                    <p:cond delay="0"/>
                                  </p:stCondLst>
                                  <p:childTnLst>
                                    <p:set>
                                      <p:cBhvr>
                                        <p:cTn id="64" dur="1" fill="hold">
                                          <p:stCondLst>
                                            <p:cond delay="0"/>
                                          </p:stCondLst>
                                        </p:cTn>
                                        <p:tgtEl>
                                          <p:spTgt spid="626788"/>
                                        </p:tgtEl>
                                        <p:attrNameLst>
                                          <p:attrName>style.visibility</p:attrName>
                                        </p:attrNameLst>
                                      </p:cBhvr>
                                      <p:to>
                                        <p:strVal val="visible"/>
                                      </p:to>
                                    </p:set>
                                    <p:animEffect transition="in" filter="fade">
                                      <p:cBhvr>
                                        <p:cTn id="65" dur="2000"/>
                                        <p:tgtEl>
                                          <p:spTgt spid="626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771" grpId="0"/>
      <p:bldP spid="626775" grpId="0"/>
      <p:bldP spid="626778" grpId="0"/>
      <p:bldP spid="62678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2">
            <a:extLst>
              <a:ext uri="{FF2B5EF4-FFF2-40B4-BE49-F238E27FC236}">
                <a16:creationId xmlns:a16="http://schemas.microsoft.com/office/drawing/2014/main" id="{6890F85D-2640-2DA0-8AFD-79A17F9FC3D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6373D0FA-6413-4267-94D6-44E336704F25}" type="slidenum">
              <a:rPr lang="en-US" altLang="zh-CN" sz="1400">
                <a:ea typeface="宋体" panose="02010600030101010101" pitchFamily="2" charset="-122"/>
              </a:rPr>
              <a:pPr/>
              <a:t>15</a:t>
            </a:fld>
            <a:endParaRPr lang="en-US" altLang="zh-CN" sz="1400">
              <a:ea typeface="宋体" panose="02010600030101010101" pitchFamily="2" charset="-122"/>
            </a:endParaRPr>
          </a:p>
        </p:txBody>
      </p:sp>
      <p:sp>
        <p:nvSpPr>
          <p:cNvPr id="26627" name="AutoShape 47">
            <a:hlinkClick r:id="" action="ppaction://noaction" highlightClick="1"/>
            <a:extLst>
              <a:ext uri="{FF2B5EF4-FFF2-40B4-BE49-F238E27FC236}">
                <a16:creationId xmlns:a16="http://schemas.microsoft.com/office/drawing/2014/main" id="{20990467-33F7-3794-017D-226016C25756}"/>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6628" name="AutoShape 48">
            <a:hlinkClick r:id="" action="ppaction://hlinkshowjump?jump=previousslide" highlightClick="1"/>
            <a:extLst>
              <a:ext uri="{FF2B5EF4-FFF2-40B4-BE49-F238E27FC236}">
                <a16:creationId xmlns:a16="http://schemas.microsoft.com/office/drawing/2014/main" id="{EAAA2FA9-6A3D-9C46-16FF-8B73AE28CF7F}"/>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6629" name="AutoShape 49">
            <a:hlinkClick r:id="" action="ppaction://hlinkshowjump?jump=nextslide" highlightClick="1"/>
            <a:extLst>
              <a:ext uri="{FF2B5EF4-FFF2-40B4-BE49-F238E27FC236}">
                <a16:creationId xmlns:a16="http://schemas.microsoft.com/office/drawing/2014/main" id="{3682AA54-0949-D7C0-3E0F-699978878A4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26630" name="AutoShape 50">
            <a:hlinkClick r:id="" action="ppaction://hlinkshowjump?jump=lastslide" highlightClick="1"/>
            <a:extLst>
              <a:ext uri="{FF2B5EF4-FFF2-40B4-BE49-F238E27FC236}">
                <a16:creationId xmlns:a16="http://schemas.microsoft.com/office/drawing/2014/main" id="{5CA06B1D-3EC4-7890-0632-A095B912F8F0}"/>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21651" name="Text Box 51">
            <a:extLst>
              <a:ext uri="{FF2B5EF4-FFF2-40B4-BE49-F238E27FC236}">
                <a16:creationId xmlns:a16="http://schemas.microsoft.com/office/drawing/2014/main" id="{31F9AF06-98BB-FD44-3326-812C76E90095}"/>
              </a:ext>
            </a:extLst>
          </p:cNvPr>
          <p:cNvSpPr txBox="1">
            <a:spLocks noChangeArrowheads="1"/>
          </p:cNvSpPr>
          <p:nvPr/>
        </p:nvSpPr>
        <p:spPr bwMode="auto">
          <a:xfrm>
            <a:off x="3803650" y="2420938"/>
            <a:ext cx="338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r>
              <a:rPr kumimoji="1" lang="el-GR" altLang="zh-CN" b="1">
                <a:solidFill>
                  <a:schemeClr val="bg1"/>
                </a:solidFill>
              </a:rPr>
              <a:t>3.</a:t>
            </a:r>
            <a:r>
              <a:rPr kumimoji="1" lang="en-US" altLang="zh-CN" b="1">
                <a:solidFill>
                  <a:schemeClr val="bg1"/>
                </a:solidFill>
              </a:rPr>
              <a:t>7</a:t>
            </a:r>
            <a:endParaRPr kumimoji="1" lang="zh-CN" altLang="el-GR" b="1">
              <a:solidFill>
                <a:schemeClr val="bg1"/>
              </a:solidFill>
            </a:endParaRPr>
          </a:p>
        </p:txBody>
      </p:sp>
      <p:sp>
        <p:nvSpPr>
          <p:cNvPr id="921653" name="Text Box 53">
            <a:extLst>
              <a:ext uri="{FF2B5EF4-FFF2-40B4-BE49-F238E27FC236}">
                <a16:creationId xmlns:a16="http://schemas.microsoft.com/office/drawing/2014/main" id="{D79320B9-C8C0-D9A6-EF2A-021D881815FE}"/>
              </a:ext>
            </a:extLst>
          </p:cNvPr>
          <p:cNvSpPr txBox="1">
            <a:spLocks noChangeArrowheads="1"/>
          </p:cNvSpPr>
          <p:nvPr/>
        </p:nvSpPr>
        <p:spPr bwMode="auto">
          <a:xfrm>
            <a:off x="3779838" y="1557338"/>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rgbClr val="FFB7B7"/>
                </a:solidFill>
                <a:latin typeface="Times New Roman" panose="02020603050405020304" pitchFamily="18" charset="0"/>
              </a:rPr>
              <a:t>作业</a:t>
            </a:r>
            <a:r>
              <a:rPr kumimoji="1" lang="zh-CN" altLang="en-US" b="1">
                <a:solidFill>
                  <a:schemeClr val="bg1"/>
                </a:solidFill>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1651"/>
                                        </p:tgtEl>
                                        <p:attrNameLst>
                                          <p:attrName>style.visibility</p:attrName>
                                        </p:attrNameLst>
                                      </p:cBhvr>
                                      <p:to>
                                        <p:strVal val="visible"/>
                                      </p:to>
                                    </p:set>
                                    <p:animEffect transition="in" filter="wipe(up)">
                                      <p:cBhvr>
                                        <p:cTn id="7" dur="2000"/>
                                        <p:tgtEl>
                                          <p:spTgt spid="92165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21653"/>
                                        </p:tgtEl>
                                        <p:attrNameLst>
                                          <p:attrName>style.visibility</p:attrName>
                                        </p:attrNameLst>
                                      </p:cBhvr>
                                      <p:to>
                                        <p:strVal val="visible"/>
                                      </p:to>
                                    </p:set>
                                    <p:animEffect transition="in" filter="wipe(up)">
                                      <p:cBhvr>
                                        <p:cTn id="10" dur="2000"/>
                                        <p:tgtEl>
                                          <p:spTgt spid="921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1" grpId="0"/>
      <p:bldP spid="9216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a:extLst>
              <a:ext uri="{FF2B5EF4-FFF2-40B4-BE49-F238E27FC236}">
                <a16:creationId xmlns:a16="http://schemas.microsoft.com/office/drawing/2014/main" id="{B5B230D6-06A4-BABF-B816-9F907196FDE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73707E38-9C0A-4F36-BF43-6F4B40BE2851}" type="slidenum">
              <a:rPr lang="en-US" altLang="zh-CN" sz="1400">
                <a:ea typeface="宋体" panose="02010600030101010101" pitchFamily="2" charset="-122"/>
              </a:rPr>
              <a:pPr/>
              <a:t>16</a:t>
            </a:fld>
            <a:endParaRPr lang="en-US" altLang="zh-CN" sz="1400">
              <a:ea typeface="宋体" panose="02010600030101010101" pitchFamily="2" charset="-122"/>
            </a:endParaRPr>
          </a:p>
        </p:txBody>
      </p:sp>
      <p:sp>
        <p:nvSpPr>
          <p:cNvPr id="415767" name="Rectangle 23">
            <a:extLst>
              <a:ext uri="{FF2B5EF4-FFF2-40B4-BE49-F238E27FC236}">
                <a16:creationId xmlns:a16="http://schemas.microsoft.com/office/drawing/2014/main" id="{9C5DDC1D-4C08-BEF9-0E1E-0FB621ED3C0D}"/>
              </a:ext>
            </a:extLst>
          </p:cNvPr>
          <p:cNvSpPr>
            <a:spLocks noChangeArrowheads="1"/>
          </p:cNvSpPr>
          <p:nvPr/>
        </p:nvSpPr>
        <p:spPr bwMode="auto">
          <a:xfrm>
            <a:off x="107950" y="1638300"/>
            <a:ext cx="91090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a:solidFill>
                  <a:schemeClr val="bg1"/>
                </a:solidFill>
                <a:latin typeface="Times New Roman" panose="02020603050405020304" pitchFamily="18" charset="0"/>
              </a:rPr>
              <a:t>电容器广泛应用于电子设备的电路中：</a:t>
            </a:r>
          </a:p>
        </p:txBody>
      </p:sp>
      <p:sp>
        <p:nvSpPr>
          <p:cNvPr id="415805" name="Rectangle 61">
            <a:extLst>
              <a:ext uri="{FF2B5EF4-FFF2-40B4-BE49-F238E27FC236}">
                <a16:creationId xmlns:a16="http://schemas.microsoft.com/office/drawing/2014/main" id="{6700497A-FCD3-A3DF-2969-00609013AB6C}"/>
              </a:ext>
            </a:extLst>
          </p:cNvPr>
          <p:cNvSpPr>
            <a:spLocks noGrp="1" noChangeArrowheads="1"/>
          </p:cNvSpPr>
          <p:nvPr>
            <p:ph type="title"/>
          </p:nvPr>
        </p:nvSpPr>
        <p:spPr bwMode="auto">
          <a:xfrm>
            <a:off x="457200" y="706438"/>
            <a:ext cx="8229600" cy="490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1" lang="en-US" altLang="zh-CN" sz="2400" b="1">
                <a:solidFill>
                  <a:schemeClr val="bg1"/>
                </a:solidFill>
                <a:latin typeface="Times New Roman" panose="02020603050405020304" pitchFamily="18" charset="0"/>
                <a:ea typeface="幼圆" panose="02010509060101010101" pitchFamily="49" charset="-122"/>
              </a:rPr>
              <a:t> 3.1.3  </a:t>
            </a:r>
            <a:r>
              <a:rPr kumimoji="1" lang="zh-CN" altLang="en-US" sz="2400" b="1">
                <a:solidFill>
                  <a:schemeClr val="bg1"/>
                </a:solidFill>
                <a:latin typeface="Times New Roman" panose="02020603050405020304" pitchFamily="18" charset="0"/>
                <a:ea typeface="幼圆" panose="02010509060101010101" pitchFamily="49" charset="-122"/>
              </a:rPr>
              <a:t>导体系统的电容</a:t>
            </a:r>
          </a:p>
        </p:txBody>
      </p:sp>
      <p:sp>
        <p:nvSpPr>
          <p:cNvPr id="415806" name="Rectangle 62">
            <a:extLst>
              <a:ext uri="{FF2B5EF4-FFF2-40B4-BE49-F238E27FC236}">
                <a16:creationId xmlns:a16="http://schemas.microsoft.com/office/drawing/2014/main" id="{C639057C-6C42-AF45-A5AC-001F04512569}"/>
              </a:ext>
            </a:extLst>
          </p:cNvPr>
          <p:cNvSpPr>
            <a:spLocks noChangeArrowheads="1"/>
          </p:cNvSpPr>
          <p:nvPr/>
        </p:nvSpPr>
        <p:spPr bwMode="auto">
          <a:xfrm>
            <a:off x="179388" y="2063750"/>
            <a:ext cx="8964612" cy="367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kumimoji="1" lang="en-US" altLang="zh-CN" b="1" dirty="0">
              <a:solidFill>
                <a:schemeClr val="bg1"/>
              </a:solidFill>
              <a:latin typeface="楷体_GB2312" pitchFamily="49" charset="-122"/>
              <a:cs typeface="Arial" panose="020B0604020202020204" pitchFamily="34" charset="0"/>
            </a:endParaRPr>
          </a:p>
          <a:p>
            <a:pPr eaLnBrk="1" hangingPunct="1">
              <a:buClr>
                <a:srgbClr val="FF9933"/>
              </a:buClr>
              <a:buFontTx/>
              <a:buChar char="•"/>
            </a:pPr>
            <a:r>
              <a:rPr kumimoji="1" lang="en-US" altLang="zh-CN" b="1" dirty="0">
                <a:solidFill>
                  <a:schemeClr val="bg1"/>
                </a:solidFill>
                <a:latin typeface="楷体_GB2312" pitchFamily="49" charset="-122"/>
                <a:cs typeface="Arial" panose="020B0604020202020204" pitchFamily="34" charset="0"/>
              </a:rPr>
              <a:t> </a:t>
            </a:r>
            <a:r>
              <a:rPr kumimoji="1" lang="zh-CN" altLang="en-US" b="1" dirty="0">
                <a:solidFill>
                  <a:schemeClr val="bg1"/>
                </a:solidFill>
                <a:latin typeface="楷体_GB2312" pitchFamily="49" charset="-122"/>
                <a:cs typeface="Arial" panose="020B0604020202020204" pitchFamily="34" charset="0"/>
              </a:rPr>
              <a:t>利用电容器来实现滤波、移相、隔直、旁路、选频等作用。</a:t>
            </a:r>
          </a:p>
          <a:p>
            <a:pPr eaLnBrk="1" hangingPunct="1">
              <a:buFontTx/>
              <a:buChar char="•"/>
            </a:pPr>
            <a:endParaRPr kumimoji="1" lang="zh-CN" altLang="en-US" b="1" dirty="0">
              <a:solidFill>
                <a:schemeClr val="bg1"/>
              </a:solidFill>
              <a:latin typeface="楷体_GB2312" pitchFamily="49" charset="-122"/>
              <a:cs typeface="Arial" panose="020B0604020202020204" pitchFamily="34" charset="0"/>
            </a:endParaRPr>
          </a:p>
          <a:p>
            <a:pPr eaLnBrk="1" hangingPunct="1">
              <a:buClr>
                <a:srgbClr val="FF9933"/>
              </a:buClr>
              <a:buFontTx/>
              <a:buChar char="•"/>
            </a:pPr>
            <a:r>
              <a:rPr kumimoji="1" lang="zh-CN" altLang="en-US" b="1" dirty="0">
                <a:solidFill>
                  <a:schemeClr val="bg1"/>
                </a:solidFill>
                <a:latin typeface="楷体_GB2312" pitchFamily="49" charset="-122"/>
                <a:cs typeface="Arial" panose="020B0604020202020204" pitchFamily="34" charset="0"/>
              </a:rPr>
              <a:t> 通过电容、电感、电阻的排布，可组合成各种功能的复杂电路。</a:t>
            </a:r>
          </a:p>
          <a:p>
            <a:pPr eaLnBrk="1" hangingPunct="1">
              <a:buFontTx/>
              <a:buChar char="•"/>
            </a:pPr>
            <a:endParaRPr kumimoji="1" lang="zh-CN" altLang="en-US" b="1" dirty="0">
              <a:solidFill>
                <a:schemeClr val="bg1"/>
              </a:solidFill>
              <a:latin typeface="楷体_GB2312" pitchFamily="49" charset="-122"/>
              <a:cs typeface="Arial" panose="020B0604020202020204" pitchFamily="34" charset="0"/>
            </a:endParaRPr>
          </a:p>
          <a:p>
            <a:pPr eaLnBrk="1" hangingPunct="1">
              <a:buClr>
                <a:srgbClr val="FF9933"/>
              </a:buClr>
              <a:buFontTx/>
              <a:buChar char="•"/>
            </a:pPr>
            <a:r>
              <a:rPr kumimoji="1" lang="zh-CN" altLang="en-US" b="1" dirty="0">
                <a:solidFill>
                  <a:schemeClr val="bg1"/>
                </a:solidFill>
                <a:latin typeface="楷体_GB2312" pitchFamily="49" charset="-122"/>
                <a:cs typeface="Arial" panose="020B0604020202020204" pitchFamily="34" charset="0"/>
              </a:rPr>
              <a:t> 利用电容器来改善系统的功率因数，以减少电能的损失和提高电气设备的利用率。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15805"/>
                                        </p:tgtEl>
                                        <p:attrNameLst>
                                          <p:attrName>style.visibility</p:attrName>
                                        </p:attrNameLst>
                                      </p:cBhvr>
                                      <p:to>
                                        <p:strVal val="visible"/>
                                      </p:to>
                                    </p:set>
                                    <p:animEffect transition="in" filter="wipe(up)">
                                      <p:cBhvr>
                                        <p:cTn id="7" dur="2000"/>
                                        <p:tgtEl>
                                          <p:spTgt spid="4158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15767"/>
                                        </p:tgtEl>
                                        <p:attrNameLst>
                                          <p:attrName>style.visibility</p:attrName>
                                        </p:attrNameLst>
                                      </p:cBhvr>
                                      <p:to>
                                        <p:strVal val="visible"/>
                                      </p:to>
                                    </p:set>
                                    <p:animEffect transition="in" filter="wipe(up)">
                                      <p:cBhvr>
                                        <p:cTn id="12" dur="3000"/>
                                        <p:tgtEl>
                                          <p:spTgt spid="4157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15806"/>
                                        </p:tgtEl>
                                        <p:attrNameLst>
                                          <p:attrName>style.visibility</p:attrName>
                                        </p:attrNameLst>
                                      </p:cBhvr>
                                      <p:to>
                                        <p:strVal val="visible"/>
                                      </p:to>
                                    </p:set>
                                    <p:animEffect transition="in" filter="blinds(horizontal)">
                                      <p:cBhvr>
                                        <p:cTn id="17" dur="500"/>
                                        <p:tgtEl>
                                          <p:spTgt spid="415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67" grpId="0"/>
      <p:bldP spid="415805" grpId="0"/>
      <p:bldP spid="41580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2">
            <a:extLst>
              <a:ext uri="{FF2B5EF4-FFF2-40B4-BE49-F238E27FC236}">
                <a16:creationId xmlns:a16="http://schemas.microsoft.com/office/drawing/2014/main" id="{129D09CB-B7C1-1EF7-CDA2-D005CCF646F9}"/>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7B32D0BE-5FEA-463D-A98E-04F6A00F6601}" type="slidenum">
              <a:rPr lang="en-US" altLang="zh-CN" sz="1400">
                <a:ea typeface="宋体" panose="02010600030101010101" pitchFamily="2" charset="-122"/>
              </a:rPr>
              <a:pPr/>
              <a:t>17</a:t>
            </a:fld>
            <a:endParaRPr lang="en-US" altLang="zh-CN" sz="1400">
              <a:ea typeface="宋体" panose="02010600030101010101" pitchFamily="2" charset="-122"/>
            </a:endParaRPr>
          </a:p>
        </p:txBody>
      </p:sp>
      <p:sp>
        <p:nvSpPr>
          <p:cNvPr id="956419" name="Rectangle 3">
            <a:extLst>
              <a:ext uri="{FF2B5EF4-FFF2-40B4-BE49-F238E27FC236}">
                <a16:creationId xmlns:a16="http://schemas.microsoft.com/office/drawing/2014/main" id="{587C353F-83BF-F1D6-2A16-EC904D9A0634}"/>
              </a:ext>
            </a:extLst>
          </p:cNvPr>
          <p:cNvSpPr>
            <a:spLocks noChangeArrowheads="1"/>
          </p:cNvSpPr>
          <p:nvPr/>
        </p:nvSpPr>
        <p:spPr bwMode="auto">
          <a:xfrm>
            <a:off x="828675" y="2174875"/>
            <a:ext cx="33115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a:solidFill>
                  <a:schemeClr val="bg1"/>
                </a:solidFill>
                <a:latin typeface="Times New Roman" panose="02020603050405020304" pitchFamily="18" charset="0"/>
              </a:rPr>
              <a:t>定义：</a:t>
            </a:r>
          </a:p>
        </p:txBody>
      </p:sp>
      <p:graphicFrame>
        <p:nvGraphicFramePr>
          <p:cNvPr id="956420" name="Object 4">
            <a:extLst>
              <a:ext uri="{FF2B5EF4-FFF2-40B4-BE49-F238E27FC236}">
                <a16:creationId xmlns:a16="http://schemas.microsoft.com/office/drawing/2014/main" id="{959FEDCC-3732-4FD4-70A6-E75511BFDABA}"/>
              </a:ext>
            </a:extLst>
          </p:cNvPr>
          <p:cNvGraphicFramePr>
            <a:graphicFrameLocks noChangeAspect="1"/>
          </p:cNvGraphicFramePr>
          <p:nvPr>
            <p:extLst>
              <p:ext uri="{D42A27DB-BD31-4B8C-83A1-F6EECF244321}">
                <p14:modId xmlns:p14="http://schemas.microsoft.com/office/powerpoint/2010/main" val="3613726901"/>
              </p:ext>
            </p:extLst>
          </p:nvPr>
        </p:nvGraphicFramePr>
        <p:xfrm>
          <a:off x="1835150" y="2103438"/>
          <a:ext cx="838200" cy="838200"/>
        </p:xfrm>
        <a:graphic>
          <a:graphicData uri="http://schemas.openxmlformats.org/presentationml/2006/ole">
            <mc:AlternateContent xmlns:mc="http://schemas.openxmlformats.org/markup-compatibility/2006">
              <mc:Choice xmlns:v="urn:schemas-microsoft-com:vml" Requires="v">
                <p:oleObj name="公式" r:id="rId3" imgW="349153" imgH="349385" progId="Equation.3">
                  <p:embed/>
                </p:oleObj>
              </mc:Choice>
              <mc:Fallback>
                <p:oleObj name="公式" r:id="rId3" imgW="349153" imgH="34938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2103438"/>
                        <a:ext cx="838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6421" name="Text Box 5">
            <a:extLst>
              <a:ext uri="{FF2B5EF4-FFF2-40B4-BE49-F238E27FC236}">
                <a16:creationId xmlns:a16="http://schemas.microsoft.com/office/drawing/2014/main" id="{D6DA692A-DF26-99E2-2B71-B14DA7A940BC}"/>
              </a:ext>
            </a:extLst>
          </p:cNvPr>
          <p:cNvSpPr txBox="1">
            <a:spLocks noChangeArrowheads="1"/>
          </p:cNvSpPr>
          <p:nvPr/>
        </p:nvSpPr>
        <p:spPr bwMode="auto">
          <a:xfrm>
            <a:off x="107950" y="1670050"/>
            <a:ext cx="4535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buFontTx/>
              <a:buBlip>
                <a:blip r:embed="rId5"/>
              </a:buBlip>
            </a:pPr>
            <a:r>
              <a:rPr lang="en-US" altLang="zh-CN" b="1">
                <a:solidFill>
                  <a:schemeClr val="bg1"/>
                </a:solidFill>
                <a:latin typeface="Times New Roman" panose="02020603050405020304" pitchFamily="18" charset="0"/>
              </a:rPr>
              <a:t>    </a:t>
            </a:r>
            <a:r>
              <a:rPr lang="zh-CN" altLang="en-US" b="1">
                <a:solidFill>
                  <a:schemeClr val="bg1"/>
                </a:solidFill>
                <a:latin typeface="Times New Roman" panose="02020603050405020304" pitchFamily="18" charset="0"/>
              </a:rPr>
              <a:t>孤立导体的电容</a:t>
            </a:r>
          </a:p>
        </p:txBody>
      </p:sp>
      <p:sp>
        <p:nvSpPr>
          <p:cNvPr id="956422" name="Text Box 6">
            <a:extLst>
              <a:ext uri="{FF2B5EF4-FFF2-40B4-BE49-F238E27FC236}">
                <a16:creationId xmlns:a16="http://schemas.microsoft.com/office/drawing/2014/main" id="{3FE78F08-BACE-2D5D-F490-D0E9576069DE}"/>
              </a:ext>
            </a:extLst>
          </p:cNvPr>
          <p:cNvSpPr txBox="1">
            <a:spLocks noChangeArrowheads="1"/>
          </p:cNvSpPr>
          <p:nvPr/>
        </p:nvSpPr>
        <p:spPr bwMode="auto">
          <a:xfrm>
            <a:off x="107950" y="3578225"/>
            <a:ext cx="482441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lang="en-US" altLang="zh-CN" b="1">
                <a:solidFill>
                  <a:schemeClr val="bg1"/>
                </a:solidFill>
                <a:latin typeface="Times New Roman" panose="02020603050405020304" pitchFamily="18" charset="0"/>
              </a:rPr>
              <a:t>        </a:t>
            </a:r>
            <a:r>
              <a:rPr lang="zh-CN" altLang="en-US" b="1">
                <a:solidFill>
                  <a:schemeClr val="bg1"/>
                </a:solidFill>
                <a:latin typeface="Times New Roman" panose="02020603050405020304" pitchFamily="18" charset="0"/>
              </a:rPr>
              <a:t>两个带等量异号电荷（</a:t>
            </a:r>
            <a:r>
              <a:rPr kumimoji="1" lang="zh-CN" altLang="en-US" b="1">
                <a:solidFill>
                  <a:schemeClr val="bg1"/>
                </a:solidFill>
                <a:latin typeface="Times New Roman" panose="02020603050405020304" pitchFamily="18" charset="0"/>
                <a:sym typeface="Symbol" panose="05050102010706020507" pitchFamily="18" charset="2"/>
              </a:rPr>
              <a:t></a:t>
            </a:r>
            <a:r>
              <a:rPr kumimoji="1" lang="en-US" altLang="zh-CN" b="1" i="1">
                <a:solidFill>
                  <a:schemeClr val="bg1"/>
                </a:solidFill>
                <a:latin typeface="Times New Roman" panose="02020603050405020304" pitchFamily="18" charset="0"/>
                <a:sym typeface="Symbol" panose="05050102010706020507" pitchFamily="18" charset="2"/>
              </a:rPr>
              <a:t>q</a:t>
            </a:r>
            <a:r>
              <a:rPr kumimoji="1" lang="zh-CN" altLang="en-US" b="1">
                <a:solidFill>
                  <a:schemeClr val="bg1"/>
                </a:solidFill>
                <a:latin typeface="Times New Roman" panose="02020603050405020304" pitchFamily="18" charset="0"/>
                <a:sym typeface="Symbol" panose="05050102010706020507" pitchFamily="18" charset="2"/>
              </a:rPr>
              <a:t>）</a:t>
            </a:r>
            <a:r>
              <a:rPr lang="zh-CN" altLang="en-US" b="1">
                <a:solidFill>
                  <a:schemeClr val="bg1"/>
                </a:solidFill>
                <a:latin typeface="Times New Roman" panose="02020603050405020304" pitchFamily="18" charset="0"/>
              </a:rPr>
              <a:t>的       导体构成电容器，其电容为</a:t>
            </a:r>
          </a:p>
        </p:txBody>
      </p:sp>
      <p:graphicFrame>
        <p:nvGraphicFramePr>
          <p:cNvPr id="956423" name="Object 7">
            <a:extLst>
              <a:ext uri="{FF2B5EF4-FFF2-40B4-BE49-F238E27FC236}">
                <a16:creationId xmlns:a16="http://schemas.microsoft.com/office/drawing/2014/main" id="{0A83999E-7D82-A869-61F7-234B6282B39A}"/>
              </a:ext>
            </a:extLst>
          </p:cNvPr>
          <p:cNvGraphicFramePr>
            <a:graphicFrameLocks noChangeAspect="1"/>
          </p:cNvGraphicFramePr>
          <p:nvPr>
            <p:extLst>
              <p:ext uri="{D42A27DB-BD31-4B8C-83A1-F6EECF244321}">
                <p14:modId xmlns:p14="http://schemas.microsoft.com/office/powerpoint/2010/main" val="1397600911"/>
              </p:ext>
            </p:extLst>
          </p:nvPr>
        </p:nvGraphicFramePr>
        <p:xfrm>
          <a:off x="1333500" y="4595813"/>
          <a:ext cx="2159000" cy="889000"/>
        </p:xfrm>
        <a:graphic>
          <a:graphicData uri="http://schemas.openxmlformats.org/presentationml/2006/ole">
            <mc:AlternateContent xmlns:mc="http://schemas.openxmlformats.org/markup-compatibility/2006">
              <mc:Choice xmlns:v="urn:schemas-microsoft-com:vml" Requires="v">
                <p:oleObj name="Equation" r:id="rId6" imgW="1009789" imgH="368435" progId="Equation.DSMT4">
                  <p:embed/>
                </p:oleObj>
              </mc:Choice>
              <mc:Fallback>
                <p:oleObj name="Equation" r:id="rId6" imgW="1009789" imgH="368435"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3500" y="4595813"/>
                        <a:ext cx="2159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6424" name="Text Box 8">
            <a:extLst>
              <a:ext uri="{FF2B5EF4-FFF2-40B4-BE49-F238E27FC236}">
                <a16:creationId xmlns:a16="http://schemas.microsoft.com/office/drawing/2014/main" id="{650F3F84-A52A-7133-DC8D-267FF1E995F3}"/>
              </a:ext>
            </a:extLst>
          </p:cNvPr>
          <p:cNvSpPr txBox="1">
            <a:spLocks noChangeArrowheads="1"/>
          </p:cNvSpPr>
          <p:nvPr/>
        </p:nvSpPr>
        <p:spPr bwMode="auto">
          <a:xfrm>
            <a:off x="107950" y="5411788"/>
            <a:ext cx="896461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5"/>
              </a:buBlip>
            </a:pPr>
            <a:r>
              <a:rPr lang="en-US" altLang="zh-CN" b="1">
                <a:solidFill>
                  <a:schemeClr val="bg1"/>
                </a:solidFill>
              </a:rPr>
              <a:t>  </a:t>
            </a:r>
            <a:r>
              <a:rPr lang="zh-CN" altLang="en-US" b="1">
                <a:solidFill>
                  <a:srgbClr val="FFCCCC"/>
                </a:solidFill>
                <a:ea typeface="宋体" panose="02010600030101010101" pitchFamily="2" charset="-122"/>
              </a:rPr>
              <a:t>特点</a:t>
            </a:r>
            <a:r>
              <a:rPr lang="zh-CN" altLang="en-US" b="1">
                <a:solidFill>
                  <a:schemeClr val="bg1"/>
                </a:solidFill>
              </a:rPr>
              <a:t>：</a:t>
            </a:r>
            <a:r>
              <a:rPr kumimoji="1" lang="zh-CN" altLang="en-US" b="1">
                <a:solidFill>
                  <a:schemeClr val="bg1"/>
                </a:solidFill>
              </a:rPr>
              <a:t>电容的大小只与导体系统的几何尺寸、形状和周围电</a:t>
            </a:r>
          </a:p>
          <a:p>
            <a:pPr eaLnBrk="1" hangingPunct="1">
              <a:lnSpc>
                <a:spcPct val="130000"/>
              </a:lnSpc>
            </a:pPr>
            <a:r>
              <a:rPr kumimoji="1" lang="zh-CN" altLang="en-US" b="1">
                <a:solidFill>
                  <a:schemeClr val="bg1"/>
                </a:solidFill>
              </a:rPr>
              <a:t>                介质的特性参数有关，而与导体的带电量和电位无关。</a:t>
            </a:r>
          </a:p>
        </p:txBody>
      </p:sp>
      <p:grpSp>
        <p:nvGrpSpPr>
          <p:cNvPr id="956425" name="Group 9">
            <a:extLst>
              <a:ext uri="{FF2B5EF4-FFF2-40B4-BE49-F238E27FC236}">
                <a16:creationId xmlns:a16="http://schemas.microsoft.com/office/drawing/2014/main" id="{72500A95-7E1B-F3E5-B90E-E83803502D46}"/>
              </a:ext>
            </a:extLst>
          </p:cNvPr>
          <p:cNvGrpSpPr>
            <a:grpSpLocks/>
          </p:cNvGrpSpPr>
          <p:nvPr/>
        </p:nvGrpSpPr>
        <p:grpSpPr bwMode="auto">
          <a:xfrm>
            <a:off x="5867400" y="3284538"/>
            <a:ext cx="3276600" cy="2016125"/>
            <a:chOff x="3243" y="1888"/>
            <a:chExt cx="2358" cy="1542"/>
          </a:xfrm>
        </p:grpSpPr>
        <p:sp>
          <p:nvSpPr>
            <p:cNvPr id="29716" name="Rectangle 10">
              <a:extLst>
                <a:ext uri="{FF2B5EF4-FFF2-40B4-BE49-F238E27FC236}">
                  <a16:creationId xmlns:a16="http://schemas.microsoft.com/office/drawing/2014/main" id="{20AC3A71-F082-4489-2468-3AE2A3D67B3F}"/>
                </a:ext>
              </a:extLst>
            </p:cNvPr>
            <p:cNvSpPr>
              <a:spLocks noChangeArrowheads="1"/>
            </p:cNvSpPr>
            <p:nvPr/>
          </p:nvSpPr>
          <p:spPr bwMode="auto">
            <a:xfrm>
              <a:off x="3243" y="1888"/>
              <a:ext cx="2358" cy="1542"/>
            </a:xfrm>
            <a:prstGeom prst="rect">
              <a:avLst/>
            </a:prstGeom>
            <a:solidFill>
              <a:srgbClr val="CCFFFF"/>
            </a:solidFill>
            <a:ln w="22225" algn="ctr">
              <a:solidFill>
                <a:srgbClr val="8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20000"/>
                </a:spcBef>
              </a:pPr>
              <a:endParaRPr lang="zh-CN" altLang="zh-CN"/>
            </a:p>
          </p:txBody>
        </p:sp>
        <p:sp>
          <p:nvSpPr>
            <p:cNvPr id="29717" name="Freeform 11">
              <a:extLst>
                <a:ext uri="{FF2B5EF4-FFF2-40B4-BE49-F238E27FC236}">
                  <a16:creationId xmlns:a16="http://schemas.microsoft.com/office/drawing/2014/main" id="{F0D6D5FF-6F8C-F3C3-1280-8FA7A39B4C83}"/>
                </a:ext>
              </a:extLst>
            </p:cNvPr>
            <p:cNvSpPr>
              <a:spLocks/>
            </p:cNvSpPr>
            <p:nvPr/>
          </p:nvSpPr>
          <p:spPr bwMode="auto">
            <a:xfrm>
              <a:off x="3963" y="1995"/>
              <a:ext cx="1015" cy="313"/>
            </a:xfrm>
            <a:custGeom>
              <a:avLst/>
              <a:gdLst>
                <a:gd name="T0" fmla="*/ 0 w 1015"/>
                <a:gd name="T1" fmla="*/ 203 h 313"/>
                <a:gd name="T2" fmla="*/ 320 w 1015"/>
                <a:gd name="T3" fmla="*/ 30 h 313"/>
                <a:gd name="T4" fmla="*/ 640 w 1015"/>
                <a:gd name="T5" fmla="*/ 21 h 313"/>
                <a:gd name="T6" fmla="*/ 923 w 1015"/>
                <a:gd name="T7" fmla="*/ 149 h 313"/>
                <a:gd name="T8" fmla="*/ 1015 w 1015"/>
                <a:gd name="T9" fmla="*/ 313 h 3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5" h="313">
                  <a:moveTo>
                    <a:pt x="0" y="203"/>
                  </a:moveTo>
                  <a:cubicBezTo>
                    <a:pt x="52" y="174"/>
                    <a:pt x="213" y="60"/>
                    <a:pt x="320" y="30"/>
                  </a:cubicBezTo>
                  <a:cubicBezTo>
                    <a:pt x="427" y="0"/>
                    <a:pt x="540" y="1"/>
                    <a:pt x="640" y="21"/>
                  </a:cubicBezTo>
                  <a:cubicBezTo>
                    <a:pt x="740" y="41"/>
                    <a:pt x="861" y="100"/>
                    <a:pt x="923" y="149"/>
                  </a:cubicBezTo>
                  <a:cubicBezTo>
                    <a:pt x="985" y="198"/>
                    <a:pt x="996" y="279"/>
                    <a:pt x="1015" y="313"/>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18" name="Freeform 12">
              <a:extLst>
                <a:ext uri="{FF2B5EF4-FFF2-40B4-BE49-F238E27FC236}">
                  <a16:creationId xmlns:a16="http://schemas.microsoft.com/office/drawing/2014/main" id="{21F3ADD8-DD17-C8F8-E699-E9D346B4FABB}"/>
                </a:ext>
              </a:extLst>
            </p:cNvPr>
            <p:cNvSpPr>
              <a:spLocks/>
            </p:cNvSpPr>
            <p:nvPr/>
          </p:nvSpPr>
          <p:spPr bwMode="auto">
            <a:xfrm rot="-422291">
              <a:off x="3922" y="2878"/>
              <a:ext cx="91" cy="369"/>
            </a:xfrm>
            <a:custGeom>
              <a:avLst/>
              <a:gdLst>
                <a:gd name="T0" fmla="*/ 1 w 130"/>
                <a:gd name="T1" fmla="*/ 0 h 561"/>
                <a:gd name="T2" fmla="*/ 1 w 130"/>
                <a:gd name="T3" fmla="*/ 2 h 561"/>
                <a:gd name="T4" fmla="*/ 1 w 130"/>
                <a:gd name="T5" fmla="*/ 4 h 561"/>
                <a:gd name="T6" fmla="*/ 3 w 130"/>
                <a:gd name="T7" fmla="*/ 6 h 5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 h="561">
                  <a:moveTo>
                    <a:pt x="29" y="0"/>
                  </a:moveTo>
                  <a:cubicBezTo>
                    <a:pt x="24" y="33"/>
                    <a:pt x="0" y="131"/>
                    <a:pt x="2" y="196"/>
                  </a:cubicBezTo>
                  <a:cubicBezTo>
                    <a:pt x="4" y="261"/>
                    <a:pt x="18" y="327"/>
                    <a:pt x="39" y="388"/>
                  </a:cubicBezTo>
                  <a:cubicBezTo>
                    <a:pt x="60" y="449"/>
                    <a:pt x="111" y="525"/>
                    <a:pt x="130" y="561"/>
                  </a:cubicBezTo>
                </a:path>
              </a:pathLst>
            </a:custGeom>
            <a:noFill/>
            <a:ln w="22225" cap="flat" cmpd="sng">
              <a:solidFill>
                <a:srgbClr val="0000FF"/>
              </a:solidFill>
              <a:prstDash val="solid"/>
              <a:round/>
              <a:headEnd/>
              <a:tailEnd type="non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19" name="Freeform 13">
              <a:extLst>
                <a:ext uri="{FF2B5EF4-FFF2-40B4-BE49-F238E27FC236}">
                  <a16:creationId xmlns:a16="http://schemas.microsoft.com/office/drawing/2014/main" id="{FD7F8FF1-9EB8-1DA5-B3E7-425E5BA7F958}"/>
                </a:ext>
              </a:extLst>
            </p:cNvPr>
            <p:cNvSpPr>
              <a:spLocks/>
            </p:cNvSpPr>
            <p:nvPr/>
          </p:nvSpPr>
          <p:spPr bwMode="auto">
            <a:xfrm>
              <a:off x="4018" y="2256"/>
              <a:ext cx="877" cy="171"/>
            </a:xfrm>
            <a:custGeom>
              <a:avLst/>
              <a:gdLst>
                <a:gd name="T0" fmla="*/ 0 w 877"/>
                <a:gd name="T1" fmla="*/ 98 h 171"/>
                <a:gd name="T2" fmla="*/ 311 w 877"/>
                <a:gd name="T3" fmla="*/ 6 h 171"/>
                <a:gd name="T4" fmla="*/ 649 w 877"/>
                <a:gd name="T5" fmla="*/ 61 h 171"/>
                <a:gd name="T6" fmla="*/ 877 w 877"/>
                <a:gd name="T7" fmla="*/ 171 h 1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7" h="171">
                  <a:moveTo>
                    <a:pt x="0" y="98"/>
                  </a:moveTo>
                  <a:cubicBezTo>
                    <a:pt x="52" y="84"/>
                    <a:pt x="203" y="12"/>
                    <a:pt x="311" y="6"/>
                  </a:cubicBezTo>
                  <a:cubicBezTo>
                    <a:pt x="419" y="0"/>
                    <a:pt x="555" y="34"/>
                    <a:pt x="649" y="61"/>
                  </a:cubicBezTo>
                  <a:cubicBezTo>
                    <a:pt x="743" y="88"/>
                    <a:pt x="830" y="148"/>
                    <a:pt x="877" y="171"/>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0" name="Freeform 14">
              <a:extLst>
                <a:ext uri="{FF2B5EF4-FFF2-40B4-BE49-F238E27FC236}">
                  <a16:creationId xmlns:a16="http://schemas.microsoft.com/office/drawing/2014/main" id="{CBC8E9B0-BB28-63DC-8C65-6ED2FD9F9FD1}"/>
                </a:ext>
              </a:extLst>
            </p:cNvPr>
            <p:cNvSpPr>
              <a:spLocks/>
            </p:cNvSpPr>
            <p:nvPr/>
          </p:nvSpPr>
          <p:spPr bwMode="auto">
            <a:xfrm>
              <a:off x="4182" y="2583"/>
              <a:ext cx="521" cy="91"/>
            </a:xfrm>
            <a:custGeom>
              <a:avLst/>
              <a:gdLst>
                <a:gd name="T0" fmla="*/ 0 w 521"/>
                <a:gd name="T1" fmla="*/ 82 h 91"/>
                <a:gd name="T2" fmla="*/ 183 w 521"/>
                <a:gd name="T3" fmla="*/ 9 h 91"/>
                <a:gd name="T4" fmla="*/ 393 w 521"/>
                <a:gd name="T5" fmla="*/ 27 h 91"/>
                <a:gd name="T6" fmla="*/ 521 w 521"/>
                <a:gd name="T7" fmla="*/ 91 h 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1" h="91">
                  <a:moveTo>
                    <a:pt x="0" y="82"/>
                  </a:moveTo>
                  <a:cubicBezTo>
                    <a:pt x="30" y="71"/>
                    <a:pt x="118" y="18"/>
                    <a:pt x="183" y="9"/>
                  </a:cubicBezTo>
                  <a:cubicBezTo>
                    <a:pt x="248" y="0"/>
                    <a:pt x="337" y="13"/>
                    <a:pt x="393" y="27"/>
                  </a:cubicBezTo>
                  <a:cubicBezTo>
                    <a:pt x="449" y="41"/>
                    <a:pt x="494" y="78"/>
                    <a:pt x="521" y="91"/>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1" name="Freeform 15">
              <a:extLst>
                <a:ext uri="{FF2B5EF4-FFF2-40B4-BE49-F238E27FC236}">
                  <a16:creationId xmlns:a16="http://schemas.microsoft.com/office/drawing/2014/main" id="{5F953AB2-8453-975D-C532-AC724DE5B506}"/>
                </a:ext>
              </a:extLst>
            </p:cNvPr>
            <p:cNvSpPr>
              <a:spLocks/>
            </p:cNvSpPr>
            <p:nvPr/>
          </p:nvSpPr>
          <p:spPr bwMode="auto">
            <a:xfrm>
              <a:off x="4155" y="2829"/>
              <a:ext cx="585" cy="174"/>
            </a:xfrm>
            <a:custGeom>
              <a:avLst/>
              <a:gdLst>
                <a:gd name="T0" fmla="*/ 0 w 585"/>
                <a:gd name="T1" fmla="*/ 37 h 174"/>
                <a:gd name="T2" fmla="*/ 155 w 585"/>
                <a:gd name="T3" fmla="*/ 147 h 174"/>
                <a:gd name="T4" fmla="*/ 292 w 585"/>
                <a:gd name="T5" fmla="*/ 174 h 174"/>
                <a:gd name="T6" fmla="*/ 431 w 585"/>
                <a:gd name="T7" fmla="*/ 145 h 174"/>
                <a:gd name="T8" fmla="*/ 585 w 585"/>
                <a:gd name="T9" fmla="*/ 0 h 1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5" h="174">
                  <a:moveTo>
                    <a:pt x="0" y="37"/>
                  </a:moveTo>
                  <a:cubicBezTo>
                    <a:pt x="26" y="55"/>
                    <a:pt x="106" y="124"/>
                    <a:pt x="155" y="147"/>
                  </a:cubicBezTo>
                  <a:cubicBezTo>
                    <a:pt x="204" y="170"/>
                    <a:pt x="246" y="174"/>
                    <a:pt x="292" y="174"/>
                  </a:cubicBezTo>
                  <a:cubicBezTo>
                    <a:pt x="338" y="174"/>
                    <a:pt x="382" y="174"/>
                    <a:pt x="431" y="145"/>
                  </a:cubicBezTo>
                  <a:cubicBezTo>
                    <a:pt x="480" y="116"/>
                    <a:pt x="553" y="30"/>
                    <a:pt x="585" y="0"/>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2" name="Freeform 16">
              <a:extLst>
                <a:ext uri="{FF2B5EF4-FFF2-40B4-BE49-F238E27FC236}">
                  <a16:creationId xmlns:a16="http://schemas.microsoft.com/office/drawing/2014/main" id="{EC75F471-245C-1C8F-B4C0-085AEA89EFF2}"/>
                </a:ext>
              </a:extLst>
            </p:cNvPr>
            <p:cNvSpPr>
              <a:spLocks/>
            </p:cNvSpPr>
            <p:nvPr/>
          </p:nvSpPr>
          <p:spPr bwMode="auto">
            <a:xfrm>
              <a:off x="4041" y="2851"/>
              <a:ext cx="814" cy="312"/>
            </a:xfrm>
            <a:custGeom>
              <a:avLst/>
              <a:gdLst>
                <a:gd name="T0" fmla="*/ 0 w 814"/>
                <a:gd name="T1" fmla="*/ 45 h 312"/>
                <a:gd name="T2" fmla="*/ 73 w 814"/>
                <a:gd name="T3" fmla="*/ 173 h 312"/>
                <a:gd name="T4" fmla="*/ 229 w 814"/>
                <a:gd name="T5" fmla="*/ 292 h 312"/>
                <a:gd name="T6" fmla="*/ 530 w 814"/>
                <a:gd name="T7" fmla="*/ 292 h 312"/>
                <a:gd name="T8" fmla="*/ 722 w 814"/>
                <a:gd name="T9" fmla="*/ 173 h 312"/>
                <a:gd name="T10" fmla="*/ 814 w 814"/>
                <a:gd name="T11" fmla="*/ 0 h 3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4" h="312">
                  <a:moveTo>
                    <a:pt x="0" y="45"/>
                  </a:moveTo>
                  <a:cubicBezTo>
                    <a:pt x="12" y="66"/>
                    <a:pt x="35" y="132"/>
                    <a:pt x="73" y="173"/>
                  </a:cubicBezTo>
                  <a:cubicBezTo>
                    <a:pt x="111" y="214"/>
                    <a:pt x="153" y="272"/>
                    <a:pt x="229" y="292"/>
                  </a:cubicBezTo>
                  <a:cubicBezTo>
                    <a:pt x="305" y="312"/>
                    <a:pt x="448" y="312"/>
                    <a:pt x="530" y="292"/>
                  </a:cubicBezTo>
                  <a:cubicBezTo>
                    <a:pt x="612" y="272"/>
                    <a:pt x="675" y="222"/>
                    <a:pt x="722" y="173"/>
                  </a:cubicBezTo>
                  <a:cubicBezTo>
                    <a:pt x="769" y="124"/>
                    <a:pt x="795" y="36"/>
                    <a:pt x="814" y="0"/>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3" name="Freeform 17">
              <a:extLst>
                <a:ext uri="{FF2B5EF4-FFF2-40B4-BE49-F238E27FC236}">
                  <a16:creationId xmlns:a16="http://schemas.microsoft.com/office/drawing/2014/main" id="{C5D8F81F-0653-0FBC-7473-E7BDCB0CE2A5}"/>
                </a:ext>
              </a:extLst>
            </p:cNvPr>
            <p:cNvSpPr>
              <a:spLocks/>
            </p:cNvSpPr>
            <p:nvPr/>
          </p:nvSpPr>
          <p:spPr bwMode="auto">
            <a:xfrm>
              <a:off x="4182" y="2784"/>
              <a:ext cx="512" cy="111"/>
            </a:xfrm>
            <a:custGeom>
              <a:avLst/>
              <a:gdLst>
                <a:gd name="T0" fmla="*/ 0 w 512"/>
                <a:gd name="T1" fmla="*/ 27 h 111"/>
                <a:gd name="T2" fmla="*/ 174 w 512"/>
                <a:gd name="T3" fmla="*/ 91 h 111"/>
                <a:gd name="T4" fmla="*/ 275 w 512"/>
                <a:gd name="T5" fmla="*/ 109 h 111"/>
                <a:gd name="T6" fmla="*/ 384 w 512"/>
                <a:gd name="T7" fmla="*/ 82 h 111"/>
                <a:gd name="T8" fmla="*/ 512 w 512"/>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2" h="111">
                  <a:moveTo>
                    <a:pt x="0" y="27"/>
                  </a:moveTo>
                  <a:cubicBezTo>
                    <a:pt x="29" y="38"/>
                    <a:pt x="128" y="77"/>
                    <a:pt x="174" y="91"/>
                  </a:cubicBezTo>
                  <a:cubicBezTo>
                    <a:pt x="220" y="105"/>
                    <a:pt x="240" y="111"/>
                    <a:pt x="275" y="109"/>
                  </a:cubicBezTo>
                  <a:cubicBezTo>
                    <a:pt x="310" y="107"/>
                    <a:pt x="345" y="100"/>
                    <a:pt x="384" y="82"/>
                  </a:cubicBezTo>
                  <a:cubicBezTo>
                    <a:pt x="423" y="64"/>
                    <a:pt x="485" y="17"/>
                    <a:pt x="512" y="0"/>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4" name="Freeform 18">
              <a:extLst>
                <a:ext uri="{FF2B5EF4-FFF2-40B4-BE49-F238E27FC236}">
                  <a16:creationId xmlns:a16="http://schemas.microsoft.com/office/drawing/2014/main" id="{BF35F9AC-6516-9213-1985-63493F5CFA77}"/>
                </a:ext>
              </a:extLst>
            </p:cNvPr>
            <p:cNvSpPr>
              <a:spLocks/>
            </p:cNvSpPr>
            <p:nvPr/>
          </p:nvSpPr>
          <p:spPr bwMode="auto">
            <a:xfrm>
              <a:off x="4059" y="2433"/>
              <a:ext cx="771" cy="176"/>
            </a:xfrm>
            <a:custGeom>
              <a:avLst/>
              <a:gdLst>
                <a:gd name="T0" fmla="*/ 0 w 861"/>
                <a:gd name="T1" fmla="*/ 55 h 185"/>
                <a:gd name="T2" fmla="*/ 90 w 861"/>
                <a:gd name="T3" fmla="*/ 6 h 185"/>
                <a:gd name="T4" fmla="*/ 183 w 861"/>
                <a:gd name="T5" fmla="*/ 35 h 185"/>
                <a:gd name="T6" fmla="*/ 256 w 861"/>
                <a:gd name="T7" fmla="*/ 107 h 1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1" h="185">
                  <a:moveTo>
                    <a:pt x="0" y="95"/>
                  </a:moveTo>
                  <a:cubicBezTo>
                    <a:pt x="51" y="80"/>
                    <a:pt x="202" y="12"/>
                    <a:pt x="305" y="6"/>
                  </a:cubicBezTo>
                  <a:cubicBezTo>
                    <a:pt x="408" y="0"/>
                    <a:pt x="523" y="31"/>
                    <a:pt x="616" y="61"/>
                  </a:cubicBezTo>
                  <a:cubicBezTo>
                    <a:pt x="709" y="91"/>
                    <a:pt x="810" y="159"/>
                    <a:pt x="861" y="185"/>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5" name="Freeform 19">
              <a:extLst>
                <a:ext uri="{FF2B5EF4-FFF2-40B4-BE49-F238E27FC236}">
                  <a16:creationId xmlns:a16="http://schemas.microsoft.com/office/drawing/2014/main" id="{3B0030E8-39A8-09DD-7715-20B3384C9AC8}"/>
                </a:ext>
              </a:extLst>
            </p:cNvPr>
            <p:cNvSpPr>
              <a:spLocks/>
            </p:cNvSpPr>
            <p:nvPr/>
          </p:nvSpPr>
          <p:spPr bwMode="auto">
            <a:xfrm>
              <a:off x="4195" y="2750"/>
              <a:ext cx="499" cy="1"/>
            </a:xfrm>
            <a:custGeom>
              <a:avLst/>
              <a:gdLst>
                <a:gd name="T0" fmla="*/ 0 w 499"/>
                <a:gd name="T1" fmla="*/ 0 h 1"/>
                <a:gd name="T2" fmla="*/ 499 w 499"/>
                <a:gd name="T3" fmla="*/ 0 h 1"/>
                <a:gd name="T4" fmla="*/ 0 60000 65536"/>
                <a:gd name="T5" fmla="*/ 0 60000 65536"/>
              </a:gdLst>
              <a:ahLst/>
              <a:cxnLst>
                <a:cxn ang="T4">
                  <a:pos x="T0" y="T1"/>
                </a:cxn>
                <a:cxn ang="T5">
                  <a:pos x="T2" y="T3"/>
                </a:cxn>
              </a:cxnLst>
              <a:rect l="0" t="0" r="r" b="b"/>
              <a:pathLst>
                <a:path w="499" h="1">
                  <a:moveTo>
                    <a:pt x="0" y="0"/>
                  </a:moveTo>
                  <a:cubicBezTo>
                    <a:pt x="208" y="0"/>
                    <a:pt x="416" y="0"/>
                    <a:pt x="499" y="0"/>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6" name="Freeform 20">
              <a:extLst>
                <a:ext uri="{FF2B5EF4-FFF2-40B4-BE49-F238E27FC236}">
                  <a16:creationId xmlns:a16="http://schemas.microsoft.com/office/drawing/2014/main" id="{A02A77E5-2B6B-1652-80BF-C051107154DC}"/>
                </a:ext>
              </a:extLst>
            </p:cNvPr>
            <p:cNvSpPr>
              <a:spLocks/>
            </p:cNvSpPr>
            <p:nvPr/>
          </p:nvSpPr>
          <p:spPr bwMode="auto">
            <a:xfrm rot="744496">
              <a:off x="3743" y="2835"/>
              <a:ext cx="47" cy="384"/>
            </a:xfrm>
            <a:custGeom>
              <a:avLst/>
              <a:gdLst>
                <a:gd name="T0" fmla="*/ 0 w 130"/>
                <a:gd name="T1" fmla="*/ 0 h 561"/>
                <a:gd name="T2" fmla="*/ 0 w 130"/>
                <a:gd name="T3" fmla="*/ 3 h 561"/>
                <a:gd name="T4" fmla="*/ 0 w 130"/>
                <a:gd name="T5" fmla="*/ 5 h 561"/>
                <a:gd name="T6" fmla="*/ 0 w 130"/>
                <a:gd name="T7" fmla="*/ 8 h 5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 h="561">
                  <a:moveTo>
                    <a:pt x="29" y="0"/>
                  </a:moveTo>
                  <a:cubicBezTo>
                    <a:pt x="24" y="33"/>
                    <a:pt x="0" y="131"/>
                    <a:pt x="2" y="196"/>
                  </a:cubicBezTo>
                  <a:cubicBezTo>
                    <a:pt x="4" y="261"/>
                    <a:pt x="18" y="327"/>
                    <a:pt x="39" y="388"/>
                  </a:cubicBezTo>
                  <a:cubicBezTo>
                    <a:pt x="60" y="449"/>
                    <a:pt x="111" y="525"/>
                    <a:pt x="130" y="561"/>
                  </a:cubicBezTo>
                </a:path>
              </a:pathLst>
            </a:custGeom>
            <a:noFill/>
            <a:ln w="22225" cap="flat" cmpd="sng">
              <a:solidFill>
                <a:srgbClr val="0000FF"/>
              </a:solidFill>
              <a:prstDash val="solid"/>
              <a:round/>
              <a:headEnd/>
              <a:tailEnd type="non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7" name="Freeform 21">
              <a:extLst>
                <a:ext uri="{FF2B5EF4-FFF2-40B4-BE49-F238E27FC236}">
                  <a16:creationId xmlns:a16="http://schemas.microsoft.com/office/drawing/2014/main" id="{A0080C92-982E-177C-083C-E3EA1E62ABEA}"/>
                </a:ext>
              </a:extLst>
            </p:cNvPr>
            <p:cNvSpPr>
              <a:spLocks/>
            </p:cNvSpPr>
            <p:nvPr/>
          </p:nvSpPr>
          <p:spPr bwMode="auto">
            <a:xfrm rot="20884883" flipH="1">
              <a:off x="4649" y="2297"/>
              <a:ext cx="590" cy="589"/>
            </a:xfrm>
            <a:custGeom>
              <a:avLst/>
              <a:gdLst>
                <a:gd name="T0" fmla="*/ 0 w 763"/>
                <a:gd name="T1" fmla="*/ 19 h 730"/>
                <a:gd name="T2" fmla="*/ 5 w 763"/>
                <a:gd name="T3" fmla="*/ 6 h 730"/>
                <a:gd name="T4" fmla="*/ 18 w 763"/>
                <a:gd name="T5" fmla="*/ 2 h 730"/>
                <a:gd name="T6" fmla="*/ 29 w 763"/>
                <a:gd name="T7" fmla="*/ 22 h 730"/>
                <a:gd name="T8" fmla="*/ 33 w 763"/>
                <a:gd name="T9" fmla="*/ 32 h 730"/>
                <a:gd name="T10" fmla="*/ 43 w 763"/>
                <a:gd name="T11" fmla="*/ 42 h 730"/>
                <a:gd name="T12" fmla="*/ 41 w 763"/>
                <a:gd name="T13" fmla="*/ 59 h 730"/>
                <a:gd name="T14" fmla="*/ 21 w 763"/>
                <a:gd name="T15" fmla="*/ 69 h 730"/>
                <a:gd name="T16" fmla="*/ 8 w 763"/>
                <a:gd name="T17" fmla="*/ 56 h 730"/>
                <a:gd name="T18" fmla="*/ 2 w 763"/>
                <a:gd name="T19" fmla="*/ 45 h 730"/>
                <a:gd name="T20" fmla="*/ 0 w 763"/>
                <a:gd name="T21" fmla="*/ 19 h 7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3" h="730">
                  <a:moveTo>
                    <a:pt x="0" y="202"/>
                  </a:moveTo>
                  <a:cubicBezTo>
                    <a:pt x="5" y="134"/>
                    <a:pt x="26" y="102"/>
                    <a:pt x="77" y="73"/>
                  </a:cubicBezTo>
                  <a:cubicBezTo>
                    <a:pt x="128" y="44"/>
                    <a:pt x="239" y="0"/>
                    <a:pt x="306" y="27"/>
                  </a:cubicBezTo>
                  <a:cubicBezTo>
                    <a:pt x="373" y="54"/>
                    <a:pt x="437" y="184"/>
                    <a:pt x="480" y="236"/>
                  </a:cubicBezTo>
                  <a:cubicBezTo>
                    <a:pt x="523" y="289"/>
                    <a:pt x="526" y="306"/>
                    <a:pt x="568" y="341"/>
                  </a:cubicBezTo>
                  <a:cubicBezTo>
                    <a:pt x="610" y="376"/>
                    <a:pt x="713" y="401"/>
                    <a:pt x="735" y="448"/>
                  </a:cubicBezTo>
                  <a:cubicBezTo>
                    <a:pt x="757" y="495"/>
                    <a:pt x="763" y="574"/>
                    <a:pt x="699" y="620"/>
                  </a:cubicBezTo>
                  <a:cubicBezTo>
                    <a:pt x="635" y="666"/>
                    <a:pt x="443" y="730"/>
                    <a:pt x="349" y="725"/>
                  </a:cubicBezTo>
                  <a:cubicBezTo>
                    <a:pt x="255" y="719"/>
                    <a:pt x="182" y="626"/>
                    <a:pt x="131" y="585"/>
                  </a:cubicBezTo>
                  <a:cubicBezTo>
                    <a:pt x="80" y="545"/>
                    <a:pt x="66" y="539"/>
                    <a:pt x="44" y="481"/>
                  </a:cubicBezTo>
                  <a:cubicBezTo>
                    <a:pt x="22" y="422"/>
                    <a:pt x="0" y="272"/>
                    <a:pt x="0" y="202"/>
                  </a:cubicBezTo>
                  <a:close/>
                </a:path>
              </a:pathLst>
            </a:custGeom>
            <a:gradFill rotWithShape="0">
              <a:gsLst>
                <a:gs pos="0">
                  <a:srgbClr val="515151"/>
                </a:gs>
                <a:gs pos="100000">
                  <a:srgbClr val="C0C0C0"/>
                </a:gs>
              </a:gsLst>
              <a:lin ang="18900000" scaled="1"/>
            </a:gradFill>
            <a:ln>
              <a:noFill/>
            </a:ln>
            <a:effectLst/>
            <a:extLst>
              <a:ext uri="{91240B29-F687-4F45-9708-019B960494DF}">
                <a14:hiddenLine xmlns:a14="http://schemas.microsoft.com/office/drawing/2010/main" w="22225" cap="flat" cmpd="sng">
                  <a:solidFill>
                    <a:srgbClr val="969696"/>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8" name="Freeform 22">
              <a:extLst>
                <a:ext uri="{FF2B5EF4-FFF2-40B4-BE49-F238E27FC236}">
                  <a16:creationId xmlns:a16="http://schemas.microsoft.com/office/drawing/2014/main" id="{BBADDA77-AD84-22D3-46FE-E573D2DCD7F2}"/>
                </a:ext>
              </a:extLst>
            </p:cNvPr>
            <p:cNvSpPr>
              <a:spLocks/>
            </p:cNvSpPr>
            <p:nvPr/>
          </p:nvSpPr>
          <p:spPr bwMode="auto">
            <a:xfrm rot="1270317">
              <a:off x="3515" y="2161"/>
              <a:ext cx="763" cy="730"/>
            </a:xfrm>
            <a:custGeom>
              <a:avLst/>
              <a:gdLst>
                <a:gd name="T0" fmla="*/ 0 w 763"/>
                <a:gd name="T1" fmla="*/ 202 h 730"/>
                <a:gd name="T2" fmla="*/ 77 w 763"/>
                <a:gd name="T3" fmla="*/ 73 h 730"/>
                <a:gd name="T4" fmla="*/ 306 w 763"/>
                <a:gd name="T5" fmla="*/ 27 h 730"/>
                <a:gd name="T6" fmla="*/ 480 w 763"/>
                <a:gd name="T7" fmla="*/ 236 h 730"/>
                <a:gd name="T8" fmla="*/ 568 w 763"/>
                <a:gd name="T9" fmla="*/ 341 h 730"/>
                <a:gd name="T10" fmla="*/ 735 w 763"/>
                <a:gd name="T11" fmla="*/ 448 h 730"/>
                <a:gd name="T12" fmla="*/ 699 w 763"/>
                <a:gd name="T13" fmla="*/ 620 h 730"/>
                <a:gd name="T14" fmla="*/ 349 w 763"/>
                <a:gd name="T15" fmla="*/ 725 h 730"/>
                <a:gd name="T16" fmla="*/ 131 w 763"/>
                <a:gd name="T17" fmla="*/ 585 h 730"/>
                <a:gd name="T18" fmla="*/ 44 w 763"/>
                <a:gd name="T19" fmla="*/ 481 h 730"/>
                <a:gd name="T20" fmla="*/ 0 w 763"/>
                <a:gd name="T21" fmla="*/ 202 h 7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3" h="730">
                  <a:moveTo>
                    <a:pt x="0" y="202"/>
                  </a:moveTo>
                  <a:cubicBezTo>
                    <a:pt x="5" y="134"/>
                    <a:pt x="26" y="102"/>
                    <a:pt x="77" y="73"/>
                  </a:cubicBezTo>
                  <a:cubicBezTo>
                    <a:pt x="128" y="44"/>
                    <a:pt x="239" y="0"/>
                    <a:pt x="306" y="27"/>
                  </a:cubicBezTo>
                  <a:cubicBezTo>
                    <a:pt x="373" y="54"/>
                    <a:pt x="437" y="184"/>
                    <a:pt x="480" y="236"/>
                  </a:cubicBezTo>
                  <a:cubicBezTo>
                    <a:pt x="523" y="289"/>
                    <a:pt x="526" y="306"/>
                    <a:pt x="568" y="341"/>
                  </a:cubicBezTo>
                  <a:cubicBezTo>
                    <a:pt x="610" y="376"/>
                    <a:pt x="713" y="401"/>
                    <a:pt x="735" y="448"/>
                  </a:cubicBezTo>
                  <a:cubicBezTo>
                    <a:pt x="757" y="495"/>
                    <a:pt x="763" y="574"/>
                    <a:pt x="699" y="620"/>
                  </a:cubicBezTo>
                  <a:cubicBezTo>
                    <a:pt x="635" y="666"/>
                    <a:pt x="443" y="730"/>
                    <a:pt x="349" y="725"/>
                  </a:cubicBezTo>
                  <a:cubicBezTo>
                    <a:pt x="255" y="719"/>
                    <a:pt x="182" y="626"/>
                    <a:pt x="131" y="585"/>
                  </a:cubicBezTo>
                  <a:cubicBezTo>
                    <a:pt x="80" y="545"/>
                    <a:pt x="66" y="539"/>
                    <a:pt x="44" y="481"/>
                  </a:cubicBezTo>
                  <a:cubicBezTo>
                    <a:pt x="22" y="422"/>
                    <a:pt x="0" y="272"/>
                    <a:pt x="0" y="202"/>
                  </a:cubicBezTo>
                  <a:close/>
                </a:path>
              </a:pathLst>
            </a:custGeom>
            <a:gradFill rotWithShape="0">
              <a:gsLst>
                <a:gs pos="0">
                  <a:srgbClr val="464646"/>
                </a:gs>
                <a:gs pos="100000">
                  <a:srgbClr val="A5A5A5"/>
                </a:gs>
              </a:gsLst>
              <a:lin ang="18900000" scaled="1"/>
            </a:gradFill>
            <a:ln>
              <a:noFill/>
            </a:ln>
            <a:effectLst/>
            <a:extLst>
              <a:ext uri="{91240B29-F687-4F45-9708-019B960494DF}">
                <a14:hiddenLine xmlns:a14="http://schemas.microsoft.com/office/drawing/2010/main" w="22225" cap="flat" cmpd="sng">
                  <a:solidFill>
                    <a:srgbClr val="C0C0C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29" name="Freeform 23">
              <a:extLst>
                <a:ext uri="{FF2B5EF4-FFF2-40B4-BE49-F238E27FC236}">
                  <a16:creationId xmlns:a16="http://schemas.microsoft.com/office/drawing/2014/main" id="{E8251266-A59E-8E61-6A9B-794A853E1F78}"/>
                </a:ext>
              </a:extLst>
            </p:cNvPr>
            <p:cNvSpPr>
              <a:spLocks/>
            </p:cNvSpPr>
            <p:nvPr/>
          </p:nvSpPr>
          <p:spPr bwMode="auto">
            <a:xfrm flipH="1">
              <a:off x="4966" y="2853"/>
              <a:ext cx="91" cy="415"/>
            </a:xfrm>
            <a:custGeom>
              <a:avLst/>
              <a:gdLst>
                <a:gd name="T0" fmla="*/ 1 w 130"/>
                <a:gd name="T1" fmla="*/ 0 h 561"/>
                <a:gd name="T2" fmla="*/ 1 w 130"/>
                <a:gd name="T3" fmla="*/ 7 h 561"/>
                <a:gd name="T4" fmla="*/ 1 w 130"/>
                <a:gd name="T5" fmla="*/ 14 h 561"/>
                <a:gd name="T6" fmla="*/ 3 w 130"/>
                <a:gd name="T7" fmla="*/ 20 h 5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 h="561">
                  <a:moveTo>
                    <a:pt x="29" y="0"/>
                  </a:moveTo>
                  <a:cubicBezTo>
                    <a:pt x="24" y="33"/>
                    <a:pt x="0" y="131"/>
                    <a:pt x="2" y="196"/>
                  </a:cubicBezTo>
                  <a:cubicBezTo>
                    <a:pt x="4" y="261"/>
                    <a:pt x="18" y="327"/>
                    <a:pt x="39" y="388"/>
                  </a:cubicBezTo>
                  <a:cubicBezTo>
                    <a:pt x="60" y="449"/>
                    <a:pt x="111" y="525"/>
                    <a:pt x="130" y="561"/>
                  </a:cubicBezTo>
                </a:path>
              </a:pathLst>
            </a:custGeom>
            <a:noFill/>
            <a:ln w="22225" cap="flat" cmpd="sng">
              <a:solidFill>
                <a:srgbClr val="0000FF"/>
              </a:solidFill>
              <a:prstDash val="solid"/>
              <a:round/>
              <a:headEnd type="triangle" w="sm" len="lg"/>
              <a:tailEnd type="non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730" name="Freeform 24">
              <a:extLst>
                <a:ext uri="{FF2B5EF4-FFF2-40B4-BE49-F238E27FC236}">
                  <a16:creationId xmlns:a16="http://schemas.microsoft.com/office/drawing/2014/main" id="{FECEE4B1-C276-86AC-3A38-7AD91AA64553}"/>
                </a:ext>
              </a:extLst>
            </p:cNvPr>
            <p:cNvSpPr>
              <a:spLocks/>
            </p:cNvSpPr>
            <p:nvPr/>
          </p:nvSpPr>
          <p:spPr bwMode="auto">
            <a:xfrm rot="699248" flipH="1">
              <a:off x="4803" y="2832"/>
              <a:ext cx="108" cy="415"/>
            </a:xfrm>
            <a:custGeom>
              <a:avLst/>
              <a:gdLst>
                <a:gd name="T0" fmla="*/ 4 w 130"/>
                <a:gd name="T1" fmla="*/ 0 h 561"/>
                <a:gd name="T2" fmla="*/ 2 w 130"/>
                <a:gd name="T3" fmla="*/ 7 h 561"/>
                <a:gd name="T4" fmla="*/ 5 w 130"/>
                <a:gd name="T5" fmla="*/ 14 h 561"/>
                <a:gd name="T6" fmla="*/ 17 w 130"/>
                <a:gd name="T7" fmla="*/ 20 h 5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 h="561">
                  <a:moveTo>
                    <a:pt x="29" y="0"/>
                  </a:moveTo>
                  <a:cubicBezTo>
                    <a:pt x="24" y="33"/>
                    <a:pt x="0" y="131"/>
                    <a:pt x="2" y="196"/>
                  </a:cubicBezTo>
                  <a:cubicBezTo>
                    <a:pt x="4" y="261"/>
                    <a:pt x="18" y="327"/>
                    <a:pt x="39" y="388"/>
                  </a:cubicBezTo>
                  <a:cubicBezTo>
                    <a:pt x="60" y="449"/>
                    <a:pt x="111" y="525"/>
                    <a:pt x="130" y="561"/>
                  </a:cubicBezTo>
                </a:path>
              </a:pathLst>
            </a:custGeom>
            <a:noFill/>
            <a:ln w="22225" cap="flat" cmpd="sng">
              <a:solidFill>
                <a:srgbClr val="0000FF"/>
              </a:solidFill>
              <a:prstDash val="solid"/>
              <a:round/>
              <a:headEnd type="triangle" w="sm" len="lg"/>
              <a:tailEnd type="non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29731" name="Object 25">
              <a:extLst>
                <a:ext uri="{FF2B5EF4-FFF2-40B4-BE49-F238E27FC236}">
                  <a16:creationId xmlns:a16="http://schemas.microsoft.com/office/drawing/2014/main" id="{9EA8BCA7-7A2B-1CFD-10A7-ED4304EC6206}"/>
                </a:ext>
              </a:extLst>
            </p:cNvPr>
            <p:cNvGraphicFramePr>
              <a:graphicFrameLocks noChangeAspect="1"/>
            </p:cNvGraphicFramePr>
            <p:nvPr>
              <p:extLst>
                <p:ext uri="{D42A27DB-BD31-4B8C-83A1-F6EECF244321}">
                  <p14:modId xmlns:p14="http://schemas.microsoft.com/office/powerpoint/2010/main" val="2072466087"/>
                </p:ext>
              </p:extLst>
            </p:nvPr>
          </p:nvGraphicFramePr>
          <p:xfrm>
            <a:off x="4422" y="2278"/>
            <a:ext cx="206" cy="227"/>
          </p:xfrm>
          <a:graphic>
            <a:graphicData uri="http://schemas.openxmlformats.org/presentationml/2006/ole">
              <mc:AlternateContent xmlns:mc="http://schemas.openxmlformats.org/markup-compatibility/2006">
                <mc:Choice xmlns:v="urn:schemas-microsoft-com:vml" Requires="v">
                  <p:oleObj name="公式" r:id="rId8" imgW="50631" imgH="63635" progId="Equation.3">
                    <p:embed/>
                  </p:oleObj>
                </mc:Choice>
                <mc:Fallback>
                  <p:oleObj name="公式" r:id="rId8" imgW="50631" imgH="63635" progId="Equation.3">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2" y="2278"/>
                          <a:ext cx="20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32" name="Object 26">
              <a:extLst>
                <a:ext uri="{FF2B5EF4-FFF2-40B4-BE49-F238E27FC236}">
                  <a16:creationId xmlns:a16="http://schemas.microsoft.com/office/drawing/2014/main" id="{269EC824-6583-AE5B-F6EB-47D276D379D9}"/>
                </a:ext>
              </a:extLst>
            </p:cNvPr>
            <p:cNvGraphicFramePr>
              <a:graphicFrameLocks noChangeAspect="1"/>
            </p:cNvGraphicFramePr>
            <p:nvPr>
              <p:extLst>
                <p:ext uri="{D42A27DB-BD31-4B8C-83A1-F6EECF244321}">
                  <p14:modId xmlns:p14="http://schemas.microsoft.com/office/powerpoint/2010/main" val="4219222557"/>
                </p:ext>
              </p:extLst>
            </p:nvPr>
          </p:nvGraphicFramePr>
          <p:xfrm>
            <a:off x="4341" y="1979"/>
            <a:ext cx="208" cy="279"/>
          </p:xfrm>
          <a:graphic>
            <a:graphicData uri="http://schemas.openxmlformats.org/presentationml/2006/ole">
              <mc:AlternateContent xmlns:mc="http://schemas.openxmlformats.org/markup-compatibility/2006">
                <mc:Choice xmlns:v="urn:schemas-microsoft-com:vml" Requires="v">
                  <p:oleObj name="公式" r:id="rId10" imgW="82630" imgH="133350" progId="Equation.3">
                    <p:embed/>
                  </p:oleObj>
                </mc:Choice>
                <mc:Fallback>
                  <p:oleObj name="公式" r:id="rId10" imgW="82630" imgH="133350" progId="Equation.3">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41" y="1979"/>
                          <a:ext cx="208"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33" name="Object 27">
              <a:extLst>
                <a:ext uri="{FF2B5EF4-FFF2-40B4-BE49-F238E27FC236}">
                  <a16:creationId xmlns:a16="http://schemas.microsoft.com/office/drawing/2014/main" id="{12E60108-A249-469E-5F19-AADF54335494}"/>
                </a:ext>
              </a:extLst>
            </p:cNvPr>
            <p:cNvGraphicFramePr>
              <a:graphicFrameLocks noChangeAspect="1"/>
            </p:cNvGraphicFramePr>
            <p:nvPr>
              <p:extLst>
                <p:ext uri="{D42A27DB-BD31-4B8C-83A1-F6EECF244321}">
                  <p14:modId xmlns:p14="http://schemas.microsoft.com/office/powerpoint/2010/main" val="1293947745"/>
                </p:ext>
              </p:extLst>
            </p:nvPr>
          </p:nvGraphicFramePr>
          <p:xfrm>
            <a:off x="4981" y="2035"/>
            <a:ext cx="520" cy="270"/>
          </p:xfrm>
          <a:graphic>
            <a:graphicData uri="http://schemas.openxmlformats.org/presentationml/2006/ole">
              <mc:AlternateContent xmlns:mc="http://schemas.openxmlformats.org/markup-compatibility/2006">
                <mc:Choice xmlns:v="urn:schemas-microsoft-com:vml" Requires="v">
                  <p:oleObj name="公式" r:id="rId12" imgW="349153" imgH="139835" progId="Equation.3">
                    <p:embed/>
                  </p:oleObj>
                </mc:Choice>
                <mc:Fallback>
                  <p:oleObj name="公式" r:id="rId12" imgW="349153" imgH="139835" progId="Equation.3">
                    <p:embed/>
                    <p:pic>
                      <p:nvPicPr>
                        <p:cNvPr id="0"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81" y="2035"/>
                          <a:ext cx="520"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34" name="Object 28">
              <a:extLst>
                <a:ext uri="{FF2B5EF4-FFF2-40B4-BE49-F238E27FC236}">
                  <a16:creationId xmlns:a16="http://schemas.microsoft.com/office/drawing/2014/main" id="{1B1AB497-4110-E298-E5FB-A70090AAB5A5}"/>
                </a:ext>
              </a:extLst>
            </p:cNvPr>
            <p:cNvGraphicFramePr>
              <a:graphicFrameLocks noChangeAspect="1"/>
            </p:cNvGraphicFramePr>
            <p:nvPr>
              <p:extLst>
                <p:ext uri="{D42A27DB-BD31-4B8C-83A1-F6EECF244321}">
                  <p14:modId xmlns:p14="http://schemas.microsoft.com/office/powerpoint/2010/main" val="816616591"/>
                </p:ext>
              </p:extLst>
            </p:nvPr>
          </p:nvGraphicFramePr>
          <p:xfrm>
            <a:off x="3349" y="1926"/>
            <a:ext cx="529" cy="270"/>
          </p:xfrm>
          <a:graphic>
            <a:graphicData uri="http://schemas.openxmlformats.org/presentationml/2006/ole">
              <mc:AlternateContent xmlns:mc="http://schemas.openxmlformats.org/markup-compatibility/2006">
                <mc:Choice xmlns:v="urn:schemas-microsoft-com:vml" Requires="v">
                  <p:oleObj name="公式" r:id="rId14" imgW="368190" imgH="139835" progId="Equation.3">
                    <p:embed/>
                  </p:oleObj>
                </mc:Choice>
                <mc:Fallback>
                  <p:oleObj name="公式" r:id="rId14" imgW="368190" imgH="139835" progId="Equation.3">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49" y="1926"/>
                          <a:ext cx="52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35" name="Object 29">
              <a:extLst>
                <a:ext uri="{FF2B5EF4-FFF2-40B4-BE49-F238E27FC236}">
                  <a16:creationId xmlns:a16="http://schemas.microsoft.com/office/drawing/2014/main" id="{65F93B15-E33F-6CB4-2942-E25DC504BD73}"/>
                </a:ext>
              </a:extLst>
            </p:cNvPr>
            <p:cNvGraphicFramePr>
              <a:graphicFrameLocks noChangeAspect="1"/>
            </p:cNvGraphicFramePr>
            <p:nvPr>
              <p:extLst>
                <p:ext uri="{D42A27DB-BD31-4B8C-83A1-F6EECF244321}">
                  <p14:modId xmlns:p14="http://schemas.microsoft.com/office/powerpoint/2010/main" val="1895238655"/>
                </p:ext>
              </p:extLst>
            </p:nvPr>
          </p:nvGraphicFramePr>
          <p:xfrm>
            <a:off x="3398" y="2768"/>
            <a:ext cx="344" cy="254"/>
          </p:xfrm>
          <a:graphic>
            <a:graphicData uri="http://schemas.openxmlformats.org/presentationml/2006/ole">
              <mc:AlternateContent xmlns:mc="http://schemas.openxmlformats.org/markup-compatibility/2006">
                <mc:Choice xmlns:v="urn:schemas-microsoft-com:vml" Requires="v">
                  <p:oleObj name="公式" r:id="rId16" imgW="165260" imgH="101735" progId="Equation.3">
                    <p:embed/>
                  </p:oleObj>
                </mc:Choice>
                <mc:Fallback>
                  <p:oleObj name="公式" r:id="rId16" imgW="165260" imgH="101735" progId="Equation.3">
                    <p:embed/>
                    <p:pic>
                      <p:nvPicPr>
                        <p:cNvPr id="0"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98" y="2768"/>
                          <a:ext cx="344"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36" name="Object 30">
              <a:extLst>
                <a:ext uri="{FF2B5EF4-FFF2-40B4-BE49-F238E27FC236}">
                  <a16:creationId xmlns:a16="http://schemas.microsoft.com/office/drawing/2014/main" id="{E3D7FF34-5A44-EDDF-C685-9CE85ECE4D09}"/>
                </a:ext>
              </a:extLst>
            </p:cNvPr>
            <p:cNvGraphicFramePr>
              <a:graphicFrameLocks noChangeAspect="1"/>
            </p:cNvGraphicFramePr>
            <p:nvPr>
              <p:extLst>
                <p:ext uri="{D42A27DB-BD31-4B8C-83A1-F6EECF244321}">
                  <p14:modId xmlns:p14="http://schemas.microsoft.com/office/powerpoint/2010/main" val="1671056136"/>
                </p:ext>
              </p:extLst>
            </p:nvPr>
          </p:nvGraphicFramePr>
          <p:xfrm>
            <a:off x="5057" y="2786"/>
            <a:ext cx="344" cy="236"/>
          </p:xfrm>
          <a:graphic>
            <a:graphicData uri="http://schemas.openxmlformats.org/presentationml/2006/ole">
              <mc:AlternateContent xmlns:mc="http://schemas.openxmlformats.org/markup-compatibility/2006">
                <mc:Choice xmlns:v="urn:schemas-microsoft-com:vml" Requires="v">
                  <p:oleObj name="公式" r:id="rId18" imgW="165260" imgH="95250" progId="Equation.3">
                    <p:embed/>
                  </p:oleObj>
                </mc:Choice>
                <mc:Fallback>
                  <p:oleObj name="公式" r:id="rId18" imgW="165260" imgH="95250" progId="Equation.3">
                    <p:embed/>
                    <p:pic>
                      <p:nvPicPr>
                        <p:cNvPr id="0" name="Object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57" y="2786"/>
                          <a:ext cx="344"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56447" name="Group 31">
            <a:extLst>
              <a:ext uri="{FF2B5EF4-FFF2-40B4-BE49-F238E27FC236}">
                <a16:creationId xmlns:a16="http://schemas.microsoft.com/office/drawing/2014/main" id="{5E737DFE-235B-C21C-C216-433BE5D8AF3E}"/>
              </a:ext>
            </a:extLst>
          </p:cNvPr>
          <p:cNvGrpSpPr>
            <a:grpSpLocks/>
          </p:cNvGrpSpPr>
          <p:nvPr/>
        </p:nvGrpSpPr>
        <p:grpSpPr bwMode="auto">
          <a:xfrm>
            <a:off x="2382838" y="1454150"/>
            <a:ext cx="4205287" cy="1081088"/>
            <a:chOff x="1501" y="1071"/>
            <a:chExt cx="2649" cy="681"/>
          </a:xfrm>
        </p:grpSpPr>
        <p:sp>
          <p:nvSpPr>
            <p:cNvPr id="29713" name="Rectangle 32">
              <a:extLst>
                <a:ext uri="{FF2B5EF4-FFF2-40B4-BE49-F238E27FC236}">
                  <a16:creationId xmlns:a16="http://schemas.microsoft.com/office/drawing/2014/main" id="{FE1FAA11-F56A-6DBA-B3C9-ECF2E9CBF873}"/>
                </a:ext>
              </a:extLst>
            </p:cNvPr>
            <p:cNvSpPr>
              <a:spLocks noChangeArrowheads="1"/>
            </p:cNvSpPr>
            <p:nvPr/>
          </p:nvSpPr>
          <p:spPr bwMode="auto">
            <a:xfrm>
              <a:off x="2154" y="1071"/>
              <a:ext cx="1996" cy="256"/>
            </a:xfrm>
            <a:prstGeom prst="rect">
              <a:avLst/>
            </a:prstGeom>
            <a:solidFill>
              <a:srgbClr val="CC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r>
                <a:rPr lang="zh-CN" altLang="en-US" sz="2000" b="1">
                  <a:solidFill>
                    <a:srgbClr val="993300"/>
                  </a:solidFill>
                  <a:ea typeface="宋体" panose="02010600030101010101" pitchFamily="2" charset="-122"/>
                </a:rPr>
                <a:t>孤立导体所</a:t>
              </a:r>
              <a:r>
                <a:rPr kumimoji="1" lang="zh-CN" altLang="en-US" sz="2000" b="1">
                  <a:solidFill>
                    <a:srgbClr val="993300"/>
                  </a:solidFill>
                  <a:ea typeface="宋体" panose="02010600030101010101" pitchFamily="2" charset="-122"/>
                </a:rPr>
                <a:t>带</a:t>
              </a:r>
              <a:r>
                <a:rPr lang="zh-CN" altLang="en-US" sz="2000" b="1">
                  <a:solidFill>
                    <a:srgbClr val="993300"/>
                  </a:solidFill>
                  <a:ea typeface="宋体" panose="02010600030101010101" pitchFamily="2" charset="-122"/>
                </a:rPr>
                <a:t>的</a:t>
              </a:r>
              <a:r>
                <a:rPr kumimoji="1" lang="zh-CN" altLang="en-US" sz="2000" b="1">
                  <a:solidFill>
                    <a:srgbClr val="993300"/>
                  </a:solidFill>
                  <a:ea typeface="宋体" panose="02010600030101010101" pitchFamily="2" charset="-122"/>
                </a:rPr>
                <a:t>电量</a:t>
              </a:r>
            </a:p>
          </p:txBody>
        </p:sp>
        <p:sp>
          <p:nvSpPr>
            <p:cNvPr id="29714" name="Oval 33">
              <a:extLst>
                <a:ext uri="{FF2B5EF4-FFF2-40B4-BE49-F238E27FC236}">
                  <a16:creationId xmlns:a16="http://schemas.microsoft.com/office/drawing/2014/main" id="{DA7FFB53-532F-C7D0-0771-57E3A25BB730}"/>
                </a:ext>
              </a:extLst>
            </p:cNvPr>
            <p:cNvSpPr>
              <a:spLocks noChangeArrowheads="1"/>
            </p:cNvSpPr>
            <p:nvPr/>
          </p:nvSpPr>
          <p:spPr bwMode="auto">
            <a:xfrm>
              <a:off x="1501" y="1525"/>
              <a:ext cx="181" cy="227"/>
            </a:xfrm>
            <a:prstGeom prst="ellipse">
              <a:avLst/>
            </a:prstGeom>
            <a:noFill/>
            <a:ln w="19050">
              <a:solidFill>
                <a:srgbClr val="FFCC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endParaRPr lang="zh-CN" altLang="zh-CN"/>
            </a:p>
          </p:txBody>
        </p:sp>
        <p:sp>
          <p:nvSpPr>
            <p:cNvPr id="29715" name="Line 34">
              <a:extLst>
                <a:ext uri="{FF2B5EF4-FFF2-40B4-BE49-F238E27FC236}">
                  <a16:creationId xmlns:a16="http://schemas.microsoft.com/office/drawing/2014/main" id="{A9C7A31E-C1E1-A227-B323-0C6C644886C3}"/>
                </a:ext>
              </a:extLst>
            </p:cNvPr>
            <p:cNvSpPr>
              <a:spLocks noChangeShapeType="1"/>
            </p:cNvSpPr>
            <p:nvPr/>
          </p:nvSpPr>
          <p:spPr bwMode="auto">
            <a:xfrm flipV="1">
              <a:off x="1701" y="1207"/>
              <a:ext cx="453" cy="363"/>
            </a:xfrm>
            <a:prstGeom prst="line">
              <a:avLst/>
            </a:prstGeom>
            <a:noFill/>
            <a:ln w="222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56451" name="Group 35">
            <a:extLst>
              <a:ext uri="{FF2B5EF4-FFF2-40B4-BE49-F238E27FC236}">
                <a16:creationId xmlns:a16="http://schemas.microsoft.com/office/drawing/2014/main" id="{F81310B9-EF4A-A57F-0573-AC70146D92A7}"/>
              </a:ext>
            </a:extLst>
          </p:cNvPr>
          <p:cNvGrpSpPr>
            <a:grpSpLocks/>
          </p:cNvGrpSpPr>
          <p:nvPr/>
        </p:nvGrpSpPr>
        <p:grpSpPr bwMode="auto">
          <a:xfrm>
            <a:off x="2339975" y="2103438"/>
            <a:ext cx="4103688" cy="863600"/>
            <a:chOff x="1474" y="1480"/>
            <a:chExt cx="2585" cy="544"/>
          </a:xfrm>
        </p:grpSpPr>
        <p:sp>
          <p:nvSpPr>
            <p:cNvPr id="29710" name="Rectangle 36">
              <a:extLst>
                <a:ext uri="{FF2B5EF4-FFF2-40B4-BE49-F238E27FC236}">
                  <a16:creationId xmlns:a16="http://schemas.microsoft.com/office/drawing/2014/main" id="{75711A17-6F7B-383D-7CD0-BEAD657DC7A2}"/>
                </a:ext>
              </a:extLst>
            </p:cNvPr>
            <p:cNvSpPr>
              <a:spLocks noChangeArrowheads="1"/>
            </p:cNvSpPr>
            <p:nvPr/>
          </p:nvSpPr>
          <p:spPr bwMode="auto">
            <a:xfrm>
              <a:off x="2426" y="1480"/>
              <a:ext cx="1633" cy="256"/>
            </a:xfrm>
            <a:prstGeom prst="rect">
              <a:avLst/>
            </a:prstGeom>
            <a:solidFill>
              <a:srgbClr val="CC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r>
                <a:rPr lang="zh-CN" altLang="en-US" sz="2000" b="1">
                  <a:solidFill>
                    <a:srgbClr val="993300"/>
                  </a:solidFill>
                  <a:ea typeface="宋体" panose="02010600030101010101" pitchFamily="2" charset="-122"/>
                </a:rPr>
                <a:t>孤立导体的</a:t>
              </a:r>
              <a:r>
                <a:rPr kumimoji="1" lang="zh-CN" altLang="en-US" sz="2000" b="1">
                  <a:solidFill>
                    <a:srgbClr val="993300"/>
                  </a:solidFill>
                  <a:ea typeface="宋体" panose="02010600030101010101" pitchFamily="2" charset="-122"/>
                </a:rPr>
                <a:t>电位</a:t>
              </a:r>
            </a:p>
          </p:txBody>
        </p:sp>
        <p:sp>
          <p:nvSpPr>
            <p:cNvPr id="29711" name="Oval 37">
              <a:extLst>
                <a:ext uri="{FF2B5EF4-FFF2-40B4-BE49-F238E27FC236}">
                  <a16:creationId xmlns:a16="http://schemas.microsoft.com/office/drawing/2014/main" id="{A82214C7-13AD-D35D-77D3-F78427FE37E8}"/>
                </a:ext>
              </a:extLst>
            </p:cNvPr>
            <p:cNvSpPr>
              <a:spLocks noChangeArrowheads="1"/>
            </p:cNvSpPr>
            <p:nvPr/>
          </p:nvSpPr>
          <p:spPr bwMode="auto">
            <a:xfrm>
              <a:off x="1474" y="1797"/>
              <a:ext cx="272" cy="227"/>
            </a:xfrm>
            <a:prstGeom prst="ellipse">
              <a:avLst/>
            </a:prstGeom>
            <a:noFill/>
            <a:ln w="19050">
              <a:solidFill>
                <a:srgbClr val="FFCC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endParaRPr lang="zh-CN" altLang="zh-CN"/>
            </a:p>
          </p:txBody>
        </p:sp>
        <p:sp>
          <p:nvSpPr>
            <p:cNvPr id="29712" name="Line 38">
              <a:extLst>
                <a:ext uri="{FF2B5EF4-FFF2-40B4-BE49-F238E27FC236}">
                  <a16:creationId xmlns:a16="http://schemas.microsoft.com/office/drawing/2014/main" id="{045A6738-6B0F-253D-C815-0F62FFB7190A}"/>
                </a:ext>
              </a:extLst>
            </p:cNvPr>
            <p:cNvSpPr>
              <a:spLocks noChangeShapeType="1"/>
            </p:cNvSpPr>
            <p:nvPr/>
          </p:nvSpPr>
          <p:spPr bwMode="auto">
            <a:xfrm flipV="1">
              <a:off x="1746" y="1616"/>
              <a:ext cx="680" cy="272"/>
            </a:xfrm>
            <a:prstGeom prst="line">
              <a:avLst/>
            </a:prstGeom>
            <a:noFill/>
            <a:ln w="2222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56455" name="Text Box 39">
            <a:extLst>
              <a:ext uri="{FF2B5EF4-FFF2-40B4-BE49-F238E27FC236}">
                <a16:creationId xmlns:a16="http://schemas.microsoft.com/office/drawing/2014/main" id="{D62D36FD-FE99-6E22-5086-D362368DF785}"/>
              </a:ext>
            </a:extLst>
          </p:cNvPr>
          <p:cNvSpPr txBox="1">
            <a:spLocks noChangeArrowheads="1"/>
          </p:cNvSpPr>
          <p:nvPr/>
        </p:nvSpPr>
        <p:spPr bwMode="auto">
          <a:xfrm>
            <a:off x="107950" y="3044825"/>
            <a:ext cx="69119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5"/>
              </a:buBlip>
            </a:pPr>
            <a:r>
              <a:rPr lang="en-US" altLang="zh-CN" b="1">
                <a:solidFill>
                  <a:schemeClr val="bg1"/>
                </a:solidFill>
                <a:latin typeface="Times New Roman" panose="02020603050405020304" pitchFamily="18" charset="0"/>
              </a:rPr>
              <a:t>    </a:t>
            </a:r>
            <a:r>
              <a:rPr lang="zh-CN" altLang="en-US" b="1">
                <a:solidFill>
                  <a:schemeClr val="bg1"/>
                </a:solidFill>
                <a:latin typeface="Times New Roman" panose="02020603050405020304" pitchFamily="18" charset="0"/>
              </a:rPr>
              <a:t>双导体组成的电容器的电容</a:t>
            </a:r>
          </a:p>
        </p:txBody>
      </p:sp>
      <p:sp>
        <p:nvSpPr>
          <p:cNvPr id="956458" name="Rectangle 42">
            <a:extLst>
              <a:ext uri="{FF2B5EF4-FFF2-40B4-BE49-F238E27FC236}">
                <a16:creationId xmlns:a16="http://schemas.microsoft.com/office/drawing/2014/main" id="{148DF849-97D8-3D4B-7A1B-2DA85D67E891}"/>
              </a:ext>
            </a:extLst>
          </p:cNvPr>
          <p:cNvSpPr>
            <a:spLocks noChangeArrowheads="1"/>
          </p:cNvSpPr>
          <p:nvPr/>
        </p:nvSpPr>
        <p:spPr bwMode="auto">
          <a:xfrm>
            <a:off x="34925" y="476250"/>
            <a:ext cx="910907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Times New Roman" panose="02020603050405020304" pitchFamily="18" charset="0"/>
              </a:rPr>
              <a:t>        </a:t>
            </a:r>
            <a:r>
              <a:rPr kumimoji="1" lang="zh-CN" altLang="en-US" b="1">
                <a:solidFill>
                  <a:schemeClr val="bg1"/>
                </a:solidFill>
                <a:latin typeface="Times New Roman" panose="02020603050405020304" pitchFamily="18" charset="0"/>
              </a:rPr>
              <a:t>电容是导体系统的一种基本属性，是描述</a:t>
            </a:r>
            <a:r>
              <a:rPr kumimoji="1" lang="zh-CN" altLang="en-US" b="1" u="sng">
                <a:solidFill>
                  <a:schemeClr val="bg1"/>
                </a:solidFill>
                <a:latin typeface="Times New Roman" panose="02020603050405020304" pitchFamily="18" charset="0"/>
              </a:rPr>
              <a:t>导体系统</a:t>
            </a:r>
            <a:r>
              <a:rPr kumimoji="1" lang="zh-CN" altLang="en-US" b="1" u="sng">
                <a:solidFill>
                  <a:srgbClr val="FF0000"/>
                </a:solidFill>
                <a:latin typeface="Times New Roman" panose="02020603050405020304" pitchFamily="18" charset="0"/>
              </a:rPr>
              <a:t>储存电荷能力</a:t>
            </a:r>
            <a:r>
              <a:rPr kumimoji="1" lang="zh-CN" altLang="en-US" b="1">
                <a:solidFill>
                  <a:schemeClr val="bg1"/>
                </a:solidFill>
                <a:latin typeface="Times New Roman" panose="02020603050405020304" pitchFamily="18" charset="0"/>
              </a:rPr>
              <a:t>的物理量。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56421"/>
                                        </p:tgtEl>
                                        <p:attrNameLst>
                                          <p:attrName>style.visibility</p:attrName>
                                        </p:attrNameLst>
                                      </p:cBhvr>
                                      <p:to>
                                        <p:strVal val="visible"/>
                                      </p:to>
                                    </p:set>
                                    <p:animEffect transition="in" filter="wipe(up)">
                                      <p:cBhvr>
                                        <p:cTn id="7" dur="2000"/>
                                        <p:tgtEl>
                                          <p:spTgt spid="956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56419"/>
                                        </p:tgtEl>
                                        <p:attrNameLst>
                                          <p:attrName>style.visibility</p:attrName>
                                        </p:attrNameLst>
                                      </p:cBhvr>
                                      <p:to>
                                        <p:strVal val="visible"/>
                                      </p:to>
                                    </p:set>
                                    <p:animEffect transition="in" filter="wipe(up)">
                                      <p:cBhvr>
                                        <p:cTn id="12" dur="2000"/>
                                        <p:tgtEl>
                                          <p:spTgt spid="956419"/>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956420"/>
                                        </p:tgtEl>
                                        <p:attrNameLst>
                                          <p:attrName>style.visibility</p:attrName>
                                        </p:attrNameLst>
                                      </p:cBhvr>
                                      <p:to>
                                        <p:strVal val="visible"/>
                                      </p:to>
                                    </p:set>
                                    <p:animEffect transition="in" filter="wipe(up)">
                                      <p:cBhvr>
                                        <p:cTn id="16" dur="2000"/>
                                        <p:tgtEl>
                                          <p:spTgt spid="95642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956447"/>
                                        </p:tgtEl>
                                        <p:attrNameLst>
                                          <p:attrName>style.visibility</p:attrName>
                                        </p:attrNameLst>
                                      </p:cBhvr>
                                      <p:to>
                                        <p:strVal val="visible"/>
                                      </p:to>
                                    </p:set>
                                    <p:animEffect transition="in" filter="fade">
                                      <p:cBhvr>
                                        <p:cTn id="21" dur="2000"/>
                                        <p:tgtEl>
                                          <p:spTgt spid="956447"/>
                                        </p:tgtEl>
                                      </p:cBhvr>
                                    </p:animEffect>
                                  </p:childTnLst>
                                </p:cTn>
                              </p:par>
                            </p:childTnLst>
                          </p:cTn>
                        </p:par>
                        <p:par>
                          <p:cTn id="22" fill="hold" nodeType="afterGroup">
                            <p:stCondLst>
                              <p:cond delay="2000"/>
                            </p:stCondLst>
                            <p:childTnLst>
                              <p:par>
                                <p:cTn id="23" presetID="10" presetClass="entr" presetSubtype="0" fill="hold" nodeType="afterEffect">
                                  <p:stCondLst>
                                    <p:cond delay="0"/>
                                  </p:stCondLst>
                                  <p:childTnLst>
                                    <p:set>
                                      <p:cBhvr>
                                        <p:cTn id="24" dur="1" fill="hold">
                                          <p:stCondLst>
                                            <p:cond delay="0"/>
                                          </p:stCondLst>
                                        </p:cTn>
                                        <p:tgtEl>
                                          <p:spTgt spid="956451"/>
                                        </p:tgtEl>
                                        <p:attrNameLst>
                                          <p:attrName>style.visibility</p:attrName>
                                        </p:attrNameLst>
                                      </p:cBhvr>
                                      <p:to>
                                        <p:strVal val="visible"/>
                                      </p:to>
                                    </p:set>
                                    <p:animEffect transition="in" filter="fade">
                                      <p:cBhvr>
                                        <p:cTn id="25" dur="2000"/>
                                        <p:tgtEl>
                                          <p:spTgt spid="95645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956455"/>
                                        </p:tgtEl>
                                        <p:attrNameLst>
                                          <p:attrName>style.visibility</p:attrName>
                                        </p:attrNameLst>
                                      </p:cBhvr>
                                      <p:to>
                                        <p:strVal val="visible"/>
                                      </p:to>
                                    </p:set>
                                    <p:animEffect transition="in" filter="wipe(up)">
                                      <p:cBhvr>
                                        <p:cTn id="30" dur="2000"/>
                                        <p:tgtEl>
                                          <p:spTgt spid="956455"/>
                                        </p:tgtEl>
                                      </p:cBhvr>
                                    </p:animEffect>
                                  </p:childTnLst>
                                </p:cTn>
                              </p:par>
                            </p:childTnLst>
                          </p:cTn>
                        </p:par>
                        <p:par>
                          <p:cTn id="31" fill="hold" nodeType="afterGroup">
                            <p:stCondLst>
                              <p:cond delay="2000"/>
                            </p:stCondLst>
                            <p:childTnLst>
                              <p:par>
                                <p:cTn id="32" presetID="10" presetClass="entr" presetSubtype="0" fill="hold" nodeType="afterEffect">
                                  <p:stCondLst>
                                    <p:cond delay="0"/>
                                  </p:stCondLst>
                                  <p:childTnLst>
                                    <p:set>
                                      <p:cBhvr>
                                        <p:cTn id="33" dur="1" fill="hold">
                                          <p:stCondLst>
                                            <p:cond delay="0"/>
                                          </p:stCondLst>
                                        </p:cTn>
                                        <p:tgtEl>
                                          <p:spTgt spid="956425"/>
                                        </p:tgtEl>
                                        <p:attrNameLst>
                                          <p:attrName>style.visibility</p:attrName>
                                        </p:attrNameLst>
                                      </p:cBhvr>
                                      <p:to>
                                        <p:strVal val="visible"/>
                                      </p:to>
                                    </p:set>
                                    <p:animEffect transition="in" filter="fade">
                                      <p:cBhvr>
                                        <p:cTn id="34" dur="2000"/>
                                        <p:tgtEl>
                                          <p:spTgt spid="95642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956422"/>
                                        </p:tgtEl>
                                        <p:attrNameLst>
                                          <p:attrName>style.visibility</p:attrName>
                                        </p:attrNameLst>
                                      </p:cBhvr>
                                      <p:to>
                                        <p:strVal val="visible"/>
                                      </p:to>
                                    </p:set>
                                    <p:animEffect transition="in" filter="wipe(up)">
                                      <p:cBhvr>
                                        <p:cTn id="39" dur="2000"/>
                                        <p:tgtEl>
                                          <p:spTgt spid="956422"/>
                                        </p:tgtEl>
                                      </p:cBhvr>
                                    </p:animEffect>
                                  </p:childTnLst>
                                </p:cTn>
                              </p:par>
                            </p:childTnLst>
                          </p:cTn>
                        </p:par>
                        <p:par>
                          <p:cTn id="40" fill="hold" nodeType="afterGroup">
                            <p:stCondLst>
                              <p:cond delay="2000"/>
                            </p:stCondLst>
                            <p:childTnLst>
                              <p:par>
                                <p:cTn id="41" presetID="22" presetClass="entr" presetSubtype="1" fill="hold" nodeType="afterEffect">
                                  <p:stCondLst>
                                    <p:cond delay="0"/>
                                  </p:stCondLst>
                                  <p:childTnLst>
                                    <p:set>
                                      <p:cBhvr>
                                        <p:cTn id="42" dur="1" fill="hold">
                                          <p:stCondLst>
                                            <p:cond delay="0"/>
                                          </p:stCondLst>
                                        </p:cTn>
                                        <p:tgtEl>
                                          <p:spTgt spid="956423"/>
                                        </p:tgtEl>
                                        <p:attrNameLst>
                                          <p:attrName>style.visibility</p:attrName>
                                        </p:attrNameLst>
                                      </p:cBhvr>
                                      <p:to>
                                        <p:strVal val="visible"/>
                                      </p:to>
                                    </p:set>
                                    <p:animEffect transition="in" filter="wipe(up)">
                                      <p:cBhvr>
                                        <p:cTn id="43" dur="2000"/>
                                        <p:tgtEl>
                                          <p:spTgt spid="95642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956424"/>
                                        </p:tgtEl>
                                        <p:attrNameLst>
                                          <p:attrName>style.visibility</p:attrName>
                                        </p:attrNameLst>
                                      </p:cBhvr>
                                      <p:to>
                                        <p:strVal val="visible"/>
                                      </p:to>
                                    </p:set>
                                    <p:animEffect transition="in" filter="wipe(up)">
                                      <p:cBhvr>
                                        <p:cTn id="48" dur="3000"/>
                                        <p:tgtEl>
                                          <p:spTgt spid="95642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956458"/>
                                        </p:tgtEl>
                                        <p:attrNameLst>
                                          <p:attrName>style.visibility</p:attrName>
                                        </p:attrNameLst>
                                      </p:cBhvr>
                                      <p:to>
                                        <p:strVal val="visible"/>
                                      </p:to>
                                    </p:set>
                                    <p:animEffect transition="in" filter="wipe(up)">
                                      <p:cBhvr>
                                        <p:cTn id="53" dur="3000"/>
                                        <p:tgtEl>
                                          <p:spTgt spid="956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19" grpId="0"/>
      <p:bldP spid="956421" grpId="0"/>
      <p:bldP spid="956422" grpId="0"/>
      <p:bldP spid="956424" grpId="0"/>
      <p:bldP spid="956455" grpId="0"/>
      <p:bldP spid="95645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2">
            <a:extLst>
              <a:ext uri="{FF2B5EF4-FFF2-40B4-BE49-F238E27FC236}">
                <a16:creationId xmlns:a16="http://schemas.microsoft.com/office/drawing/2014/main" id="{56011024-1402-3231-CE3B-B37183F17D1E}"/>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84DB5E38-D391-4270-B66F-270A5BDB1255}" type="slidenum">
              <a:rPr lang="en-US" altLang="zh-CN" sz="1400">
                <a:ea typeface="宋体" panose="02010600030101010101" pitchFamily="2" charset="-122"/>
              </a:rPr>
              <a:pPr/>
              <a:t>18</a:t>
            </a:fld>
            <a:endParaRPr lang="en-US" altLang="zh-CN" sz="1400">
              <a:ea typeface="宋体" panose="02010600030101010101" pitchFamily="2" charset="-122"/>
            </a:endParaRPr>
          </a:p>
        </p:txBody>
      </p:sp>
      <p:sp>
        <p:nvSpPr>
          <p:cNvPr id="533506" name="Rectangle 1026">
            <a:extLst>
              <a:ext uri="{FF2B5EF4-FFF2-40B4-BE49-F238E27FC236}">
                <a16:creationId xmlns:a16="http://schemas.microsoft.com/office/drawing/2014/main" id="{7B4637A7-65B6-D66F-3D44-5BC4253E4C7D}"/>
              </a:ext>
            </a:extLst>
          </p:cNvPr>
          <p:cNvSpPr>
            <a:spLocks noChangeArrowheads="1"/>
          </p:cNvSpPr>
          <p:nvPr/>
        </p:nvSpPr>
        <p:spPr bwMode="auto">
          <a:xfrm>
            <a:off x="730250" y="1062038"/>
            <a:ext cx="83058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30000"/>
              </a:spcBef>
            </a:pPr>
            <a:r>
              <a:rPr kumimoji="1" lang="en-US" altLang="zh-CN" b="1">
                <a:solidFill>
                  <a:schemeClr val="bg1"/>
                </a:solidFill>
                <a:latin typeface="Times New Roman" panose="02020603050405020304" pitchFamily="18" charset="0"/>
              </a:rPr>
              <a:t> (1)  </a:t>
            </a:r>
            <a:r>
              <a:rPr kumimoji="1" lang="zh-CN" altLang="en-US" b="1">
                <a:solidFill>
                  <a:schemeClr val="bg1"/>
                </a:solidFill>
                <a:latin typeface="Times New Roman" panose="02020603050405020304" pitchFamily="18" charset="0"/>
              </a:rPr>
              <a:t>假定两导体上分别带电荷</a:t>
            </a:r>
            <a:r>
              <a:rPr kumimoji="1" lang="en-US" altLang="zh-CN" b="1">
                <a:solidFill>
                  <a:schemeClr val="bg1"/>
                </a:solidFill>
                <a:latin typeface="Times New Roman" panose="02020603050405020304" pitchFamily="18" charset="0"/>
              </a:rPr>
              <a:t>+</a:t>
            </a:r>
            <a:r>
              <a:rPr kumimoji="1" lang="en-US" altLang="zh-CN" b="1" i="1">
                <a:solidFill>
                  <a:schemeClr val="bg1"/>
                </a:solidFill>
                <a:latin typeface="Times New Roman" panose="02020603050405020304" pitchFamily="18" charset="0"/>
              </a:rPr>
              <a:t>q </a:t>
            </a:r>
            <a:r>
              <a:rPr kumimoji="1" lang="zh-CN" altLang="en-US" b="1">
                <a:solidFill>
                  <a:schemeClr val="bg1"/>
                </a:solidFill>
                <a:latin typeface="Times New Roman" panose="02020603050405020304" pitchFamily="18" charset="0"/>
              </a:rPr>
              <a:t>和－</a:t>
            </a:r>
            <a:r>
              <a:rPr kumimoji="1" lang="en-US" altLang="zh-CN" b="1" i="1">
                <a:solidFill>
                  <a:schemeClr val="bg1"/>
                </a:solidFill>
                <a:latin typeface="Times New Roman" panose="02020603050405020304" pitchFamily="18" charset="0"/>
              </a:rPr>
              <a:t>q </a:t>
            </a:r>
            <a:r>
              <a:rPr kumimoji="1" lang="zh-CN" altLang="en-US" b="1">
                <a:solidFill>
                  <a:schemeClr val="bg1"/>
                </a:solidFill>
                <a:latin typeface="Times New Roman" panose="02020603050405020304" pitchFamily="18" charset="0"/>
              </a:rPr>
              <a:t>；</a:t>
            </a:r>
          </a:p>
        </p:txBody>
      </p:sp>
      <p:sp>
        <p:nvSpPr>
          <p:cNvPr id="533511" name="Text Box 1031">
            <a:extLst>
              <a:ext uri="{FF2B5EF4-FFF2-40B4-BE49-F238E27FC236}">
                <a16:creationId xmlns:a16="http://schemas.microsoft.com/office/drawing/2014/main" id="{5A6E94E2-8D53-5E2D-0BB7-B8BBB10A1827}"/>
              </a:ext>
            </a:extLst>
          </p:cNvPr>
          <p:cNvSpPr txBox="1">
            <a:spLocks noChangeArrowheads="1"/>
          </p:cNvSpPr>
          <p:nvPr/>
        </p:nvSpPr>
        <p:spPr bwMode="auto">
          <a:xfrm>
            <a:off x="333375" y="549275"/>
            <a:ext cx="730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buFontTx/>
              <a:buBlip>
                <a:blip r:embed="rId2"/>
              </a:buBlip>
            </a:pPr>
            <a:r>
              <a:rPr kumimoji="1" lang="en-US" altLang="zh-CN" b="1">
                <a:solidFill>
                  <a:schemeClr val="bg1"/>
                </a:solidFill>
              </a:rPr>
              <a:t>  </a:t>
            </a:r>
            <a:r>
              <a:rPr kumimoji="1" lang="zh-CN" altLang="en-US" b="1">
                <a:solidFill>
                  <a:srgbClr val="FF7C80"/>
                </a:solidFill>
                <a:ea typeface="幼圆" panose="02010509060101010101" pitchFamily="49" charset="-122"/>
              </a:rPr>
              <a:t>计算电容的方法一：</a:t>
            </a:r>
          </a:p>
        </p:txBody>
      </p:sp>
      <p:grpSp>
        <p:nvGrpSpPr>
          <p:cNvPr id="533515" name="Group 1035">
            <a:extLst>
              <a:ext uri="{FF2B5EF4-FFF2-40B4-BE49-F238E27FC236}">
                <a16:creationId xmlns:a16="http://schemas.microsoft.com/office/drawing/2014/main" id="{86E42C8B-61E3-456F-A780-DC1E2D0A736F}"/>
              </a:ext>
            </a:extLst>
          </p:cNvPr>
          <p:cNvGrpSpPr>
            <a:grpSpLocks/>
          </p:cNvGrpSpPr>
          <p:nvPr/>
        </p:nvGrpSpPr>
        <p:grpSpPr bwMode="auto">
          <a:xfrm>
            <a:off x="585788" y="2781300"/>
            <a:ext cx="8305800" cy="574675"/>
            <a:chOff x="158" y="2478"/>
            <a:chExt cx="5232" cy="362"/>
          </a:xfrm>
        </p:grpSpPr>
        <p:graphicFrame>
          <p:nvGraphicFramePr>
            <p:cNvPr id="31788" name="Object 1028">
              <a:extLst>
                <a:ext uri="{FF2B5EF4-FFF2-40B4-BE49-F238E27FC236}">
                  <a16:creationId xmlns:a16="http://schemas.microsoft.com/office/drawing/2014/main" id="{9DEF56DC-67BD-3AB9-55A9-7653278083A5}"/>
                </a:ext>
              </a:extLst>
            </p:cNvPr>
            <p:cNvGraphicFramePr>
              <a:graphicFrameLocks noChangeAspect="1"/>
            </p:cNvGraphicFramePr>
            <p:nvPr>
              <p:extLst>
                <p:ext uri="{D42A27DB-BD31-4B8C-83A1-F6EECF244321}">
                  <p14:modId xmlns:p14="http://schemas.microsoft.com/office/powerpoint/2010/main" val="3467462325"/>
                </p:ext>
              </p:extLst>
            </p:nvPr>
          </p:nvGraphicFramePr>
          <p:xfrm>
            <a:off x="1247" y="2568"/>
            <a:ext cx="720" cy="272"/>
          </p:xfrm>
          <a:graphic>
            <a:graphicData uri="http://schemas.openxmlformats.org/presentationml/2006/ole">
              <mc:AlternateContent xmlns:mc="http://schemas.openxmlformats.org/markup-compatibility/2006">
                <mc:Choice xmlns:v="urn:schemas-microsoft-com:vml" Requires="v">
                  <p:oleObj name="公式" r:id="rId3" imgW="501452" imgH="139835" progId="Equation.3">
                    <p:embed/>
                  </p:oleObj>
                </mc:Choice>
                <mc:Fallback>
                  <p:oleObj name="公式" r:id="rId3" imgW="501452" imgH="139835" progId="Equation.3">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7" y="2568"/>
                          <a:ext cx="720"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89" name="Rectangle 1032">
              <a:extLst>
                <a:ext uri="{FF2B5EF4-FFF2-40B4-BE49-F238E27FC236}">
                  <a16:creationId xmlns:a16="http://schemas.microsoft.com/office/drawing/2014/main" id="{85014E47-A723-332D-133D-58C5E38056FE}"/>
                </a:ext>
              </a:extLst>
            </p:cNvPr>
            <p:cNvSpPr>
              <a:spLocks noChangeArrowheads="1"/>
            </p:cNvSpPr>
            <p:nvPr/>
          </p:nvSpPr>
          <p:spPr bwMode="auto">
            <a:xfrm>
              <a:off x="158" y="2478"/>
              <a:ext cx="5232"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30000"/>
                </a:spcBef>
              </a:pPr>
              <a:r>
                <a:rPr kumimoji="1" lang="en-US" altLang="zh-CN" b="1">
                  <a:solidFill>
                    <a:schemeClr val="bg1"/>
                  </a:solidFill>
                  <a:latin typeface="Times New Roman" panose="02020603050405020304" pitchFamily="18" charset="0"/>
                </a:rPr>
                <a:t>   (4)  </a:t>
              </a:r>
              <a:r>
                <a:rPr kumimoji="1" lang="zh-CN" altLang="en-US" b="1">
                  <a:solidFill>
                    <a:schemeClr val="bg1"/>
                  </a:solidFill>
                  <a:latin typeface="Times New Roman" panose="02020603050405020304" pitchFamily="18" charset="0"/>
                </a:rPr>
                <a:t>求比值              ，即得出所求电容。</a:t>
              </a:r>
            </a:p>
          </p:txBody>
        </p:sp>
      </p:grpSp>
      <p:grpSp>
        <p:nvGrpSpPr>
          <p:cNvPr id="533516" name="Group 1036">
            <a:extLst>
              <a:ext uri="{FF2B5EF4-FFF2-40B4-BE49-F238E27FC236}">
                <a16:creationId xmlns:a16="http://schemas.microsoft.com/office/drawing/2014/main" id="{7CC645FD-41B7-DDEE-2BBB-EECC563C2EAC}"/>
              </a:ext>
            </a:extLst>
          </p:cNvPr>
          <p:cNvGrpSpPr>
            <a:grpSpLocks/>
          </p:cNvGrpSpPr>
          <p:nvPr/>
        </p:nvGrpSpPr>
        <p:grpSpPr bwMode="auto">
          <a:xfrm>
            <a:off x="657225" y="2214563"/>
            <a:ext cx="7345363" cy="709612"/>
            <a:chOff x="158" y="1554"/>
            <a:chExt cx="4627" cy="447"/>
          </a:xfrm>
        </p:grpSpPr>
        <p:graphicFrame>
          <p:nvGraphicFramePr>
            <p:cNvPr id="31786" name="Object 1027">
              <a:extLst>
                <a:ext uri="{FF2B5EF4-FFF2-40B4-BE49-F238E27FC236}">
                  <a16:creationId xmlns:a16="http://schemas.microsoft.com/office/drawing/2014/main" id="{D6EBF90C-60F5-996C-3645-C425C2C1EAB2}"/>
                </a:ext>
              </a:extLst>
            </p:cNvPr>
            <p:cNvGraphicFramePr>
              <a:graphicFrameLocks noChangeAspect="1"/>
            </p:cNvGraphicFramePr>
            <p:nvPr>
              <p:extLst>
                <p:ext uri="{D42A27DB-BD31-4B8C-83A1-F6EECF244321}">
                  <p14:modId xmlns:p14="http://schemas.microsoft.com/office/powerpoint/2010/main" val="4012624337"/>
                </p:ext>
              </p:extLst>
            </p:nvPr>
          </p:nvGraphicFramePr>
          <p:xfrm>
            <a:off x="803" y="1554"/>
            <a:ext cx="1040" cy="447"/>
          </p:xfrm>
          <a:graphic>
            <a:graphicData uri="http://schemas.openxmlformats.org/presentationml/2006/ole">
              <mc:AlternateContent xmlns:mc="http://schemas.openxmlformats.org/markup-compatibility/2006">
                <mc:Choice xmlns:v="urn:schemas-microsoft-com:vml" Requires="v">
                  <p:oleObj name="公式" r:id="rId5" imgW="749342" imgH="279265" progId="Equation.3">
                    <p:embed/>
                  </p:oleObj>
                </mc:Choice>
                <mc:Fallback>
                  <p:oleObj name="公式" r:id="rId5" imgW="749342" imgH="279265" progId="Equation.3">
                    <p:embed/>
                    <p:pic>
                      <p:nvPicPr>
                        <p:cNvPr id="0" name="Object 10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3" y="1554"/>
                          <a:ext cx="1040"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87" name="Rectangle 1033">
              <a:extLst>
                <a:ext uri="{FF2B5EF4-FFF2-40B4-BE49-F238E27FC236}">
                  <a16:creationId xmlns:a16="http://schemas.microsoft.com/office/drawing/2014/main" id="{05783891-FC1C-CC92-2DD4-B4FB2B575E53}"/>
                </a:ext>
              </a:extLst>
            </p:cNvPr>
            <p:cNvSpPr>
              <a:spLocks noChangeArrowheads="1"/>
            </p:cNvSpPr>
            <p:nvPr/>
          </p:nvSpPr>
          <p:spPr bwMode="auto">
            <a:xfrm>
              <a:off x="158" y="1570"/>
              <a:ext cx="4627"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30000"/>
                </a:spcBef>
              </a:pPr>
              <a:r>
                <a:rPr kumimoji="1" lang="en-US" altLang="zh-CN" b="1">
                  <a:solidFill>
                    <a:schemeClr val="bg1"/>
                  </a:solidFill>
                  <a:latin typeface="Times New Roman" panose="02020603050405020304" pitchFamily="18" charset="0"/>
                </a:rPr>
                <a:t>  (3)  </a:t>
              </a:r>
              <a:r>
                <a:rPr kumimoji="1" lang="zh-CN" altLang="en-US" b="1">
                  <a:solidFill>
                    <a:schemeClr val="bg1"/>
                  </a:solidFill>
                  <a:latin typeface="Times New Roman" panose="02020603050405020304" pitchFamily="18" charset="0"/>
                </a:rPr>
                <a:t>由  	         ，求出两导体间的电位差；</a:t>
              </a:r>
            </a:p>
          </p:txBody>
        </p:sp>
      </p:grpSp>
      <p:sp>
        <p:nvSpPr>
          <p:cNvPr id="31751" name="AutoShape 1037">
            <a:hlinkClick r:id="rId7" action="ppaction://hlinksldjump" highlightClick="1"/>
            <a:extLst>
              <a:ext uri="{FF2B5EF4-FFF2-40B4-BE49-F238E27FC236}">
                <a16:creationId xmlns:a16="http://schemas.microsoft.com/office/drawing/2014/main" id="{E429F8ED-10BD-CDD9-9BA9-F5D6250DFF52}"/>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1752" name="AutoShape 1038">
            <a:hlinkClick r:id="" action="ppaction://hlinkshowjump?jump=previousslide" highlightClick="1"/>
            <a:extLst>
              <a:ext uri="{FF2B5EF4-FFF2-40B4-BE49-F238E27FC236}">
                <a16:creationId xmlns:a16="http://schemas.microsoft.com/office/drawing/2014/main" id="{05B1C671-120D-68C8-E422-6CDF6CE8B36B}"/>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1753" name="AutoShape 1039">
            <a:hlinkClick r:id="" action="ppaction://hlinkshowjump?jump=nextslide" highlightClick="1"/>
            <a:extLst>
              <a:ext uri="{FF2B5EF4-FFF2-40B4-BE49-F238E27FC236}">
                <a16:creationId xmlns:a16="http://schemas.microsoft.com/office/drawing/2014/main" id="{B80B3DD7-08EA-F8F0-E244-B9C8978C70DD}"/>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1754" name="AutoShape 1040">
            <a:hlinkClick r:id="" action="ppaction://hlinkshowjump?jump=lastslide" highlightClick="1"/>
            <a:extLst>
              <a:ext uri="{FF2B5EF4-FFF2-40B4-BE49-F238E27FC236}">
                <a16:creationId xmlns:a16="http://schemas.microsoft.com/office/drawing/2014/main" id="{A10CA701-471E-D39B-1753-67A3980A2326}"/>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533521" name="Rectangle 1041">
            <a:extLst>
              <a:ext uri="{FF2B5EF4-FFF2-40B4-BE49-F238E27FC236}">
                <a16:creationId xmlns:a16="http://schemas.microsoft.com/office/drawing/2014/main" id="{B179AE01-5C92-F351-89C0-6ECDFEB4CC7E}"/>
              </a:ext>
            </a:extLst>
          </p:cNvPr>
          <p:cNvSpPr>
            <a:spLocks noChangeArrowheads="1"/>
          </p:cNvSpPr>
          <p:nvPr/>
        </p:nvSpPr>
        <p:spPr bwMode="auto">
          <a:xfrm>
            <a:off x="730250" y="1638300"/>
            <a:ext cx="830580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30000"/>
              </a:spcBef>
            </a:pPr>
            <a:r>
              <a:rPr kumimoji="1" lang="en-US" altLang="zh-CN" b="1">
                <a:solidFill>
                  <a:schemeClr val="bg1"/>
                </a:solidFill>
                <a:latin typeface="Times New Roman" panose="02020603050405020304" pitchFamily="18" charset="0"/>
              </a:rPr>
              <a:t> (2)  </a:t>
            </a:r>
            <a:r>
              <a:rPr kumimoji="1" lang="zh-CN" altLang="en-US" b="1">
                <a:solidFill>
                  <a:schemeClr val="bg1"/>
                </a:solidFill>
                <a:latin typeface="Times New Roman" panose="02020603050405020304" pitchFamily="18" charset="0"/>
              </a:rPr>
              <a:t>计算两导体间的电场强度</a:t>
            </a:r>
            <a:r>
              <a:rPr kumimoji="1" lang="en-US" altLang="zh-CN" b="1" i="1">
                <a:solidFill>
                  <a:schemeClr val="bg1"/>
                </a:solidFill>
                <a:latin typeface="Times New Roman" panose="02020603050405020304" pitchFamily="18" charset="0"/>
              </a:rPr>
              <a:t>E</a:t>
            </a:r>
            <a:r>
              <a:rPr kumimoji="1" lang="zh-CN" altLang="en-US" b="1">
                <a:solidFill>
                  <a:schemeClr val="bg1"/>
                </a:solidFill>
                <a:latin typeface="Times New Roman" panose="02020603050405020304" pitchFamily="18" charset="0"/>
              </a:rPr>
              <a:t>； </a:t>
            </a:r>
          </a:p>
        </p:txBody>
      </p:sp>
      <p:grpSp>
        <p:nvGrpSpPr>
          <p:cNvPr id="533561" name="Group 1081">
            <a:extLst>
              <a:ext uri="{FF2B5EF4-FFF2-40B4-BE49-F238E27FC236}">
                <a16:creationId xmlns:a16="http://schemas.microsoft.com/office/drawing/2014/main" id="{1F824D2D-AE70-AED6-5C34-FA8774CE92CD}"/>
              </a:ext>
            </a:extLst>
          </p:cNvPr>
          <p:cNvGrpSpPr>
            <a:grpSpLocks/>
          </p:cNvGrpSpPr>
          <p:nvPr/>
        </p:nvGrpSpPr>
        <p:grpSpPr bwMode="auto">
          <a:xfrm>
            <a:off x="900113" y="3357563"/>
            <a:ext cx="5751512" cy="709612"/>
            <a:chOff x="793" y="1123"/>
            <a:chExt cx="3623" cy="447"/>
          </a:xfrm>
        </p:grpSpPr>
        <p:graphicFrame>
          <p:nvGraphicFramePr>
            <p:cNvPr id="31779" name="Object 1082">
              <a:extLst>
                <a:ext uri="{FF2B5EF4-FFF2-40B4-BE49-F238E27FC236}">
                  <a16:creationId xmlns:a16="http://schemas.microsoft.com/office/drawing/2014/main" id="{4E70AA6E-8C98-3F47-20B6-BBDF1770D82B}"/>
                </a:ext>
              </a:extLst>
            </p:cNvPr>
            <p:cNvGraphicFramePr>
              <a:graphicFrameLocks noChangeAspect="1"/>
            </p:cNvGraphicFramePr>
            <p:nvPr>
              <p:extLst>
                <p:ext uri="{D42A27DB-BD31-4B8C-83A1-F6EECF244321}">
                  <p14:modId xmlns:p14="http://schemas.microsoft.com/office/powerpoint/2010/main" val="20982093"/>
                </p:ext>
              </p:extLst>
            </p:nvPr>
          </p:nvGraphicFramePr>
          <p:xfrm>
            <a:off x="3696" y="1207"/>
            <a:ext cx="720" cy="272"/>
          </p:xfrm>
          <a:graphic>
            <a:graphicData uri="http://schemas.openxmlformats.org/presentationml/2006/ole">
              <mc:AlternateContent xmlns:mc="http://schemas.openxmlformats.org/markup-compatibility/2006">
                <mc:Choice xmlns:v="urn:schemas-microsoft-com:vml" Requires="v">
                  <p:oleObj name="公式" r:id="rId8" imgW="501452" imgH="139835" progId="Equation.3">
                    <p:embed/>
                  </p:oleObj>
                </mc:Choice>
                <mc:Fallback>
                  <p:oleObj name="公式" r:id="rId8" imgW="501452" imgH="139835" progId="Equation.3">
                    <p:embed/>
                    <p:pic>
                      <p:nvPicPr>
                        <p:cNvPr id="0" name="Object 108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96" y="1207"/>
                          <a:ext cx="720"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80" name="Object 1083">
              <a:extLst>
                <a:ext uri="{FF2B5EF4-FFF2-40B4-BE49-F238E27FC236}">
                  <a16:creationId xmlns:a16="http://schemas.microsoft.com/office/drawing/2014/main" id="{2DEDA3A8-5D5E-47F2-DC55-DC5ABF4F6CDD}"/>
                </a:ext>
              </a:extLst>
            </p:cNvPr>
            <p:cNvGraphicFramePr>
              <a:graphicFrameLocks noChangeAspect="1"/>
            </p:cNvGraphicFramePr>
            <p:nvPr>
              <p:extLst>
                <p:ext uri="{D42A27DB-BD31-4B8C-83A1-F6EECF244321}">
                  <p14:modId xmlns:p14="http://schemas.microsoft.com/office/powerpoint/2010/main" val="1010832510"/>
                </p:ext>
              </p:extLst>
            </p:nvPr>
          </p:nvGraphicFramePr>
          <p:xfrm>
            <a:off x="793" y="1207"/>
            <a:ext cx="272" cy="239"/>
          </p:xfrm>
          <a:graphic>
            <a:graphicData uri="http://schemas.openxmlformats.org/presentationml/2006/ole">
              <mc:AlternateContent xmlns:mc="http://schemas.openxmlformats.org/markup-compatibility/2006">
                <mc:Choice xmlns:v="urn:schemas-microsoft-com:vml" Requires="v">
                  <p:oleObj name="Equation" r:id="rId10" imgW="139742" imgH="120785" progId="Equation.DSMT4">
                    <p:embed/>
                  </p:oleObj>
                </mc:Choice>
                <mc:Fallback>
                  <p:oleObj name="Equation" r:id="rId10" imgW="139742" imgH="120785" progId="Equation.DSMT4">
                    <p:embed/>
                    <p:pic>
                      <p:nvPicPr>
                        <p:cNvPr id="0" name="Object 108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3" y="1207"/>
                          <a:ext cx="272"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81" name="Object 1084">
              <a:extLst>
                <a:ext uri="{FF2B5EF4-FFF2-40B4-BE49-F238E27FC236}">
                  <a16:creationId xmlns:a16="http://schemas.microsoft.com/office/drawing/2014/main" id="{018E0531-1FFC-288F-1112-B2AACD2BB7BC}"/>
                </a:ext>
              </a:extLst>
            </p:cNvPr>
            <p:cNvGraphicFramePr>
              <a:graphicFrameLocks noChangeAspect="1"/>
            </p:cNvGraphicFramePr>
            <p:nvPr>
              <p:extLst>
                <p:ext uri="{D42A27DB-BD31-4B8C-83A1-F6EECF244321}">
                  <p14:modId xmlns:p14="http://schemas.microsoft.com/office/powerpoint/2010/main" val="3749076913"/>
                </p:ext>
              </p:extLst>
            </p:nvPr>
          </p:nvGraphicFramePr>
          <p:xfrm>
            <a:off x="1655" y="1207"/>
            <a:ext cx="208" cy="256"/>
          </p:xfrm>
          <a:graphic>
            <a:graphicData uri="http://schemas.openxmlformats.org/presentationml/2006/ole">
              <mc:AlternateContent xmlns:mc="http://schemas.openxmlformats.org/markup-compatibility/2006">
                <mc:Choice xmlns:v="urn:schemas-microsoft-com:vml" Requires="v">
                  <p:oleObj name="Equation" r:id="rId12" imgW="88706" imgH="133350" progId="Equation.DSMT4">
                    <p:embed/>
                  </p:oleObj>
                </mc:Choice>
                <mc:Fallback>
                  <p:oleObj name="Equation" r:id="rId12" imgW="88706" imgH="133350" progId="Equation.DSMT4">
                    <p:embed/>
                    <p:pic>
                      <p:nvPicPr>
                        <p:cNvPr id="0" name="Object 108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55" y="1207"/>
                          <a:ext cx="20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82" name="Line 1085">
              <a:extLst>
                <a:ext uri="{FF2B5EF4-FFF2-40B4-BE49-F238E27FC236}">
                  <a16:creationId xmlns:a16="http://schemas.microsoft.com/office/drawing/2014/main" id="{BD2384D1-4BB0-3DED-F81D-06C6C4C9BDA7}"/>
                </a:ext>
              </a:extLst>
            </p:cNvPr>
            <p:cNvSpPr>
              <a:spLocks noChangeShapeType="1"/>
            </p:cNvSpPr>
            <p:nvPr/>
          </p:nvSpPr>
          <p:spPr bwMode="auto">
            <a:xfrm>
              <a:off x="1247" y="1343"/>
              <a:ext cx="317" cy="0"/>
            </a:xfrm>
            <a:prstGeom prst="line">
              <a:avLst/>
            </a:prstGeom>
            <a:noFill/>
            <a:ln w="254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3" name="Line 1086">
              <a:extLst>
                <a:ext uri="{FF2B5EF4-FFF2-40B4-BE49-F238E27FC236}">
                  <a16:creationId xmlns:a16="http://schemas.microsoft.com/office/drawing/2014/main" id="{E28E7655-4A3E-F421-1F89-18975300443F}"/>
                </a:ext>
              </a:extLst>
            </p:cNvPr>
            <p:cNvSpPr>
              <a:spLocks noChangeShapeType="1"/>
            </p:cNvSpPr>
            <p:nvPr/>
          </p:nvSpPr>
          <p:spPr bwMode="auto">
            <a:xfrm>
              <a:off x="1882" y="1343"/>
              <a:ext cx="317" cy="0"/>
            </a:xfrm>
            <a:prstGeom prst="line">
              <a:avLst/>
            </a:prstGeom>
            <a:noFill/>
            <a:ln w="254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1784" name="Object 1087">
              <a:extLst>
                <a:ext uri="{FF2B5EF4-FFF2-40B4-BE49-F238E27FC236}">
                  <a16:creationId xmlns:a16="http://schemas.microsoft.com/office/drawing/2014/main" id="{C4FC3584-620C-1DCD-C661-F7E9874283CF}"/>
                </a:ext>
              </a:extLst>
            </p:cNvPr>
            <p:cNvGraphicFramePr>
              <a:graphicFrameLocks noChangeAspect="1"/>
            </p:cNvGraphicFramePr>
            <p:nvPr>
              <p:extLst>
                <p:ext uri="{D42A27DB-BD31-4B8C-83A1-F6EECF244321}">
                  <p14:modId xmlns:p14="http://schemas.microsoft.com/office/powerpoint/2010/main" val="553328131"/>
                </p:ext>
              </p:extLst>
            </p:nvPr>
          </p:nvGraphicFramePr>
          <p:xfrm>
            <a:off x="2245" y="1123"/>
            <a:ext cx="1040" cy="447"/>
          </p:xfrm>
          <a:graphic>
            <a:graphicData uri="http://schemas.openxmlformats.org/presentationml/2006/ole">
              <mc:AlternateContent xmlns:mc="http://schemas.openxmlformats.org/markup-compatibility/2006">
                <mc:Choice xmlns:v="urn:schemas-microsoft-com:vml" Requires="v">
                  <p:oleObj name="公式" r:id="rId14" imgW="749342" imgH="279265" progId="Equation.3">
                    <p:embed/>
                  </p:oleObj>
                </mc:Choice>
                <mc:Fallback>
                  <p:oleObj name="公式" r:id="rId14" imgW="749342" imgH="279265" progId="Equation.3">
                    <p:embed/>
                    <p:pic>
                      <p:nvPicPr>
                        <p:cNvPr id="0" name="Object 108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45" y="1123"/>
                          <a:ext cx="1040"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85" name="Line 1088">
              <a:extLst>
                <a:ext uri="{FF2B5EF4-FFF2-40B4-BE49-F238E27FC236}">
                  <a16:creationId xmlns:a16="http://schemas.microsoft.com/office/drawing/2014/main" id="{898F53F4-6356-38E1-89B7-9432ADC51F09}"/>
                </a:ext>
              </a:extLst>
            </p:cNvPr>
            <p:cNvSpPr>
              <a:spLocks noChangeShapeType="1"/>
            </p:cNvSpPr>
            <p:nvPr/>
          </p:nvSpPr>
          <p:spPr bwMode="auto">
            <a:xfrm>
              <a:off x="3288" y="1343"/>
              <a:ext cx="317" cy="0"/>
            </a:xfrm>
            <a:prstGeom prst="line">
              <a:avLst/>
            </a:prstGeom>
            <a:noFill/>
            <a:ln w="254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33569" name="Group 1089">
            <a:extLst>
              <a:ext uri="{FF2B5EF4-FFF2-40B4-BE49-F238E27FC236}">
                <a16:creationId xmlns:a16="http://schemas.microsoft.com/office/drawing/2014/main" id="{01205CC1-7272-53B0-AE13-7264C525747D}"/>
              </a:ext>
            </a:extLst>
          </p:cNvPr>
          <p:cNvGrpSpPr>
            <a:grpSpLocks/>
          </p:cNvGrpSpPr>
          <p:nvPr/>
        </p:nvGrpSpPr>
        <p:grpSpPr bwMode="auto">
          <a:xfrm>
            <a:off x="4860925" y="4149725"/>
            <a:ext cx="3598863" cy="2303463"/>
            <a:chOff x="3243" y="1888"/>
            <a:chExt cx="2358" cy="1542"/>
          </a:xfrm>
        </p:grpSpPr>
        <p:sp>
          <p:nvSpPr>
            <p:cNvPr id="31758" name="Rectangle 1090">
              <a:extLst>
                <a:ext uri="{FF2B5EF4-FFF2-40B4-BE49-F238E27FC236}">
                  <a16:creationId xmlns:a16="http://schemas.microsoft.com/office/drawing/2014/main" id="{6B39ED3B-1830-C5AE-AB5B-6BC804377B73}"/>
                </a:ext>
              </a:extLst>
            </p:cNvPr>
            <p:cNvSpPr>
              <a:spLocks noChangeArrowheads="1"/>
            </p:cNvSpPr>
            <p:nvPr/>
          </p:nvSpPr>
          <p:spPr bwMode="auto">
            <a:xfrm>
              <a:off x="3243" y="1888"/>
              <a:ext cx="2358" cy="1542"/>
            </a:xfrm>
            <a:prstGeom prst="rect">
              <a:avLst/>
            </a:prstGeom>
            <a:solidFill>
              <a:srgbClr val="CCFFFF"/>
            </a:solidFill>
            <a:ln w="22225" algn="ctr">
              <a:solidFill>
                <a:srgbClr val="8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342900" indent="-342900">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spcBef>
                  <a:spcPct val="20000"/>
                </a:spcBef>
              </a:pPr>
              <a:endParaRPr lang="zh-CN" altLang="zh-CN"/>
            </a:p>
          </p:txBody>
        </p:sp>
        <p:sp>
          <p:nvSpPr>
            <p:cNvPr id="31759" name="Freeform 1091">
              <a:extLst>
                <a:ext uri="{FF2B5EF4-FFF2-40B4-BE49-F238E27FC236}">
                  <a16:creationId xmlns:a16="http://schemas.microsoft.com/office/drawing/2014/main" id="{75C0C2BB-9BD1-A11B-CB2D-47C718631D6C}"/>
                </a:ext>
              </a:extLst>
            </p:cNvPr>
            <p:cNvSpPr>
              <a:spLocks/>
            </p:cNvSpPr>
            <p:nvPr/>
          </p:nvSpPr>
          <p:spPr bwMode="auto">
            <a:xfrm>
              <a:off x="3963" y="1995"/>
              <a:ext cx="1015" cy="313"/>
            </a:xfrm>
            <a:custGeom>
              <a:avLst/>
              <a:gdLst>
                <a:gd name="T0" fmla="*/ 0 w 1015"/>
                <a:gd name="T1" fmla="*/ 203 h 313"/>
                <a:gd name="T2" fmla="*/ 320 w 1015"/>
                <a:gd name="T3" fmla="*/ 30 h 313"/>
                <a:gd name="T4" fmla="*/ 640 w 1015"/>
                <a:gd name="T5" fmla="*/ 21 h 313"/>
                <a:gd name="T6" fmla="*/ 923 w 1015"/>
                <a:gd name="T7" fmla="*/ 149 h 313"/>
                <a:gd name="T8" fmla="*/ 1015 w 1015"/>
                <a:gd name="T9" fmla="*/ 313 h 3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5" h="313">
                  <a:moveTo>
                    <a:pt x="0" y="203"/>
                  </a:moveTo>
                  <a:cubicBezTo>
                    <a:pt x="52" y="174"/>
                    <a:pt x="213" y="60"/>
                    <a:pt x="320" y="30"/>
                  </a:cubicBezTo>
                  <a:cubicBezTo>
                    <a:pt x="427" y="0"/>
                    <a:pt x="540" y="1"/>
                    <a:pt x="640" y="21"/>
                  </a:cubicBezTo>
                  <a:cubicBezTo>
                    <a:pt x="740" y="41"/>
                    <a:pt x="861" y="100"/>
                    <a:pt x="923" y="149"/>
                  </a:cubicBezTo>
                  <a:cubicBezTo>
                    <a:pt x="985" y="198"/>
                    <a:pt x="996" y="279"/>
                    <a:pt x="1015" y="313"/>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0" name="Freeform 1092">
              <a:extLst>
                <a:ext uri="{FF2B5EF4-FFF2-40B4-BE49-F238E27FC236}">
                  <a16:creationId xmlns:a16="http://schemas.microsoft.com/office/drawing/2014/main" id="{CD9FB423-5A74-803C-82E1-27F60A0F60A1}"/>
                </a:ext>
              </a:extLst>
            </p:cNvPr>
            <p:cNvSpPr>
              <a:spLocks/>
            </p:cNvSpPr>
            <p:nvPr/>
          </p:nvSpPr>
          <p:spPr bwMode="auto">
            <a:xfrm rot="-422291">
              <a:off x="3922" y="2878"/>
              <a:ext cx="91" cy="369"/>
            </a:xfrm>
            <a:custGeom>
              <a:avLst/>
              <a:gdLst>
                <a:gd name="T0" fmla="*/ 1 w 130"/>
                <a:gd name="T1" fmla="*/ 0 h 561"/>
                <a:gd name="T2" fmla="*/ 1 w 130"/>
                <a:gd name="T3" fmla="*/ 2 h 561"/>
                <a:gd name="T4" fmla="*/ 1 w 130"/>
                <a:gd name="T5" fmla="*/ 4 h 561"/>
                <a:gd name="T6" fmla="*/ 3 w 130"/>
                <a:gd name="T7" fmla="*/ 6 h 5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 h="561">
                  <a:moveTo>
                    <a:pt x="29" y="0"/>
                  </a:moveTo>
                  <a:cubicBezTo>
                    <a:pt x="24" y="33"/>
                    <a:pt x="0" y="131"/>
                    <a:pt x="2" y="196"/>
                  </a:cubicBezTo>
                  <a:cubicBezTo>
                    <a:pt x="4" y="261"/>
                    <a:pt x="18" y="327"/>
                    <a:pt x="39" y="388"/>
                  </a:cubicBezTo>
                  <a:cubicBezTo>
                    <a:pt x="60" y="449"/>
                    <a:pt x="111" y="525"/>
                    <a:pt x="130" y="561"/>
                  </a:cubicBezTo>
                </a:path>
              </a:pathLst>
            </a:custGeom>
            <a:noFill/>
            <a:ln w="22225" cap="flat" cmpd="sng">
              <a:solidFill>
                <a:srgbClr val="0000FF"/>
              </a:solidFill>
              <a:prstDash val="solid"/>
              <a:round/>
              <a:headEnd/>
              <a:tailEnd type="non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1" name="Freeform 1093">
              <a:extLst>
                <a:ext uri="{FF2B5EF4-FFF2-40B4-BE49-F238E27FC236}">
                  <a16:creationId xmlns:a16="http://schemas.microsoft.com/office/drawing/2014/main" id="{8D399B51-4FA9-D9E9-1EB0-784E18F547C0}"/>
                </a:ext>
              </a:extLst>
            </p:cNvPr>
            <p:cNvSpPr>
              <a:spLocks/>
            </p:cNvSpPr>
            <p:nvPr/>
          </p:nvSpPr>
          <p:spPr bwMode="auto">
            <a:xfrm>
              <a:off x="4018" y="2256"/>
              <a:ext cx="877" cy="171"/>
            </a:xfrm>
            <a:custGeom>
              <a:avLst/>
              <a:gdLst>
                <a:gd name="T0" fmla="*/ 0 w 877"/>
                <a:gd name="T1" fmla="*/ 98 h 171"/>
                <a:gd name="T2" fmla="*/ 311 w 877"/>
                <a:gd name="T3" fmla="*/ 6 h 171"/>
                <a:gd name="T4" fmla="*/ 649 w 877"/>
                <a:gd name="T5" fmla="*/ 61 h 171"/>
                <a:gd name="T6" fmla="*/ 877 w 877"/>
                <a:gd name="T7" fmla="*/ 171 h 1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7" h="171">
                  <a:moveTo>
                    <a:pt x="0" y="98"/>
                  </a:moveTo>
                  <a:cubicBezTo>
                    <a:pt x="52" y="84"/>
                    <a:pt x="203" y="12"/>
                    <a:pt x="311" y="6"/>
                  </a:cubicBezTo>
                  <a:cubicBezTo>
                    <a:pt x="419" y="0"/>
                    <a:pt x="555" y="34"/>
                    <a:pt x="649" y="61"/>
                  </a:cubicBezTo>
                  <a:cubicBezTo>
                    <a:pt x="743" y="88"/>
                    <a:pt x="830" y="148"/>
                    <a:pt x="877" y="171"/>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2" name="Freeform 1094">
              <a:extLst>
                <a:ext uri="{FF2B5EF4-FFF2-40B4-BE49-F238E27FC236}">
                  <a16:creationId xmlns:a16="http://schemas.microsoft.com/office/drawing/2014/main" id="{BA796306-6B82-375D-79D4-540811304DEB}"/>
                </a:ext>
              </a:extLst>
            </p:cNvPr>
            <p:cNvSpPr>
              <a:spLocks/>
            </p:cNvSpPr>
            <p:nvPr/>
          </p:nvSpPr>
          <p:spPr bwMode="auto">
            <a:xfrm>
              <a:off x="4182" y="2583"/>
              <a:ext cx="521" cy="91"/>
            </a:xfrm>
            <a:custGeom>
              <a:avLst/>
              <a:gdLst>
                <a:gd name="T0" fmla="*/ 0 w 521"/>
                <a:gd name="T1" fmla="*/ 82 h 91"/>
                <a:gd name="T2" fmla="*/ 183 w 521"/>
                <a:gd name="T3" fmla="*/ 9 h 91"/>
                <a:gd name="T4" fmla="*/ 393 w 521"/>
                <a:gd name="T5" fmla="*/ 27 h 91"/>
                <a:gd name="T6" fmla="*/ 521 w 521"/>
                <a:gd name="T7" fmla="*/ 91 h 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1" h="91">
                  <a:moveTo>
                    <a:pt x="0" y="82"/>
                  </a:moveTo>
                  <a:cubicBezTo>
                    <a:pt x="30" y="71"/>
                    <a:pt x="118" y="18"/>
                    <a:pt x="183" y="9"/>
                  </a:cubicBezTo>
                  <a:cubicBezTo>
                    <a:pt x="248" y="0"/>
                    <a:pt x="337" y="13"/>
                    <a:pt x="393" y="27"/>
                  </a:cubicBezTo>
                  <a:cubicBezTo>
                    <a:pt x="449" y="41"/>
                    <a:pt x="494" y="78"/>
                    <a:pt x="521" y="91"/>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3" name="Freeform 1095">
              <a:extLst>
                <a:ext uri="{FF2B5EF4-FFF2-40B4-BE49-F238E27FC236}">
                  <a16:creationId xmlns:a16="http://schemas.microsoft.com/office/drawing/2014/main" id="{1922DAB5-B99A-5CFE-D0CF-973D945E63F5}"/>
                </a:ext>
              </a:extLst>
            </p:cNvPr>
            <p:cNvSpPr>
              <a:spLocks/>
            </p:cNvSpPr>
            <p:nvPr/>
          </p:nvSpPr>
          <p:spPr bwMode="auto">
            <a:xfrm>
              <a:off x="4155" y="2829"/>
              <a:ext cx="585" cy="174"/>
            </a:xfrm>
            <a:custGeom>
              <a:avLst/>
              <a:gdLst>
                <a:gd name="T0" fmla="*/ 0 w 585"/>
                <a:gd name="T1" fmla="*/ 37 h 174"/>
                <a:gd name="T2" fmla="*/ 155 w 585"/>
                <a:gd name="T3" fmla="*/ 147 h 174"/>
                <a:gd name="T4" fmla="*/ 292 w 585"/>
                <a:gd name="T5" fmla="*/ 174 h 174"/>
                <a:gd name="T6" fmla="*/ 431 w 585"/>
                <a:gd name="T7" fmla="*/ 145 h 174"/>
                <a:gd name="T8" fmla="*/ 585 w 585"/>
                <a:gd name="T9" fmla="*/ 0 h 1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5" h="174">
                  <a:moveTo>
                    <a:pt x="0" y="37"/>
                  </a:moveTo>
                  <a:cubicBezTo>
                    <a:pt x="26" y="55"/>
                    <a:pt x="106" y="124"/>
                    <a:pt x="155" y="147"/>
                  </a:cubicBezTo>
                  <a:cubicBezTo>
                    <a:pt x="204" y="170"/>
                    <a:pt x="246" y="174"/>
                    <a:pt x="292" y="174"/>
                  </a:cubicBezTo>
                  <a:cubicBezTo>
                    <a:pt x="338" y="174"/>
                    <a:pt x="382" y="174"/>
                    <a:pt x="431" y="145"/>
                  </a:cubicBezTo>
                  <a:cubicBezTo>
                    <a:pt x="480" y="116"/>
                    <a:pt x="553" y="30"/>
                    <a:pt x="585" y="0"/>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4" name="Freeform 1096">
              <a:extLst>
                <a:ext uri="{FF2B5EF4-FFF2-40B4-BE49-F238E27FC236}">
                  <a16:creationId xmlns:a16="http://schemas.microsoft.com/office/drawing/2014/main" id="{672C2A65-80C4-22F6-6D0D-FFB0D83B9FD5}"/>
                </a:ext>
              </a:extLst>
            </p:cNvPr>
            <p:cNvSpPr>
              <a:spLocks/>
            </p:cNvSpPr>
            <p:nvPr/>
          </p:nvSpPr>
          <p:spPr bwMode="auto">
            <a:xfrm>
              <a:off x="4041" y="2851"/>
              <a:ext cx="814" cy="312"/>
            </a:xfrm>
            <a:custGeom>
              <a:avLst/>
              <a:gdLst>
                <a:gd name="T0" fmla="*/ 0 w 814"/>
                <a:gd name="T1" fmla="*/ 45 h 312"/>
                <a:gd name="T2" fmla="*/ 73 w 814"/>
                <a:gd name="T3" fmla="*/ 173 h 312"/>
                <a:gd name="T4" fmla="*/ 229 w 814"/>
                <a:gd name="T5" fmla="*/ 292 h 312"/>
                <a:gd name="T6" fmla="*/ 530 w 814"/>
                <a:gd name="T7" fmla="*/ 292 h 312"/>
                <a:gd name="T8" fmla="*/ 722 w 814"/>
                <a:gd name="T9" fmla="*/ 173 h 312"/>
                <a:gd name="T10" fmla="*/ 814 w 814"/>
                <a:gd name="T11" fmla="*/ 0 h 3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4" h="312">
                  <a:moveTo>
                    <a:pt x="0" y="45"/>
                  </a:moveTo>
                  <a:cubicBezTo>
                    <a:pt x="12" y="66"/>
                    <a:pt x="35" y="132"/>
                    <a:pt x="73" y="173"/>
                  </a:cubicBezTo>
                  <a:cubicBezTo>
                    <a:pt x="111" y="214"/>
                    <a:pt x="153" y="272"/>
                    <a:pt x="229" y="292"/>
                  </a:cubicBezTo>
                  <a:cubicBezTo>
                    <a:pt x="305" y="312"/>
                    <a:pt x="448" y="312"/>
                    <a:pt x="530" y="292"/>
                  </a:cubicBezTo>
                  <a:cubicBezTo>
                    <a:pt x="612" y="272"/>
                    <a:pt x="675" y="222"/>
                    <a:pt x="722" y="173"/>
                  </a:cubicBezTo>
                  <a:cubicBezTo>
                    <a:pt x="769" y="124"/>
                    <a:pt x="795" y="36"/>
                    <a:pt x="814" y="0"/>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5" name="Freeform 1097">
              <a:extLst>
                <a:ext uri="{FF2B5EF4-FFF2-40B4-BE49-F238E27FC236}">
                  <a16:creationId xmlns:a16="http://schemas.microsoft.com/office/drawing/2014/main" id="{F696FDD7-822A-4202-8D72-D6F9DFEE3E25}"/>
                </a:ext>
              </a:extLst>
            </p:cNvPr>
            <p:cNvSpPr>
              <a:spLocks/>
            </p:cNvSpPr>
            <p:nvPr/>
          </p:nvSpPr>
          <p:spPr bwMode="auto">
            <a:xfrm>
              <a:off x="4182" y="2784"/>
              <a:ext cx="512" cy="111"/>
            </a:xfrm>
            <a:custGeom>
              <a:avLst/>
              <a:gdLst>
                <a:gd name="T0" fmla="*/ 0 w 512"/>
                <a:gd name="T1" fmla="*/ 27 h 111"/>
                <a:gd name="T2" fmla="*/ 174 w 512"/>
                <a:gd name="T3" fmla="*/ 91 h 111"/>
                <a:gd name="T4" fmla="*/ 275 w 512"/>
                <a:gd name="T5" fmla="*/ 109 h 111"/>
                <a:gd name="T6" fmla="*/ 384 w 512"/>
                <a:gd name="T7" fmla="*/ 82 h 111"/>
                <a:gd name="T8" fmla="*/ 512 w 512"/>
                <a:gd name="T9" fmla="*/ 0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2" h="111">
                  <a:moveTo>
                    <a:pt x="0" y="27"/>
                  </a:moveTo>
                  <a:cubicBezTo>
                    <a:pt x="29" y="38"/>
                    <a:pt x="128" y="77"/>
                    <a:pt x="174" y="91"/>
                  </a:cubicBezTo>
                  <a:cubicBezTo>
                    <a:pt x="220" y="105"/>
                    <a:pt x="240" y="111"/>
                    <a:pt x="275" y="109"/>
                  </a:cubicBezTo>
                  <a:cubicBezTo>
                    <a:pt x="310" y="107"/>
                    <a:pt x="345" y="100"/>
                    <a:pt x="384" y="82"/>
                  </a:cubicBezTo>
                  <a:cubicBezTo>
                    <a:pt x="423" y="64"/>
                    <a:pt x="485" y="17"/>
                    <a:pt x="512" y="0"/>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6" name="Freeform 1098">
              <a:extLst>
                <a:ext uri="{FF2B5EF4-FFF2-40B4-BE49-F238E27FC236}">
                  <a16:creationId xmlns:a16="http://schemas.microsoft.com/office/drawing/2014/main" id="{9B783943-7975-21AF-4C51-0BF915928437}"/>
                </a:ext>
              </a:extLst>
            </p:cNvPr>
            <p:cNvSpPr>
              <a:spLocks/>
            </p:cNvSpPr>
            <p:nvPr/>
          </p:nvSpPr>
          <p:spPr bwMode="auto">
            <a:xfrm>
              <a:off x="4059" y="2433"/>
              <a:ext cx="771" cy="176"/>
            </a:xfrm>
            <a:custGeom>
              <a:avLst/>
              <a:gdLst>
                <a:gd name="T0" fmla="*/ 0 w 861"/>
                <a:gd name="T1" fmla="*/ 55 h 185"/>
                <a:gd name="T2" fmla="*/ 90 w 861"/>
                <a:gd name="T3" fmla="*/ 6 h 185"/>
                <a:gd name="T4" fmla="*/ 183 w 861"/>
                <a:gd name="T5" fmla="*/ 35 h 185"/>
                <a:gd name="T6" fmla="*/ 256 w 861"/>
                <a:gd name="T7" fmla="*/ 107 h 1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1" h="185">
                  <a:moveTo>
                    <a:pt x="0" y="95"/>
                  </a:moveTo>
                  <a:cubicBezTo>
                    <a:pt x="51" y="80"/>
                    <a:pt x="202" y="12"/>
                    <a:pt x="305" y="6"/>
                  </a:cubicBezTo>
                  <a:cubicBezTo>
                    <a:pt x="408" y="0"/>
                    <a:pt x="523" y="31"/>
                    <a:pt x="616" y="61"/>
                  </a:cubicBezTo>
                  <a:cubicBezTo>
                    <a:pt x="709" y="91"/>
                    <a:pt x="810" y="159"/>
                    <a:pt x="861" y="185"/>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7" name="Freeform 1099">
              <a:extLst>
                <a:ext uri="{FF2B5EF4-FFF2-40B4-BE49-F238E27FC236}">
                  <a16:creationId xmlns:a16="http://schemas.microsoft.com/office/drawing/2014/main" id="{B46E7869-491D-4B69-3ABF-0F7256529A56}"/>
                </a:ext>
              </a:extLst>
            </p:cNvPr>
            <p:cNvSpPr>
              <a:spLocks/>
            </p:cNvSpPr>
            <p:nvPr/>
          </p:nvSpPr>
          <p:spPr bwMode="auto">
            <a:xfrm>
              <a:off x="4195" y="2750"/>
              <a:ext cx="499" cy="1"/>
            </a:xfrm>
            <a:custGeom>
              <a:avLst/>
              <a:gdLst>
                <a:gd name="T0" fmla="*/ 0 w 499"/>
                <a:gd name="T1" fmla="*/ 0 h 1"/>
                <a:gd name="T2" fmla="*/ 499 w 499"/>
                <a:gd name="T3" fmla="*/ 0 h 1"/>
                <a:gd name="T4" fmla="*/ 0 60000 65536"/>
                <a:gd name="T5" fmla="*/ 0 60000 65536"/>
              </a:gdLst>
              <a:ahLst/>
              <a:cxnLst>
                <a:cxn ang="T4">
                  <a:pos x="T0" y="T1"/>
                </a:cxn>
                <a:cxn ang="T5">
                  <a:pos x="T2" y="T3"/>
                </a:cxn>
              </a:cxnLst>
              <a:rect l="0" t="0" r="r" b="b"/>
              <a:pathLst>
                <a:path w="499" h="1">
                  <a:moveTo>
                    <a:pt x="0" y="0"/>
                  </a:moveTo>
                  <a:cubicBezTo>
                    <a:pt x="208" y="0"/>
                    <a:pt x="416" y="0"/>
                    <a:pt x="499" y="0"/>
                  </a:cubicBezTo>
                </a:path>
              </a:pathLst>
            </a:custGeom>
            <a:noFill/>
            <a:ln w="22225" cap="flat" cmpd="sng">
              <a:solidFill>
                <a:srgbClr val="0000FF"/>
              </a:solidFill>
              <a:prstDash val="solid"/>
              <a:round/>
              <a:headEnd/>
              <a:tailEnd type="triangl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8" name="Freeform 1100">
              <a:extLst>
                <a:ext uri="{FF2B5EF4-FFF2-40B4-BE49-F238E27FC236}">
                  <a16:creationId xmlns:a16="http://schemas.microsoft.com/office/drawing/2014/main" id="{4CA2B1C0-1153-DE96-BE07-E3918FC45920}"/>
                </a:ext>
              </a:extLst>
            </p:cNvPr>
            <p:cNvSpPr>
              <a:spLocks/>
            </p:cNvSpPr>
            <p:nvPr/>
          </p:nvSpPr>
          <p:spPr bwMode="auto">
            <a:xfrm rot="744496">
              <a:off x="3743" y="2835"/>
              <a:ext cx="47" cy="384"/>
            </a:xfrm>
            <a:custGeom>
              <a:avLst/>
              <a:gdLst>
                <a:gd name="T0" fmla="*/ 0 w 130"/>
                <a:gd name="T1" fmla="*/ 0 h 561"/>
                <a:gd name="T2" fmla="*/ 0 w 130"/>
                <a:gd name="T3" fmla="*/ 3 h 561"/>
                <a:gd name="T4" fmla="*/ 0 w 130"/>
                <a:gd name="T5" fmla="*/ 5 h 561"/>
                <a:gd name="T6" fmla="*/ 0 w 130"/>
                <a:gd name="T7" fmla="*/ 8 h 5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 h="561">
                  <a:moveTo>
                    <a:pt x="29" y="0"/>
                  </a:moveTo>
                  <a:cubicBezTo>
                    <a:pt x="24" y="33"/>
                    <a:pt x="0" y="131"/>
                    <a:pt x="2" y="196"/>
                  </a:cubicBezTo>
                  <a:cubicBezTo>
                    <a:pt x="4" y="261"/>
                    <a:pt x="18" y="327"/>
                    <a:pt x="39" y="388"/>
                  </a:cubicBezTo>
                  <a:cubicBezTo>
                    <a:pt x="60" y="449"/>
                    <a:pt x="111" y="525"/>
                    <a:pt x="130" y="561"/>
                  </a:cubicBezTo>
                </a:path>
              </a:pathLst>
            </a:custGeom>
            <a:noFill/>
            <a:ln w="22225" cap="flat" cmpd="sng">
              <a:solidFill>
                <a:srgbClr val="0000FF"/>
              </a:solidFill>
              <a:prstDash val="solid"/>
              <a:round/>
              <a:headEnd/>
              <a:tailEnd type="non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69" name="Freeform 1101">
              <a:extLst>
                <a:ext uri="{FF2B5EF4-FFF2-40B4-BE49-F238E27FC236}">
                  <a16:creationId xmlns:a16="http://schemas.microsoft.com/office/drawing/2014/main" id="{3E970C12-1B2C-1BB4-8050-DDC5B96EF6DD}"/>
                </a:ext>
              </a:extLst>
            </p:cNvPr>
            <p:cNvSpPr>
              <a:spLocks/>
            </p:cNvSpPr>
            <p:nvPr/>
          </p:nvSpPr>
          <p:spPr bwMode="auto">
            <a:xfrm rot="20884883" flipH="1">
              <a:off x="4649" y="2297"/>
              <a:ext cx="590" cy="589"/>
            </a:xfrm>
            <a:custGeom>
              <a:avLst/>
              <a:gdLst>
                <a:gd name="T0" fmla="*/ 0 w 763"/>
                <a:gd name="T1" fmla="*/ 19 h 730"/>
                <a:gd name="T2" fmla="*/ 5 w 763"/>
                <a:gd name="T3" fmla="*/ 6 h 730"/>
                <a:gd name="T4" fmla="*/ 18 w 763"/>
                <a:gd name="T5" fmla="*/ 2 h 730"/>
                <a:gd name="T6" fmla="*/ 29 w 763"/>
                <a:gd name="T7" fmla="*/ 22 h 730"/>
                <a:gd name="T8" fmla="*/ 33 w 763"/>
                <a:gd name="T9" fmla="*/ 32 h 730"/>
                <a:gd name="T10" fmla="*/ 43 w 763"/>
                <a:gd name="T11" fmla="*/ 42 h 730"/>
                <a:gd name="T12" fmla="*/ 41 w 763"/>
                <a:gd name="T13" fmla="*/ 59 h 730"/>
                <a:gd name="T14" fmla="*/ 21 w 763"/>
                <a:gd name="T15" fmla="*/ 69 h 730"/>
                <a:gd name="T16" fmla="*/ 8 w 763"/>
                <a:gd name="T17" fmla="*/ 56 h 730"/>
                <a:gd name="T18" fmla="*/ 2 w 763"/>
                <a:gd name="T19" fmla="*/ 45 h 730"/>
                <a:gd name="T20" fmla="*/ 0 w 763"/>
                <a:gd name="T21" fmla="*/ 19 h 7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3" h="730">
                  <a:moveTo>
                    <a:pt x="0" y="202"/>
                  </a:moveTo>
                  <a:cubicBezTo>
                    <a:pt x="5" y="134"/>
                    <a:pt x="26" y="102"/>
                    <a:pt x="77" y="73"/>
                  </a:cubicBezTo>
                  <a:cubicBezTo>
                    <a:pt x="128" y="44"/>
                    <a:pt x="239" y="0"/>
                    <a:pt x="306" y="27"/>
                  </a:cubicBezTo>
                  <a:cubicBezTo>
                    <a:pt x="373" y="54"/>
                    <a:pt x="437" y="184"/>
                    <a:pt x="480" y="236"/>
                  </a:cubicBezTo>
                  <a:cubicBezTo>
                    <a:pt x="523" y="289"/>
                    <a:pt x="526" y="306"/>
                    <a:pt x="568" y="341"/>
                  </a:cubicBezTo>
                  <a:cubicBezTo>
                    <a:pt x="610" y="376"/>
                    <a:pt x="713" y="401"/>
                    <a:pt x="735" y="448"/>
                  </a:cubicBezTo>
                  <a:cubicBezTo>
                    <a:pt x="757" y="495"/>
                    <a:pt x="763" y="574"/>
                    <a:pt x="699" y="620"/>
                  </a:cubicBezTo>
                  <a:cubicBezTo>
                    <a:pt x="635" y="666"/>
                    <a:pt x="443" y="730"/>
                    <a:pt x="349" y="725"/>
                  </a:cubicBezTo>
                  <a:cubicBezTo>
                    <a:pt x="255" y="719"/>
                    <a:pt x="182" y="626"/>
                    <a:pt x="131" y="585"/>
                  </a:cubicBezTo>
                  <a:cubicBezTo>
                    <a:pt x="80" y="545"/>
                    <a:pt x="66" y="539"/>
                    <a:pt x="44" y="481"/>
                  </a:cubicBezTo>
                  <a:cubicBezTo>
                    <a:pt x="22" y="422"/>
                    <a:pt x="0" y="272"/>
                    <a:pt x="0" y="202"/>
                  </a:cubicBezTo>
                  <a:close/>
                </a:path>
              </a:pathLst>
            </a:custGeom>
            <a:gradFill rotWithShape="0">
              <a:gsLst>
                <a:gs pos="0">
                  <a:srgbClr val="515151"/>
                </a:gs>
                <a:gs pos="100000">
                  <a:srgbClr val="C0C0C0"/>
                </a:gs>
              </a:gsLst>
              <a:lin ang="18900000" scaled="1"/>
            </a:gradFill>
            <a:ln>
              <a:noFill/>
            </a:ln>
            <a:effectLst/>
            <a:extLst>
              <a:ext uri="{91240B29-F687-4F45-9708-019B960494DF}">
                <a14:hiddenLine xmlns:a14="http://schemas.microsoft.com/office/drawing/2010/main" w="22225" cap="flat" cmpd="sng">
                  <a:solidFill>
                    <a:srgbClr val="969696"/>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0" name="Freeform 1102">
              <a:extLst>
                <a:ext uri="{FF2B5EF4-FFF2-40B4-BE49-F238E27FC236}">
                  <a16:creationId xmlns:a16="http://schemas.microsoft.com/office/drawing/2014/main" id="{392FDE72-B874-90F7-3646-3DEBB690CA66}"/>
                </a:ext>
              </a:extLst>
            </p:cNvPr>
            <p:cNvSpPr>
              <a:spLocks/>
            </p:cNvSpPr>
            <p:nvPr/>
          </p:nvSpPr>
          <p:spPr bwMode="auto">
            <a:xfrm rot="1270317">
              <a:off x="3515" y="2161"/>
              <a:ext cx="763" cy="730"/>
            </a:xfrm>
            <a:custGeom>
              <a:avLst/>
              <a:gdLst>
                <a:gd name="T0" fmla="*/ 0 w 763"/>
                <a:gd name="T1" fmla="*/ 202 h 730"/>
                <a:gd name="T2" fmla="*/ 77 w 763"/>
                <a:gd name="T3" fmla="*/ 73 h 730"/>
                <a:gd name="T4" fmla="*/ 306 w 763"/>
                <a:gd name="T5" fmla="*/ 27 h 730"/>
                <a:gd name="T6" fmla="*/ 480 w 763"/>
                <a:gd name="T7" fmla="*/ 236 h 730"/>
                <a:gd name="T8" fmla="*/ 568 w 763"/>
                <a:gd name="T9" fmla="*/ 341 h 730"/>
                <a:gd name="T10" fmla="*/ 735 w 763"/>
                <a:gd name="T11" fmla="*/ 448 h 730"/>
                <a:gd name="T12" fmla="*/ 699 w 763"/>
                <a:gd name="T13" fmla="*/ 620 h 730"/>
                <a:gd name="T14" fmla="*/ 349 w 763"/>
                <a:gd name="T15" fmla="*/ 725 h 730"/>
                <a:gd name="T16" fmla="*/ 131 w 763"/>
                <a:gd name="T17" fmla="*/ 585 h 730"/>
                <a:gd name="T18" fmla="*/ 44 w 763"/>
                <a:gd name="T19" fmla="*/ 481 h 730"/>
                <a:gd name="T20" fmla="*/ 0 w 763"/>
                <a:gd name="T21" fmla="*/ 202 h 7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3" h="730">
                  <a:moveTo>
                    <a:pt x="0" y="202"/>
                  </a:moveTo>
                  <a:cubicBezTo>
                    <a:pt x="5" y="134"/>
                    <a:pt x="26" y="102"/>
                    <a:pt x="77" y="73"/>
                  </a:cubicBezTo>
                  <a:cubicBezTo>
                    <a:pt x="128" y="44"/>
                    <a:pt x="239" y="0"/>
                    <a:pt x="306" y="27"/>
                  </a:cubicBezTo>
                  <a:cubicBezTo>
                    <a:pt x="373" y="54"/>
                    <a:pt x="437" y="184"/>
                    <a:pt x="480" y="236"/>
                  </a:cubicBezTo>
                  <a:cubicBezTo>
                    <a:pt x="523" y="289"/>
                    <a:pt x="526" y="306"/>
                    <a:pt x="568" y="341"/>
                  </a:cubicBezTo>
                  <a:cubicBezTo>
                    <a:pt x="610" y="376"/>
                    <a:pt x="713" y="401"/>
                    <a:pt x="735" y="448"/>
                  </a:cubicBezTo>
                  <a:cubicBezTo>
                    <a:pt x="757" y="495"/>
                    <a:pt x="763" y="574"/>
                    <a:pt x="699" y="620"/>
                  </a:cubicBezTo>
                  <a:cubicBezTo>
                    <a:pt x="635" y="666"/>
                    <a:pt x="443" y="730"/>
                    <a:pt x="349" y="725"/>
                  </a:cubicBezTo>
                  <a:cubicBezTo>
                    <a:pt x="255" y="719"/>
                    <a:pt x="182" y="626"/>
                    <a:pt x="131" y="585"/>
                  </a:cubicBezTo>
                  <a:cubicBezTo>
                    <a:pt x="80" y="545"/>
                    <a:pt x="66" y="539"/>
                    <a:pt x="44" y="481"/>
                  </a:cubicBezTo>
                  <a:cubicBezTo>
                    <a:pt x="22" y="422"/>
                    <a:pt x="0" y="272"/>
                    <a:pt x="0" y="202"/>
                  </a:cubicBezTo>
                  <a:close/>
                </a:path>
              </a:pathLst>
            </a:custGeom>
            <a:gradFill rotWithShape="0">
              <a:gsLst>
                <a:gs pos="0">
                  <a:srgbClr val="525252"/>
                </a:gs>
                <a:gs pos="100000">
                  <a:srgbClr val="C2C2C2"/>
                </a:gs>
              </a:gsLst>
              <a:lin ang="18900000" scaled="1"/>
            </a:gradFill>
            <a:ln>
              <a:noFill/>
            </a:ln>
            <a:effectLst/>
            <a:extLst>
              <a:ext uri="{91240B29-F687-4F45-9708-019B960494DF}">
                <a14:hiddenLine xmlns:a14="http://schemas.microsoft.com/office/drawing/2010/main" w="22225" cap="flat" cmpd="sng">
                  <a:solidFill>
                    <a:srgbClr val="C0C0C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1" name="Freeform 1103">
              <a:extLst>
                <a:ext uri="{FF2B5EF4-FFF2-40B4-BE49-F238E27FC236}">
                  <a16:creationId xmlns:a16="http://schemas.microsoft.com/office/drawing/2014/main" id="{A21B75CA-00E3-8784-FA52-4E8414F0D4A9}"/>
                </a:ext>
              </a:extLst>
            </p:cNvPr>
            <p:cNvSpPr>
              <a:spLocks/>
            </p:cNvSpPr>
            <p:nvPr/>
          </p:nvSpPr>
          <p:spPr bwMode="auto">
            <a:xfrm flipH="1">
              <a:off x="4966" y="2853"/>
              <a:ext cx="91" cy="415"/>
            </a:xfrm>
            <a:custGeom>
              <a:avLst/>
              <a:gdLst>
                <a:gd name="T0" fmla="*/ 1 w 130"/>
                <a:gd name="T1" fmla="*/ 0 h 561"/>
                <a:gd name="T2" fmla="*/ 1 w 130"/>
                <a:gd name="T3" fmla="*/ 7 h 561"/>
                <a:gd name="T4" fmla="*/ 1 w 130"/>
                <a:gd name="T5" fmla="*/ 14 h 561"/>
                <a:gd name="T6" fmla="*/ 3 w 130"/>
                <a:gd name="T7" fmla="*/ 20 h 5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 h="561">
                  <a:moveTo>
                    <a:pt x="29" y="0"/>
                  </a:moveTo>
                  <a:cubicBezTo>
                    <a:pt x="24" y="33"/>
                    <a:pt x="0" y="131"/>
                    <a:pt x="2" y="196"/>
                  </a:cubicBezTo>
                  <a:cubicBezTo>
                    <a:pt x="4" y="261"/>
                    <a:pt x="18" y="327"/>
                    <a:pt x="39" y="388"/>
                  </a:cubicBezTo>
                  <a:cubicBezTo>
                    <a:pt x="60" y="449"/>
                    <a:pt x="111" y="525"/>
                    <a:pt x="130" y="561"/>
                  </a:cubicBezTo>
                </a:path>
              </a:pathLst>
            </a:custGeom>
            <a:noFill/>
            <a:ln w="22225" cap="flat" cmpd="sng">
              <a:solidFill>
                <a:srgbClr val="0000FF"/>
              </a:solidFill>
              <a:prstDash val="solid"/>
              <a:round/>
              <a:headEnd type="triangle" w="sm" len="lg"/>
              <a:tailEnd type="non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72" name="Freeform 1104">
              <a:extLst>
                <a:ext uri="{FF2B5EF4-FFF2-40B4-BE49-F238E27FC236}">
                  <a16:creationId xmlns:a16="http://schemas.microsoft.com/office/drawing/2014/main" id="{92F83813-66FE-6ED5-A996-B7DC63F129DB}"/>
                </a:ext>
              </a:extLst>
            </p:cNvPr>
            <p:cNvSpPr>
              <a:spLocks/>
            </p:cNvSpPr>
            <p:nvPr/>
          </p:nvSpPr>
          <p:spPr bwMode="auto">
            <a:xfrm rot="699248" flipH="1">
              <a:off x="4803" y="2832"/>
              <a:ext cx="108" cy="415"/>
            </a:xfrm>
            <a:custGeom>
              <a:avLst/>
              <a:gdLst>
                <a:gd name="T0" fmla="*/ 4 w 130"/>
                <a:gd name="T1" fmla="*/ 0 h 561"/>
                <a:gd name="T2" fmla="*/ 2 w 130"/>
                <a:gd name="T3" fmla="*/ 7 h 561"/>
                <a:gd name="T4" fmla="*/ 5 w 130"/>
                <a:gd name="T5" fmla="*/ 14 h 561"/>
                <a:gd name="T6" fmla="*/ 17 w 130"/>
                <a:gd name="T7" fmla="*/ 20 h 5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0" h="561">
                  <a:moveTo>
                    <a:pt x="29" y="0"/>
                  </a:moveTo>
                  <a:cubicBezTo>
                    <a:pt x="24" y="33"/>
                    <a:pt x="0" y="131"/>
                    <a:pt x="2" y="196"/>
                  </a:cubicBezTo>
                  <a:cubicBezTo>
                    <a:pt x="4" y="261"/>
                    <a:pt x="18" y="327"/>
                    <a:pt x="39" y="388"/>
                  </a:cubicBezTo>
                  <a:cubicBezTo>
                    <a:pt x="60" y="449"/>
                    <a:pt x="111" y="525"/>
                    <a:pt x="130" y="561"/>
                  </a:cubicBezTo>
                </a:path>
              </a:pathLst>
            </a:custGeom>
            <a:noFill/>
            <a:ln w="22225" cap="flat" cmpd="sng">
              <a:solidFill>
                <a:srgbClr val="0000FF"/>
              </a:solidFill>
              <a:prstDash val="solid"/>
              <a:round/>
              <a:headEnd type="triangle" w="sm" len="lg"/>
              <a:tailEnd type="none" w="sm" len="lg"/>
            </a:ln>
            <a:effectLst/>
            <a:extLst>
              <a:ext uri="{909E8E84-426E-40DD-AFC4-6F175D3DCCD1}">
                <a14:hiddenFill xmlns:a14="http://schemas.microsoft.com/office/drawing/2010/main">
                  <a:solidFill>
                    <a:srgbClr val="90909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31773" name="Object 1105">
              <a:extLst>
                <a:ext uri="{FF2B5EF4-FFF2-40B4-BE49-F238E27FC236}">
                  <a16:creationId xmlns:a16="http://schemas.microsoft.com/office/drawing/2014/main" id="{59E109D4-E4EF-18CE-76E6-3899CA5EB972}"/>
                </a:ext>
              </a:extLst>
            </p:cNvPr>
            <p:cNvGraphicFramePr>
              <a:graphicFrameLocks noChangeAspect="1"/>
            </p:cNvGraphicFramePr>
            <p:nvPr>
              <p:extLst>
                <p:ext uri="{D42A27DB-BD31-4B8C-83A1-F6EECF244321}">
                  <p14:modId xmlns:p14="http://schemas.microsoft.com/office/powerpoint/2010/main" val="3902174893"/>
                </p:ext>
              </p:extLst>
            </p:nvPr>
          </p:nvGraphicFramePr>
          <p:xfrm>
            <a:off x="4422" y="2278"/>
            <a:ext cx="206" cy="227"/>
          </p:xfrm>
          <a:graphic>
            <a:graphicData uri="http://schemas.openxmlformats.org/presentationml/2006/ole">
              <mc:AlternateContent xmlns:mc="http://schemas.openxmlformats.org/markup-compatibility/2006">
                <mc:Choice xmlns:v="urn:schemas-microsoft-com:vml" Requires="v">
                  <p:oleObj name="公式" r:id="rId16" imgW="50631" imgH="63635" progId="Equation.3">
                    <p:embed/>
                  </p:oleObj>
                </mc:Choice>
                <mc:Fallback>
                  <p:oleObj name="公式" r:id="rId16" imgW="50631" imgH="63635" progId="Equation.3">
                    <p:embed/>
                    <p:pic>
                      <p:nvPicPr>
                        <p:cNvPr id="0" name="Object 110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22" y="2278"/>
                          <a:ext cx="206"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4" name="Object 1106">
              <a:extLst>
                <a:ext uri="{FF2B5EF4-FFF2-40B4-BE49-F238E27FC236}">
                  <a16:creationId xmlns:a16="http://schemas.microsoft.com/office/drawing/2014/main" id="{C8015CA7-1E88-FF78-57B2-B06E533DF0D5}"/>
                </a:ext>
              </a:extLst>
            </p:cNvPr>
            <p:cNvGraphicFramePr>
              <a:graphicFrameLocks noChangeAspect="1"/>
            </p:cNvGraphicFramePr>
            <p:nvPr>
              <p:extLst>
                <p:ext uri="{D42A27DB-BD31-4B8C-83A1-F6EECF244321}">
                  <p14:modId xmlns:p14="http://schemas.microsoft.com/office/powerpoint/2010/main" val="2638868047"/>
                </p:ext>
              </p:extLst>
            </p:nvPr>
          </p:nvGraphicFramePr>
          <p:xfrm>
            <a:off x="4341" y="1979"/>
            <a:ext cx="208" cy="279"/>
          </p:xfrm>
          <a:graphic>
            <a:graphicData uri="http://schemas.openxmlformats.org/presentationml/2006/ole">
              <mc:AlternateContent xmlns:mc="http://schemas.openxmlformats.org/markup-compatibility/2006">
                <mc:Choice xmlns:v="urn:schemas-microsoft-com:vml" Requires="v">
                  <p:oleObj name="公式" r:id="rId18" imgW="82630" imgH="133350" progId="Equation.3">
                    <p:embed/>
                  </p:oleObj>
                </mc:Choice>
                <mc:Fallback>
                  <p:oleObj name="公式" r:id="rId18" imgW="82630" imgH="133350" progId="Equation.3">
                    <p:embed/>
                    <p:pic>
                      <p:nvPicPr>
                        <p:cNvPr id="0" name="Object 110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41" y="1979"/>
                          <a:ext cx="208"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5" name="Object 1107">
              <a:extLst>
                <a:ext uri="{FF2B5EF4-FFF2-40B4-BE49-F238E27FC236}">
                  <a16:creationId xmlns:a16="http://schemas.microsoft.com/office/drawing/2014/main" id="{487D96AF-C65D-9AD6-819A-B240EC587B19}"/>
                </a:ext>
              </a:extLst>
            </p:cNvPr>
            <p:cNvGraphicFramePr>
              <a:graphicFrameLocks noChangeAspect="1"/>
            </p:cNvGraphicFramePr>
            <p:nvPr>
              <p:extLst>
                <p:ext uri="{D42A27DB-BD31-4B8C-83A1-F6EECF244321}">
                  <p14:modId xmlns:p14="http://schemas.microsoft.com/office/powerpoint/2010/main" val="1649181918"/>
                </p:ext>
              </p:extLst>
            </p:nvPr>
          </p:nvGraphicFramePr>
          <p:xfrm>
            <a:off x="4981" y="2035"/>
            <a:ext cx="520" cy="270"/>
          </p:xfrm>
          <a:graphic>
            <a:graphicData uri="http://schemas.openxmlformats.org/presentationml/2006/ole">
              <mc:AlternateContent xmlns:mc="http://schemas.openxmlformats.org/markup-compatibility/2006">
                <mc:Choice xmlns:v="urn:schemas-microsoft-com:vml" Requires="v">
                  <p:oleObj name="公式" r:id="rId20" imgW="349153" imgH="139835" progId="Equation.3">
                    <p:embed/>
                  </p:oleObj>
                </mc:Choice>
                <mc:Fallback>
                  <p:oleObj name="公式" r:id="rId20" imgW="349153" imgH="139835" progId="Equation.3">
                    <p:embed/>
                    <p:pic>
                      <p:nvPicPr>
                        <p:cNvPr id="0" name="Object 110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81" y="2035"/>
                          <a:ext cx="520"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6" name="Object 1108">
              <a:extLst>
                <a:ext uri="{FF2B5EF4-FFF2-40B4-BE49-F238E27FC236}">
                  <a16:creationId xmlns:a16="http://schemas.microsoft.com/office/drawing/2014/main" id="{92B5E874-0C33-51AF-8B97-46AD6521662E}"/>
                </a:ext>
              </a:extLst>
            </p:cNvPr>
            <p:cNvGraphicFramePr>
              <a:graphicFrameLocks noChangeAspect="1"/>
            </p:cNvGraphicFramePr>
            <p:nvPr>
              <p:extLst>
                <p:ext uri="{D42A27DB-BD31-4B8C-83A1-F6EECF244321}">
                  <p14:modId xmlns:p14="http://schemas.microsoft.com/office/powerpoint/2010/main" val="166741758"/>
                </p:ext>
              </p:extLst>
            </p:nvPr>
          </p:nvGraphicFramePr>
          <p:xfrm>
            <a:off x="3349" y="1926"/>
            <a:ext cx="529" cy="270"/>
          </p:xfrm>
          <a:graphic>
            <a:graphicData uri="http://schemas.openxmlformats.org/presentationml/2006/ole">
              <mc:AlternateContent xmlns:mc="http://schemas.openxmlformats.org/markup-compatibility/2006">
                <mc:Choice xmlns:v="urn:schemas-microsoft-com:vml" Requires="v">
                  <p:oleObj name="公式" r:id="rId22" imgW="368190" imgH="139835" progId="Equation.3">
                    <p:embed/>
                  </p:oleObj>
                </mc:Choice>
                <mc:Fallback>
                  <p:oleObj name="公式" r:id="rId22" imgW="368190" imgH="139835" progId="Equation.3">
                    <p:embed/>
                    <p:pic>
                      <p:nvPicPr>
                        <p:cNvPr id="0" name="Object 110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49" y="1926"/>
                          <a:ext cx="52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7" name="Object 1109">
              <a:extLst>
                <a:ext uri="{FF2B5EF4-FFF2-40B4-BE49-F238E27FC236}">
                  <a16:creationId xmlns:a16="http://schemas.microsoft.com/office/drawing/2014/main" id="{3813032D-7D15-D819-07DC-A9D1715DD5A9}"/>
                </a:ext>
              </a:extLst>
            </p:cNvPr>
            <p:cNvGraphicFramePr>
              <a:graphicFrameLocks noChangeAspect="1"/>
            </p:cNvGraphicFramePr>
            <p:nvPr>
              <p:extLst>
                <p:ext uri="{D42A27DB-BD31-4B8C-83A1-F6EECF244321}">
                  <p14:modId xmlns:p14="http://schemas.microsoft.com/office/powerpoint/2010/main" val="3527715080"/>
                </p:ext>
              </p:extLst>
            </p:nvPr>
          </p:nvGraphicFramePr>
          <p:xfrm>
            <a:off x="3398" y="2768"/>
            <a:ext cx="344" cy="254"/>
          </p:xfrm>
          <a:graphic>
            <a:graphicData uri="http://schemas.openxmlformats.org/presentationml/2006/ole">
              <mc:AlternateContent xmlns:mc="http://schemas.openxmlformats.org/markup-compatibility/2006">
                <mc:Choice xmlns:v="urn:schemas-microsoft-com:vml" Requires="v">
                  <p:oleObj name="公式" r:id="rId24" imgW="165260" imgH="101735" progId="Equation.3">
                    <p:embed/>
                  </p:oleObj>
                </mc:Choice>
                <mc:Fallback>
                  <p:oleObj name="公式" r:id="rId24" imgW="165260" imgH="101735" progId="Equation.3">
                    <p:embed/>
                    <p:pic>
                      <p:nvPicPr>
                        <p:cNvPr id="0" name="Object 110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98" y="2768"/>
                          <a:ext cx="344"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78" name="Object 1110">
              <a:extLst>
                <a:ext uri="{FF2B5EF4-FFF2-40B4-BE49-F238E27FC236}">
                  <a16:creationId xmlns:a16="http://schemas.microsoft.com/office/drawing/2014/main" id="{DE5DEA5E-D00A-D041-90DC-03234A942384}"/>
                </a:ext>
              </a:extLst>
            </p:cNvPr>
            <p:cNvGraphicFramePr>
              <a:graphicFrameLocks noChangeAspect="1"/>
            </p:cNvGraphicFramePr>
            <p:nvPr>
              <p:extLst>
                <p:ext uri="{D42A27DB-BD31-4B8C-83A1-F6EECF244321}">
                  <p14:modId xmlns:p14="http://schemas.microsoft.com/office/powerpoint/2010/main" val="3936647328"/>
                </p:ext>
              </p:extLst>
            </p:nvPr>
          </p:nvGraphicFramePr>
          <p:xfrm>
            <a:off x="5057" y="2786"/>
            <a:ext cx="344" cy="236"/>
          </p:xfrm>
          <a:graphic>
            <a:graphicData uri="http://schemas.openxmlformats.org/presentationml/2006/ole">
              <mc:AlternateContent xmlns:mc="http://schemas.openxmlformats.org/markup-compatibility/2006">
                <mc:Choice xmlns:v="urn:schemas-microsoft-com:vml" Requires="v">
                  <p:oleObj name="公式" r:id="rId26" imgW="165260" imgH="95250" progId="Equation.3">
                    <p:embed/>
                  </p:oleObj>
                </mc:Choice>
                <mc:Fallback>
                  <p:oleObj name="公式" r:id="rId26" imgW="165260" imgH="95250" progId="Equation.3">
                    <p:embed/>
                    <p:pic>
                      <p:nvPicPr>
                        <p:cNvPr id="0" name="Object 111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057" y="2786"/>
                          <a:ext cx="344"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33511"/>
                                        </p:tgtEl>
                                        <p:attrNameLst>
                                          <p:attrName>style.visibility</p:attrName>
                                        </p:attrNameLst>
                                      </p:cBhvr>
                                      <p:to>
                                        <p:strVal val="visible"/>
                                      </p:to>
                                    </p:set>
                                    <p:animEffect transition="in" filter="wipe(up)">
                                      <p:cBhvr>
                                        <p:cTn id="7" dur="2000"/>
                                        <p:tgtEl>
                                          <p:spTgt spid="5335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33506">
                                            <p:txEl>
                                              <p:pRg st="0" end="0"/>
                                            </p:txEl>
                                          </p:spTgt>
                                        </p:tgtEl>
                                        <p:attrNameLst>
                                          <p:attrName>style.visibility</p:attrName>
                                        </p:attrNameLst>
                                      </p:cBhvr>
                                      <p:to>
                                        <p:strVal val="visible"/>
                                      </p:to>
                                    </p:set>
                                    <p:animEffect transition="in" filter="wipe(up)">
                                      <p:cBhvr>
                                        <p:cTn id="12" dur="2000"/>
                                        <p:tgtEl>
                                          <p:spTgt spid="53350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33521">
                                            <p:txEl>
                                              <p:pRg st="0" end="0"/>
                                            </p:txEl>
                                          </p:spTgt>
                                        </p:tgtEl>
                                        <p:attrNameLst>
                                          <p:attrName>style.visibility</p:attrName>
                                        </p:attrNameLst>
                                      </p:cBhvr>
                                      <p:to>
                                        <p:strVal val="visible"/>
                                      </p:to>
                                    </p:set>
                                    <p:animEffect transition="in" filter="wipe(up)">
                                      <p:cBhvr>
                                        <p:cTn id="17" dur="2000"/>
                                        <p:tgtEl>
                                          <p:spTgt spid="53352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33516"/>
                                        </p:tgtEl>
                                        <p:attrNameLst>
                                          <p:attrName>style.visibility</p:attrName>
                                        </p:attrNameLst>
                                      </p:cBhvr>
                                      <p:to>
                                        <p:strVal val="visible"/>
                                      </p:to>
                                    </p:set>
                                    <p:animEffect transition="in" filter="wipe(up)">
                                      <p:cBhvr>
                                        <p:cTn id="22" dur="2000"/>
                                        <p:tgtEl>
                                          <p:spTgt spid="5335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533515"/>
                                        </p:tgtEl>
                                        <p:attrNameLst>
                                          <p:attrName>style.visibility</p:attrName>
                                        </p:attrNameLst>
                                      </p:cBhvr>
                                      <p:to>
                                        <p:strVal val="visible"/>
                                      </p:to>
                                    </p:set>
                                    <p:animEffect transition="in" filter="wipe(up)">
                                      <p:cBhvr>
                                        <p:cTn id="27" dur="2000"/>
                                        <p:tgtEl>
                                          <p:spTgt spid="5335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533561"/>
                                        </p:tgtEl>
                                        <p:attrNameLst>
                                          <p:attrName>style.visibility</p:attrName>
                                        </p:attrNameLst>
                                      </p:cBhvr>
                                      <p:to>
                                        <p:strVal val="visible"/>
                                      </p:to>
                                    </p:set>
                                    <p:animEffect transition="in" filter="wipe(up)">
                                      <p:cBhvr>
                                        <p:cTn id="32" dur="2000"/>
                                        <p:tgtEl>
                                          <p:spTgt spid="533561"/>
                                        </p:tgtEl>
                                      </p:cBhvr>
                                    </p:animEffect>
                                  </p:childTnLst>
                                </p:cTn>
                              </p:par>
                            </p:childTnLst>
                          </p:cTn>
                        </p:par>
                        <p:par>
                          <p:cTn id="33" fill="hold" nodeType="afterGroup">
                            <p:stCondLst>
                              <p:cond delay="2000"/>
                            </p:stCondLst>
                            <p:childTnLst>
                              <p:par>
                                <p:cTn id="34" presetID="10" presetClass="entr" presetSubtype="0" fill="hold" nodeType="afterEffect">
                                  <p:stCondLst>
                                    <p:cond delay="0"/>
                                  </p:stCondLst>
                                  <p:childTnLst>
                                    <p:set>
                                      <p:cBhvr>
                                        <p:cTn id="35" dur="1" fill="hold">
                                          <p:stCondLst>
                                            <p:cond delay="0"/>
                                          </p:stCondLst>
                                        </p:cTn>
                                        <p:tgtEl>
                                          <p:spTgt spid="533569"/>
                                        </p:tgtEl>
                                        <p:attrNameLst>
                                          <p:attrName>style.visibility</p:attrName>
                                        </p:attrNameLst>
                                      </p:cBhvr>
                                      <p:to>
                                        <p:strVal val="visible"/>
                                      </p:to>
                                    </p:set>
                                    <p:animEffect transition="in" filter="fade">
                                      <p:cBhvr>
                                        <p:cTn id="36" dur="2000"/>
                                        <p:tgtEl>
                                          <p:spTgt spid="533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1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2">
            <a:extLst>
              <a:ext uri="{FF2B5EF4-FFF2-40B4-BE49-F238E27FC236}">
                <a16:creationId xmlns:a16="http://schemas.microsoft.com/office/drawing/2014/main" id="{12A41391-53BF-AC01-B74D-21D5135DA29D}"/>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9772101-AFDE-4BEE-84B0-CE8BBB831C65}" type="slidenum">
              <a:rPr lang="en-US" altLang="zh-CN" sz="1400">
                <a:ea typeface="宋体" panose="02010600030101010101" pitchFamily="2" charset="-122"/>
              </a:rPr>
              <a:pPr/>
              <a:t>19</a:t>
            </a:fld>
            <a:endParaRPr lang="en-US" altLang="zh-CN" sz="1400">
              <a:ea typeface="宋体" panose="02010600030101010101" pitchFamily="2" charset="-122"/>
            </a:endParaRPr>
          </a:p>
        </p:txBody>
      </p:sp>
      <p:sp>
        <p:nvSpPr>
          <p:cNvPr id="32771" name="AutoShape 10">
            <a:hlinkClick r:id="rId3" action="ppaction://hlinksldjump" highlightClick="1"/>
            <a:extLst>
              <a:ext uri="{FF2B5EF4-FFF2-40B4-BE49-F238E27FC236}">
                <a16:creationId xmlns:a16="http://schemas.microsoft.com/office/drawing/2014/main" id="{625ED9BD-7248-9650-AA2F-724A08E9DC99}"/>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2772" name="AutoShape 11">
            <a:hlinkClick r:id="" action="ppaction://hlinkshowjump?jump=previousslide" highlightClick="1"/>
            <a:extLst>
              <a:ext uri="{FF2B5EF4-FFF2-40B4-BE49-F238E27FC236}">
                <a16:creationId xmlns:a16="http://schemas.microsoft.com/office/drawing/2014/main" id="{64F1A22D-BCEE-1357-7FD0-C434CFC6384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2773" name="AutoShape 12">
            <a:hlinkClick r:id="" action="ppaction://hlinkshowjump?jump=nextslide" highlightClick="1"/>
            <a:extLst>
              <a:ext uri="{FF2B5EF4-FFF2-40B4-BE49-F238E27FC236}">
                <a16:creationId xmlns:a16="http://schemas.microsoft.com/office/drawing/2014/main" id="{673F78EE-915F-237A-D95C-FA7179D43950}"/>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2774" name="AutoShape 13">
            <a:hlinkClick r:id="" action="ppaction://hlinkshowjump?jump=lastslide" highlightClick="1"/>
            <a:extLst>
              <a:ext uri="{FF2B5EF4-FFF2-40B4-BE49-F238E27FC236}">
                <a16:creationId xmlns:a16="http://schemas.microsoft.com/office/drawing/2014/main" id="{79B571AC-74B4-E472-B4C3-3C79BF94C895}"/>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49263" name="Text Box 15">
            <a:extLst>
              <a:ext uri="{FF2B5EF4-FFF2-40B4-BE49-F238E27FC236}">
                <a16:creationId xmlns:a16="http://schemas.microsoft.com/office/drawing/2014/main" id="{1C0F8CAA-7F5E-1018-8E74-4018A2720AC8}"/>
              </a:ext>
            </a:extLst>
          </p:cNvPr>
          <p:cNvSpPr txBox="1">
            <a:spLocks noChangeArrowheads="1"/>
          </p:cNvSpPr>
          <p:nvPr/>
        </p:nvSpPr>
        <p:spPr bwMode="auto">
          <a:xfrm>
            <a:off x="333375" y="739775"/>
            <a:ext cx="730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buFontTx/>
              <a:buBlip>
                <a:blip r:embed="rId4"/>
              </a:buBlip>
            </a:pPr>
            <a:r>
              <a:rPr kumimoji="1" lang="en-US" altLang="zh-CN" b="1">
                <a:solidFill>
                  <a:schemeClr val="bg1"/>
                </a:solidFill>
              </a:rPr>
              <a:t>  </a:t>
            </a:r>
            <a:r>
              <a:rPr kumimoji="1" lang="zh-CN" altLang="en-US" b="1">
                <a:solidFill>
                  <a:srgbClr val="FF7C80"/>
                </a:solidFill>
                <a:ea typeface="幼圆" panose="02010509060101010101" pitchFamily="49" charset="-122"/>
              </a:rPr>
              <a:t>计算电容的方法二：</a:t>
            </a:r>
          </a:p>
        </p:txBody>
      </p:sp>
      <p:sp>
        <p:nvSpPr>
          <p:cNvPr id="949264" name="Rectangle 16">
            <a:extLst>
              <a:ext uri="{FF2B5EF4-FFF2-40B4-BE49-F238E27FC236}">
                <a16:creationId xmlns:a16="http://schemas.microsoft.com/office/drawing/2014/main" id="{8DD50884-7732-4F90-F5D5-B8EC64253728}"/>
              </a:ext>
            </a:extLst>
          </p:cNvPr>
          <p:cNvSpPr>
            <a:spLocks noChangeArrowheads="1"/>
          </p:cNvSpPr>
          <p:nvPr/>
        </p:nvSpPr>
        <p:spPr bwMode="auto">
          <a:xfrm>
            <a:off x="701675" y="1125538"/>
            <a:ext cx="6626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Times New Roman" panose="02020603050405020304" pitchFamily="18" charset="0"/>
              </a:rPr>
              <a:t> (1)  </a:t>
            </a:r>
            <a:r>
              <a:rPr kumimoji="1" lang="zh-CN" altLang="en-US" b="1">
                <a:solidFill>
                  <a:schemeClr val="bg1"/>
                </a:solidFill>
                <a:latin typeface="Times New Roman" panose="02020603050405020304" pitchFamily="18" charset="0"/>
              </a:rPr>
              <a:t>假定两电极间的电位差为</a:t>
            </a:r>
            <a:r>
              <a:rPr kumimoji="1" lang="en-US" altLang="zh-CN" b="1" i="1">
                <a:solidFill>
                  <a:schemeClr val="bg1"/>
                </a:solidFill>
                <a:latin typeface="Times New Roman" panose="02020603050405020304" pitchFamily="18" charset="0"/>
              </a:rPr>
              <a:t>U </a:t>
            </a:r>
            <a:r>
              <a:rPr kumimoji="1" lang="zh-CN" altLang="en-US" b="1">
                <a:solidFill>
                  <a:schemeClr val="bg1"/>
                </a:solidFill>
                <a:latin typeface="Times New Roman" panose="02020603050405020304" pitchFamily="18" charset="0"/>
              </a:rPr>
              <a:t>；</a:t>
            </a:r>
          </a:p>
        </p:txBody>
      </p:sp>
      <p:grpSp>
        <p:nvGrpSpPr>
          <p:cNvPr id="949265" name="Group 17">
            <a:extLst>
              <a:ext uri="{FF2B5EF4-FFF2-40B4-BE49-F238E27FC236}">
                <a16:creationId xmlns:a16="http://schemas.microsoft.com/office/drawing/2014/main" id="{86B90EAC-A4FD-CF4A-565F-079DDAC82D9F}"/>
              </a:ext>
            </a:extLst>
          </p:cNvPr>
          <p:cNvGrpSpPr>
            <a:grpSpLocks/>
          </p:cNvGrpSpPr>
          <p:nvPr/>
        </p:nvGrpSpPr>
        <p:grpSpPr bwMode="auto">
          <a:xfrm>
            <a:off x="555625" y="2924175"/>
            <a:ext cx="6626225" cy="576263"/>
            <a:chOff x="203" y="3067"/>
            <a:chExt cx="4174" cy="363"/>
          </a:xfrm>
        </p:grpSpPr>
        <p:sp>
          <p:nvSpPr>
            <p:cNvPr id="32822" name="Rectangle 18">
              <a:extLst>
                <a:ext uri="{FF2B5EF4-FFF2-40B4-BE49-F238E27FC236}">
                  <a16:creationId xmlns:a16="http://schemas.microsoft.com/office/drawing/2014/main" id="{3F1EC51D-D9AF-FEF5-9479-DF0593C70371}"/>
                </a:ext>
              </a:extLst>
            </p:cNvPr>
            <p:cNvSpPr>
              <a:spLocks noChangeArrowheads="1"/>
            </p:cNvSpPr>
            <p:nvPr/>
          </p:nvSpPr>
          <p:spPr bwMode="auto">
            <a:xfrm>
              <a:off x="203" y="3067"/>
              <a:ext cx="417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Times New Roman" panose="02020603050405020304" pitchFamily="18" charset="0"/>
                </a:rPr>
                <a:t>   (4)  </a:t>
              </a:r>
              <a:r>
                <a:rPr kumimoji="1" lang="zh-CN" altLang="en-US" b="1">
                  <a:solidFill>
                    <a:schemeClr val="bg1"/>
                  </a:solidFill>
                  <a:latin typeface="Times New Roman" panose="02020603050405020304" pitchFamily="18" charset="0"/>
                </a:rPr>
                <a:t>由                  </a:t>
              </a:r>
              <a:r>
                <a:rPr kumimoji="1" lang="zh-CN" altLang="en-US" b="1">
                  <a:solidFill>
                    <a:schemeClr val="bg1"/>
                  </a:solidFill>
                  <a:latin typeface="Times New Roman" panose="02020603050405020304" pitchFamily="18" charset="0"/>
                  <a:sym typeface="Symbol" panose="05050102010706020507" pitchFamily="18" charset="2"/>
                </a:rPr>
                <a:t>得到</a:t>
              </a:r>
              <a:r>
                <a:rPr kumimoji="1" lang="zh-CN" altLang="en-US" b="1" i="1">
                  <a:solidFill>
                    <a:schemeClr val="bg1"/>
                  </a:solidFill>
                  <a:latin typeface="Times New Roman" panose="02020603050405020304" pitchFamily="18" charset="0"/>
                </a:rPr>
                <a:t>       </a:t>
              </a:r>
              <a:r>
                <a:rPr kumimoji="1" lang="en-US" altLang="zh-CN" b="1">
                  <a:solidFill>
                    <a:schemeClr val="bg1"/>
                  </a:solidFill>
                  <a:latin typeface="Times New Roman" panose="02020603050405020304" pitchFamily="18" charset="0"/>
                  <a:sym typeface="Symbol" panose="05050102010706020507" pitchFamily="18" charset="2"/>
                </a:rPr>
                <a:t>;</a:t>
              </a:r>
              <a:endParaRPr kumimoji="1" lang="en-US" altLang="zh-CN" b="1">
                <a:solidFill>
                  <a:schemeClr val="bg1"/>
                </a:solidFill>
                <a:latin typeface="Times New Roman" panose="02020603050405020304" pitchFamily="18" charset="0"/>
              </a:endParaRPr>
            </a:p>
          </p:txBody>
        </p:sp>
        <p:graphicFrame>
          <p:nvGraphicFramePr>
            <p:cNvPr id="32823" name="Object 19">
              <a:extLst>
                <a:ext uri="{FF2B5EF4-FFF2-40B4-BE49-F238E27FC236}">
                  <a16:creationId xmlns:a16="http://schemas.microsoft.com/office/drawing/2014/main" id="{EB6350DC-EFF9-8352-8E47-44B41C9ECB2A}"/>
                </a:ext>
              </a:extLst>
            </p:cNvPr>
            <p:cNvGraphicFramePr>
              <a:graphicFrameLocks noChangeAspect="1"/>
            </p:cNvGraphicFramePr>
            <p:nvPr>
              <p:extLst>
                <p:ext uri="{D42A27DB-BD31-4B8C-83A1-F6EECF244321}">
                  <p14:modId xmlns:p14="http://schemas.microsoft.com/office/powerpoint/2010/main" val="3386885269"/>
                </p:ext>
              </p:extLst>
            </p:nvPr>
          </p:nvGraphicFramePr>
          <p:xfrm>
            <a:off x="930" y="3113"/>
            <a:ext cx="832" cy="317"/>
          </p:xfrm>
          <a:graphic>
            <a:graphicData uri="http://schemas.openxmlformats.org/presentationml/2006/ole">
              <mc:AlternateContent xmlns:mc="http://schemas.openxmlformats.org/markup-compatibility/2006">
                <mc:Choice xmlns:v="urn:schemas-microsoft-com:vml" Requires="v">
                  <p:oleObj name="公式" r:id="rId5" imgW="520894" imgH="158885" progId="Equation.3">
                    <p:embed/>
                  </p:oleObj>
                </mc:Choice>
                <mc:Fallback>
                  <p:oleObj name="公式" r:id="rId5" imgW="520894" imgH="158885"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 y="3113"/>
                          <a:ext cx="83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24" name="Object 20">
              <a:extLst>
                <a:ext uri="{FF2B5EF4-FFF2-40B4-BE49-F238E27FC236}">
                  <a16:creationId xmlns:a16="http://schemas.microsoft.com/office/drawing/2014/main" id="{114069F1-5918-5340-09DC-1D07C874F2F4}"/>
                </a:ext>
              </a:extLst>
            </p:cNvPr>
            <p:cNvGraphicFramePr>
              <a:graphicFrameLocks noChangeAspect="1"/>
            </p:cNvGraphicFramePr>
            <p:nvPr>
              <p:extLst>
                <p:ext uri="{D42A27DB-BD31-4B8C-83A1-F6EECF244321}">
                  <p14:modId xmlns:p14="http://schemas.microsoft.com/office/powerpoint/2010/main" val="1825360897"/>
                </p:ext>
              </p:extLst>
            </p:nvPr>
          </p:nvGraphicFramePr>
          <p:xfrm>
            <a:off x="2200" y="3113"/>
            <a:ext cx="283" cy="317"/>
          </p:xfrm>
          <a:graphic>
            <a:graphicData uri="http://schemas.openxmlformats.org/presentationml/2006/ole">
              <mc:AlternateContent xmlns:mc="http://schemas.openxmlformats.org/markup-compatibility/2006">
                <mc:Choice xmlns:v="urn:schemas-microsoft-com:vml" Requires="v">
                  <p:oleObj name="公式" r:id="rId7" imgW="127186" imgH="158885" progId="Equation.3">
                    <p:embed/>
                  </p:oleObj>
                </mc:Choice>
                <mc:Fallback>
                  <p:oleObj name="公式" r:id="rId7" imgW="127186" imgH="158885"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0" y="3113"/>
                          <a:ext cx="283"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49269" name="Rectangle 21">
            <a:extLst>
              <a:ext uri="{FF2B5EF4-FFF2-40B4-BE49-F238E27FC236}">
                <a16:creationId xmlns:a16="http://schemas.microsoft.com/office/drawing/2014/main" id="{C69EE30D-4FF7-64CD-EE96-01DAEB1A8954}"/>
              </a:ext>
            </a:extLst>
          </p:cNvPr>
          <p:cNvSpPr>
            <a:spLocks noChangeArrowheads="1"/>
          </p:cNvSpPr>
          <p:nvPr/>
        </p:nvSpPr>
        <p:spPr bwMode="auto">
          <a:xfrm>
            <a:off x="701675" y="1709738"/>
            <a:ext cx="6626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Times New Roman" panose="02020603050405020304" pitchFamily="18" charset="0"/>
              </a:rPr>
              <a:t> (2)  </a:t>
            </a:r>
            <a:r>
              <a:rPr kumimoji="1" lang="zh-CN" altLang="en-US" b="1">
                <a:solidFill>
                  <a:schemeClr val="bg1"/>
                </a:solidFill>
                <a:latin typeface="Times New Roman" panose="02020603050405020304" pitchFamily="18" charset="0"/>
              </a:rPr>
              <a:t>计算两电极间的电位分布</a:t>
            </a:r>
            <a:r>
              <a:rPr kumimoji="1" lang="zh-CN" altLang="en-US" i="1">
                <a:solidFill>
                  <a:schemeClr val="bg1"/>
                </a:solidFill>
                <a:latin typeface="Times New Roman" panose="02020603050405020304" pitchFamily="18" charset="0"/>
                <a:sym typeface="Symbol" panose="05050102010706020507" pitchFamily="18" charset="2"/>
              </a:rPr>
              <a:t></a:t>
            </a:r>
            <a:r>
              <a:rPr kumimoji="1" lang="zh-CN" altLang="en-US" b="1" i="1">
                <a:solidFill>
                  <a:schemeClr val="bg1"/>
                </a:solidFill>
                <a:latin typeface="Times New Roman" panose="02020603050405020304" pitchFamily="18" charset="0"/>
                <a:sym typeface="Symbol" panose="05050102010706020507" pitchFamily="18" charset="2"/>
              </a:rPr>
              <a:t> </a:t>
            </a:r>
            <a:r>
              <a:rPr kumimoji="1" lang="zh-CN" altLang="en-US" b="1">
                <a:solidFill>
                  <a:schemeClr val="bg1"/>
                </a:solidFill>
                <a:latin typeface="Times New Roman" panose="02020603050405020304" pitchFamily="18" charset="0"/>
              </a:rPr>
              <a:t>；</a:t>
            </a:r>
          </a:p>
        </p:txBody>
      </p:sp>
      <p:grpSp>
        <p:nvGrpSpPr>
          <p:cNvPr id="949270" name="Group 22">
            <a:extLst>
              <a:ext uri="{FF2B5EF4-FFF2-40B4-BE49-F238E27FC236}">
                <a16:creationId xmlns:a16="http://schemas.microsoft.com/office/drawing/2014/main" id="{28B3A3FF-2F66-CEA5-D0B8-9DA72AE1A966}"/>
              </a:ext>
            </a:extLst>
          </p:cNvPr>
          <p:cNvGrpSpPr>
            <a:grpSpLocks/>
          </p:cNvGrpSpPr>
          <p:nvPr/>
        </p:nvGrpSpPr>
        <p:grpSpPr bwMode="auto">
          <a:xfrm>
            <a:off x="611188" y="2276475"/>
            <a:ext cx="6626225" cy="576263"/>
            <a:chOff x="249" y="2704"/>
            <a:chExt cx="4174" cy="363"/>
          </a:xfrm>
        </p:grpSpPr>
        <p:graphicFrame>
          <p:nvGraphicFramePr>
            <p:cNvPr id="32820" name="Object 23">
              <a:extLst>
                <a:ext uri="{FF2B5EF4-FFF2-40B4-BE49-F238E27FC236}">
                  <a16:creationId xmlns:a16="http://schemas.microsoft.com/office/drawing/2014/main" id="{AF659F17-0E75-37FB-35BA-BB47A098FED6}"/>
                </a:ext>
              </a:extLst>
            </p:cNvPr>
            <p:cNvGraphicFramePr>
              <a:graphicFrameLocks noChangeAspect="1"/>
            </p:cNvGraphicFramePr>
            <p:nvPr>
              <p:extLst>
                <p:ext uri="{D42A27DB-BD31-4B8C-83A1-F6EECF244321}">
                  <p14:modId xmlns:p14="http://schemas.microsoft.com/office/powerpoint/2010/main" val="229380305"/>
                </p:ext>
              </p:extLst>
            </p:nvPr>
          </p:nvGraphicFramePr>
          <p:xfrm>
            <a:off x="930" y="2764"/>
            <a:ext cx="770" cy="303"/>
          </p:xfrm>
          <a:graphic>
            <a:graphicData uri="http://schemas.openxmlformats.org/presentationml/2006/ole">
              <mc:AlternateContent xmlns:mc="http://schemas.openxmlformats.org/markup-compatibility/2006">
                <mc:Choice xmlns:v="urn:schemas-microsoft-com:vml" Requires="v">
                  <p:oleObj name="公式" r:id="rId9" imgW="539931" imgH="164965" progId="Equation.3">
                    <p:embed/>
                  </p:oleObj>
                </mc:Choice>
                <mc:Fallback>
                  <p:oleObj name="公式" r:id="rId9" imgW="539931" imgH="164965"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0" y="2764"/>
                          <a:ext cx="770"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821" name="Rectangle 24">
              <a:extLst>
                <a:ext uri="{FF2B5EF4-FFF2-40B4-BE49-F238E27FC236}">
                  <a16:creationId xmlns:a16="http://schemas.microsoft.com/office/drawing/2014/main" id="{4A6DF3AB-56DD-43FF-D016-B9F11C5997A8}"/>
                </a:ext>
              </a:extLst>
            </p:cNvPr>
            <p:cNvSpPr>
              <a:spLocks noChangeArrowheads="1"/>
            </p:cNvSpPr>
            <p:nvPr/>
          </p:nvSpPr>
          <p:spPr bwMode="auto">
            <a:xfrm>
              <a:off x="249" y="2704"/>
              <a:ext cx="417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Times New Roman" panose="02020603050405020304" pitchFamily="18" charset="0"/>
                </a:rPr>
                <a:t>  (3)  </a:t>
              </a:r>
              <a:r>
                <a:rPr kumimoji="1" lang="zh-CN" altLang="en-US" b="1">
                  <a:solidFill>
                    <a:schemeClr val="bg1"/>
                  </a:solidFill>
                  <a:latin typeface="Times New Roman" panose="02020603050405020304" pitchFamily="18" charset="0"/>
                </a:rPr>
                <a:t>由                 </a:t>
              </a:r>
              <a:r>
                <a:rPr kumimoji="1" lang="zh-CN" altLang="en-US" b="1">
                  <a:solidFill>
                    <a:schemeClr val="bg1"/>
                  </a:solidFill>
                  <a:latin typeface="Times New Roman" panose="02020603050405020304" pitchFamily="18" charset="0"/>
                  <a:sym typeface="Symbol" panose="05050102010706020507" pitchFamily="18" charset="2"/>
                </a:rPr>
                <a:t>得到</a:t>
              </a:r>
              <a:r>
                <a:rPr kumimoji="1" lang="en-US" altLang="zh-CN" b="1" i="1">
                  <a:solidFill>
                    <a:schemeClr val="bg1"/>
                  </a:solidFill>
                  <a:latin typeface="Times New Roman" panose="02020603050405020304" pitchFamily="18" charset="0"/>
                  <a:sym typeface="Symbol" panose="05050102010706020507" pitchFamily="18" charset="2"/>
                </a:rPr>
                <a:t>E </a:t>
              </a:r>
              <a:r>
                <a:rPr kumimoji="1" lang="en-US" altLang="zh-CN" b="1">
                  <a:solidFill>
                    <a:schemeClr val="bg1"/>
                  </a:solidFill>
                  <a:latin typeface="Times New Roman" panose="02020603050405020304" pitchFamily="18" charset="0"/>
                  <a:sym typeface="Symbol" panose="05050102010706020507" pitchFamily="18" charset="2"/>
                </a:rPr>
                <a:t>;</a:t>
              </a:r>
              <a:r>
                <a:rPr kumimoji="1" lang="en-US" altLang="zh-CN" b="1">
                  <a:solidFill>
                    <a:schemeClr val="bg1"/>
                  </a:solidFill>
                  <a:latin typeface="Times New Roman" panose="02020603050405020304" pitchFamily="18" charset="0"/>
                </a:rPr>
                <a:t> </a:t>
              </a:r>
            </a:p>
          </p:txBody>
        </p:sp>
      </p:grpSp>
      <p:grpSp>
        <p:nvGrpSpPr>
          <p:cNvPr id="949273" name="Group 25">
            <a:extLst>
              <a:ext uri="{FF2B5EF4-FFF2-40B4-BE49-F238E27FC236}">
                <a16:creationId xmlns:a16="http://schemas.microsoft.com/office/drawing/2014/main" id="{6A34C951-D97C-0BC2-DAB8-EA015057B519}"/>
              </a:ext>
            </a:extLst>
          </p:cNvPr>
          <p:cNvGrpSpPr>
            <a:grpSpLocks/>
          </p:cNvGrpSpPr>
          <p:nvPr/>
        </p:nvGrpSpPr>
        <p:grpSpPr bwMode="auto">
          <a:xfrm>
            <a:off x="701675" y="3548063"/>
            <a:ext cx="6626225" cy="781050"/>
            <a:chOff x="295" y="3345"/>
            <a:chExt cx="4174" cy="492"/>
          </a:xfrm>
        </p:grpSpPr>
        <p:graphicFrame>
          <p:nvGraphicFramePr>
            <p:cNvPr id="32818" name="Object 26">
              <a:extLst>
                <a:ext uri="{FF2B5EF4-FFF2-40B4-BE49-F238E27FC236}">
                  <a16:creationId xmlns:a16="http://schemas.microsoft.com/office/drawing/2014/main" id="{9049A9E2-64E7-2BE1-E682-42583F017FC6}"/>
                </a:ext>
              </a:extLst>
            </p:cNvPr>
            <p:cNvGraphicFramePr>
              <a:graphicFrameLocks noChangeAspect="1"/>
            </p:cNvGraphicFramePr>
            <p:nvPr>
              <p:extLst>
                <p:ext uri="{D42A27DB-BD31-4B8C-83A1-F6EECF244321}">
                  <p14:modId xmlns:p14="http://schemas.microsoft.com/office/powerpoint/2010/main" val="2065275231"/>
                </p:ext>
              </p:extLst>
            </p:nvPr>
          </p:nvGraphicFramePr>
          <p:xfrm>
            <a:off x="945" y="3363"/>
            <a:ext cx="966" cy="474"/>
          </p:xfrm>
          <a:graphic>
            <a:graphicData uri="http://schemas.openxmlformats.org/presentationml/2006/ole">
              <mc:AlternateContent xmlns:mc="http://schemas.openxmlformats.org/markup-compatibility/2006">
                <mc:Choice xmlns:v="urn:schemas-microsoft-com:vml" Requires="v">
                  <p:oleObj name="公式" r:id="rId11" imgW="641194" imgH="273185" progId="Equation.3">
                    <p:embed/>
                  </p:oleObj>
                </mc:Choice>
                <mc:Fallback>
                  <p:oleObj name="公式" r:id="rId11" imgW="641194" imgH="273185" progId="Equation.3">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5" y="3363"/>
                          <a:ext cx="966" cy="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819" name="Rectangle 27">
              <a:extLst>
                <a:ext uri="{FF2B5EF4-FFF2-40B4-BE49-F238E27FC236}">
                  <a16:creationId xmlns:a16="http://schemas.microsoft.com/office/drawing/2014/main" id="{DAF109C1-2E0E-354F-ED16-61B60EFC568D}"/>
                </a:ext>
              </a:extLst>
            </p:cNvPr>
            <p:cNvSpPr>
              <a:spLocks noChangeArrowheads="1"/>
            </p:cNvSpPr>
            <p:nvPr/>
          </p:nvSpPr>
          <p:spPr bwMode="auto">
            <a:xfrm>
              <a:off x="295" y="3345"/>
              <a:ext cx="417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Times New Roman" panose="02020603050405020304" pitchFamily="18" charset="0"/>
                </a:rPr>
                <a:t> (5)  </a:t>
              </a:r>
              <a:r>
                <a:rPr kumimoji="1" lang="zh-CN" altLang="en-US" b="1">
                  <a:solidFill>
                    <a:schemeClr val="bg1"/>
                  </a:solidFill>
                  <a:latin typeface="Times New Roman" panose="02020603050405020304" pitchFamily="18" charset="0"/>
                </a:rPr>
                <a:t>由	                     ，求出导体的电荷</a:t>
              </a:r>
              <a:r>
                <a:rPr kumimoji="1" lang="en-US" altLang="zh-CN" b="1" i="1">
                  <a:solidFill>
                    <a:schemeClr val="bg1"/>
                  </a:solidFill>
                  <a:latin typeface="Times New Roman" panose="02020603050405020304" pitchFamily="18" charset="0"/>
                </a:rPr>
                <a:t>q </a:t>
              </a:r>
              <a:r>
                <a:rPr kumimoji="1" lang="zh-CN" altLang="en-US" b="1">
                  <a:solidFill>
                    <a:schemeClr val="bg1"/>
                  </a:solidFill>
                  <a:latin typeface="Times New Roman" panose="02020603050405020304" pitchFamily="18" charset="0"/>
                </a:rPr>
                <a:t>；</a:t>
              </a:r>
            </a:p>
          </p:txBody>
        </p:sp>
      </p:grpSp>
      <p:grpSp>
        <p:nvGrpSpPr>
          <p:cNvPr id="949276" name="Group 28">
            <a:extLst>
              <a:ext uri="{FF2B5EF4-FFF2-40B4-BE49-F238E27FC236}">
                <a16:creationId xmlns:a16="http://schemas.microsoft.com/office/drawing/2014/main" id="{CD56969F-C2DB-F2BA-32B3-C4CBA96D3074}"/>
              </a:ext>
            </a:extLst>
          </p:cNvPr>
          <p:cNvGrpSpPr>
            <a:grpSpLocks/>
          </p:cNvGrpSpPr>
          <p:nvPr/>
        </p:nvGrpSpPr>
        <p:grpSpPr bwMode="auto">
          <a:xfrm>
            <a:off x="684213" y="4365625"/>
            <a:ext cx="6626225" cy="576263"/>
            <a:chOff x="312" y="3702"/>
            <a:chExt cx="4174" cy="363"/>
          </a:xfrm>
        </p:grpSpPr>
        <p:graphicFrame>
          <p:nvGraphicFramePr>
            <p:cNvPr id="32816" name="Object 29">
              <a:extLst>
                <a:ext uri="{FF2B5EF4-FFF2-40B4-BE49-F238E27FC236}">
                  <a16:creationId xmlns:a16="http://schemas.microsoft.com/office/drawing/2014/main" id="{C21E3D4D-E4D5-24D2-6FEC-A4FEA2613D20}"/>
                </a:ext>
              </a:extLst>
            </p:cNvPr>
            <p:cNvGraphicFramePr>
              <a:graphicFrameLocks noChangeAspect="1"/>
            </p:cNvGraphicFramePr>
            <p:nvPr>
              <p:extLst>
                <p:ext uri="{D42A27DB-BD31-4B8C-83A1-F6EECF244321}">
                  <p14:modId xmlns:p14="http://schemas.microsoft.com/office/powerpoint/2010/main" val="3872162738"/>
                </p:ext>
              </p:extLst>
            </p:nvPr>
          </p:nvGraphicFramePr>
          <p:xfrm>
            <a:off x="1329" y="3765"/>
            <a:ext cx="797" cy="300"/>
          </p:xfrm>
          <a:graphic>
            <a:graphicData uri="http://schemas.openxmlformats.org/presentationml/2006/ole">
              <mc:AlternateContent xmlns:mc="http://schemas.openxmlformats.org/markup-compatibility/2006">
                <mc:Choice xmlns:v="urn:schemas-microsoft-com:vml" Requires="v">
                  <p:oleObj name="公式" r:id="rId13" imgW="501452" imgH="139835" progId="Equation.3">
                    <p:embed/>
                  </p:oleObj>
                </mc:Choice>
                <mc:Fallback>
                  <p:oleObj name="公式" r:id="rId13" imgW="501452" imgH="139835" progId="Equation.3">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29" y="3765"/>
                          <a:ext cx="797"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817" name="Rectangle 30">
              <a:extLst>
                <a:ext uri="{FF2B5EF4-FFF2-40B4-BE49-F238E27FC236}">
                  <a16:creationId xmlns:a16="http://schemas.microsoft.com/office/drawing/2014/main" id="{A7084E5E-B9FB-FDD8-038A-0F674F9F36DB}"/>
                </a:ext>
              </a:extLst>
            </p:cNvPr>
            <p:cNvSpPr>
              <a:spLocks noChangeArrowheads="1"/>
            </p:cNvSpPr>
            <p:nvPr/>
          </p:nvSpPr>
          <p:spPr bwMode="auto">
            <a:xfrm>
              <a:off x="312" y="3702"/>
              <a:ext cx="417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chemeClr val="bg1"/>
                  </a:solidFill>
                  <a:latin typeface="Times New Roman" panose="02020603050405020304" pitchFamily="18" charset="0"/>
                </a:rPr>
                <a:t> (6)  </a:t>
              </a:r>
              <a:r>
                <a:rPr kumimoji="1" lang="zh-CN" altLang="en-US" b="1">
                  <a:solidFill>
                    <a:schemeClr val="bg1"/>
                  </a:solidFill>
                  <a:latin typeface="Times New Roman" panose="02020603050405020304" pitchFamily="18" charset="0"/>
                </a:rPr>
                <a:t>求比值                ，即得出所求电容。</a:t>
              </a:r>
            </a:p>
          </p:txBody>
        </p:sp>
      </p:grpSp>
      <p:grpSp>
        <p:nvGrpSpPr>
          <p:cNvPr id="949279" name="Group 31">
            <a:extLst>
              <a:ext uri="{FF2B5EF4-FFF2-40B4-BE49-F238E27FC236}">
                <a16:creationId xmlns:a16="http://schemas.microsoft.com/office/drawing/2014/main" id="{240FE6F5-343C-8A7B-C7F9-8962A8314169}"/>
              </a:ext>
            </a:extLst>
          </p:cNvPr>
          <p:cNvGrpSpPr>
            <a:grpSpLocks/>
          </p:cNvGrpSpPr>
          <p:nvPr/>
        </p:nvGrpSpPr>
        <p:grpSpPr bwMode="auto">
          <a:xfrm>
            <a:off x="755650" y="4967288"/>
            <a:ext cx="7175500" cy="1485900"/>
            <a:chOff x="703" y="1842"/>
            <a:chExt cx="4520" cy="936"/>
          </a:xfrm>
        </p:grpSpPr>
        <p:graphicFrame>
          <p:nvGraphicFramePr>
            <p:cNvPr id="32805" name="Object 32">
              <a:extLst>
                <a:ext uri="{FF2B5EF4-FFF2-40B4-BE49-F238E27FC236}">
                  <a16:creationId xmlns:a16="http://schemas.microsoft.com/office/drawing/2014/main" id="{8F97B579-F526-7927-0F33-615F60B25811}"/>
                </a:ext>
              </a:extLst>
            </p:cNvPr>
            <p:cNvGraphicFramePr>
              <a:graphicFrameLocks noChangeAspect="1"/>
            </p:cNvGraphicFramePr>
            <p:nvPr>
              <p:extLst>
                <p:ext uri="{D42A27DB-BD31-4B8C-83A1-F6EECF244321}">
                  <p14:modId xmlns:p14="http://schemas.microsoft.com/office/powerpoint/2010/main" val="951452708"/>
                </p:ext>
              </p:extLst>
            </p:nvPr>
          </p:nvGraphicFramePr>
          <p:xfrm>
            <a:off x="3046" y="1933"/>
            <a:ext cx="832" cy="317"/>
          </p:xfrm>
          <a:graphic>
            <a:graphicData uri="http://schemas.openxmlformats.org/presentationml/2006/ole">
              <mc:AlternateContent xmlns:mc="http://schemas.openxmlformats.org/markup-compatibility/2006">
                <mc:Choice xmlns:v="urn:schemas-microsoft-com:vml" Requires="v">
                  <p:oleObj name="公式" r:id="rId15" imgW="520894" imgH="158885" progId="Equation.3">
                    <p:embed/>
                  </p:oleObj>
                </mc:Choice>
                <mc:Fallback>
                  <p:oleObj name="公式" r:id="rId15" imgW="520894" imgH="158885" progId="Equation.3">
                    <p:embed/>
                    <p:pic>
                      <p:nvPicPr>
                        <p:cNvPr id="0"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46" y="1933"/>
                          <a:ext cx="83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806" name="Rectangle 33">
              <a:extLst>
                <a:ext uri="{FF2B5EF4-FFF2-40B4-BE49-F238E27FC236}">
                  <a16:creationId xmlns:a16="http://schemas.microsoft.com/office/drawing/2014/main" id="{564F37BB-DDFD-5606-0F24-7ECD3F4F1C37}"/>
                </a:ext>
              </a:extLst>
            </p:cNvPr>
            <p:cNvSpPr>
              <a:spLocks noChangeArrowheads="1"/>
            </p:cNvSpPr>
            <p:nvPr/>
          </p:nvSpPr>
          <p:spPr bwMode="auto">
            <a:xfrm>
              <a:off x="1292" y="1842"/>
              <a:ext cx="54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i="1">
                  <a:solidFill>
                    <a:schemeClr val="bg1"/>
                  </a:solidFill>
                  <a:latin typeface="Times New Roman" panose="02020603050405020304" pitchFamily="18" charset="0"/>
                  <a:sym typeface="Symbol" panose="05050102010706020507" pitchFamily="18" charset="2"/>
                </a:rPr>
                <a:t></a:t>
              </a:r>
              <a:endParaRPr kumimoji="1" lang="en-US" altLang="zh-CN" b="1">
                <a:solidFill>
                  <a:schemeClr val="bg1"/>
                </a:solidFill>
                <a:latin typeface="Times New Roman" panose="02020603050405020304" pitchFamily="18" charset="0"/>
              </a:endParaRPr>
            </a:p>
          </p:txBody>
        </p:sp>
        <p:graphicFrame>
          <p:nvGraphicFramePr>
            <p:cNvPr id="32807" name="Object 34">
              <a:extLst>
                <a:ext uri="{FF2B5EF4-FFF2-40B4-BE49-F238E27FC236}">
                  <a16:creationId xmlns:a16="http://schemas.microsoft.com/office/drawing/2014/main" id="{AA8D9C4D-CA1A-E5B2-4B16-CD5F8602DE81}"/>
                </a:ext>
              </a:extLst>
            </p:cNvPr>
            <p:cNvGraphicFramePr>
              <a:graphicFrameLocks noChangeAspect="1"/>
            </p:cNvGraphicFramePr>
            <p:nvPr>
              <p:extLst>
                <p:ext uri="{D42A27DB-BD31-4B8C-83A1-F6EECF244321}">
                  <p14:modId xmlns:p14="http://schemas.microsoft.com/office/powerpoint/2010/main" val="1478378300"/>
                </p:ext>
              </p:extLst>
            </p:nvPr>
          </p:nvGraphicFramePr>
          <p:xfrm>
            <a:off x="1837" y="1933"/>
            <a:ext cx="770" cy="303"/>
          </p:xfrm>
          <a:graphic>
            <a:graphicData uri="http://schemas.openxmlformats.org/presentationml/2006/ole">
              <mc:AlternateContent xmlns:mc="http://schemas.openxmlformats.org/markup-compatibility/2006">
                <mc:Choice xmlns:v="urn:schemas-microsoft-com:vml" Requires="v">
                  <p:oleObj name="Equation" r:id="rId17" imgW="539931" imgH="164965" progId="Equation.DSMT4">
                    <p:embed/>
                  </p:oleObj>
                </mc:Choice>
                <mc:Fallback>
                  <p:oleObj name="Equation" r:id="rId17" imgW="539931" imgH="164965" progId="Equation.DSMT4">
                    <p:embed/>
                    <p:pic>
                      <p:nvPicPr>
                        <p:cNvPr id="0" name="Object 3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37" y="1933"/>
                          <a:ext cx="770"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808" name="Object 35">
              <a:extLst>
                <a:ext uri="{FF2B5EF4-FFF2-40B4-BE49-F238E27FC236}">
                  <a16:creationId xmlns:a16="http://schemas.microsoft.com/office/drawing/2014/main" id="{187840E2-4479-D070-5B7D-ACA58ABF5E8D}"/>
                </a:ext>
              </a:extLst>
            </p:cNvPr>
            <p:cNvGraphicFramePr>
              <a:graphicFrameLocks noChangeAspect="1"/>
            </p:cNvGraphicFramePr>
            <p:nvPr>
              <p:extLst>
                <p:ext uri="{D42A27DB-BD31-4B8C-83A1-F6EECF244321}">
                  <p14:modId xmlns:p14="http://schemas.microsoft.com/office/powerpoint/2010/main" val="3219747340"/>
                </p:ext>
              </p:extLst>
            </p:nvPr>
          </p:nvGraphicFramePr>
          <p:xfrm>
            <a:off x="4257" y="1866"/>
            <a:ext cx="966" cy="474"/>
          </p:xfrm>
          <a:graphic>
            <a:graphicData uri="http://schemas.openxmlformats.org/presentationml/2006/ole">
              <mc:AlternateContent xmlns:mc="http://schemas.openxmlformats.org/markup-compatibility/2006">
                <mc:Choice xmlns:v="urn:schemas-microsoft-com:vml" Requires="v">
                  <p:oleObj name="公式" r:id="rId19" imgW="641194" imgH="273185" progId="Equation.3">
                    <p:embed/>
                  </p:oleObj>
                </mc:Choice>
                <mc:Fallback>
                  <p:oleObj name="公式" r:id="rId19" imgW="641194" imgH="273185" progId="Equation.3">
                    <p:embed/>
                    <p:pic>
                      <p:nvPicPr>
                        <p:cNvPr id="0" name="Object 3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57" y="1866"/>
                          <a:ext cx="966" cy="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809" name="Object 36">
              <a:extLst>
                <a:ext uri="{FF2B5EF4-FFF2-40B4-BE49-F238E27FC236}">
                  <a16:creationId xmlns:a16="http://schemas.microsoft.com/office/drawing/2014/main" id="{CAF9B006-8965-A655-A912-910807C7DE5B}"/>
                </a:ext>
              </a:extLst>
            </p:cNvPr>
            <p:cNvGraphicFramePr>
              <a:graphicFrameLocks noChangeAspect="1"/>
            </p:cNvGraphicFramePr>
            <p:nvPr>
              <p:extLst>
                <p:ext uri="{D42A27DB-BD31-4B8C-83A1-F6EECF244321}">
                  <p14:modId xmlns:p14="http://schemas.microsoft.com/office/powerpoint/2010/main" val="4066004555"/>
                </p:ext>
              </p:extLst>
            </p:nvPr>
          </p:nvGraphicFramePr>
          <p:xfrm>
            <a:off x="1338" y="2478"/>
            <a:ext cx="797" cy="300"/>
          </p:xfrm>
          <a:graphic>
            <a:graphicData uri="http://schemas.openxmlformats.org/presentationml/2006/ole">
              <mc:AlternateContent xmlns:mc="http://schemas.openxmlformats.org/markup-compatibility/2006">
                <mc:Choice xmlns:v="urn:schemas-microsoft-com:vml" Requires="v">
                  <p:oleObj name="公式" r:id="rId21" imgW="501452" imgH="139835" progId="Equation.3">
                    <p:embed/>
                  </p:oleObj>
                </mc:Choice>
                <mc:Fallback>
                  <p:oleObj name="公式" r:id="rId21" imgW="501452" imgH="139835" progId="Equation.3">
                    <p:embed/>
                    <p:pic>
                      <p:nvPicPr>
                        <p:cNvPr id="0" name="Object 3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38" y="2478"/>
                          <a:ext cx="797"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810" name="Line 37">
              <a:extLst>
                <a:ext uri="{FF2B5EF4-FFF2-40B4-BE49-F238E27FC236}">
                  <a16:creationId xmlns:a16="http://schemas.microsoft.com/office/drawing/2014/main" id="{72CB3626-2479-2632-1296-0BA973B4B5F7}"/>
                </a:ext>
              </a:extLst>
            </p:cNvPr>
            <p:cNvSpPr>
              <a:spLocks noChangeShapeType="1"/>
            </p:cNvSpPr>
            <p:nvPr/>
          </p:nvSpPr>
          <p:spPr bwMode="auto">
            <a:xfrm>
              <a:off x="975" y="2093"/>
              <a:ext cx="317" cy="0"/>
            </a:xfrm>
            <a:prstGeom prst="line">
              <a:avLst/>
            </a:prstGeom>
            <a:noFill/>
            <a:ln w="254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1" name="Rectangle 38">
              <a:extLst>
                <a:ext uri="{FF2B5EF4-FFF2-40B4-BE49-F238E27FC236}">
                  <a16:creationId xmlns:a16="http://schemas.microsoft.com/office/drawing/2014/main" id="{4FCDAC66-6710-5F22-C2BD-DDEF42B27FDC}"/>
                </a:ext>
              </a:extLst>
            </p:cNvPr>
            <p:cNvSpPr>
              <a:spLocks noChangeArrowheads="1"/>
            </p:cNvSpPr>
            <p:nvPr/>
          </p:nvSpPr>
          <p:spPr bwMode="auto">
            <a:xfrm>
              <a:off x="703" y="1933"/>
              <a:ext cx="4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en-US" altLang="zh-CN" b="1" i="1">
                  <a:solidFill>
                    <a:schemeClr val="bg1"/>
                  </a:solidFill>
                  <a:latin typeface="Times New Roman" panose="02020603050405020304" pitchFamily="18" charset="0"/>
                </a:rPr>
                <a:t>U</a:t>
              </a:r>
            </a:p>
          </p:txBody>
        </p:sp>
        <p:sp>
          <p:nvSpPr>
            <p:cNvPr id="32812" name="Line 39">
              <a:extLst>
                <a:ext uri="{FF2B5EF4-FFF2-40B4-BE49-F238E27FC236}">
                  <a16:creationId xmlns:a16="http://schemas.microsoft.com/office/drawing/2014/main" id="{19EB0F56-4EB2-FB5E-D899-6E11236A1625}"/>
                </a:ext>
              </a:extLst>
            </p:cNvPr>
            <p:cNvSpPr>
              <a:spLocks noChangeShapeType="1"/>
            </p:cNvSpPr>
            <p:nvPr/>
          </p:nvSpPr>
          <p:spPr bwMode="auto">
            <a:xfrm>
              <a:off x="1519" y="2115"/>
              <a:ext cx="317" cy="0"/>
            </a:xfrm>
            <a:prstGeom prst="line">
              <a:avLst/>
            </a:prstGeom>
            <a:noFill/>
            <a:ln w="254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3" name="Line 40">
              <a:extLst>
                <a:ext uri="{FF2B5EF4-FFF2-40B4-BE49-F238E27FC236}">
                  <a16:creationId xmlns:a16="http://schemas.microsoft.com/office/drawing/2014/main" id="{BE19E46A-F973-E21F-AA2C-D3E5EDE1C817}"/>
                </a:ext>
              </a:extLst>
            </p:cNvPr>
            <p:cNvSpPr>
              <a:spLocks noChangeShapeType="1"/>
            </p:cNvSpPr>
            <p:nvPr/>
          </p:nvSpPr>
          <p:spPr bwMode="auto">
            <a:xfrm>
              <a:off x="2699" y="2115"/>
              <a:ext cx="317" cy="0"/>
            </a:xfrm>
            <a:prstGeom prst="line">
              <a:avLst/>
            </a:prstGeom>
            <a:noFill/>
            <a:ln w="254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4" name="Line 41">
              <a:extLst>
                <a:ext uri="{FF2B5EF4-FFF2-40B4-BE49-F238E27FC236}">
                  <a16:creationId xmlns:a16="http://schemas.microsoft.com/office/drawing/2014/main" id="{F989EBDC-F9DD-314B-720A-80B9248C1488}"/>
                </a:ext>
              </a:extLst>
            </p:cNvPr>
            <p:cNvSpPr>
              <a:spLocks noChangeShapeType="1"/>
            </p:cNvSpPr>
            <p:nvPr/>
          </p:nvSpPr>
          <p:spPr bwMode="auto">
            <a:xfrm>
              <a:off x="3878" y="2115"/>
              <a:ext cx="317" cy="0"/>
            </a:xfrm>
            <a:prstGeom prst="line">
              <a:avLst/>
            </a:prstGeom>
            <a:noFill/>
            <a:ln w="254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5" name="Line 42">
              <a:extLst>
                <a:ext uri="{FF2B5EF4-FFF2-40B4-BE49-F238E27FC236}">
                  <a16:creationId xmlns:a16="http://schemas.microsoft.com/office/drawing/2014/main" id="{556A1430-AA32-7349-DBC9-76DA3DC86980}"/>
                </a:ext>
              </a:extLst>
            </p:cNvPr>
            <p:cNvSpPr>
              <a:spLocks noChangeShapeType="1"/>
            </p:cNvSpPr>
            <p:nvPr/>
          </p:nvSpPr>
          <p:spPr bwMode="auto">
            <a:xfrm>
              <a:off x="975" y="2614"/>
              <a:ext cx="317" cy="0"/>
            </a:xfrm>
            <a:prstGeom prst="line">
              <a:avLst/>
            </a:prstGeom>
            <a:noFill/>
            <a:ln w="25400">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49263"/>
                                        </p:tgtEl>
                                        <p:attrNameLst>
                                          <p:attrName>style.visibility</p:attrName>
                                        </p:attrNameLst>
                                      </p:cBhvr>
                                      <p:to>
                                        <p:strVal val="visible"/>
                                      </p:to>
                                    </p:set>
                                    <p:animEffect transition="in" filter="wipe(up)">
                                      <p:cBhvr>
                                        <p:cTn id="7" dur="2000"/>
                                        <p:tgtEl>
                                          <p:spTgt spid="9492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49264"/>
                                        </p:tgtEl>
                                        <p:attrNameLst>
                                          <p:attrName>style.visibility</p:attrName>
                                        </p:attrNameLst>
                                      </p:cBhvr>
                                      <p:to>
                                        <p:strVal val="visible"/>
                                      </p:to>
                                    </p:set>
                                    <p:animEffect transition="in" filter="wipe(up)">
                                      <p:cBhvr>
                                        <p:cTn id="12" dur="2000"/>
                                        <p:tgtEl>
                                          <p:spTgt spid="9492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49269"/>
                                        </p:tgtEl>
                                        <p:attrNameLst>
                                          <p:attrName>style.visibility</p:attrName>
                                        </p:attrNameLst>
                                      </p:cBhvr>
                                      <p:to>
                                        <p:strVal val="visible"/>
                                      </p:to>
                                    </p:set>
                                    <p:animEffect transition="in" filter="wipe(up)">
                                      <p:cBhvr>
                                        <p:cTn id="17" dur="2000"/>
                                        <p:tgtEl>
                                          <p:spTgt spid="9492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49270"/>
                                        </p:tgtEl>
                                        <p:attrNameLst>
                                          <p:attrName>style.visibility</p:attrName>
                                        </p:attrNameLst>
                                      </p:cBhvr>
                                      <p:to>
                                        <p:strVal val="visible"/>
                                      </p:to>
                                    </p:set>
                                    <p:animEffect transition="in" filter="wipe(up)">
                                      <p:cBhvr>
                                        <p:cTn id="22" dur="2000"/>
                                        <p:tgtEl>
                                          <p:spTgt spid="9492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949265"/>
                                        </p:tgtEl>
                                        <p:attrNameLst>
                                          <p:attrName>style.visibility</p:attrName>
                                        </p:attrNameLst>
                                      </p:cBhvr>
                                      <p:to>
                                        <p:strVal val="visible"/>
                                      </p:to>
                                    </p:set>
                                    <p:animEffect transition="in" filter="wipe(up)">
                                      <p:cBhvr>
                                        <p:cTn id="27" dur="2000"/>
                                        <p:tgtEl>
                                          <p:spTgt spid="9492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949273"/>
                                        </p:tgtEl>
                                        <p:attrNameLst>
                                          <p:attrName>style.visibility</p:attrName>
                                        </p:attrNameLst>
                                      </p:cBhvr>
                                      <p:to>
                                        <p:strVal val="visible"/>
                                      </p:to>
                                    </p:set>
                                    <p:animEffect transition="in" filter="wipe(up)">
                                      <p:cBhvr>
                                        <p:cTn id="32" dur="2000"/>
                                        <p:tgtEl>
                                          <p:spTgt spid="9492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949276"/>
                                        </p:tgtEl>
                                        <p:attrNameLst>
                                          <p:attrName>style.visibility</p:attrName>
                                        </p:attrNameLst>
                                      </p:cBhvr>
                                      <p:to>
                                        <p:strVal val="visible"/>
                                      </p:to>
                                    </p:set>
                                    <p:animEffect transition="in" filter="wipe(up)">
                                      <p:cBhvr>
                                        <p:cTn id="37" dur="2000"/>
                                        <p:tgtEl>
                                          <p:spTgt spid="9492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949279"/>
                                        </p:tgtEl>
                                        <p:attrNameLst>
                                          <p:attrName>style.visibility</p:attrName>
                                        </p:attrNameLst>
                                      </p:cBhvr>
                                      <p:to>
                                        <p:strVal val="visible"/>
                                      </p:to>
                                    </p:set>
                                    <p:animEffect transition="in" filter="wipe(up)">
                                      <p:cBhvr>
                                        <p:cTn id="42" dur="2000"/>
                                        <p:tgtEl>
                                          <p:spTgt spid="949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9263" grpId="0" autoUpdateAnimBg="0"/>
      <p:bldP spid="949264" grpId="0"/>
      <p:bldP spid="94926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2">
            <a:extLst>
              <a:ext uri="{FF2B5EF4-FFF2-40B4-BE49-F238E27FC236}">
                <a16:creationId xmlns:a16="http://schemas.microsoft.com/office/drawing/2014/main" id="{97C3D87D-A7DC-94C8-512A-5997A0E69AF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33A16E25-FED3-422C-BC0E-389EA636B7A3}" type="slidenum">
              <a:rPr lang="en-US" altLang="zh-CN" sz="1400">
                <a:ea typeface="宋体" panose="02010600030101010101" pitchFamily="2" charset="-122"/>
              </a:rPr>
              <a:pPr/>
              <a:t>20</a:t>
            </a:fld>
            <a:endParaRPr lang="en-US" altLang="zh-CN" sz="1400">
              <a:ea typeface="宋体" panose="02010600030101010101" pitchFamily="2" charset="-122"/>
            </a:endParaRPr>
          </a:p>
        </p:txBody>
      </p:sp>
      <p:sp>
        <p:nvSpPr>
          <p:cNvPr id="951298" name="Text Box 2">
            <a:extLst>
              <a:ext uri="{FF2B5EF4-FFF2-40B4-BE49-F238E27FC236}">
                <a16:creationId xmlns:a16="http://schemas.microsoft.com/office/drawing/2014/main" id="{C8490300-10A2-50CE-C281-3E02059376F3}"/>
              </a:ext>
            </a:extLst>
          </p:cNvPr>
          <p:cNvSpPr txBox="1">
            <a:spLocks noChangeArrowheads="1"/>
          </p:cNvSpPr>
          <p:nvPr/>
        </p:nvSpPr>
        <p:spPr bwMode="auto">
          <a:xfrm>
            <a:off x="69850" y="1524000"/>
            <a:ext cx="6157913" cy="1516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en-US" altLang="zh-CN" b="1">
                <a:solidFill>
                  <a:srgbClr val="FF9933"/>
                </a:solidFill>
                <a:latin typeface="幼圆" panose="02010509060101010101" pitchFamily="49" charset="-122"/>
                <a:ea typeface="幼圆" panose="02010509060101010101" pitchFamily="49" charset="-122"/>
              </a:rPr>
              <a:t>【</a:t>
            </a:r>
            <a:r>
              <a:rPr kumimoji="1" lang="zh-CN" altLang="en-US" b="1">
                <a:solidFill>
                  <a:srgbClr val="FF9933"/>
                </a:solidFill>
                <a:latin typeface="幼圆" panose="02010509060101010101" pitchFamily="49" charset="-122"/>
                <a:ea typeface="幼圆" panose="02010509060101010101" pitchFamily="49" charset="-122"/>
              </a:rPr>
              <a:t>解</a:t>
            </a:r>
            <a:r>
              <a:rPr kumimoji="1" lang="en-US" altLang="zh-CN" b="1">
                <a:solidFill>
                  <a:srgbClr val="FF9933"/>
                </a:solidFill>
                <a:latin typeface="幼圆" panose="02010509060101010101" pitchFamily="49" charset="-122"/>
                <a:ea typeface="幼圆" panose="02010509060101010101" pitchFamily="49" charset="-122"/>
              </a:rPr>
              <a:t>】</a:t>
            </a:r>
            <a:r>
              <a:rPr kumimoji="1" lang="zh-CN" altLang="en-US" b="1">
                <a:solidFill>
                  <a:schemeClr val="bg1"/>
                </a:solidFill>
                <a:latin typeface="楷体_GB2312" pitchFamily="49" charset="-122"/>
              </a:rPr>
              <a:t>设内导体的</a:t>
            </a:r>
            <a:r>
              <a:rPr kumimoji="1" lang="zh-CN" altLang="en-US" b="1">
                <a:solidFill>
                  <a:schemeClr val="bg1"/>
                </a:solidFill>
                <a:latin typeface="Times New Roman" panose="02020603050405020304" pitchFamily="18" charset="0"/>
              </a:rPr>
              <a:t>电荷为</a:t>
            </a:r>
            <a:r>
              <a:rPr kumimoji="1" lang="en-US" altLang="zh-CN" i="1">
                <a:solidFill>
                  <a:schemeClr val="bg1"/>
                </a:solidFill>
                <a:latin typeface="Times New Roman" panose="02020603050405020304" pitchFamily="18" charset="0"/>
              </a:rPr>
              <a:t>q</a:t>
            </a:r>
            <a:r>
              <a:rPr kumimoji="1" lang="en-US" altLang="zh-CN" b="1" i="1">
                <a:solidFill>
                  <a:schemeClr val="bg1"/>
                </a:solidFill>
                <a:latin typeface="Times New Roman" panose="02020603050405020304" pitchFamily="18" charset="0"/>
              </a:rPr>
              <a:t> </a:t>
            </a:r>
            <a:r>
              <a:rPr kumimoji="1" lang="zh-CN" altLang="en-US" b="1">
                <a:solidFill>
                  <a:schemeClr val="bg1"/>
                </a:solidFill>
                <a:latin typeface="楷体_GB2312" pitchFamily="49" charset="-122"/>
              </a:rPr>
              <a:t>，</a:t>
            </a:r>
            <a:r>
              <a:rPr kumimoji="1" lang="zh-CN" altLang="en-US" b="1">
                <a:solidFill>
                  <a:srgbClr val="FF7C80"/>
                </a:solidFill>
                <a:latin typeface="楷体_GB2312" pitchFamily="49" charset="-122"/>
              </a:rPr>
              <a:t>源呈球对称体分布电荷</a:t>
            </a:r>
            <a:r>
              <a:rPr kumimoji="1" lang="zh-CN" altLang="en-US" b="1">
                <a:solidFill>
                  <a:schemeClr val="bg1"/>
                </a:solidFill>
                <a:latin typeface="楷体_GB2312" pitchFamily="49" charset="-122"/>
              </a:rPr>
              <a:t>，则由高斯定理可求得内外导体间的电场</a:t>
            </a:r>
          </a:p>
        </p:txBody>
      </p:sp>
      <p:graphicFrame>
        <p:nvGraphicFramePr>
          <p:cNvPr id="951299" name="Object 3">
            <a:extLst>
              <a:ext uri="{FF2B5EF4-FFF2-40B4-BE49-F238E27FC236}">
                <a16:creationId xmlns:a16="http://schemas.microsoft.com/office/drawing/2014/main" id="{CBD94FAF-3A4F-673C-B77F-89569134B54F}"/>
              </a:ext>
            </a:extLst>
          </p:cNvPr>
          <p:cNvGraphicFramePr>
            <a:graphicFrameLocks noChangeAspect="1"/>
          </p:cNvGraphicFramePr>
          <p:nvPr>
            <p:extLst>
              <p:ext uri="{D42A27DB-BD31-4B8C-83A1-F6EECF244321}">
                <p14:modId xmlns:p14="http://schemas.microsoft.com/office/powerpoint/2010/main" val="2215278135"/>
              </p:ext>
            </p:extLst>
          </p:nvPr>
        </p:nvGraphicFramePr>
        <p:xfrm>
          <a:off x="1331913" y="2565400"/>
          <a:ext cx="3822700" cy="800100"/>
        </p:xfrm>
        <a:graphic>
          <a:graphicData uri="http://schemas.openxmlformats.org/presentationml/2006/ole">
            <mc:AlternateContent xmlns:mc="http://schemas.openxmlformats.org/markup-compatibility/2006">
              <mc:Choice xmlns:v="urn:schemas-microsoft-com:vml" Requires="v">
                <p:oleObj name="Equation" r:id="rId3" imgW="1720652" imgH="323850" progId="Equation.DSMT4">
                  <p:embed/>
                </p:oleObj>
              </mc:Choice>
              <mc:Fallback>
                <p:oleObj name="Equation" r:id="rId3" imgW="1720652" imgH="32385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2565400"/>
                        <a:ext cx="38227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1301" name="Text Box 5">
            <a:extLst>
              <a:ext uri="{FF2B5EF4-FFF2-40B4-BE49-F238E27FC236}">
                <a16:creationId xmlns:a16="http://schemas.microsoft.com/office/drawing/2014/main" id="{BBEC928B-0185-8CDD-3AFD-AF19EBF9E9D8}"/>
              </a:ext>
            </a:extLst>
          </p:cNvPr>
          <p:cNvSpPr txBox="1">
            <a:spLocks noChangeArrowheads="1"/>
          </p:cNvSpPr>
          <p:nvPr/>
        </p:nvSpPr>
        <p:spPr bwMode="auto">
          <a:xfrm>
            <a:off x="288925" y="3476625"/>
            <a:ext cx="38512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chemeClr val="bg1"/>
                </a:solidFill>
                <a:latin typeface="楷体_GB2312" pitchFamily="49" charset="-122"/>
              </a:rPr>
              <a:t>同心导体间的电压</a:t>
            </a:r>
          </a:p>
        </p:txBody>
      </p:sp>
      <p:graphicFrame>
        <p:nvGraphicFramePr>
          <p:cNvPr id="951302" name="Object 6">
            <a:extLst>
              <a:ext uri="{FF2B5EF4-FFF2-40B4-BE49-F238E27FC236}">
                <a16:creationId xmlns:a16="http://schemas.microsoft.com/office/drawing/2014/main" id="{B92A619E-95A2-FF04-542F-D26E92F3DEE8}"/>
              </a:ext>
            </a:extLst>
          </p:cNvPr>
          <p:cNvGraphicFramePr>
            <a:graphicFrameLocks noChangeAspect="1"/>
          </p:cNvGraphicFramePr>
          <p:nvPr>
            <p:extLst>
              <p:ext uri="{D42A27DB-BD31-4B8C-83A1-F6EECF244321}">
                <p14:modId xmlns:p14="http://schemas.microsoft.com/office/powerpoint/2010/main" val="4239127208"/>
              </p:ext>
            </p:extLst>
          </p:nvPr>
        </p:nvGraphicFramePr>
        <p:xfrm>
          <a:off x="2627313" y="5930900"/>
          <a:ext cx="1704975" cy="522288"/>
        </p:xfrm>
        <a:graphic>
          <a:graphicData uri="http://schemas.openxmlformats.org/presentationml/2006/ole">
            <mc:AlternateContent xmlns:mc="http://schemas.openxmlformats.org/markup-compatibility/2006">
              <mc:Choice xmlns:v="urn:schemas-microsoft-com:vml" Requires="v">
                <p:oleObj name="Equation" r:id="rId5" imgW="597043" imgH="158885" progId="Equation.DSMT4">
                  <p:embed/>
                </p:oleObj>
              </mc:Choice>
              <mc:Fallback>
                <p:oleObj name="Equation" r:id="rId5" imgW="597043" imgH="158885"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5930900"/>
                        <a:ext cx="1704975"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51303" name="Group 7">
            <a:extLst>
              <a:ext uri="{FF2B5EF4-FFF2-40B4-BE49-F238E27FC236}">
                <a16:creationId xmlns:a16="http://schemas.microsoft.com/office/drawing/2014/main" id="{88834ED9-E218-D41C-6871-2D1F40619A61}"/>
              </a:ext>
            </a:extLst>
          </p:cNvPr>
          <p:cNvGrpSpPr>
            <a:grpSpLocks/>
          </p:cNvGrpSpPr>
          <p:nvPr/>
        </p:nvGrpSpPr>
        <p:grpSpPr bwMode="auto">
          <a:xfrm>
            <a:off x="466725" y="5930900"/>
            <a:ext cx="2592388" cy="457200"/>
            <a:chOff x="113" y="3612"/>
            <a:chExt cx="1633" cy="288"/>
          </a:xfrm>
        </p:grpSpPr>
        <p:sp>
          <p:nvSpPr>
            <p:cNvPr id="34837" name="Text Box 8">
              <a:extLst>
                <a:ext uri="{FF2B5EF4-FFF2-40B4-BE49-F238E27FC236}">
                  <a16:creationId xmlns:a16="http://schemas.microsoft.com/office/drawing/2014/main" id="{95DAFB94-03C7-21AF-0095-38A8B97631BE}"/>
                </a:ext>
              </a:extLst>
            </p:cNvPr>
            <p:cNvSpPr txBox="1">
              <a:spLocks noChangeArrowheads="1"/>
            </p:cNvSpPr>
            <p:nvPr/>
          </p:nvSpPr>
          <p:spPr bwMode="auto">
            <a:xfrm>
              <a:off x="113" y="3612"/>
              <a:ext cx="16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dirty="0">
                  <a:solidFill>
                    <a:schemeClr val="bg1"/>
                  </a:solidFill>
                  <a:latin typeface="楷体_GB2312" pitchFamily="49" charset="-122"/>
                </a:rPr>
                <a:t>当             </a:t>
              </a:r>
              <a:r>
                <a:rPr kumimoji="1" lang="zh-CN" altLang="en-US" b="1" dirty="0">
                  <a:solidFill>
                    <a:schemeClr val="bg1"/>
                  </a:solidFill>
                </a:rPr>
                <a:t>时，</a:t>
              </a:r>
            </a:p>
          </p:txBody>
        </p:sp>
        <p:graphicFrame>
          <p:nvGraphicFramePr>
            <p:cNvPr id="34838" name="Object 9">
              <a:extLst>
                <a:ext uri="{FF2B5EF4-FFF2-40B4-BE49-F238E27FC236}">
                  <a16:creationId xmlns:a16="http://schemas.microsoft.com/office/drawing/2014/main" id="{184BA7CF-CE2F-D83C-3250-8EDB624D6455}"/>
                </a:ext>
              </a:extLst>
            </p:cNvPr>
            <p:cNvGraphicFramePr>
              <a:graphicFrameLocks noChangeAspect="1"/>
            </p:cNvGraphicFramePr>
            <p:nvPr>
              <p:extLst>
                <p:ext uri="{D42A27DB-BD31-4B8C-83A1-F6EECF244321}">
                  <p14:modId xmlns:p14="http://schemas.microsoft.com/office/powerpoint/2010/main" val="3537497567"/>
                </p:ext>
              </p:extLst>
            </p:nvPr>
          </p:nvGraphicFramePr>
          <p:xfrm>
            <a:off x="397" y="3665"/>
            <a:ext cx="676" cy="225"/>
          </p:xfrm>
          <a:graphic>
            <a:graphicData uri="http://schemas.openxmlformats.org/presentationml/2006/ole">
              <mc:AlternateContent xmlns:mc="http://schemas.openxmlformats.org/markup-compatibility/2006">
                <mc:Choice xmlns:v="urn:schemas-microsoft-com:vml" Requires="v">
                  <p:oleObj name="Equation" r:id="rId7" imgW="368190" imgH="101735" progId="Equation.3">
                    <p:embed/>
                  </p:oleObj>
                </mc:Choice>
                <mc:Fallback>
                  <p:oleObj name="Equation" r:id="rId7" imgW="368190" imgH="10173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7" y="3665"/>
                          <a:ext cx="676"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51306" name="Text Box 10">
            <a:extLst>
              <a:ext uri="{FF2B5EF4-FFF2-40B4-BE49-F238E27FC236}">
                <a16:creationId xmlns:a16="http://schemas.microsoft.com/office/drawing/2014/main" id="{8D440BC7-582C-7502-1807-3E37318CBC4D}"/>
              </a:ext>
            </a:extLst>
          </p:cNvPr>
          <p:cNvSpPr txBox="1">
            <a:spLocks noChangeArrowheads="1"/>
          </p:cNvSpPr>
          <p:nvPr/>
        </p:nvSpPr>
        <p:spPr bwMode="auto">
          <a:xfrm>
            <a:off x="34925" y="444500"/>
            <a:ext cx="9036050" cy="1005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dirty="0">
                <a:solidFill>
                  <a:srgbClr val="FF9933"/>
                </a:solidFill>
                <a:latin typeface="幼圆" panose="02010509060101010101" pitchFamily="49" charset="-122"/>
                <a:ea typeface="幼圆" panose="02010509060101010101" pitchFamily="49" charset="-122"/>
              </a:rPr>
              <a:t>（略）</a:t>
            </a:r>
            <a:r>
              <a:rPr kumimoji="1" lang="en-US" altLang="zh-CN" b="1" dirty="0">
                <a:solidFill>
                  <a:srgbClr val="FFB953"/>
                </a:solidFill>
                <a:latin typeface="楷体_GB2312" pitchFamily="49" charset="-122"/>
              </a:rPr>
              <a:t>【</a:t>
            </a:r>
            <a:r>
              <a:rPr kumimoji="1" lang="zh-CN" altLang="en-US" b="1" dirty="0">
                <a:solidFill>
                  <a:srgbClr val="FFB953"/>
                </a:solidFill>
                <a:latin typeface="Times New Roman" panose="02020603050405020304" pitchFamily="18" charset="0"/>
              </a:rPr>
              <a:t>例</a:t>
            </a:r>
            <a:r>
              <a:rPr kumimoji="1" lang="en-US" altLang="zh-CN" b="1" dirty="0">
                <a:solidFill>
                  <a:srgbClr val="FFB953"/>
                </a:solidFill>
                <a:latin typeface="Times New Roman" panose="02020603050405020304" pitchFamily="18" charset="0"/>
              </a:rPr>
              <a:t>3.1.1】</a:t>
            </a:r>
            <a:r>
              <a:rPr kumimoji="1" lang="zh-CN" altLang="en-US" b="1" dirty="0">
                <a:solidFill>
                  <a:schemeClr val="bg1"/>
                </a:solidFill>
                <a:latin typeface="楷体_GB2312" pitchFamily="49" charset="-122"/>
              </a:rPr>
              <a:t>同心球形电容器的内导体半径为</a:t>
            </a:r>
            <a:r>
              <a:rPr kumimoji="1" lang="en-US" altLang="zh-CN" i="1" dirty="0">
                <a:solidFill>
                  <a:schemeClr val="bg1"/>
                </a:solidFill>
                <a:latin typeface="Times New Roman" panose="02020603050405020304" pitchFamily="18" charset="0"/>
              </a:rPr>
              <a:t>a </a:t>
            </a:r>
            <a:r>
              <a:rPr kumimoji="1" lang="zh-CN" altLang="en-US" b="1" dirty="0">
                <a:solidFill>
                  <a:schemeClr val="bg1"/>
                </a:solidFill>
                <a:latin typeface="Times New Roman" panose="02020603050405020304" pitchFamily="18" charset="0"/>
              </a:rPr>
              <a:t>、外导体半径为</a:t>
            </a:r>
            <a:r>
              <a:rPr kumimoji="1" lang="en-US" altLang="zh-CN" i="1" dirty="0">
                <a:solidFill>
                  <a:schemeClr val="bg1"/>
                </a:solidFill>
                <a:latin typeface="Times New Roman" panose="02020603050405020304" pitchFamily="18" charset="0"/>
              </a:rPr>
              <a:t>b</a:t>
            </a:r>
            <a:r>
              <a:rPr kumimoji="1" lang="zh-CN" altLang="en-US" b="1" dirty="0">
                <a:solidFill>
                  <a:schemeClr val="bg1"/>
                </a:solidFill>
                <a:latin typeface="Times New Roman" panose="02020603050405020304" pitchFamily="18" charset="0"/>
              </a:rPr>
              <a:t>，其间填充介电常数为</a:t>
            </a:r>
            <a:r>
              <a:rPr kumimoji="1" lang="el-GR" altLang="zh-CN" b="1" i="1" dirty="0">
                <a:solidFill>
                  <a:schemeClr val="bg1"/>
                </a:solidFill>
                <a:latin typeface="Times New Roman" panose="02020603050405020304" pitchFamily="18" charset="0"/>
                <a:cs typeface="Times New Roman" panose="02020603050405020304" pitchFamily="18" charset="0"/>
              </a:rPr>
              <a:t>ε</a:t>
            </a:r>
            <a:r>
              <a:rPr kumimoji="1" lang="zh-CN" altLang="en-US" b="1" dirty="0">
                <a:solidFill>
                  <a:schemeClr val="bg1"/>
                </a:solidFill>
                <a:latin typeface="Times New Roman" panose="02020603050405020304" pitchFamily="18" charset="0"/>
                <a:cs typeface="Times New Roman" panose="02020603050405020304" pitchFamily="18" charset="0"/>
              </a:rPr>
              <a:t>的均匀介质。</a:t>
            </a:r>
            <a:r>
              <a:rPr kumimoji="1" lang="zh-CN" altLang="en-US" b="1" dirty="0">
                <a:solidFill>
                  <a:schemeClr val="bg1"/>
                </a:solidFill>
                <a:latin typeface="楷体_GB2312" pitchFamily="49" charset="-122"/>
              </a:rPr>
              <a:t>求此球形电容器的电容。</a:t>
            </a:r>
          </a:p>
        </p:txBody>
      </p:sp>
      <p:grpSp>
        <p:nvGrpSpPr>
          <p:cNvPr id="951307" name="Group 11">
            <a:extLst>
              <a:ext uri="{FF2B5EF4-FFF2-40B4-BE49-F238E27FC236}">
                <a16:creationId xmlns:a16="http://schemas.microsoft.com/office/drawing/2014/main" id="{967E2FF8-BA8E-C918-B278-0CA9ED7A18DC}"/>
              </a:ext>
            </a:extLst>
          </p:cNvPr>
          <p:cNvGrpSpPr>
            <a:grpSpLocks/>
          </p:cNvGrpSpPr>
          <p:nvPr/>
        </p:nvGrpSpPr>
        <p:grpSpPr bwMode="auto">
          <a:xfrm>
            <a:off x="4427538" y="6015038"/>
            <a:ext cx="2881312" cy="419100"/>
            <a:chOff x="2562" y="3724"/>
            <a:chExt cx="1815" cy="264"/>
          </a:xfrm>
        </p:grpSpPr>
        <p:sp>
          <p:nvSpPr>
            <p:cNvPr id="34835" name="Text Box 12">
              <a:extLst>
                <a:ext uri="{FF2B5EF4-FFF2-40B4-BE49-F238E27FC236}">
                  <a16:creationId xmlns:a16="http://schemas.microsoft.com/office/drawing/2014/main" id="{AF693EEC-A209-631F-57D5-6640F89985F3}"/>
                </a:ext>
              </a:extLst>
            </p:cNvPr>
            <p:cNvSpPr txBox="1">
              <a:spLocks noChangeArrowheads="1"/>
            </p:cNvSpPr>
            <p:nvPr/>
          </p:nvSpPr>
          <p:spPr bwMode="auto">
            <a:xfrm>
              <a:off x="2880" y="3724"/>
              <a:ext cx="1497" cy="264"/>
            </a:xfrm>
            <a:prstGeom prst="rect">
              <a:avLst/>
            </a:prstGeom>
            <a:solidFill>
              <a:srgbClr val="CCFFFF"/>
            </a:solidFill>
            <a:ln w="22225">
              <a:solidFill>
                <a:srgbClr val="993300"/>
              </a:solidFill>
              <a:miter lim="800000"/>
              <a:headEnd/>
              <a:tailEnd/>
            </a:ln>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sz="2000" b="1">
                  <a:solidFill>
                    <a:srgbClr val="C60000"/>
                  </a:solidFill>
                  <a:latin typeface="宋体" panose="02010600030101010101" pitchFamily="2" charset="-122"/>
                  <a:ea typeface="宋体" panose="02010600030101010101" pitchFamily="2" charset="-122"/>
                </a:rPr>
                <a:t>孤立导体球的电容</a:t>
              </a:r>
            </a:p>
          </p:txBody>
        </p:sp>
        <p:sp>
          <p:nvSpPr>
            <p:cNvPr id="34836" name="Line 13">
              <a:extLst>
                <a:ext uri="{FF2B5EF4-FFF2-40B4-BE49-F238E27FC236}">
                  <a16:creationId xmlns:a16="http://schemas.microsoft.com/office/drawing/2014/main" id="{CA1344F5-A1DB-4A94-D542-897BDCB6734C}"/>
                </a:ext>
              </a:extLst>
            </p:cNvPr>
            <p:cNvSpPr>
              <a:spLocks noChangeShapeType="1"/>
            </p:cNvSpPr>
            <p:nvPr/>
          </p:nvSpPr>
          <p:spPr bwMode="auto">
            <a:xfrm flipH="1">
              <a:off x="2562" y="3838"/>
              <a:ext cx="318" cy="0"/>
            </a:xfrm>
            <a:prstGeom prst="line">
              <a:avLst/>
            </a:prstGeom>
            <a:noFill/>
            <a:ln w="254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4826" name="AutoShape 26">
            <a:hlinkClick r:id="rId9" action="ppaction://hlinksldjump" highlightClick="1"/>
            <a:extLst>
              <a:ext uri="{FF2B5EF4-FFF2-40B4-BE49-F238E27FC236}">
                <a16:creationId xmlns:a16="http://schemas.microsoft.com/office/drawing/2014/main" id="{CCB09217-FFC2-543D-C631-781EB1F27677}"/>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4827" name="AutoShape 27">
            <a:hlinkClick r:id="" action="ppaction://hlinkshowjump?jump=previousslide" highlightClick="1"/>
            <a:extLst>
              <a:ext uri="{FF2B5EF4-FFF2-40B4-BE49-F238E27FC236}">
                <a16:creationId xmlns:a16="http://schemas.microsoft.com/office/drawing/2014/main" id="{402BB7B9-0365-2AFF-7FC3-ADAE8F2EC2A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4828" name="AutoShape 28">
            <a:hlinkClick r:id="" action="ppaction://hlinkshowjump?jump=nextslide" highlightClick="1"/>
            <a:extLst>
              <a:ext uri="{FF2B5EF4-FFF2-40B4-BE49-F238E27FC236}">
                <a16:creationId xmlns:a16="http://schemas.microsoft.com/office/drawing/2014/main" id="{1A0BE17B-6FED-EB4C-D971-A97EC1A6F139}"/>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4829" name="AutoShape 29">
            <a:hlinkClick r:id="" action="ppaction://hlinkshowjump?jump=lastslide" highlightClick="1"/>
            <a:extLst>
              <a:ext uri="{FF2B5EF4-FFF2-40B4-BE49-F238E27FC236}">
                <a16:creationId xmlns:a16="http://schemas.microsoft.com/office/drawing/2014/main" id="{2F8A85A6-B161-C92E-9231-DE64C761789E}"/>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nvGrpSpPr>
          <p:cNvPr id="951326" name="Group 30">
            <a:extLst>
              <a:ext uri="{FF2B5EF4-FFF2-40B4-BE49-F238E27FC236}">
                <a16:creationId xmlns:a16="http://schemas.microsoft.com/office/drawing/2014/main" id="{CF4FFB38-4A79-E551-54B2-A38FFE607459}"/>
              </a:ext>
            </a:extLst>
          </p:cNvPr>
          <p:cNvGrpSpPr>
            <a:grpSpLocks/>
          </p:cNvGrpSpPr>
          <p:nvPr/>
        </p:nvGrpSpPr>
        <p:grpSpPr bwMode="auto">
          <a:xfrm>
            <a:off x="5867400" y="4797425"/>
            <a:ext cx="3168650" cy="866775"/>
            <a:chOff x="748" y="3022"/>
            <a:chExt cx="1996" cy="546"/>
          </a:xfrm>
        </p:grpSpPr>
        <p:graphicFrame>
          <p:nvGraphicFramePr>
            <p:cNvPr id="34833" name="Object 31">
              <a:extLst>
                <a:ext uri="{FF2B5EF4-FFF2-40B4-BE49-F238E27FC236}">
                  <a16:creationId xmlns:a16="http://schemas.microsoft.com/office/drawing/2014/main" id="{736D10B3-AB2B-D836-4AEA-3841D2D0DEA3}"/>
                </a:ext>
              </a:extLst>
            </p:cNvPr>
            <p:cNvGraphicFramePr>
              <a:graphicFrameLocks noChangeAspect="1"/>
            </p:cNvGraphicFramePr>
            <p:nvPr>
              <p:extLst>
                <p:ext uri="{D42A27DB-BD31-4B8C-83A1-F6EECF244321}">
                  <p14:modId xmlns:p14="http://schemas.microsoft.com/office/powerpoint/2010/main" val="37926583"/>
                </p:ext>
              </p:extLst>
            </p:nvPr>
          </p:nvGraphicFramePr>
          <p:xfrm>
            <a:off x="1292" y="3022"/>
            <a:ext cx="1452" cy="546"/>
          </p:xfrm>
          <a:graphic>
            <a:graphicData uri="http://schemas.openxmlformats.org/presentationml/2006/ole">
              <mc:AlternateContent xmlns:mc="http://schemas.openxmlformats.org/markup-compatibility/2006">
                <mc:Choice xmlns:v="urn:schemas-microsoft-com:vml" Requires="v">
                  <p:oleObj name="Equation" r:id="rId10" imgW="996828" imgH="323850" progId="Equation.DSMT4">
                    <p:embed/>
                  </p:oleObj>
                </mc:Choice>
                <mc:Fallback>
                  <p:oleObj name="Equation" r:id="rId10" imgW="996828" imgH="323850" progId="Equation.DSMT4">
                    <p:embed/>
                    <p:pic>
                      <p:nvPicPr>
                        <p:cNvPr id="0"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92" y="3022"/>
                          <a:ext cx="1452" cy="5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34" name="AutoShape 32">
              <a:extLst>
                <a:ext uri="{FF2B5EF4-FFF2-40B4-BE49-F238E27FC236}">
                  <a16:creationId xmlns:a16="http://schemas.microsoft.com/office/drawing/2014/main" id="{6627B335-8C56-5D40-01FA-2A3F77703D40}"/>
                </a:ext>
              </a:extLst>
            </p:cNvPr>
            <p:cNvSpPr>
              <a:spLocks noChangeArrowheads="1"/>
            </p:cNvSpPr>
            <p:nvPr/>
          </p:nvSpPr>
          <p:spPr bwMode="auto">
            <a:xfrm>
              <a:off x="748" y="3249"/>
              <a:ext cx="408" cy="136"/>
            </a:xfrm>
            <a:prstGeom prst="rightArrow">
              <a:avLst>
                <a:gd name="adj1" fmla="val 50000"/>
                <a:gd name="adj2" fmla="val 75000"/>
              </a:avLst>
            </a:prstGeom>
            <a:solidFill>
              <a:srgbClr val="FFCC99"/>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pSp>
      <p:graphicFrame>
        <p:nvGraphicFramePr>
          <p:cNvPr id="951329" name="Object 33">
            <a:extLst>
              <a:ext uri="{FF2B5EF4-FFF2-40B4-BE49-F238E27FC236}">
                <a16:creationId xmlns:a16="http://schemas.microsoft.com/office/drawing/2014/main" id="{F7C6AF47-0188-DD7F-89F1-C21B486B4B8B}"/>
              </a:ext>
            </a:extLst>
          </p:cNvPr>
          <p:cNvGraphicFramePr>
            <a:graphicFrameLocks noGrp="1" noChangeAspect="1"/>
          </p:cNvGraphicFramePr>
          <p:nvPr>
            <p:ph/>
            <p:extLst>
              <p:ext uri="{D42A27DB-BD31-4B8C-83A1-F6EECF244321}">
                <p14:modId xmlns:p14="http://schemas.microsoft.com/office/powerpoint/2010/main" val="95876933"/>
              </p:ext>
            </p:extLst>
          </p:nvPr>
        </p:nvGraphicFramePr>
        <p:xfrm>
          <a:off x="271463" y="3933825"/>
          <a:ext cx="7324725" cy="1838325"/>
        </p:xfrm>
        <a:graphic>
          <a:graphicData uri="http://schemas.openxmlformats.org/presentationml/2006/ole">
            <mc:AlternateContent xmlns:mc="http://schemas.openxmlformats.org/markup-compatibility/2006">
              <mc:Choice xmlns:v="urn:schemas-microsoft-com:vml" Requires="v">
                <p:oleObj name="公式" r:id="rId12" imgW="3263892" imgH="768485" progId="Equation.3">
                  <p:embed/>
                </p:oleObj>
              </mc:Choice>
              <mc:Fallback>
                <p:oleObj name="公式" r:id="rId12" imgW="3263892" imgH="768485" progId="Equation.3">
                  <p:embed/>
                  <p:pic>
                    <p:nvPicPr>
                      <p:cNvPr id="0" name="Object 33"/>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1463" y="3933825"/>
                        <a:ext cx="7324725"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4832" name="Picture 35">
            <a:extLst>
              <a:ext uri="{FF2B5EF4-FFF2-40B4-BE49-F238E27FC236}">
                <a16:creationId xmlns:a16="http://schemas.microsoft.com/office/drawing/2014/main" id="{B95AC212-B289-13E9-D9F7-6296819CD13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00788" y="1557338"/>
            <a:ext cx="2552700" cy="2333625"/>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51306"/>
                                        </p:tgtEl>
                                        <p:attrNameLst>
                                          <p:attrName>style.visibility</p:attrName>
                                        </p:attrNameLst>
                                      </p:cBhvr>
                                      <p:to>
                                        <p:strVal val="visible"/>
                                      </p:to>
                                    </p:set>
                                    <p:animEffect transition="in" filter="wipe(up)">
                                      <p:cBhvr>
                                        <p:cTn id="7" dur="2000"/>
                                        <p:tgtEl>
                                          <p:spTgt spid="9513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51298"/>
                                        </p:tgtEl>
                                        <p:attrNameLst>
                                          <p:attrName>style.visibility</p:attrName>
                                        </p:attrNameLst>
                                      </p:cBhvr>
                                      <p:to>
                                        <p:strVal val="visible"/>
                                      </p:to>
                                    </p:set>
                                    <p:animEffect transition="in" filter="wipe(up)">
                                      <p:cBhvr>
                                        <p:cTn id="12" dur="2000"/>
                                        <p:tgtEl>
                                          <p:spTgt spid="951298"/>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951299"/>
                                        </p:tgtEl>
                                        <p:attrNameLst>
                                          <p:attrName>style.visibility</p:attrName>
                                        </p:attrNameLst>
                                      </p:cBhvr>
                                      <p:to>
                                        <p:strVal val="visible"/>
                                      </p:to>
                                    </p:set>
                                    <p:animEffect transition="in" filter="wipe(up)">
                                      <p:cBhvr>
                                        <p:cTn id="16" dur="2000"/>
                                        <p:tgtEl>
                                          <p:spTgt spid="95129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51301"/>
                                        </p:tgtEl>
                                        <p:attrNameLst>
                                          <p:attrName>style.visibility</p:attrName>
                                        </p:attrNameLst>
                                      </p:cBhvr>
                                      <p:to>
                                        <p:strVal val="visible"/>
                                      </p:to>
                                    </p:set>
                                    <p:animEffect transition="in" filter="wipe(up)">
                                      <p:cBhvr>
                                        <p:cTn id="21" dur="2000"/>
                                        <p:tgtEl>
                                          <p:spTgt spid="95130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951326"/>
                                        </p:tgtEl>
                                        <p:attrNameLst>
                                          <p:attrName>style.visibility</p:attrName>
                                        </p:attrNameLst>
                                      </p:cBhvr>
                                      <p:to>
                                        <p:strVal val="visible"/>
                                      </p:to>
                                    </p:set>
                                    <p:animEffect transition="in" filter="wipe(up)">
                                      <p:cBhvr>
                                        <p:cTn id="26" dur="2000"/>
                                        <p:tgtEl>
                                          <p:spTgt spid="95132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51303"/>
                                        </p:tgtEl>
                                        <p:attrNameLst>
                                          <p:attrName>style.visibility</p:attrName>
                                        </p:attrNameLst>
                                      </p:cBhvr>
                                      <p:to>
                                        <p:strVal val="visible"/>
                                      </p:to>
                                    </p:set>
                                    <p:animEffect transition="in" filter="wipe(up)">
                                      <p:cBhvr>
                                        <p:cTn id="31" dur="2000"/>
                                        <p:tgtEl>
                                          <p:spTgt spid="951303"/>
                                        </p:tgtEl>
                                      </p:cBhvr>
                                    </p:animEffect>
                                  </p:childTnLst>
                                </p:cTn>
                              </p:par>
                            </p:childTnLst>
                          </p:cTn>
                        </p:par>
                        <p:par>
                          <p:cTn id="32" fill="hold" nodeType="afterGroup">
                            <p:stCondLst>
                              <p:cond delay="2000"/>
                            </p:stCondLst>
                            <p:childTnLst>
                              <p:par>
                                <p:cTn id="33" presetID="22" presetClass="entr" presetSubtype="1" fill="hold" nodeType="afterEffect">
                                  <p:stCondLst>
                                    <p:cond delay="0"/>
                                  </p:stCondLst>
                                  <p:childTnLst>
                                    <p:set>
                                      <p:cBhvr>
                                        <p:cTn id="34" dur="1" fill="hold">
                                          <p:stCondLst>
                                            <p:cond delay="0"/>
                                          </p:stCondLst>
                                        </p:cTn>
                                        <p:tgtEl>
                                          <p:spTgt spid="951302"/>
                                        </p:tgtEl>
                                        <p:attrNameLst>
                                          <p:attrName>style.visibility</p:attrName>
                                        </p:attrNameLst>
                                      </p:cBhvr>
                                      <p:to>
                                        <p:strVal val="visible"/>
                                      </p:to>
                                    </p:set>
                                    <p:animEffect transition="in" filter="wipe(up)">
                                      <p:cBhvr>
                                        <p:cTn id="35" dur="2000"/>
                                        <p:tgtEl>
                                          <p:spTgt spid="951302"/>
                                        </p:tgtEl>
                                      </p:cBhvr>
                                    </p:animEffect>
                                  </p:childTnLst>
                                </p:cTn>
                              </p:par>
                            </p:childTnLst>
                          </p:cTn>
                        </p:par>
                        <p:par>
                          <p:cTn id="36" fill="hold" nodeType="afterGroup">
                            <p:stCondLst>
                              <p:cond delay="4000"/>
                            </p:stCondLst>
                            <p:childTnLst>
                              <p:par>
                                <p:cTn id="37" presetID="10" presetClass="entr" presetSubtype="0" fill="hold" nodeType="afterEffect">
                                  <p:stCondLst>
                                    <p:cond delay="0"/>
                                  </p:stCondLst>
                                  <p:childTnLst>
                                    <p:set>
                                      <p:cBhvr>
                                        <p:cTn id="38" dur="1" fill="hold">
                                          <p:stCondLst>
                                            <p:cond delay="0"/>
                                          </p:stCondLst>
                                        </p:cTn>
                                        <p:tgtEl>
                                          <p:spTgt spid="951307"/>
                                        </p:tgtEl>
                                        <p:attrNameLst>
                                          <p:attrName>style.visibility</p:attrName>
                                        </p:attrNameLst>
                                      </p:cBhvr>
                                      <p:to>
                                        <p:strVal val="visible"/>
                                      </p:to>
                                    </p:set>
                                    <p:animEffect transition="in" filter="fade">
                                      <p:cBhvr>
                                        <p:cTn id="39" dur="2000"/>
                                        <p:tgtEl>
                                          <p:spTgt spid="951307"/>
                                        </p:tgtEl>
                                      </p:cBhvr>
                                    </p:animEffect>
                                  </p:childTnLst>
                                </p:cTn>
                              </p:par>
                            </p:childTnLst>
                          </p:cTn>
                        </p:par>
                        <p:par>
                          <p:cTn id="40" fill="hold" nodeType="afterGroup">
                            <p:stCondLst>
                              <p:cond delay="6000"/>
                            </p:stCondLst>
                            <p:childTnLst>
                              <p:par>
                                <p:cTn id="41" presetID="22" presetClass="entr" presetSubtype="1" fill="hold" nodeType="afterEffect">
                                  <p:stCondLst>
                                    <p:cond delay="0"/>
                                  </p:stCondLst>
                                  <p:childTnLst>
                                    <p:set>
                                      <p:cBhvr>
                                        <p:cTn id="42" dur="1" fill="hold">
                                          <p:stCondLst>
                                            <p:cond delay="0"/>
                                          </p:stCondLst>
                                        </p:cTn>
                                        <p:tgtEl>
                                          <p:spTgt spid="951329"/>
                                        </p:tgtEl>
                                        <p:attrNameLst>
                                          <p:attrName>style.visibility</p:attrName>
                                        </p:attrNameLst>
                                      </p:cBhvr>
                                      <p:to>
                                        <p:strVal val="visible"/>
                                      </p:to>
                                    </p:set>
                                    <p:animEffect transition="in" filter="wipe(up)">
                                      <p:cBhvr>
                                        <p:cTn id="43" dur="2000"/>
                                        <p:tgtEl>
                                          <p:spTgt spid="951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1298" grpId="0"/>
      <p:bldP spid="951301" grpId="0"/>
      <p:bldP spid="95130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2">
            <a:extLst>
              <a:ext uri="{FF2B5EF4-FFF2-40B4-BE49-F238E27FC236}">
                <a16:creationId xmlns:a16="http://schemas.microsoft.com/office/drawing/2014/main" id="{3E8C21F8-171C-96D5-2313-927BA929CF6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BF6AE33E-11A6-4D88-9965-B40F53BC6604}" type="slidenum">
              <a:rPr lang="en-US" altLang="zh-CN" sz="1400">
                <a:ea typeface="宋体" panose="02010600030101010101" pitchFamily="2" charset="-122"/>
              </a:rPr>
              <a:pPr/>
              <a:t>21</a:t>
            </a:fld>
            <a:endParaRPr lang="en-US" altLang="zh-CN" sz="1400">
              <a:ea typeface="宋体" panose="02010600030101010101" pitchFamily="2" charset="-122"/>
            </a:endParaRPr>
          </a:p>
        </p:txBody>
      </p:sp>
      <p:sp>
        <p:nvSpPr>
          <p:cNvPr id="919623" name="Text Box 71">
            <a:extLst>
              <a:ext uri="{FF2B5EF4-FFF2-40B4-BE49-F238E27FC236}">
                <a16:creationId xmlns:a16="http://schemas.microsoft.com/office/drawing/2014/main" id="{5C1EEBF5-D4DB-C7E9-D628-2AACA8B26095}"/>
              </a:ext>
            </a:extLst>
          </p:cNvPr>
          <p:cNvSpPr txBox="1">
            <a:spLocks noChangeArrowheads="1"/>
          </p:cNvSpPr>
          <p:nvPr/>
        </p:nvSpPr>
        <p:spPr bwMode="auto">
          <a:xfrm>
            <a:off x="60325" y="404813"/>
            <a:ext cx="8963025" cy="1004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kumimoji="1" lang="zh-CN" altLang="en-US" b="1" dirty="0">
                <a:solidFill>
                  <a:srgbClr val="FF9933"/>
                </a:solidFill>
                <a:latin typeface="幼圆" panose="02010509060101010101" pitchFamily="49" charset="-122"/>
                <a:ea typeface="幼圆" panose="02010509060101010101" pitchFamily="49" charset="-122"/>
              </a:rPr>
              <a:t>（略）</a:t>
            </a:r>
            <a:r>
              <a:rPr kumimoji="1" lang="en-US" altLang="zh-CN" b="1" dirty="0">
                <a:solidFill>
                  <a:srgbClr val="FF9933"/>
                </a:solidFill>
                <a:latin typeface="Times New Roman" panose="02020603050405020304" pitchFamily="18" charset="0"/>
                <a:ea typeface="幼圆" panose="02010509060101010101" pitchFamily="49" charset="-122"/>
              </a:rPr>
              <a:t>【</a:t>
            </a:r>
            <a:r>
              <a:rPr kumimoji="1" lang="zh-CN" altLang="en-US" b="1" dirty="0">
                <a:solidFill>
                  <a:srgbClr val="FF9933"/>
                </a:solidFill>
                <a:latin typeface="Times New Roman" panose="02020603050405020304" pitchFamily="18" charset="0"/>
              </a:rPr>
              <a:t>例</a:t>
            </a:r>
            <a:r>
              <a:rPr kumimoji="1" lang="en-US" altLang="zh-CN" b="1" dirty="0">
                <a:solidFill>
                  <a:srgbClr val="FF9933"/>
                </a:solidFill>
                <a:latin typeface="Times New Roman" panose="02020603050405020304" pitchFamily="18" charset="0"/>
              </a:rPr>
              <a:t>3.1.2 】</a:t>
            </a:r>
            <a:r>
              <a:rPr kumimoji="1" lang="zh-CN" altLang="en-US" b="1" dirty="0">
                <a:solidFill>
                  <a:schemeClr val="bg1"/>
                </a:solidFill>
                <a:latin typeface="Times New Roman" panose="02020603050405020304" pitchFamily="18" charset="0"/>
              </a:rPr>
              <a:t>同轴线内导体半径为</a:t>
            </a:r>
            <a:r>
              <a:rPr kumimoji="1" lang="en-US" altLang="zh-CN" i="1" dirty="0">
                <a:solidFill>
                  <a:schemeClr val="bg1"/>
                </a:solidFill>
                <a:latin typeface="Times New Roman" panose="02020603050405020304" pitchFamily="18" charset="0"/>
              </a:rPr>
              <a:t>a </a:t>
            </a:r>
            <a:r>
              <a:rPr kumimoji="1" lang="zh-CN" altLang="en-US" b="1" dirty="0">
                <a:solidFill>
                  <a:schemeClr val="bg1"/>
                </a:solidFill>
                <a:latin typeface="Times New Roman" panose="02020603050405020304" pitchFamily="18" charset="0"/>
              </a:rPr>
              <a:t>，外导体半径为</a:t>
            </a:r>
            <a:r>
              <a:rPr kumimoji="1" lang="en-US" altLang="zh-CN" i="1" dirty="0">
                <a:solidFill>
                  <a:schemeClr val="bg1"/>
                </a:solidFill>
                <a:latin typeface="Times New Roman" panose="02020603050405020304" pitchFamily="18" charset="0"/>
              </a:rPr>
              <a:t>b </a:t>
            </a:r>
            <a:r>
              <a:rPr kumimoji="1" lang="zh-CN" altLang="en-US" b="1" dirty="0">
                <a:solidFill>
                  <a:schemeClr val="bg1"/>
                </a:solidFill>
                <a:latin typeface="Times New Roman" panose="02020603050405020304" pitchFamily="18" charset="0"/>
              </a:rPr>
              <a:t>，内外导体间填充的介电常数为</a:t>
            </a:r>
            <a:r>
              <a:rPr kumimoji="1" lang="zh-CN" altLang="en-US" b="1" i="1" dirty="0">
                <a:solidFill>
                  <a:schemeClr val="bg1"/>
                </a:solidFill>
                <a:latin typeface="Times New Roman" panose="02020603050405020304" pitchFamily="18" charset="0"/>
                <a:sym typeface="Symbol" panose="05050102010706020507" pitchFamily="18" charset="2"/>
              </a:rPr>
              <a:t> </a:t>
            </a:r>
            <a:r>
              <a:rPr kumimoji="1" lang="zh-CN" altLang="en-US" b="1" dirty="0">
                <a:solidFill>
                  <a:schemeClr val="bg1"/>
                </a:solidFill>
                <a:latin typeface="Times New Roman" panose="02020603050405020304" pitchFamily="18" charset="0"/>
                <a:sym typeface="Symbol" panose="05050102010706020507" pitchFamily="18" charset="2"/>
              </a:rPr>
              <a:t>的均匀介质，</a:t>
            </a:r>
            <a:r>
              <a:rPr kumimoji="1" lang="zh-CN" altLang="en-US" b="1" dirty="0">
                <a:solidFill>
                  <a:schemeClr val="bg1"/>
                </a:solidFill>
                <a:latin typeface="Times New Roman" panose="02020603050405020304" pitchFamily="18" charset="0"/>
              </a:rPr>
              <a:t>求同轴线单位长度的电容。</a:t>
            </a:r>
          </a:p>
        </p:txBody>
      </p:sp>
      <p:sp>
        <p:nvSpPr>
          <p:cNvPr id="919625" name="Rectangle 73">
            <a:extLst>
              <a:ext uri="{FF2B5EF4-FFF2-40B4-BE49-F238E27FC236}">
                <a16:creationId xmlns:a16="http://schemas.microsoft.com/office/drawing/2014/main" id="{FE7593C2-C574-0CBC-05FE-1941B1A813E1}"/>
              </a:ext>
            </a:extLst>
          </p:cNvPr>
          <p:cNvSpPr>
            <a:spLocks noChangeArrowheads="1"/>
          </p:cNvSpPr>
          <p:nvPr/>
        </p:nvSpPr>
        <p:spPr bwMode="auto">
          <a:xfrm>
            <a:off x="50800" y="3213100"/>
            <a:ext cx="4016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266700" algn="r"/>
                <a:tab pos="2641600" algn="ctr"/>
                <a:tab pos="5283200" algn="r"/>
              </a:tabLst>
              <a:defRPr sz="2400">
                <a:solidFill>
                  <a:schemeClr val="tx1"/>
                </a:solidFill>
                <a:latin typeface="Arial" panose="020B0604020202020204" pitchFamily="34" charset="0"/>
                <a:ea typeface="楷体_GB2312" pitchFamily="49" charset="-122"/>
              </a:defRPr>
            </a:lvl1pPr>
            <a:lvl2pPr marL="742950" indent="-285750">
              <a:tabLst>
                <a:tab pos="266700" algn="r"/>
                <a:tab pos="2641600" algn="ctr"/>
                <a:tab pos="5283200" algn="r"/>
              </a:tabLst>
              <a:defRPr sz="2400">
                <a:solidFill>
                  <a:schemeClr val="tx1"/>
                </a:solidFill>
                <a:latin typeface="Arial" panose="020B0604020202020204" pitchFamily="34" charset="0"/>
                <a:ea typeface="楷体_GB2312" pitchFamily="49" charset="-122"/>
              </a:defRPr>
            </a:lvl2pPr>
            <a:lvl3pPr marL="1143000" indent="-228600">
              <a:tabLst>
                <a:tab pos="266700" algn="r"/>
                <a:tab pos="2641600" algn="ctr"/>
                <a:tab pos="5283200" algn="r"/>
              </a:tabLst>
              <a:defRPr sz="2400">
                <a:solidFill>
                  <a:schemeClr val="tx1"/>
                </a:solidFill>
                <a:latin typeface="Arial" panose="020B0604020202020204" pitchFamily="34" charset="0"/>
                <a:ea typeface="楷体_GB2312" pitchFamily="49" charset="-122"/>
              </a:defRPr>
            </a:lvl3pPr>
            <a:lvl4pPr marL="1600200" indent="-228600">
              <a:tabLst>
                <a:tab pos="266700" algn="r"/>
                <a:tab pos="2641600" algn="ctr"/>
                <a:tab pos="5283200" algn="r"/>
              </a:tabLst>
              <a:defRPr sz="2400">
                <a:solidFill>
                  <a:schemeClr val="tx1"/>
                </a:solidFill>
                <a:latin typeface="Arial" panose="020B0604020202020204" pitchFamily="34" charset="0"/>
                <a:ea typeface="楷体_GB2312" pitchFamily="49" charset="-122"/>
              </a:defRPr>
            </a:lvl4pPr>
            <a:lvl5pPr marL="2057400" indent="-228600">
              <a:tabLst>
                <a:tab pos="266700" algn="r"/>
                <a:tab pos="2641600" algn="ctr"/>
                <a:tab pos="5283200" algn="r"/>
              </a:tabLst>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266700" algn="r"/>
                <a:tab pos="2641600" algn="ctr"/>
                <a:tab pos="5283200" algn="r"/>
              </a:tabLs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266700" algn="r"/>
                <a:tab pos="2641600" algn="ctr"/>
                <a:tab pos="5283200" algn="r"/>
              </a:tabLs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266700" algn="r"/>
                <a:tab pos="2641600" algn="ctr"/>
                <a:tab pos="5283200" algn="r"/>
              </a:tabLs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266700" algn="r"/>
                <a:tab pos="2641600" algn="ctr"/>
                <a:tab pos="5283200" algn="r"/>
              </a:tabLst>
              <a:defRPr sz="2400">
                <a:solidFill>
                  <a:schemeClr val="tx1"/>
                </a:solidFill>
                <a:latin typeface="Arial" panose="020B0604020202020204" pitchFamily="34" charset="0"/>
                <a:ea typeface="楷体_GB2312" pitchFamily="49" charset="-122"/>
              </a:defRPr>
            </a:lvl9pPr>
          </a:lstStyle>
          <a:p>
            <a:pPr eaLnBrk="1" fontAlgn="ctr" hangingPunct="1"/>
            <a:r>
              <a:rPr lang="zh-CN" altLang="en-US" b="1" dirty="0">
                <a:solidFill>
                  <a:schemeClr val="bg1"/>
                </a:solidFill>
                <a:latin typeface="Times New Roman" panose="02020603050405020304" pitchFamily="18" charset="0"/>
                <a:cs typeface="Times New Roman" panose="02020603050405020304" pitchFamily="18" charset="0"/>
              </a:rPr>
              <a:t>内外导体间的电位差</a:t>
            </a:r>
            <a:endParaRPr lang="zh-CN" altLang="en-US" b="1" dirty="0">
              <a:solidFill>
                <a:schemeClr val="bg1"/>
              </a:solidFill>
              <a:cs typeface="Times New Roman" panose="02020603050405020304" pitchFamily="18" charset="0"/>
            </a:endParaRPr>
          </a:p>
        </p:txBody>
      </p:sp>
      <p:graphicFrame>
        <p:nvGraphicFramePr>
          <p:cNvPr id="36869" name="Object 76">
            <a:extLst>
              <a:ext uri="{FF2B5EF4-FFF2-40B4-BE49-F238E27FC236}">
                <a16:creationId xmlns:a16="http://schemas.microsoft.com/office/drawing/2014/main" id="{B437789B-15CE-3773-E416-7F321E912E39}"/>
              </a:ext>
            </a:extLst>
          </p:cNvPr>
          <p:cNvGraphicFramePr>
            <a:graphicFrameLocks noChangeAspect="1"/>
          </p:cNvGraphicFramePr>
          <p:nvPr>
            <p:extLst>
              <p:ext uri="{D42A27DB-BD31-4B8C-83A1-F6EECF244321}">
                <p14:modId xmlns:p14="http://schemas.microsoft.com/office/powerpoint/2010/main" val="3477724497"/>
              </p:ext>
            </p:extLst>
          </p:nvPr>
        </p:nvGraphicFramePr>
        <p:xfrm>
          <a:off x="7188200" y="1439863"/>
          <a:ext cx="503238" cy="431800"/>
        </p:xfrm>
        <a:graphic>
          <a:graphicData uri="http://schemas.openxmlformats.org/presentationml/2006/ole">
            <mc:AlternateContent xmlns:mc="http://schemas.openxmlformats.org/markup-compatibility/2006">
              <mc:Choice xmlns:v="urn:schemas-microsoft-com:vml" Requires="v">
                <p:oleObj name="公式" r:id="rId3" imgW="215892" imgH="158885" progId="Equation.3">
                  <p:embed/>
                </p:oleObj>
              </mc:Choice>
              <mc:Fallback>
                <p:oleObj name="公式" r:id="rId3" imgW="215892" imgH="158885" progId="Equation.3">
                  <p:embed/>
                  <p:pic>
                    <p:nvPicPr>
                      <p:cNvPr id="0" name="Object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8200" y="1439863"/>
                        <a:ext cx="503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0" name="Object 77">
            <a:extLst>
              <a:ext uri="{FF2B5EF4-FFF2-40B4-BE49-F238E27FC236}">
                <a16:creationId xmlns:a16="http://schemas.microsoft.com/office/drawing/2014/main" id="{69190D64-30E8-4E86-51E8-4BC4D50D65A2}"/>
              </a:ext>
            </a:extLst>
          </p:cNvPr>
          <p:cNvGraphicFramePr>
            <a:graphicFrameLocks noChangeAspect="1"/>
          </p:cNvGraphicFramePr>
          <p:nvPr>
            <p:extLst>
              <p:ext uri="{D42A27DB-BD31-4B8C-83A1-F6EECF244321}">
                <p14:modId xmlns:p14="http://schemas.microsoft.com/office/powerpoint/2010/main" val="3429552910"/>
              </p:ext>
            </p:extLst>
          </p:nvPr>
        </p:nvGraphicFramePr>
        <p:xfrm>
          <a:off x="8051800" y="1439863"/>
          <a:ext cx="481013" cy="431800"/>
        </p:xfrm>
        <a:graphic>
          <a:graphicData uri="http://schemas.openxmlformats.org/presentationml/2006/ole">
            <mc:AlternateContent xmlns:mc="http://schemas.openxmlformats.org/markup-compatibility/2006">
              <mc:Choice xmlns:v="urn:schemas-microsoft-com:vml" Requires="v">
                <p:oleObj name="公式" r:id="rId5" imgW="203335" imgH="158885" progId="Equation.3">
                  <p:embed/>
                </p:oleObj>
              </mc:Choice>
              <mc:Fallback>
                <p:oleObj name="公式" r:id="rId5" imgW="203335" imgH="158885" progId="Equation.3">
                  <p:embed/>
                  <p:pic>
                    <p:nvPicPr>
                      <p:cNvPr id="0" name="Object 7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51800" y="1439863"/>
                        <a:ext cx="4810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1" name="Rectangle 78">
            <a:extLst>
              <a:ext uri="{FF2B5EF4-FFF2-40B4-BE49-F238E27FC236}">
                <a16:creationId xmlns:a16="http://schemas.microsoft.com/office/drawing/2014/main" id="{76E8A571-68C3-0780-58D6-38B41C975EF7}"/>
              </a:ext>
            </a:extLst>
          </p:cNvPr>
          <p:cNvSpPr>
            <a:spLocks noChangeArrowheads="1"/>
          </p:cNvSpPr>
          <p:nvPr/>
        </p:nvSpPr>
        <p:spPr bwMode="auto">
          <a:xfrm>
            <a:off x="0" y="1357313"/>
            <a:ext cx="91440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lnSpc>
                <a:spcPct val="130000"/>
              </a:lnSpc>
            </a:pPr>
            <a:r>
              <a:rPr kumimoji="1" lang="en-US" altLang="zh-CN" b="1" dirty="0">
                <a:solidFill>
                  <a:srgbClr val="FF9933"/>
                </a:solidFill>
              </a:rPr>
              <a:t>【</a:t>
            </a:r>
            <a:r>
              <a:rPr kumimoji="1" lang="zh-CN" altLang="en-US" b="1" dirty="0">
                <a:solidFill>
                  <a:srgbClr val="FF9933"/>
                </a:solidFill>
              </a:rPr>
              <a:t>解</a:t>
            </a:r>
            <a:r>
              <a:rPr kumimoji="1" lang="en-US" altLang="zh-CN" b="1" dirty="0">
                <a:solidFill>
                  <a:srgbClr val="FF9933"/>
                </a:solidFill>
              </a:rPr>
              <a:t>】 </a:t>
            </a:r>
            <a:r>
              <a:rPr lang="zh-CN" altLang="en-US" b="1" dirty="0">
                <a:solidFill>
                  <a:schemeClr val="bg1"/>
                </a:solidFill>
                <a:latin typeface="Times New Roman" panose="02020603050405020304" pitchFamily="18" charset="0"/>
              </a:rPr>
              <a:t>设同轴线的</a:t>
            </a:r>
            <a:r>
              <a:rPr lang="zh-CN" altLang="en-US" b="1" u="sng" dirty="0">
                <a:solidFill>
                  <a:schemeClr val="bg1"/>
                </a:solidFill>
                <a:latin typeface="Times New Roman" panose="02020603050405020304" pitchFamily="18" charset="0"/>
              </a:rPr>
              <a:t>内、外导体</a:t>
            </a:r>
            <a:r>
              <a:rPr lang="zh-CN" altLang="en-US" b="1" u="sng" dirty="0">
                <a:solidFill>
                  <a:srgbClr val="FF0000"/>
                </a:solidFill>
                <a:latin typeface="Times New Roman" panose="02020603050405020304" pitchFamily="18" charset="0"/>
              </a:rPr>
              <a:t>单位长度</a:t>
            </a:r>
            <a:r>
              <a:rPr lang="zh-CN" altLang="en-US" b="1" u="sng" dirty="0">
                <a:solidFill>
                  <a:schemeClr val="bg1"/>
                </a:solidFill>
                <a:latin typeface="Times New Roman" panose="02020603050405020304" pitchFamily="18" charset="0"/>
              </a:rPr>
              <a:t>带电量分别为</a:t>
            </a:r>
            <a:r>
              <a:rPr lang="zh-CN" altLang="en-US" b="1" dirty="0">
                <a:solidFill>
                  <a:schemeClr val="bg1"/>
                </a:solidFill>
                <a:latin typeface="Times New Roman" panose="02020603050405020304" pitchFamily="18" charset="0"/>
              </a:rPr>
              <a:t>       </a:t>
            </a:r>
            <a:r>
              <a:rPr lang="zh-CN" altLang="en-US" b="1" u="sng" dirty="0">
                <a:solidFill>
                  <a:schemeClr val="bg1"/>
                </a:solidFill>
                <a:latin typeface="Times New Roman" panose="02020603050405020304" pitchFamily="18" charset="0"/>
              </a:rPr>
              <a:t>和</a:t>
            </a:r>
            <a:r>
              <a:rPr lang="zh-CN" altLang="en-US" b="1" dirty="0">
                <a:solidFill>
                  <a:schemeClr val="bg1"/>
                </a:solidFill>
                <a:latin typeface="Times New Roman" panose="02020603050405020304" pitchFamily="18" charset="0"/>
              </a:rPr>
              <a:t>       </a:t>
            </a:r>
            <a:r>
              <a:rPr lang="zh-CN" altLang="en-US" b="1" dirty="0">
                <a:solidFill>
                  <a:srgbClr val="FF7C80"/>
                </a:solidFill>
                <a:latin typeface="Times New Roman" panose="02020603050405020304" pitchFamily="18" charset="0"/>
              </a:rPr>
              <a:t>（</a:t>
            </a:r>
            <a:r>
              <a:rPr lang="zh-CN" altLang="en-US" b="1" dirty="0">
                <a:solidFill>
                  <a:srgbClr val="FF7C80"/>
                </a:solidFill>
              </a:rPr>
              <a:t>电荷</a:t>
            </a:r>
            <a:r>
              <a:rPr lang="zh-CN" altLang="en-US" b="1" dirty="0">
                <a:solidFill>
                  <a:srgbClr val="FF7C80"/>
                </a:solidFill>
                <a:latin typeface="Times New Roman" panose="02020603050405020304" pitchFamily="18" charset="0"/>
              </a:rPr>
              <a:t>呈柱对称的线分布），</a:t>
            </a:r>
            <a:r>
              <a:rPr lang="zh-CN" altLang="en-US" b="1" dirty="0">
                <a:solidFill>
                  <a:schemeClr val="bg1"/>
                </a:solidFill>
                <a:latin typeface="Times New Roman" panose="02020603050405020304" pitchFamily="18" charset="0"/>
                <a:cs typeface="Times New Roman" panose="02020603050405020304" pitchFamily="18" charset="0"/>
              </a:rPr>
              <a:t>由高斯定理</a:t>
            </a:r>
            <a:r>
              <a:rPr lang="zh-CN" altLang="en-US" b="1" dirty="0">
                <a:solidFill>
                  <a:schemeClr val="bg1"/>
                </a:solidFill>
                <a:latin typeface="楷体_GB2312" pitchFamily="49" charset="-122"/>
                <a:cs typeface="Times New Roman" panose="02020603050405020304" pitchFamily="18" charset="0"/>
              </a:rPr>
              <a:t>→</a:t>
            </a:r>
            <a:r>
              <a:rPr lang="zh-CN" altLang="en-US" b="1" u="sng" dirty="0">
                <a:solidFill>
                  <a:srgbClr val="FF7C80"/>
                </a:solidFill>
                <a:latin typeface="Times New Roman" panose="02020603050405020304" pitchFamily="18" charset="0"/>
                <a:cs typeface="Times New Roman" panose="02020603050405020304" pitchFamily="18" charset="0"/>
              </a:rPr>
              <a:t>内外导体间</a:t>
            </a:r>
            <a:r>
              <a:rPr lang="zh-CN" altLang="en-US" b="1" u="sng" dirty="0">
                <a:solidFill>
                  <a:schemeClr val="bg1"/>
                </a:solidFill>
                <a:latin typeface="Times New Roman" panose="02020603050405020304" pitchFamily="18" charset="0"/>
                <a:cs typeface="Times New Roman" panose="02020603050405020304" pitchFamily="18" charset="0"/>
              </a:rPr>
              <a:t>电场强度</a:t>
            </a:r>
          </a:p>
        </p:txBody>
      </p:sp>
      <p:sp>
        <p:nvSpPr>
          <p:cNvPr id="919631" name="Rectangle 79">
            <a:extLst>
              <a:ext uri="{FF2B5EF4-FFF2-40B4-BE49-F238E27FC236}">
                <a16:creationId xmlns:a16="http://schemas.microsoft.com/office/drawing/2014/main" id="{234ABFB5-0FD0-F267-8C55-4D2C0A690349}"/>
              </a:ext>
            </a:extLst>
          </p:cNvPr>
          <p:cNvSpPr>
            <a:spLocks noChangeArrowheads="1"/>
          </p:cNvSpPr>
          <p:nvPr/>
        </p:nvSpPr>
        <p:spPr bwMode="auto">
          <a:xfrm>
            <a:off x="-36513" y="5013325"/>
            <a:ext cx="5761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r>
              <a:rPr lang="zh-CN" altLang="en-US" b="1">
                <a:solidFill>
                  <a:schemeClr val="bg1"/>
                </a:solidFill>
                <a:latin typeface="Times New Roman" panose="02020603050405020304" pitchFamily="18" charset="0"/>
                <a:cs typeface="Times New Roman" panose="02020603050405020304" pitchFamily="18" charset="0"/>
              </a:rPr>
              <a:t>故得同轴线单位长度的电容为</a:t>
            </a:r>
            <a:endParaRPr lang="zh-CN" altLang="en-US" b="1">
              <a:solidFill>
                <a:schemeClr val="bg1"/>
              </a:solidFill>
              <a:cs typeface="Times New Roman" panose="02020603050405020304" pitchFamily="18" charset="0"/>
            </a:endParaRPr>
          </a:p>
        </p:txBody>
      </p:sp>
      <p:graphicFrame>
        <p:nvGraphicFramePr>
          <p:cNvPr id="919632" name="Object 80">
            <a:extLst>
              <a:ext uri="{FF2B5EF4-FFF2-40B4-BE49-F238E27FC236}">
                <a16:creationId xmlns:a16="http://schemas.microsoft.com/office/drawing/2014/main" id="{34662F7E-8CC8-6EBA-CFE6-A9B32E5A38F1}"/>
              </a:ext>
            </a:extLst>
          </p:cNvPr>
          <p:cNvGraphicFramePr>
            <a:graphicFrameLocks noChangeAspect="1"/>
          </p:cNvGraphicFramePr>
          <p:nvPr/>
        </p:nvGraphicFramePr>
        <p:xfrm>
          <a:off x="4445000" y="4652963"/>
          <a:ext cx="3713163" cy="927100"/>
        </p:xfrm>
        <a:graphic>
          <a:graphicData uri="http://schemas.openxmlformats.org/presentationml/2006/ole">
            <mc:AlternateContent xmlns:mc="http://schemas.openxmlformats.org/markup-compatibility/2006">
              <mc:Choice xmlns:v="urn:schemas-microsoft-com:vml" Requires="v">
                <p:oleObj name="Equation" r:id="rId7" imgW="1587390" imgH="349385" progId="Equation.DSMT4">
                  <p:embed/>
                </p:oleObj>
              </mc:Choice>
              <mc:Fallback>
                <p:oleObj name="Equation" r:id="rId7" imgW="1587390" imgH="349385" progId="Equation.DSMT4">
                  <p:embed/>
                  <p:pic>
                    <p:nvPicPr>
                      <p:cNvPr id="0" name="Object 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5000" y="4652963"/>
                        <a:ext cx="3713163"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4" name="AutoShape 95">
            <a:hlinkClick r:id="rId9" action="ppaction://hlinksldjump" highlightClick="1"/>
            <a:extLst>
              <a:ext uri="{FF2B5EF4-FFF2-40B4-BE49-F238E27FC236}">
                <a16:creationId xmlns:a16="http://schemas.microsoft.com/office/drawing/2014/main" id="{F6FA2760-CA02-C1A6-A899-711190415F6D}"/>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6875" name="AutoShape 96">
            <a:hlinkClick r:id="" action="ppaction://hlinkshowjump?jump=previousslide" highlightClick="1"/>
            <a:extLst>
              <a:ext uri="{FF2B5EF4-FFF2-40B4-BE49-F238E27FC236}">
                <a16:creationId xmlns:a16="http://schemas.microsoft.com/office/drawing/2014/main" id="{F4A0C1B2-B4C7-4FD9-5067-AF113AD083D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6876" name="AutoShape 97">
            <a:hlinkClick r:id="" action="ppaction://hlinkshowjump?jump=nextslide" highlightClick="1"/>
            <a:extLst>
              <a:ext uri="{FF2B5EF4-FFF2-40B4-BE49-F238E27FC236}">
                <a16:creationId xmlns:a16="http://schemas.microsoft.com/office/drawing/2014/main" id="{26E499C2-6CBF-2148-47FB-B614A06BB86D}"/>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6877" name="AutoShape 98">
            <a:hlinkClick r:id="" action="ppaction://hlinkshowjump?jump=lastslide" highlightClick="1"/>
            <a:extLst>
              <a:ext uri="{FF2B5EF4-FFF2-40B4-BE49-F238E27FC236}">
                <a16:creationId xmlns:a16="http://schemas.microsoft.com/office/drawing/2014/main" id="{28872C17-BF63-3343-FEAD-032945672E9E}"/>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919651" name="Object 99">
            <a:extLst>
              <a:ext uri="{FF2B5EF4-FFF2-40B4-BE49-F238E27FC236}">
                <a16:creationId xmlns:a16="http://schemas.microsoft.com/office/drawing/2014/main" id="{1EC9168A-34EC-377E-4024-188F6619D902}"/>
              </a:ext>
            </a:extLst>
          </p:cNvPr>
          <p:cNvGraphicFramePr>
            <a:graphicFrameLocks noGrp="1" noChangeAspect="1"/>
          </p:cNvGraphicFramePr>
          <p:nvPr>
            <p:ph/>
            <p:extLst>
              <p:ext uri="{D42A27DB-BD31-4B8C-83A1-F6EECF244321}">
                <p14:modId xmlns:p14="http://schemas.microsoft.com/office/powerpoint/2010/main" val="2930481554"/>
              </p:ext>
            </p:extLst>
          </p:nvPr>
        </p:nvGraphicFramePr>
        <p:xfrm>
          <a:off x="-36513" y="2133600"/>
          <a:ext cx="6969126" cy="1217613"/>
        </p:xfrm>
        <a:graphic>
          <a:graphicData uri="http://schemas.openxmlformats.org/presentationml/2006/ole">
            <mc:AlternateContent xmlns:mc="http://schemas.openxmlformats.org/markup-compatibility/2006">
              <mc:Choice xmlns:v="urn:schemas-microsoft-com:vml" Requires="v">
                <p:oleObj name="公式" r:id="rId10" imgW="2584623" imgH="425585" progId="Equation.3">
                  <p:embed/>
                </p:oleObj>
              </mc:Choice>
              <mc:Fallback>
                <p:oleObj name="公式" r:id="rId10" imgW="2584623" imgH="425585" progId="Equation.3">
                  <p:embed/>
                  <p:pic>
                    <p:nvPicPr>
                      <p:cNvPr id="0" name="Object 99"/>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13" y="2133600"/>
                        <a:ext cx="6969126" cy="121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9652" name="Object 100">
            <a:extLst>
              <a:ext uri="{FF2B5EF4-FFF2-40B4-BE49-F238E27FC236}">
                <a16:creationId xmlns:a16="http://schemas.microsoft.com/office/drawing/2014/main" id="{047621F1-66FD-9257-15D0-4740BABD17BF}"/>
              </a:ext>
            </a:extLst>
          </p:cNvPr>
          <p:cNvGraphicFramePr>
            <a:graphicFrameLocks noChangeAspect="1"/>
          </p:cNvGraphicFramePr>
          <p:nvPr>
            <p:extLst>
              <p:ext uri="{D42A27DB-BD31-4B8C-83A1-F6EECF244321}">
                <p14:modId xmlns:p14="http://schemas.microsoft.com/office/powerpoint/2010/main" val="1247182627"/>
              </p:ext>
            </p:extLst>
          </p:nvPr>
        </p:nvGraphicFramePr>
        <p:xfrm>
          <a:off x="395288" y="4221163"/>
          <a:ext cx="3844925" cy="893762"/>
        </p:xfrm>
        <a:graphic>
          <a:graphicData uri="http://schemas.openxmlformats.org/presentationml/2006/ole">
            <mc:AlternateContent xmlns:mc="http://schemas.openxmlformats.org/markup-compatibility/2006">
              <mc:Choice xmlns:v="urn:schemas-microsoft-com:vml" Requires="v">
                <p:oleObj name="公式" r:id="rId12" imgW="1733613" imgH="349385" progId="Equation.3">
                  <p:embed/>
                </p:oleObj>
              </mc:Choice>
              <mc:Fallback>
                <p:oleObj name="公式" r:id="rId12" imgW="1733613" imgH="349385" progId="Equation.3">
                  <p:embed/>
                  <p:pic>
                    <p:nvPicPr>
                      <p:cNvPr id="0" name="Object 10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288" y="4221163"/>
                        <a:ext cx="3844925" cy="89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9653" name="Object 101">
            <a:extLst>
              <a:ext uri="{FF2B5EF4-FFF2-40B4-BE49-F238E27FC236}">
                <a16:creationId xmlns:a16="http://schemas.microsoft.com/office/drawing/2014/main" id="{1F2F86A7-5C3F-789D-9D27-033ED4198E67}"/>
              </a:ext>
            </a:extLst>
          </p:cNvPr>
          <p:cNvGraphicFramePr>
            <a:graphicFrameLocks noChangeAspect="1"/>
          </p:cNvGraphicFramePr>
          <p:nvPr>
            <p:extLst>
              <p:ext uri="{D42A27DB-BD31-4B8C-83A1-F6EECF244321}">
                <p14:modId xmlns:p14="http://schemas.microsoft.com/office/powerpoint/2010/main" val="664344197"/>
              </p:ext>
            </p:extLst>
          </p:nvPr>
        </p:nvGraphicFramePr>
        <p:xfrm>
          <a:off x="138113" y="3571875"/>
          <a:ext cx="7559675" cy="815975"/>
        </p:xfrm>
        <a:graphic>
          <a:graphicData uri="http://schemas.openxmlformats.org/presentationml/2006/ole">
            <mc:AlternateContent xmlns:mc="http://schemas.openxmlformats.org/markup-compatibility/2006">
              <mc:Choice xmlns:v="urn:schemas-microsoft-com:vml" Requires="v">
                <p:oleObj name="公式" r:id="rId14" imgW="3816380" imgH="349385" progId="Equation.3">
                  <p:embed/>
                </p:oleObj>
              </mc:Choice>
              <mc:Fallback>
                <p:oleObj name="公式" r:id="rId14" imgW="3816380" imgH="349385" progId="Equation.3">
                  <p:embed/>
                  <p:pic>
                    <p:nvPicPr>
                      <p:cNvPr id="0" name="Object 10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8113" y="3571875"/>
                        <a:ext cx="7559675"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6881" name="Picture 21">
            <a:extLst>
              <a:ext uri="{FF2B5EF4-FFF2-40B4-BE49-F238E27FC236}">
                <a16:creationId xmlns:a16="http://schemas.microsoft.com/office/drawing/2014/main" id="{CB24D703-611B-73B8-CF1E-B19EB3B11C8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17261" y="2409825"/>
            <a:ext cx="1787054" cy="1191369"/>
          </a:xfrm>
          <a:prstGeom prst="rect">
            <a:avLst/>
          </a:prstGeom>
          <a:noFill/>
          <a:ln>
            <a:noFill/>
          </a:ln>
          <a:effectLst/>
          <a:extLst>
            <a:ext uri="{909E8E84-426E-40DD-AFC4-6F175D3DCCD1}">
              <a14:hiddenFill xmlns:a14="http://schemas.microsoft.com/office/drawing/2010/main">
                <a:gradFill rotWithShape="0">
                  <a:gsLst>
                    <a:gs pos="0">
                      <a:srgbClr val="3D3D3D"/>
                    </a:gs>
                    <a:gs pos="100000">
                      <a:srgbClr val="909090"/>
                    </a:gs>
                  </a:gsLst>
                  <a:lin ang="18900000" scaled="1"/>
                </a:gradFill>
              </a14:hiddenFill>
            </a:ext>
            <a:ext uri="{91240B29-F687-4F45-9708-019B960494DF}">
              <a14:hiddenLine xmlns:a14="http://schemas.microsoft.com/office/drawing/2010/main" w="1905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82" name="Rectangle 23">
            <a:extLst>
              <a:ext uri="{FF2B5EF4-FFF2-40B4-BE49-F238E27FC236}">
                <a16:creationId xmlns:a16="http://schemas.microsoft.com/office/drawing/2014/main" id="{8CB5200C-2A52-D6A4-1BC6-8D51419C8ADD}"/>
              </a:ext>
            </a:extLst>
          </p:cNvPr>
          <p:cNvSpPr>
            <a:spLocks noChangeArrowheads="1"/>
          </p:cNvSpPr>
          <p:nvPr/>
        </p:nvSpPr>
        <p:spPr bwMode="auto">
          <a:xfrm>
            <a:off x="257175" y="5416550"/>
            <a:ext cx="8567738"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lnSpc>
                <a:spcPct val="140000"/>
              </a:lnSpc>
              <a:buFont typeface="Wingdings" panose="05000000000000000000" pitchFamily="2" charset="2"/>
              <a:buChar char="u"/>
            </a:pPr>
            <a:r>
              <a:rPr kumimoji="1" lang="zh-CN" altLang="en-US" b="1">
                <a:solidFill>
                  <a:srgbClr val="FF9933"/>
                </a:solidFill>
              </a:rPr>
              <a:t>相关例题；</a:t>
            </a:r>
            <a:r>
              <a:rPr kumimoji="1" lang="en-US" altLang="zh-CN" b="1">
                <a:solidFill>
                  <a:srgbClr val="FF9933"/>
                </a:solidFill>
              </a:rPr>
              <a:t>【</a:t>
            </a:r>
            <a:r>
              <a:rPr kumimoji="1" lang="zh-CN" altLang="en-US" b="1">
                <a:solidFill>
                  <a:srgbClr val="FF9933"/>
                </a:solidFill>
              </a:rPr>
              <a:t>例</a:t>
            </a:r>
            <a:r>
              <a:rPr kumimoji="1" lang="en-US" altLang="zh-CN" b="1">
                <a:solidFill>
                  <a:srgbClr val="FF9933"/>
                </a:solidFill>
              </a:rPr>
              <a:t>2.2.3】</a:t>
            </a:r>
            <a:r>
              <a:rPr kumimoji="1" lang="en-US" altLang="zh-CN" b="1">
                <a:solidFill>
                  <a:schemeClr val="bg2"/>
                </a:solidFill>
              </a:rPr>
              <a:t> </a:t>
            </a:r>
            <a:r>
              <a:rPr kumimoji="1" lang="zh-CN" altLang="en-US" b="1">
                <a:solidFill>
                  <a:schemeClr val="bg1"/>
                </a:solidFill>
              </a:rPr>
              <a:t> </a:t>
            </a:r>
          </a:p>
          <a:p>
            <a:pPr eaLnBrk="1" fontAlgn="ctr" hangingPunct="1">
              <a:lnSpc>
                <a:spcPct val="140000"/>
              </a:lnSpc>
              <a:buFont typeface="Wingdings" panose="05000000000000000000" pitchFamily="2" charset="2"/>
              <a:buNone/>
            </a:pPr>
            <a:r>
              <a:rPr kumimoji="1" lang="en-US" altLang="zh-CN" b="1">
                <a:solidFill>
                  <a:srgbClr val="FF9933"/>
                </a:solidFill>
              </a:rPr>
              <a:t>                     </a:t>
            </a:r>
            <a:r>
              <a:rPr kumimoji="1" lang="en-US" altLang="zh-CN" b="1">
                <a:solidFill>
                  <a:schemeClr val="bg2"/>
                </a:solidFill>
              </a:rPr>
              <a:t>【</a:t>
            </a:r>
            <a:r>
              <a:rPr kumimoji="1" lang="zh-CN" altLang="en-US" b="1">
                <a:solidFill>
                  <a:schemeClr val="bg2"/>
                </a:solidFill>
              </a:rPr>
              <a:t>例</a:t>
            </a:r>
            <a:r>
              <a:rPr kumimoji="1" lang="en-US" altLang="zh-CN" b="1">
                <a:solidFill>
                  <a:schemeClr val="bg2"/>
                </a:solidFill>
              </a:rPr>
              <a:t>3.1.2</a:t>
            </a:r>
            <a:r>
              <a:rPr kumimoji="1" lang="en-US" altLang="zh-CN" b="1">
                <a:solidFill>
                  <a:srgbClr val="FF9933"/>
                </a:solidFill>
              </a:rPr>
              <a:t> </a:t>
            </a:r>
            <a:r>
              <a:rPr kumimoji="1" lang="en-US" altLang="zh-CN" b="1">
                <a:solidFill>
                  <a:schemeClr val="bg2"/>
                </a:solidFill>
              </a:rPr>
              <a:t>】</a:t>
            </a:r>
            <a:r>
              <a:rPr kumimoji="1" lang="en-US" altLang="zh-CN" b="1">
                <a:solidFill>
                  <a:srgbClr val="EC8C00"/>
                </a:solidFill>
              </a:rPr>
              <a:t>【</a:t>
            </a:r>
            <a:r>
              <a:rPr kumimoji="1" lang="zh-CN" altLang="en-US" b="1">
                <a:solidFill>
                  <a:srgbClr val="EC8C00"/>
                </a:solidFill>
              </a:rPr>
              <a:t>例</a:t>
            </a:r>
            <a:r>
              <a:rPr kumimoji="1" lang="en-US" altLang="zh-CN" b="1">
                <a:solidFill>
                  <a:srgbClr val="EC8C00"/>
                </a:solidFill>
              </a:rPr>
              <a:t>3.2.1】</a:t>
            </a:r>
            <a:r>
              <a:rPr kumimoji="1" lang="en-US" altLang="zh-CN" b="1"/>
              <a:t> </a:t>
            </a:r>
            <a:r>
              <a:rPr lang="en-US" altLang="zh-CN" b="1">
                <a:solidFill>
                  <a:srgbClr val="FF9933"/>
                </a:solidFill>
              </a:rPr>
              <a:t>【</a:t>
            </a:r>
            <a:r>
              <a:rPr lang="zh-CN" altLang="en-US" b="1">
                <a:solidFill>
                  <a:srgbClr val="FF9933"/>
                </a:solidFill>
              </a:rPr>
              <a:t>例</a:t>
            </a:r>
            <a:r>
              <a:rPr lang="en-US" altLang="zh-CN" b="1">
                <a:solidFill>
                  <a:srgbClr val="FF9933"/>
                </a:solidFill>
              </a:rPr>
              <a:t>4.3.2 】</a:t>
            </a:r>
            <a:r>
              <a:rPr lang="en-US" altLang="zh-CN" b="1">
                <a:solidFill>
                  <a:schemeClr val="bg1"/>
                </a:solidFill>
              </a:rPr>
              <a:t> </a:t>
            </a:r>
            <a:endParaRPr lang="zh-CN" altLang="en-US" b="1">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56D881F-3761-3E59-3601-4E7309F0BE25}"/>
              </a:ext>
            </a:extLst>
          </p:cNvPr>
          <p:cNvSpPr>
            <a:spLocks noGrp="1"/>
          </p:cNvSpPr>
          <p:nvPr>
            <p:ph type="sldNum" sz="quarter" idx="10"/>
          </p:nvPr>
        </p:nvSpPr>
        <p:spPr/>
        <p:txBody>
          <a:bodyPr/>
          <a:lstStyle/>
          <a:p>
            <a:pPr>
              <a:defRPr/>
            </a:pPr>
            <a:fld id="{2E4D8BE1-91A0-440B-A753-AF302F76E10E}" type="slidenum">
              <a:rPr lang="en-US" altLang="zh-CN" smtClean="0"/>
              <a:pPr>
                <a:defRPr/>
              </a:pPr>
              <a:t>22</a:t>
            </a:fld>
            <a:endParaRPr lang="en-US" altLang="zh-CN"/>
          </a:p>
        </p:txBody>
      </p:sp>
      <p:sp>
        <p:nvSpPr>
          <p:cNvPr id="4" name="灯片编号占位符 2">
            <a:extLst>
              <a:ext uri="{FF2B5EF4-FFF2-40B4-BE49-F238E27FC236}">
                <a16:creationId xmlns:a16="http://schemas.microsoft.com/office/drawing/2014/main" id="{72C45015-6447-50FB-00E0-EBA2AE02E72F}"/>
              </a:ext>
            </a:extLst>
          </p:cNvPr>
          <p:cNvSpPr txBox="1">
            <a:spLocks/>
          </p:cNvSpPr>
          <p:nvPr/>
        </p:nvSpPr>
        <p:spPr bwMode="auto">
          <a:xfrm>
            <a:off x="7667625" y="0"/>
            <a:ext cx="1343025" cy="333375"/>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1pPr>
            <a:lvl2pPr marL="742950" indent="-28575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2pPr>
            <a:lvl3pPr marL="11430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3pPr>
            <a:lvl4pPr marL="16002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4pPr>
            <a:lvl5pPr marL="20574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9pPr>
          </a:lstStyle>
          <a:p>
            <a:pPr eaLnBrk="1" hangingPunct="1">
              <a:spcBef>
                <a:spcPct val="0"/>
              </a:spcBef>
            </a:pPr>
            <a:fld id="{7D6CE997-D1A3-49B7-8404-7D6090B8A686}" type="slidenum">
              <a:rPr lang="en-US" altLang="zh-CN" sz="1400" smtClean="0">
                <a:ea typeface="宋体" panose="02010600030101010101" pitchFamily="2" charset="-122"/>
              </a:rPr>
              <a:pPr eaLnBrk="1" hangingPunct="1">
                <a:spcBef>
                  <a:spcPct val="0"/>
                </a:spcBef>
              </a:pPr>
              <a:t>22</a:t>
            </a:fld>
            <a:endParaRPr lang="en-US" altLang="zh-CN" sz="1400">
              <a:ea typeface="宋体" panose="02010600030101010101" pitchFamily="2" charset="-122"/>
            </a:endParaRPr>
          </a:p>
        </p:txBody>
      </p:sp>
      <p:sp>
        <p:nvSpPr>
          <p:cNvPr id="5" name="Text Box 2">
            <a:extLst>
              <a:ext uri="{FF2B5EF4-FFF2-40B4-BE49-F238E27FC236}">
                <a16:creationId xmlns:a16="http://schemas.microsoft.com/office/drawing/2014/main" id="{4F1EB638-DEC4-81F5-7608-7D19425D7E1B}"/>
              </a:ext>
            </a:extLst>
          </p:cNvPr>
          <p:cNvSpPr txBox="1">
            <a:spLocks noChangeArrowheads="1"/>
          </p:cNvSpPr>
          <p:nvPr/>
        </p:nvSpPr>
        <p:spPr bwMode="auto">
          <a:xfrm>
            <a:off x="67468" y="362000"/>
            <a:ext cx="90011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en-US" altLang="zh-CN" b="1" dirty="0">
                <a:solidFill>
                  <a:schemeClr val="bg1"/>
                </a:solidFill>
                <a:latin typeface="Times New Roman" panose="02020603050405020304" pitchFamily="18" charset="0"/>
                <a:ea typeface="幼圆" panose="02010509060101010101" pitchFamily="49" charset="-122"/>
              </a:rPr>
              <a:t> </a:t>
            </a:r>
            <a:r>
              <a:rPr kumimoji="1" lang="zh-CN" altLang="en-US" b="1" dirty="0">
                <a:solidFill>
                  <a:srgbClr val="FF9933"/>
                </a:solidFill>
                <a:latin typeface="幼圆" panose="02010509060101010101" pitchFamily="49" charset="-122"/>
                <a:ea typeface="幼圆" panose="02010509060101010101" pitchFamily="49" charset="-122"/>
              </a:rPr>
              <a:t>（略）</a:t>
            </a:r>
            <a:r>
              <a:rPr kumimoji="1" lang="en-US" altLang="zh-CN" b="1" dirty="0">
                <a:solidFill>
                  <a:srgbClr val="FF9933"/>
                </a:solidFill>
                <a:latin typeface="Times New Roman" panose="02020603050405020304" pitchFamily="18" charset="0"/>
                <a:ea typeface="幼圆" panose="02010509060101010101" pitchFamily="49" charset="-122"/>
              </a:rPr>
              <a:t>【</a:t>
            </a:r>
            <a:r>
              <a:rPr kumimoji="1" lang="zh-CN" altLang="en-US" b="1" dirty="0">
                <a:solidFill>
                  <a:srgbClr val="FF9933"/>
                </a:solidFill>
                <a:latin typeface="Times New Roman" panose="02020603050405020304" pitchFamily="18" charset="0"/>
              </a:rPr>
              <a:t>例</a:t>
            </a:r>
            <a:r>
              <a:rPr kumimoji="1" lang="zh-CN" altLang="en-US" b="1" dirty="0">
                <a:solidFill>
                  <a:srgbClr val="FF9933"/>
                </a:solidFill>
                <a:latin typeface="Times New Roman" panose="02020603050405020304" pitchFamily="18" charset="0"/>
                <a:ea typeface="幼圆" panose="02010509060101010101" pitchFamily="49" charset="-122"/>
              </a:rPr>
              <a:t> </a:t>
            </a:r>
            <a:r>
              <a:rPr kumimoji="1" lang="en-US" altLang="zh-CN" b="1" dirty="0">
                <a:solidFill>
                  <a:srgbClr val="FF9933"/>
                </a:solidFill>
                <a:latin typeface="Times New Roman" panose="02020603050405020304" pitchFamily="18" charset="0"/>
              </a:rPr>
              <a:t>3.1.3 】</a:t>
            </a:r>
            <a:r>
              <a:rPr kumimoji="1" lang="zh-CN" altLang="en-US" b="1" dirty="0">
                <a:solidFill>
                  <a:schemeClr val="bg1"/>
                </a:solidFill>
                <a:latin typeface="Times New Roman" panose="02020603050405020304" pitchFamily="18" charset="0"/>
              </a:rPr>
              <a:t>如图所示的平行双线传输线，导线半径为</a:t>
            </a:r>
            <a:r>
              <a:rPr kumimoji="1" lang="en-US" altLang="zh-CN" i="1" dirty="0">
                <a:solidFill>
                  <a:schemeClr val="bg1"/>
                </a:solidFill>
                <a:latin typeface="Times New Roman" panose="02020603050405020304" pitchFamily="18" charset="0"/>
                <a:ea typeface="宋体" panose="02010600030101010101" pitchFamily="2" charset="-122"/>
              </a:rPr>
              <a:t>a</a:t>
            </a:r>
            <a:r>
              <a:rPr kumimoji="1" lang="en-US" altLang="zh-CN" i="1" dirty="0">
                <a:solidFill>
                  <a:schemeClr val="bg1"/>
                </a:solidFill>
                <a:latin typeface="Times New Roman" panose="02020603050405020304" pitchFamily="18" charset="0"/>
              </a:rPr>
              <a:t> </a:t>
            </a:r>
            <a:r>
              <a:rPr kumimoji="1" lang="zh-CN" altLang="en-US" b="1" dirty="0">
                <a:solidFill>
                  <a:schemeClr val="bg1"/>
                </a:solidFill>
                <a:latin typeface="Times New Roman" panose="02020603050405020304" pitchFamily="18" charset="0"/>
              </a:rPr>
              <a:t>，两导线的轴线距离为</a:t>
            </a:r>
            <a:r>
              <a:rPr kumimoji="1" lang="en-US" altLang="zh-CN" b="1" i="1" dirty="0">
                <a:solidFill>
                  <a:schemeClr val="bg1"/>
                </a:solidFill>
                <a:latin typeface="Times New Roman" panose="02020603050405020304" pitchFamily="18" charset="0"/>
              </a:rPr>
              <a:t>D</a:t>
            </a:r>
            <a:r>
              <a:rPr kumimoji="1" lang="en-US" altLang="zh-CN" i="1" dirty="0">
                <a:solidFill>
                  <a:schemeClr val="bg1"/>
                </a:solidFill>
                <a:latin typeface="Times New Roman" panose="02020603050405020304" pitchFamily="18" charset="0"/>
              </a:rPr>
              <a:t> </a:t>
            </a:r>
            <a:r>
              <a:rPr kumimoji="1" lang="zh-CN" altLang="en-US" b="1" dirty="0">
                <a:solidFill>
                  <a:schemeClr val="bg1"/>
                </a:solidFill>
                <a:latin typeface="Times New Roman" panose="02020603050405020304" pitchFamily="18" charset="0"/>
              </a:rPr>
              <a:t>，且 </a:t>
            </a:r>
            <a:r>
              <a:rPr kumimoji="1" lang="en-US" altLang="zh-CN" b="1" i="1" dirty="0">
                <a:solidFill>
                  <a:schemeClr val="bg1"/>
                </a:solidFill>
                <a:latin typeface="Times New Roman" panose="02020603050405020304" pitchFamily="18" charset="0"/>
              </a:rPr>
              <a:t>D</a:t>
            </a:r>
            <a:r>
              <a:rPr kumimoji="1" lang="en-US" altLang="zh-CN" dirty="0">
                <a:solidFill>
                  <a:schemeClr val="bg1"/>
                </a:solidFill>
                <a:latin typeface="Times New Roman" panose="02020603050405020304" pitchFamily="18" charset="0"/>
              </a:rPr>
              <a:t> </a:t>
            </a:r>
            <a:r>
              <a:rPr kumimoji="1" lang="en-US" altLang="zh-CN" dirty="0">
                <a:solidFill>
                  <a:schemeClr val="bg1"/>
                </a:solidFill>
              </a:rPr>
              <a:t>&gt;&gt;</a:t>
            </a:r>
            <a:r>
              <a:rPr kumimoji="1" lang="en-US" altLang="zh-CN" dirty="0">
                <a:solidFill>
                  <a:schemeClr val="bg1"/>
                </a:solidFill>
                <a:latin typeface="Times New Roman" panose="02020603050405020304" pitchFamily="18" charset="0"/>
              </a:rPr>
              <a:t> </a:t>
            </a:r>
            <a:r>
              <a:rPr kumimoji="1" lang="en-US" altLang="zh-CN" b="1" i="1" dirty="0">
                <a:solidFill>
                  <a:schemeClr val="bg1"/>
                </a:solidFill>
                <a:latin typeface="Times New Roman" panose="02020603050405020304" pitchFamily="18" charset="0"/>
              </a:rPr>
              <a:t>a</a:t>
            </a:r>
            <a:r>
              <a:rPr kumimoji="1" lang="en-US" altLang="zh-CN" i="1" dirty="0">
                <a:solidFill>
                  <a:schemeClr val="bg1"/>
                </a:solidFill>
                <a:latin typeface="Times New Roman" panose="02020603050405020304" pitchFamily="18" charset="0"/>
              </a:rPr>
              <a:t> </a:t>
            </a:r>
            <a:r>
              <a:rPr kumimoji="1" lang="zh-CN" altLang="en-US" b="1" dirty="0">
                <a:solidFill>
                  <a:schemeClr val="bg1"/>
                </a:solidFill>
                <a:latin typeface="Times New Roman" panose="02020603050405020304" pitchFamily="18" charset="0"/>
              </a:rPr>
              <a:t>，求传输线单位长度的电容。</a:t>
            </a:r>
          </a:p>
        </p:txBody>
      </p:sp>
      <p:grpSp>
        <p:nvGrpSpPr>
          <p:cNvPr id="6" name="Group 3">
            <a:extLst>
              <a:ext uri="{FF2B5EF4-FFF2-40B4-BE49-F238E27FC236}">
                <a16:creationId xmlns:a16="http://schemas.microsoft.com/office/drawing/2014/main" id="{6B427C2D-141E-9922-5DC9-2047DAED1F50}"/>
              </a:ext>
            </a:extLst>
          </p:cNvPr>
          <p:cNvGrpSpPr>
            <a:grpSpLocks/>
          </p:cNvGrpSpPr>
          <p:nvPr/>
        </p:nvGrpSpPr>
        <p:grpSpPr bwMode="auto">
          <a:xfrm>
            <a:off x="74612" y="1335088"/>
            <a:ext cx="8964613" cy="2465386"/>
            <a:chOff x="47" y="841"/>
            <a:chExt cx="5647" cy="1553"/>
          </a:xfrm>
        </p:grpSpPr>
        <p:graphicFrame>
          <p:nvGraphicFramePr>
            <p:cNvPr id="7" name="Object 4">
              <a:extLst>
                <a:ext uri="{FF2B5EF4-FFF2-40B4-BE49-F238E27FC236}">
                  <a16:creationId xmlns:a16="http://schemas.microsoft.com/office/drawing/2014/main" id="{E4A17761-3708-41CA-29D4-0A9CA78D9DFD}"/>
                </a:ext>
              </a:extLst>
            </p:cNvPr>
            <p:cNvGraphicFramePr>
              <a:graphicFrameLocks noChangeAspect="1"/>
            </p:cNvGraphicFramePr>
            <p:nvPr>
              <p:extLst>
                <p:ext uri="{D42A27DB-BD31-4B8C-83A1-F6EECF244321}">
                  <p14:modId xmlns:p14="http://schemas.microsoft.com/office/powerpoint/2010/main" val="2496125702"/>
                </p:ext>
              </p:extLst>
            </p:nvPr>
          </p:nvGraphicFramePr>
          <p:xfrm>
            <a:off x="3407" y="935"/>
            <a:ext cx="317" cy="272"/>
          </p:xfrm>
          <a:graphic>
            <a:graphicData uri="http://schemas.openxmlformats.org/presentationml/2006/ole">
              <mc:AlternateContent xmlns:mc="http://schemas.openxmlformats.org/markup-compatibility/2006">
                <mc:Choice xmlns:v="urn:schemas-microsoft-com:vml" Requires="v">
                  <p:oleObj name="公式" r:id="rId2" imgW="285867" imgH="222365" progId="Equation.3">
                    <p:embed/>
                  </p:oleObj>
                </mc:Choice>
                <mc:Fallback>
                  <p:oleObj name="公式" r:id="rId2" imgW="285867" imgH="222365" progId="Equation.3">
                    <p:embed/>
                    <p:pic>
                      <p:nvPicPr>
                        <p:cNvPr id="25642" name="Object 4">
                          <a:extLst>
                            <a:ext uri="{FF2B5EF4-FFF2-40B4-BE49-F238E27FC236}">
                              <a16:creationId xmlns:a16="http://schemas.microsoft.com/office/drawing/2014/main" id="{B37A7C19-61C8-36BA-3B25-6666E0879E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7" y="935"/>
                          <a:ext cx="31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5">
              <a:extLst>
                <a:ext uri="{FF2B5EF4-FFF2-40B4-BE49-F238E27FC236}">
                  <a16:creationId xmlns:a16="http://schemas.microsoft.com/office/drawing/2014/main" id="{39C03BA7-BC7D-4FBE-6B1F-214016BB4A01}"/>
                </a:ext>
              </a:extLst>
            </p:cNvPr>
            <p:cNvSpPr>
              <a:spLocks noChangeArrowheads="1"/>
            </p:cNvSpPr>
            <p:nvPr/>
          </p:nvSpPr>
          <p:spPr bwMode="auto">
            <a:xfrm>
              <a:off x="47" y="841"/>
              <a:ext cx="5647" cy="1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fontAlgn="ctr" hangingPunct="1">
                <a:lnSpc>
                  <a:spcPct val="130000"/>
                </a:lnSpc>
                <a:spcBef>
                  <a:spcPct val="0"/>
                </a:spcBef>
              </a:pPr>
              <a:r>
                <a:rPr kumimoji="1" lang="en-US" altLang="zh-CN" b="1" dirty="0">
                  <a:solidFill>
                    <a:srgbClr val="FF9933"/>
                  </a:solidFill>
                </a:rPr>
                <a:t>【</a:t>
              </a:r>
              <a:r>
                <a:rPr kumimoji="1" lang="zh-CN" altLang="en-US" b="1" dirty="0">
                  <a:solidFill>
                    <a:srgbClr val="FF9933"/>
                  </a:solidFill>
                </a:rPr>
                <a:t>解</a:t>
              </a:r>
              <a:r>
                <a:rPr kumimoji="1" lang="en-US" altLang="zh-CN" b="1" dirty="0">
                  <a:solidFill>
                    <a:srgbClr val="FF9933"/>
                  </a:solidFill>
                </a:rPr>
                <a:t>】</a:t>
              </a:r>
              <a:r>
                <a:rPr lang="zh-CN" altLang="en-US" b="1" dirty="0">
                  <a:solidFill>
                    <a:schemeClr val="bg1"/>
                  </a:solidFill>
                  <a:latin typeface="Times New Roman" panose="02020603050405020304" pitchFamily="18" charset="0"/>
                </a:rPr>
                <a:t>设两导线</a:t>
              </a:r>
              <a:r>
                <a:rPr lang="zh-CN" altLang="en-US" b="1" dirty="0">
                  <a:solidFill>
                    <a:srgbClr val="FF9933"/>
                  </a:solidFill>
                  <a:latin typeface="Times New Roman" panose="02020603050405020304" pitchFamily="18" charset="0"/>
                </a:rPr>
                <a:t>单位长度带电量</a:t>
              </a:r>
              <a:r>
                <a:rPr lang="zh-CN" altLang="en-US" b="1" dirty="0">
                  <a:solidFill>
                    <a:schemeClr val="bg1"/>
                  </a:solidFill>
                  <a:latin typeface="Times New Roman" panose="02020603050405020304" pitchFamily="18" charset="0"/>
                </a:rPr>
                <a:t>分别为       。由于</a:t>
              </a:r>
              <a:r>
                <a:rPr kumimoji="1" lang="en-US" altLang="zh-CN" b="1" i="1" dirty="0">
                  <a:solidFill>
                    <a:schemeClr val="bg1"/>
                  </a:solidFill>
                  <a:latin typeface="Times New Roman" panose="02020603050405020304" pitchFamily="18" charset="0"/>
                </a:rPr>
                <a:t>D</a:t>
              </a:r>
              <a:r>
                <a:rPr kumimoji="1" lang="en-US" altLang="zh-CN" dirty="0">
                  <a:solidFill>
                    <a:schemeClr val="bg1"/>
                  </a:solidFill>
                  <a:latin typeface="Times New Roman" panose="02020603050405020304" pitchFamily="18" charset="0"/>
                </a:rPr>
                <a:t> </a:t>
              </a:r>
              <a:r>
                <a:rPr kumimoji="1" lang="en-US" altLang="zh-CN" dirty="0">
                  <a:solidFill>
                    <a:schemeClr val="bg1"/>
                  </a:solidFill>
                </a:rPr>
                <a:t>&gt;&gt;</a:t>
              </a:r>
              <a:r>
                <a:rPr kumimoji="1" lang="en-US" altLang="zh-CN" dirty="0">
                  <a:solidFill>
                    <a:schemeClr val="bg1"/>
                  </a:solidFill>
                  <a:latin typeface="Times New Roman" panose="02020603050405020304" pitchFamily="18" charset="0"/>
                </a:rPr>
                <a:t> </a:t>
              </a:r>
              <a:r>
                <a:rPr kumimoji="1" lang="en-US" altLang="zh-CN" b="1" i="1" dirty="0">
                  <a:solidFill>
                    <a:schemeClr val="bg1"/>
                  </a:solidFill>
                  <a:latin typeface="Times New Roman" panose="02020603050405020304" pitchFamily="18" charset="0"/>
                </a:rPr>
                <a:t>a</a:t>
              </a:r>
              <a:r>
                <a:rPr lang="en-US" altLang="zh-CN" b="1" dirty="0">
                  <a:solidFill>
                    <a:schemeClr val="bg1"/>
                  </a:solidFill>
                  <a:latin typeface="Times New Roman" panose="02020603050405020304" pitchFamily="18" charset="0"/>
                </a:rPr>
                <a:t> </a:t>
              </a:r>
              <a:r>
                <a:rPr lang="zh-CN" altLang="en-US" b="1" dirty="0">
                  <a:solidFill>
                    <a:schemeClr val="bg1"/>
                  </a:solidFill>
                  <a:latin typeface="Times New Roman" panose="02020603050405020304" pitchFamily="18" charset="0"/>
                </a:rPr>
                <a:t>，故</a:t>
              </a:r>
              <a:r>
                <a:rPr lang="zh-CN" altLang="en-US" b="1" dirty="0">
                  <a:solidFill>
                    <a:schemeClr val="bg1"/>
                  </a:solidFill>
                  <a:latin typeface="Times New Roman" panose="02020603050405020304" pitchFamily="18" charset="0"/>
                  <a:cs typeface="Times New Roman" panose="02020603050405020304" pitchFamily="18" charset="0"/>
                </a:rPr>
                <a:t>可近似地认为电荷分别均匀分布在两导线</a:t>
              </a:r>
            </a:p>
            <a:p>
              <a:pPr eaLnBrk="1" fontAlgn="ctr" hangingPunct="1">
                <a:lnSpc>
                  <a:spcPct val="130000"/>
                </a:lnSpc>
                <a:spcBef>
                  <a:spcPct val="0"/>
                </a:spcBef>
              </a:pPr>
              <a:r>
                <a:rPr lang="zh-CN" altLang="en-US" b="1" dirty="0">
                  <a:solidFill>
                    <a:schemeClr val="bg1"/>
                  </a:solidFill>
                  <a:latin typeface="Times New Roman" panose="02020603050405020304" pitchFamily="18" charset="0"/>
                  <a:cs typeface="Times New Roman" panose="02020603050405020304" pitchFamily="18" charset="0"/>
                </a:rPr>
                <a:t>的表面上。应用高斯定理和叠加原理，</a:t>
              </a:r>
            </a:p>
            <a:p>
              <a:pPr eaLnBrk="1" fontAlgn="ctr" hangingPunct="1">
                <a:lnSpc>
                  <a:spcPct val="130000"/>
                </a:lnSpc>
                <a:spcBef>
                  <a:spcPct val="0"/>
                </a:spcBef>
              </a:pPr>
              <a:r>
                <a:rPr lang="zh-CN" altLang="en-US" b="1" dirty="0">
                  <a:solidFill>
                    <a:schemeClr val="bg1"/>
                  </a:solidFill>
                  <a:latin typeface="Times New Roman" panose="02020603050405020304" pitchFamily="18" charset="0"/>
                  <a:cs typeface="Times New Roman" panose="02020603050405020304" pitchFamily="18" charset="0"/>
                </a:rPr>
                <a:t>可得到两导线之间的平面上任一点</a:t>
              </a:r>
              <a:r>
                <a:rPr lang="en-US" altLang="zh-CN" b="1" i="1" dirty="0">
                  <a:solidFill>
                    <a:schemeClr val="bg1"/>
                  </a:solidFill>
                  <a:latin typeface="Times New Roman" panose="02020603050405020304" pitchFamily="18" charset="0"/>
                  <a:cs typeface="Times New Roman" panose="02020603050405020304" pitchFamily="18" charset="0"/>
                </a:rPr>
                <a:t>P </a:t>
              </a:r>
              <a:r>
                <a:rPr lang="zh-CN" altLang="en-US" b="1" dirty="0">
                  <a:solidFill>
                    <a:schemeClr val="bg1"/>
                  </a:solidFill>
                  <a:latin typeface="Times New Roman" panose="02020603050405020304" pitchFamily="18" charset="0"/>
                  <a:cs typeface="Times New Roman" panose="02020603050405020304" pitchFamily="18" charset="0"/>
                </a:rPr>
                <a:t>的</a:t>
              </a:r>
            </a:p>
            <a:p>
              <a:pPr eaLnBrk="1" fontAlgn="ctr" hangingPunct="1">
                <a:lnSpc>
                  <a:spcPct val="130000"/>
                </a:lnSpc>
                <a:spcBef>
                  <a:spcPct val="0"/>
                </a:spcBef>
              </a:pPr>
              <a:r>
                <a:rPr lang="zh-CN" altLang="en-US" b="1" dirty="0">
                  <a:solidFill>
                    <a:schemeClr val="bg1"/>
                  </a:solidFill>
                  <a:latin typeface="Times New Roman" panose="02020603050405020304" pitchFamily="18" charset="0"/>
                  <a:cs typeface="Times New Roman" panose="02020603050405020304" pitchFamily="18" charset="0"/>
                </a:rPr>
                <a:t>电场强度</a:t>
              </a:r>
            </a:p>
          </p:txBody>
        </p:sp>
      </p:grpSp>
      <p:graphicFrame>
        <p:nvGraphicFramePr>
          <p:cNvPr id="9" name="Object 6">
            <a:extLst>
              <a:ext uri="{FF2B5EF4-FFF2-40B4-BE49-F238E27FC236}">
                <a16:creationId xmlns:a16="http://schemas.microsoft.com/office/drawing/2014/main" id="{38FF1755-E4FB-0063-2CE4-E766539FFF37}"/>
              </a:ext>
            </a:extLst>
          </p:cNvPr>
          <p:cNvGraphicFramePr>
            <a:graphicFrameLocks noChangeAspect="1"/>
          </p:cNvGraphicFramePr>
          <p:nvPr/>
        </p:nvGraphicFramePr>
        <p:xfrm>
          <a:off x="1403350" y="3465513"/>
          <a:ext cx="3816350" cy="922337"/>
        </p:xfrm>
        <a:graphic>
          <a:graphicData uri="http://schemas.openxmlformats.org/presentationml/2006/ole">
            <mc:AlternateContent xmlns:mc="http://schemas.openxmlformats.org/markup-compatibility/2006">
              <mc:Choice xmlns:v="urn:schemas-microsoft-com:vml" Requires="v">
                <p:oleObj name="Equation" r:id="rId4" imgW="1669846" imgH="425612" progId="Equation.DSMT4">
                  <p:embed/>
                </p:oleObj>
              </mc:Choice>
              <mc:Fallback>
                <p:oleObj name="Equation" r:id="rId4" imgW="1669846" imgH="425612" progId="Equation.DSMT4">
                  <p:embed/>
                  <p:pic>
                    <p:nvPicPr>
                      <p:cNvPr id="952326" name="Object 6">
                        <a:extLst>
                          <a:ext uri="{FF2B5EF4-FFF2-40B4-BE49-F238E27FC236}">
                            <a16:creationId xmlns:a16="http://schemas.microsoft.com/office/drawing/2014/main" id="{FEBF73E3-C92B-D420-EFD9-3EF715009A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465513"/>
                        <a:ext cx="38163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7">
            <a:extLst>
              <a:ext uri="{FF2B5EF4-FFF2-40B4-BE49-F238E27FC236}">
                <a16:creationId xmlns:a16="http://schemas.microsoft.com/office/drawing/2014/main" id="{B52B04A0-CA42-0745-266B-12A7CD2FDEB7}"/>
              </a:ext>
            </a:extLst>
          </p:cNvPr>
          <p:cNvSpPr>
            <a:spLocks noChangeArrowheads="1"/>
          </p:cNvSpPr>
          <p:nvPr/>
        </p:nvSpPr>
        <p:spPr bwMode="auto">
          <a:xfrm>
            <a:off x="133350" y="4267200"/>
            <a:ext cx="407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tabLst>
                <a:tab pos="266700" algn="r"/>
                <a:tab pos="2641600" algn="ctr"/>
                <a:tab pos="5283200" algn="r"/>
              </a:tabLst>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tabLst>
                <a:tab pos="266700" algn="r"/>
                <a:tab pos="2641600" algn="ctr"/>
                <a:tab pos="5283200" algn="r"/>
              </a:tabLst>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tabLst>
                <a:tab pos="266700" algn="r"/>
                <a:tab pos="2641600" algn="ctr"/>
                <a:tab pos="5283200" algn="r"/>
              </a:tabLst>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tabLst>
                <a:tab pos="266700" algn="r"/>
                <a:tab pos="2641600" algn="ctr"/>
                <a:tab pos="5283200" algn="r"/>
              </a:tabLst>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tabLst>
                <a:tab pos="266700" algn="r"/>
                <a:tab pos="2641600" algn="ctr"/>
                <a:tab pos="5283200" algn="r"/>
              </a:tabLst>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tabLst>
                <a:tab pos="266700" algn="r"/>
                <a:tab pos="2641600" algn="ctr"/>
                <a:tab pos="5283200" algn="r"/>
              </a:tabLs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tabLst>
                <a:tab pos="266700" algn="r"/>
                <a:tab pos="2641600" algn="ctr"/>
                <a:tab pos="5283200" algn="r"/>
              </a:tabLs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tabLst>
                <a:tab pos="266700" algn="r"/>
                <a:tab pos="2641600" algn="ctr"/>
                <a:tab pos="5283200" algn="r"/>
              </a:tabLs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tabLst>
                <a:tab pos="266700" algn="r"/>
                <a:tab pos="2641600" algn="ctr"/>
                <a:tab pos="5283200" algn="r"/>
              </a:tabLst>
              <a:defRPr sz="2400">
                <a:solidFill>
                  <a:schemeClr val="tx1"/>
                </a:solidFill>
                <a:latin typeface="Arial" panose="020B0604020202020204" pitchFamily="34" charset="0"/>
                <a:ea typeface="楷体_GB2312" pitchFamily="49" charset="-122"/>
              </a:defRPr>
            </a:lvl9pPr>
          </a:lstStyle>
          <a:p>
            <a:pPr eaLnBrk="1" fontAlgn="ctr" hangingPunct="1">
              <a:spcBef>
                <a:spcPct val="0"/>
              </a:spcBef>
            </a:pPr>
            <a:r>
              <a:rPr lang="zh-CN" altLang="en-US" b="1">
                <a:solidFill>
                  <a:schemeClr val="bg1"/>
                </a:solidFill>
                <a:latin typeface="Times New Roman" panose="02020603050405020304" pitchFamily="18" charset="0"/>
                <a:cs typeface="Times New Roman" panose="02020603050405020304" pitchFamily="18" charset="0"/>
              </a:rPr>
              <a:t>两导线间的电位差</a:t>
            </a:r>
            <a:endParaRPr lang="zh-CN" altLang="en-US" b="1">
              <a:solidFill>
                <a:schemeClr val="bg1"/>
              </a:solidFill>
              <a:cs typeface="Times New Roman" panose="02020603050405020304" pitchFamily="18" charset="0"/>
            </a:endParaRPr>
          </a:p>
        </p:txBody>
      </p:sp>
      <p:graphicFrame>
        <p:nvGraphicFramePr>
          <p:cNvPr id="11" name="Object 8">
            <a:extLst>
              <a:ext uri="{FF2B5EF4-FFF2-40B4-BE49-F238E27FC236}">
                <a16:creationId xmlns:a16="http://schemas.microsoft.com/office/drawing/2014/main" id="{F864D221-7531-80A7-68B7-F4193F4C46BF}"/>
              </a:ext>
            </a:extLst>
          </p:cNvPr>
          <p:cNvGraphicFramePr>
            <a:graphicFrameLocks/>
          </p:cNvGraphicFramePr>
          <p:nvPr/>
        </p:nvGraphicFramePr>
        <p:xfrm>
          <a:off x="684213" y="4797425"/>
          <a:ext cx="5494337" cy="900113"/>
        </p:xfrm>
        <a:graphic>
          <a:graphicData uri="http://schemas.openxmlformats.org/presentationml/2006/ole">
            <mc:AlternateContent xmlns:mc="http://schemas.openxmlformats.org/markup-compatibility/2006">
              <mc:Choice xmlns:v="urn:schemas-microsoft-com:vml" Requires="v">
                <p:oleObj name="Equation" r:id="rId6" imgW="2406776" imgH="425612" progId="Equation.DSMT4">
                  <p:embed/>
                </p:oleObj>
              </mc:Choice>
              <mc:Fallback>
                <p:oleObj name="Equation" r:id="rId6" imgW="2406776" imgH="425612" progId="Equation.DSMT4">
                  <p:embed/>
                  <p:pic>
                    <p:nvPicPr>
                      <p:cNvPr id="952328" name="Object 8">
                        <a:extLst>
                          <a:ext uri="{FF2B5EF4-FFF2-40B4-BE49-F238E27FC236}">
                            <a16:creationId xmlns:a16="http://schemas.microsoft.com/office/drawing/2014/main" id="{948DF797-BE39-8B24-D0E2-FD4CC430D1C0}"/>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4797425"/>
                        <a:ext cx="549433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9">
            <a:extLst>
              <a:ext uri="{FF2B5EF4-FFF2-40B4-BE49-F238E27FC236}">
                <a16:creationId xmlns:a16="http://schemas.microsoft.com/office/drawing/2014/main" id="{DA9D3980-3673-FBA7-DC41-C765753D2FF5}"/>
              </a:ext>
            </a:extLst>
          </p:cNvPr>
          <p:cNvGraphicFramePr>
            <a:graphicFrameLocks/>
          </p:cNvGraphicFramePr>
          <p:nvPr/>
        </p:nvGraphicFramePr>
        <p:xfrm>
          <a:off x="1979613" y="5661025"/>
          <a:ext cx="5618162" cy="846138"/>
        </p:xfrm>
        <a:graphic>
          <a:graphicData uri="http://schemas.openxmlformats.org/presentationml/2006/ole">
            <mc:AlternateContent xmlns:mc="http://schemas.openxmlformats.org/markup-compatibility/2006">
              <mc:Choice xmlns:v="urn:schemas-microsoft-com:vml" Requires="v">
                <p:oleObj name="Equation" r:id="rId8" imgW="2673502" imgH="425612" progId="Equation.DSMT4">
                  <p:embed/>
                </p:oleObj>
              </mc:Choice>
              <mc:Fallback>
                <p:oleObj name="Equation" r:id="rId8" imgW="2673502" imgH="425612" progId="Equation.DSMT4">
                  <p:embed/>
                  <p:pic>
                    <p:nvPicPr>
                      <p:cNvPr id="952329" name="Object 9">
                        <a:extLst>
                          <a:ext uri="{FF2B5EF4-FFF2-40B4-BE49-F238E27FC236}">
                            <a16:creationId xmlns:a16="http://schemas.microsoft.com/office/drawing/2014/main" id="{AF0D41D5-6A8F-97BC-5A7D-24EE24AFB4CF}"/>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613" y="5661025"/>
                        <a:ext cx="5618162"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AutoShape 10">
            <a:hlinkClick r:id="rId10" action="ppaction://hlinksldjump" highlightClick="1"/>
            <a:extLst>
              <a:ext uri="{FF2B5EF4-FFF2-40B4-BE49-F238E27FC236}">
                <a16:creationId xmlns:a16="http://schemas.microsoft.com/office/drawing/2014/main" id="{1F0D0FD4-FAD0-4A03-0F8B-CADE79CC97B9}"/>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4" name="AutoShape 11">
            <a:hlinkClick r:id="" action="ppaction://hlinkshowjump?jump=previousslide" highlightClick="1"/>
            <a:extLst>
              <a:ext uri="{FF2B5EF4-FFF2-40B4-BE49-F238E27FC236}">
                <a16:creationId xmlns:a16="http://schemas.microsoft.com/office/drawing/2014/main" id="{AA3EF051-2391-09FD-389F-18A8E4387E16}"/>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5" name="AutoShape 12">
            <a:hlinkClick r:id="" action="ppaction://hlinkshowjump?jump=nextslide" highlightClick="1"/>
            <a:extLst>
              <a:ext uri="{FF2B5EF4-FFF2-40B4-BE49-F238E27FC236}">
                <a16:creationId xmlns:a16="http://schemas.microsoft.com/office/drawing/2014/main" id="{150116FB-D9C6-2FBA-8FC8-29DCCC60B9AA}"/>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6" name="AutoShape 13">
            <a:hlinkClick r:id="" action="ppaction://hlinkshowjump?jump=lastslide" highlightClick="1"/>
            <a:extLst>
              <a:ext uri="{FF2B5EF4-FFF2-40B4-BE49-F238E27FC236}">
                <a16:creationId xmlns:a16="http://schemas.microsoft.com/office/drawing/2014/main" id="{904BB48A-2E18-A478-CD7B-2DF064B363CC}"/>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7" name="AutoShape 14">
            <a:extLst>
              <a:ext uri="{FF2B5EF4-FFF2-40B4-BE49-F238E27FC236}">
                <a16:creationId xmlns:a16="http://schemas.microsoft.com/office/drawing/2014/main" id="{04117B1D-79B9-9A95-AB34-10363CE87C7A}"/>
              </a:ext>
            </a:extLst>
          </p:cNvPr>
          <p:cNvSpPr>
            <a:spLocks noChangeArrowheads="1"/>
          </p:cNvSpPr>
          <p:nvPr/>
        </p:nvSpPr>
        <p:spPr bwMode="auto">
          <a:xfrm>
            <a:off x="900113" y="5949950"/>
            <a:ext cx="865187" cy="215900"/>
          </a:xfrm>
          <a:prstGeom prst="rightArrow">
            <a:avLst>
              <a:gd name="adj1" fmla="val 50000"/>
              <a:gd name="adj2" fmla="val 100184"/>
            </a:avLst>
          </a:prstGeom>
          <a:solidFill>
            <a:srgbClr val="FFCC99"/>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grpSp>
        <p:nvGrpSpPr>
          <p:cNvPr id="18" name="Group 15">
            <a:extLst>
              <a:ext uri="{FF2B5EF4-FFF2-40B4-BE49-F238E27FC236}">
                <a16:creationId xmlns:a16="http://schemas.microsoft.com/office/drawing/2014/main" id="{4C550B0D-C762-F6EE-AF82-B8C405774EB4}"/>
              </a:ext>
            </a:extLst>
          </p:cNvPr>
          <p:cNvGrpSpPr>
            <a:grpSpLocks/>
          </p:cNvGrpSpPr>
          <p:nvPr/>
        </p:nvGrpSpPr>
        <p:grpSpPr bwMode="auto">
          <a:xfrm>
            <a:off x="5651500" y="2060575"/>
            <a:ext cx="3311525" cy="2447925"/>
            <a:chOff x="3560" y="1344"/>
            <a:chExt cx="2086" cy="1542"/>
          </a:xfrm>
        </p:grpSpPr>
        <p:grpSp>
          <p:nvGrpSpPr>
            <p:cNvPr id="19" name="Group 16">
              <a:extLst>
                <a:ext uri="{FF2B5EF4-FFF2-40B4-BE49-F238E27FC236}">
                  <a16:creationId xmlns:a16="http://schemas.microsoft.com/office/drawing/2014/main" id="{0620277A-3B47-3907-1882-C4E8549E3EFC}"/>
                </a:ext>
              </a:extLst>
            </p:cNvPr>
            <p:cNvGrpSpPr>
              <a:grpSpLocks/>
            </p:cNvGrpSpPr>
            <p:nvPr/>
          </p:nvGrpSpPr>
          <p:grpSpPr bwMode="auto">
            <a:xfrm>
              <a:off x="3560" y="1344"/>
              <a:ext cx="2086" cy="1542"/>
              <a:chOff x="3652" y="1298"/>
              <a:chExt cx="2086" cy="1542"/>
            </a:xfrm>
          </p:grpSpPr>
          <p:sp>
            <p:nvSpPr>
              <p:cNvPr id="21" name="Rectangle 17">
                <a:extLst>
                  <a:ext uri="{FF2B5EF4-FFF2-40B4-BE49-F238E27FC236}">
                    <a16:creationId xmlns:a16="http://schemas.microsoft.com/office/drawing/2014/main" id="{076E0011-3E03-C78B-5F6D-053494CA50E2}"/>
                  </a:ext>
                </a:extLst>
              </p:cNvPr>
              <p:cNvSpPr>
                <a:spLocks noChangeArrowheads="1"/>
              </p:cNvSpPr>
              <p:nvPr/>
            </p:nvSpPr>
            <p:spPr bwMode="auto">
              <a:xfrm>
                <a:off x="3652" y="1298"/>
                <a:ext cx="2086" cy="1542"/>
              </a:xfrm>
              <a:prstGeom prst="rect">
                <a:avLst/>
              </a:prstGeom>
              <a:solidFill>
                <a:srgbClr val="CCFFFF"/>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grpSp>
            <p:nvGrpSpPr>
              <p:cNvPr id="22" name="Group 18">
                <a:extLst>
                  <a:ext uri="{FF2B5EF4-FFF2-40B4-BE49-F238E27FC236}">
                    <a16:creationId xmlns:a16="http://schemas.microsoft.com/office/drawing/2014/main" id="{89428BF9-BC07-55E3-50E4-43894E37A257}"/>
                  </a:ext>
                </a:extLst>
              </p:cNvPr>
              <p:cNvGrpSpPr>
                <a:grpSpLocks/>
              </p:cNvGrpSpPr>
              <p:nvPr/>
            </p:nvGrpSpPr>
            <p:grpSpPr bwMode="auto">
              <a:xfrm>
                <a:off x="3711" y="1435"/>
                <a:ext cx="1950" cy="1270"/>
                <a:chOff x="3711" y="1435"/>
                <a:chExt cx="1950" cy="1270"/>
              </a:xfrm>
            </p:grpSpPr>
            <p:sp>
              <p:nvSpPr>
                <p:cNvPr id="23" name="Oval 19">
                  <a:extLst>
                    <a:ext uri="{FF2B5EF4-FFF2-40B4-BE49-F238E27FC236}">
                      <a16:creationId xmlns:a16="http://schemas.microsoft.com/office/drawing/2014/main" id="{7788D509-2095-4A85-481B-28EB171C5870}"/>
                    </a:ext>
                  </a:extLst>
                </p:cNvPr>
                <p:cNvSpPr>
                  <a:spLocks noChangeArrowheads="1"/>
                </p:cNvSpPr>
                <p:nvPr/>
              </p:nvSpPr>
              <p:spPr bwMode="auto">
                <a:xfrm>
                  <a:off x="3926" y="2128"/>
                  <a:ext cx="212" cy="219"/>
                </a:xfrm>
                <a:prstGeom prst="ellipse">
                  <a:avLst/>
                </a:prstGeom>
                <a:solidFill>
                  <a:srgbClr val="F49100"/>
                </a:solidFill>
                <a:ln w="9525">
                  <a:round/>
                  <a:headEnd/>
                  <a:tailEnd/>
                </a:ln>
                <a:effectLst/>
                <a:scene3d>
                  <a:camera prst="legacyPerspectiveTopRight">
                    <a:rot lat="1200000" lon="1500000" rev="0"/>
                  </a:camera>
                  <a:lightRig rig="legacyFlat4" dir="b"/>
                </a:scene3d>
                <a:sp3d extrusionH="2513000" prstMaterial="legacyMatte">
                  <a:bevelT w="13500" h="13500" prst="angle"/>
                  <a:bevelB w="13500" h="13500" prst="angle"/>
                  <a:extrusionClr>
                    <a:srgbClr val="F49100"/>
                  </a:extrusionClr>
                  <a:contourClr>
                    <a:srgbClr val="F491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graphicFrame>
              <p:nvGraphicFramePr>
                <p:cNvPr id="24" name="Object 20">
                  <a:extLst>
                    <a:ext uri="{FF2B5EF4-FFF2-40B4-BE49-F238E27FC236}">
                      <a16:creationId xmlns:a16="http://schemas.microsoft.com/office/drawing/2014/main" id="{4553B0C4-1F53-8921-DA92-21C015284C2D}"/>
                    </a:ext>
                  </a:extLst>
                </p:cNvPr>
                <p:cNvGraphicFramePr>
                  <a:graphicFrameLocks noChangeAspect="1"/>
                </p:cNvGraphicFramePr>
                <p:nvPr/>
              </p:nvGraphicFramePr>
              <p:xfrm>
                <a:off x="5382" y="2213"/>
                <a:ext cx="169" cy="191"/>
              </p:xfrm>
              <a:graphic>
                <a:graphicData uri="http://schemas.openxmlformats.org/presentationml/2006/ole">
                  <mc:AlternateContent xmlns:mc="http://schemas.openxmlformats.org/markup-compatibility/2006">
                    <mc:Choice xmlns:v="urn:schemas-microsoft-com:vml" Requires="v">
                      <p:oleObj name="Equation" r:id="rId11" imgW="120672" imgH="133419" progId="Equation.3">
                        <p:embed/>
                      </p:oleObj>
                    </mc:Choice>
                    <mc:Fallback>
                      <p:oleObj name="Equation" r:id="rId11" imgW="120672" imgH="133419" progId="Equation.3">
                        <p:embed/>
                        <p:pic>
                          <p:nvPicPr>
                            <p:cNvPr id="25621" name="Object 20">
                              <a:extLst>
                                <a:ext uri="{FF2B5EF4-FFF2-40B4-BE49-F238E27FC236}">
                                  <a16:creationId xmlns:a16="http://schemas.microsoft.com/office/drawing/2014/main" id="{D58B725A-5884-EF46-49BD-E14363A26AB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82" y="2213"/>
                              <a:ext cx="169"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1">
                  <a:extLst>
                    <a:ext uri="{FF2B5EF4-FFF2-40B4-BE49-F238E27FC236}">
                      <a16:creationId xmlns:a16="http://schemas.microsoft.com/office/drawing/2014/main" id="{9F184EA0-51E8-F6C6-8495-04EC0A6BF066}"/>
                    </a:ext>
                  </a:extLst>
                </p:cNvPr>
                <p:cNvGraphicFramePr>
                  <a:graphicFrameLocks noChangeAspect="1"/>
                </p:cNvGraphicFramePr>
                <p:nvPr/>
              </p:nvGraphicFramePr>
              <p:xfrm>
                <a:off x="4020" y="1435"/>
                <a:ext cx="177" cy="214"/>
              </p:xfrm>
              <a:graphic>
                <a:graphicData uri="http://schemas.openxmlformats.org/presentationml/2006/ole">
                  <mc:AlternateContent xmlns:mc="http://schemas.openxmlformats.org/markup-compatibility/2006">
                    <mc:Choice xmlns:v="urn:schemas-microsoft-com:vml" Requires="v">
                      <p:oleObj name="Equation" r:id="rId13" imgW="133155" imgH="158773" progId="Equation.3">
                        <p:embed/>
                      </p:oleObj>
                    </mc:Choice>
                    <mc:Fallback>
                      <p:oleObj name="Equation" r:id="rId13" imgW="133155" imgH="158773" progId="Equation.3">
                        <p:embed/>
                        <p:pic>
                          <p:nvPicPr>
                            <p:cNvPr id="25622" name="Object 21">
                              <a:extLst>
                                <a:ext uri="{FF2B5EF4-FFF2-40B4-BE49-F238E27FC236}">
                                  <a16:creationId xmlns:a16="http://schemas.microsoft.com/office/drawing/2014/main" id="{B13E93C0-36C6-1C78-836F-FC6B4586463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20" y="1435"/>
                              <a:ext cx="177"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2">
                  <a:extLst>
                    <a:ext uri="{FF2B5EF4-FFF2-40B4-BE49-F238E27FC236}">
                      <a16:creationId xmlns:a16="http://schemas.microsoft.com/office/drawing/2014/main" id="{57754A88-8F4D-C650-C74C-9E228609C9A4}"/>
                    </a:ext>
                  </a:extLst>
                </p:cNvPr>
                <p:cNvGraphicFramePr>
                  <a:graphicFrameLocks noChangeAspect="1"/>
                </p:cNvGraphicFramePr>
                <p:nvPr/>
              </p:nvGraphicFramePr>
              <p:xfrm>
                <a:off x="3741" y="2478"/>
                <a:ext cx="150" cy="155"/>
              </p:xfrm>
              <a:graphic>
                <a:graphicData uri="http://schemas.openxmlformats.org/presentationml/2006/ole">
                  <mc:AlternateContent xmlns:mc="http://schemas.openxmlformats.org/markup-compatibility/2006">
                    <mc:Choice xmlns:v="urn:schemas-microsoft-com:vml" Requires="v">
                      <p:oleObj name="Equation" r:id="rId15" imgW="120672" imgH="120535" progId="Equation.3">
                        <p:embed/>
                      </p:oleObj>
                    </mc:Choice>
                    <mc:Fallback>
                      <p:oleObj name="Equation" r:id="rId15" imgW="120672" imgH="120535" progId="Equation.3">
                        <p:embed/>
                        <p:pic>
                          <p:nvPicPr>
                            <p:cNvPr id="25623" name="Object 22">
                              <a:extLst>
                                <a:ext uri="{FF2B5EF4-FFF2-40B4-BE49-F238E27FC236}">
                                  <a16:creationId xmlns:a16="http://schemas.microsoft.com/office/drawing/2014/main" id="{D32587C0-C9F8-6A71-DF3F-828694CD7D5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41" y="2478"/>
                              <a:ext cx="150"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Line 23">
                  <a:extLst>
                    <a:ext uri="{FF2B5EF4-FFF2-40B4-BE49-F238E27FC236}">
                      <a16:creationId xmlns:a16="http://schemas.microsoft.com/office/drawing/2014/main" id="{54C6027A-8D96-D3EA-C0A9-1AAD4C17BCAE}"/>
                    </a:ext>
                  </a:extLst>
                </p:cNvPr>
                <p:cNvSpPr>
                  <a:spLocks noChangeShapeType="1"/>
                </p:cNvSpPr>
                <p:nvPr/>
              </p:nvSpPr>
              <p:spPr bwMode="auto">
                <a:xfrm>
                  <a:off x="3711" y="2390"/>
                  <a:ext cx="187" cy="0"/>
                </a:xfrm>
                <a:prstGeom prst="line">
                  <a:avLst/>
                </a:prstGeom>
                <a:noFill/>
                <a:ln w="15875">
                  <a:solidFill>
                    <a:srgbClr val="FF00FF"/>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4">
                  <a:extLst>
                    <a:ext uri="{FF2B5EF4-FFF2-40B4-BE49-F238E27FC236}">
                      <a16:creationId xmlns:a16="http://schemas.microsoft.com/office/drawing/2014/main" id="{B222AB5B-A486-4A37-58D8-879B8D1BD290}"/>
                    </a:ext>
                  </a:extLst>
                </p:cNvPr>
                <p:cNvSpPr>
                  <a:spLocks noChangeShapeType="1"/>
                </p:cNvSpPr>
                <p:nvPr/>
              </p:nvSpPr>
              <p:spPr bwMode="auto">
                <a:xfrm flipV="1">
                  <a:off x="4041" y="2569"/>
                  <a:ext cx="765" cy="0"/>
                </a:xfrm>
                <a:prstGeom prst="line">
                  <a:avLst/>
                </a:prstGeom>
                <a:noFill/>
                <a:ln w="15875">
                  <a:solidFill>
                    <a:srgbClr val="FF00FF"/>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5">
                  <a:extLst>
                    <a:ext uri="{FF2B5EF4-FFF2-40B4-BE49-F238E27FC236}">
                      <a16:creationId xmlns:a16="http://schemas.microsoft.com/office/drawing/2014/main" id="{B8688E1A-85C5-4480-B477-C3B0674BF18B}"/>
                    </a:ext>
                  </a:extLst>
                </p:cNvPr>
                <p:cNvSpPr>
                  <a:spLocks noChangeShapeType="1"/>
                </p:cNvSpPr>
                <p:nvPr/>
              </p:nvSpPr>
              <p:spPr bwMode="auto">
                <a:xfrm>
                  <a:off x="4034" y="2390"/>
                  <a:ext cx="568" cy="0"/>
                </a:xfrm>
                <a:prstGeom prst="line">
                  <a:avLst/>
                </a:prstGeom>
                <a:noFill/>
                <a:ln w="15875">
                  <a:solidFill>
                    <a:srgbClr val="FF00FF"/>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0" name="Object 26">
                  <a:extLst>
                    <a:ext uri="{FF2B5EF4-FFF2-40B4-BE49-F238E27FC236}">
                      <a16:creationId xmlns:a16="http://schemas.microsoft.com/office/drawing/2014/main" id="{AA9806BE-F78E-053D-A8A2-6E93A094164D}"/>
                    </a:ext>
                  </a:extLst>
                </p:cNvPr>
                <p:cNvGraphicFramePr>
                  <a:graphicFrameLocks noChangeAspect="1"/>
                </p:cNvGraphicFramePr>
                <p:nvPr/>
              </p:nvGraphicFramePr>
              <p:xfrm>
                <a:off x="4295" y="2232"/>
                <a:ext cx="157" cy="176"/>
              </p:xfrm>
              <a:graphic>
                <a:graphicData uri="http://schemas.openxmlformats.org/presentationml/2006/ole">
                  <mc:AlternateContent xmlns:mc="http://schemas.openxmlformats.org/markup-compatibility/2006">
                    <mc:Choice xmlns:v="urn:schemas-microsoft-com:vml" Requires="v">
                      <p:oleObj name="Equation" r:id="rId17" imgW="120672" imgH="133419" progId="Equation.3">
                        <p:embed/>
                      </p:oleObj>
                    </mc:Choice>
                    <mc:Fallback>
                      <p:oleObj name="Equation" r:id="rId17" imgW="120672" imgH="133419" progId="Equation.3">
                        <p:embed/>
                        <p:pic>
                          <p:nvPicPr>
                            <p:cNvPr id="25627" name="Object 26">
                              <a:extLst>
                                <a:ext uri="{FF2B5EF4-FFF2-40B4-BE49-F238E27FC236}">
                                  <a16:creationId xmlns:a16="http://schemas.microsoft.com/office/drawing/2014/main" id="{EB6E322C-CFF6-70B7-D8DD-373A28776BE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95" y="2232"/>
                              <a:ext cx="157"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27">
                  <a:extLst>
                    <a:ext uri="{FF2B5EF4-FFF2-40B4-BE49-F238E27FC236}">
                      <a16:creationId xmlns:a16="http://schemas.microsoft.com/office/drawing/2014/main" id="{46180CA9-B575-69B7-AB85-9EF1087FEAF8}"/>
                    </a:ext>
                  </a:extLst>
                </p:cNvPr>
                <p:cNvGraphicFramePr>
                  <a:graphicFrameLocks noChangeAspect="1"/>
                </p:cNvGraphicFramePr>
                <p:nvPr/>
              </p:nvGraphicFramePr>
              <p:xfrm>
                <a:off x="4286" y="2368"/>
                <a:ext cx="205" cy="208"/>
              </p:xfrm>
              <a:graphic>
                <a:graphicData uri="http://schemas.openxmlformats.org/presentationml/2006/ole">
                  <mc:AlternateContent xmlns:mc="http://schemas.openxmlformats.org/markup-compatibility/2006">
                    <mc:Choice xmlns:v="urn:schemas-microsoft-com:vml" Requires="v">
                      <p:oleObj name="Equation" r:id="rId19" imgW="158954" imgH="158773" progId="Equation.3">
                        <p:embed/>
                      </p:oleObj>
                    </mc:Choice>
                    <mc:Fallback>
                      <p:oleObj name="Equation" r:id="rId19" imgW="158954" imgH="158773" progId="Equation.3">
                        <p:embed/>
                        <p:pic>
                          <p:nvPicPr>
                            <p:cNvPr id="25628" name="Object 27">
                              <a:extLst>
                                <a:ext uri="{FF2B5EF4-FFF2-40B4-BE49-F238E27FC236}">
                                  <a16:creationId xmlns:a16="http://schemas.microsoft.com/office/drawing/2014/main" id="{D1447456-BD72-5F7C-F423-3C70CACDBF3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86" y="2368"/>
                              <a:ext cx="205"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28">
                  <a:extLst>
                    <a:ext uri="{FF2B5EF4-FFF2-40B4-BE49-F238E27FC236}">
                      <a16:creationId xmlns:a16="http://schemas.microsoft.com/office/drawing/2014/main" id="{722BEBE9-8146-6BFA-662A-BA7D0E209CFC}"/>
                    </a:ext>
                  </a:extLst>
                </p:cNvPr>
                <p:cNvGraphicFramePr>
                  <a:graphicFrameLocks noChangeAspect="1"/>
                </p:cNvGraphicFramePr>
                <p:nvPr/>
              </p:nvGraphicFramePr>
              <p:xfrm>
                <a:off x="3902" y="2346"/>
                <a:ext cx="125" cy="141"/>
              </p:xfrm>
              <a:graphic>
                <a:graphicData uri="http://schemas.openxmlformats.org/presentationml/2006/ole">
                  <mc:AlternateContent xmlns:mc="http://schemas.openxmlformats.org/markup-compatibility/2006">
                    <mc:Choice xmlns:v="urn:schemas-microsoft-com:vml" Requires="v">
                      <p:oleObj name="Equation" r:id="rId21" imgW="120672" imgH="133419" progId="Equation.3">
                        <p:embed/>
                      </p:oleObj>
                    </mc:Choice>
                    <mc:Fallback>
                      <p:oleObj name="Equation" r:id="rId21" imgW="120672" imgH="133419" progId="Equation.3">
                        <p:embed/>
                        <p:pic>
                          <p:nvPicPr>
                            <p:cNvPr id="25629" name="Object 28">
                              <a:extLst>
                                <a:ext uri="{FF2B5EF4-FFF2-40B4-BE49-F238E27FC236}">
                                  <a16:creationId xmlns:a16="http://schemas.microsoft.com/office/drawing/2014/main" id="{AC1205AC-7FF0-B076-3A1E-68E8BF452CB2}"/>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02" y="2346"/>
                              <a:ext cx="125"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Oval 29">
                  <a:extLst>
                    <a:ext uri="{FF2B5EF4-FFF2-40B4-BE49-F238E27FC236}">
                      <a16:creationId xmlns:a16="http://schemas.microsoft.com/office/drawing/2014/main" id="{A44D29ED-EC22-B0D2-C577-921135D8A1B3}"/>
                    </a:ext>
                  </a:extLst>
                </p:cNvPr>
                <p:cNvSpPr>
                  <a:spLocks noChangeArrowheads="1"/>
                </p:cNvSpPr>
                <p:nvPr/>
              </p:nvSpPr>
              <p:spPr bwMode="auto">
                <a:xfrm>
                  <a:off x="4721" y="2135"/>
                  <a:ext cx="212" cy="218"/>
                </a:xfrm>
                <a:prstGeom prst="ellipse">
                  <a:avLst/>
                </a:prstGeom>
                <a:solidFill>
                  <a:srgbClr val="EC8C00"/>
                </a:solidFill>
                <a:ln w="9525">
                  <a:round/>
                  <a:headEnd/>
                  <a:tailEnd/>
                </a:ln>
                <a:effectLst/>
                <a:scene3d>
                  <a:camera prst="legacyPerspectiveTopRight">
                    <a:rot lat="1200000" lon="1500000" rev="0"/>
                  </a:camera>
                  <a:lightRig rig="legacyFlat4" dir="b"/>
                </a:scene3d>
                <a:sp3d extrusionH="2513000" prstMaterial="legacyMatte">
                  <a:bevelT w="13500" h="13500" prst="angle"/>
                  <a:bevelB w="13500" h="13500" prst="angle"/>
                  <a:extrusionClr>
                    <a:srgbClr val="EC8C00"/>
                  </a:extrusionClr>
                  <a:contourClr>
                    <a:srgbClr val="EC8C0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34" name="Oval 30">
                  <a:extLst>
                    <a:ext uri="{FF2B5EF4-FFF2-40B4-BE49-F238E27FC236}">
                      <a16:creationId xmlns:a16="http://schemas.microsoft.com/office/drawing/2014/main" id="{EE1CA0D6-FC32-A784-6697-446B2BBAE93B}"/>
                    </a:ext>
                  </a:extLst>
                </p:cNvPr>
                <p:cNvSpPr>
                  <a:spLocks noChangeAspect="1" noChangeArrowheads="1"/>
                </p:cNvSpPr>
                <p:nvPr/>
              </p:nvSpPr>
              <p:spPr bwMode="auto">
                <a:xfrm>
                  <a:off x="3921" y="2145"/>
                  <a:ext cx="204" cy="210"/>
                </a:xfrm>
                <a:prstGeom prst="ellipse">
                  <a:avLst/>
                </a:prstGeom>
                <a:solidFill>
                  <a:srgbClr val="FFB061"/>
                </a:solidFill>
                <a:ln w="952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35" name="Oval 31">
                  <a:extLst>
                    <a:ext uri="{FF2B5EF4-FFF2-40B4-BE49-F238E27FC236}">
                      <a16:creationId xmlns:a16="http://schemas.microsoft.com/office/drawing/2014/main" id="{BAAD3045-7671-0835-5F65-62CCB028A5B7}"/>
                    </a:ext>
                  </a:extLst>
                </p:cNvPr>
                <p:cNvSpPr>
                  <a:spLocks noChangeAspect="1" noChangeArrowheads="1"/>
                </p:cNvSpPr>
                <p:nvPr/>
              </p:nvSpPr>
              <p:spPr bwMode="auto">
                <a:xfrm>
                  <a:off x="4717" y="2147"/>
                  <a:ext cx="204" cy="211"/>
                </a:xfrm>
                <a:prstGeom prst="ellipse">
                  <a:avLst/>
                </a:prstGeom>
                <a:solidFill>
                  <a:srgbClr val="FFC183"/>
                </a:solidFill>
                <a:ln w="9525">
                  <a:solidFill>
                    <a:srgbClr val="E874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36" name="Line 32">
                  <a:extLst>
                    <a:ext uri="{FF2B5EF4-FFF2-40B4-BE49-F238E27FC236}">
                      <a16:creationId xmlns:a16="http://schemas.microsoft.com/office/drawing/2014/main" id="{2D13B000-04DE-14B0-7CC0-04138C4B01C6}"/>
                    </a:ext>
                  </a:extLst>
                </p:cNvPr>
                <p:cNvSpPr>
                  <a:spLocks noChangeShapeType="1"/>
                </p:cNvSpPr>
                <p:nvPr/>
              </p:nvSpPr>
              <p:spPr bwMode="auto">
                <a:xfrm flipV="1">
                  <a:off x="4028" y="1479"/>
                  <a:ext cx="0" cy="765"/>
                </a:xfrm>
                <a:prstGeom prst="line">
                  <a:avLst/>
                </a:prstGeom>
                <a:noFill/>
                <a:ln w="317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33">
                  <a:extLst>
                    <a:ext uri="{FF2B5EF4-FFF2-40B4-BE49-F238E27FC236}">
                      <a16:creationId xmlns:a16="http://schemas.microsoft.com/office/drawing/2014/main" id="{A97716A7-2EBC-9D24-20DA-6E74C5D9D70A}"/>
                    </a:ext>
                  </a:extLst>
                </p:cNvPr>
                <p:cNvSpPr>
                  <a:spLocks noChangeShapeType="1"/>
                </p:cNvSpPr>
                <p:nvPr/>
              </p:nvSpPr>
              <p:spPr bwMode="auto">
                <a:xfrm flipV="1">
                  <a:off x="4028" y="2251"/>
                  <a:ext cx="1354" cy="0"/>
                </a:xfrm>
                <a:prstGeom prst="line">
                  <a:avLst/>
                </a:prstGeom>
                <a:noFill/>
                <a:ln w="317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34">
                  <a:extLst>
                    <a:ext uri="{FF2B5EF4-FFF2-40B4-BE49-F238E27FC236}">
                      <a16:creationId xmlns:a16="http://schemas.microsoft.com/office/drawing/2014/main" id="{DF387BF5-EF3A-65A6-E3D8-CD4277FEB63B}"/>
                    </a:ext>
                  </a:extLst>
                </p:cNvPr>
                <p:cNvSpPr>
                  <a:spLocks noChangeShapeType="1"/>
                </p:cNvSpPr>
                <p:nvPr/>
              </p:nvSpPr>
              <p:spPr bwMode="auto">
                <a:xfrm flipV="1">
                  <a:off x="4028" y="1551"/>
                  <a:ext cx="835" cy="693"/>
                </a:xfrm>
                <a:prstGeom prst="line">
                  <a:avLst/>
                </a:prstGeom>
                <a:noFill/>
                <a:ln w="22225">
                  <a:solidFill>
                    <a:srgbClr val="FF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35">
                  <a:extLst>
                    <a:ext uri="{FF2B5EF4-FFF2-40B4-BE49-F238E27FC236}">
                      <a16:creationId xmlns:a16="http://schemas.microsoft.com/office/drawing/2014/main" id="{ED823D47-6054-926E-F3CA-3FCE031A8EF1}"/>
                    </a:ext>
                  </a:extLst>
                </p:cNvPr>
                <p:cNvSpPr>
                  <a:spLocks noChangeShapeType="1"/>
                </p:cNvSpPr>
                <p:nvPr/>
              </p:nvSpPr>
              <p:spPr bwMode="auto">
                <a:xfrm flipV="1">
                  <a:off x="4827" y="1551"/>
                  <a:ext cx="834" cy="693"/>
                </a:xfrm>
                <a:prstGeom prst="line">
                  <a:avLst/>
                </a:prstGeom>
                <a:noFill/>
                <a:ln w="22225">
                  <a:solidFill>
                    <a:srgbClr val="FF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36">
                  <a:extLst>
                    <a:ext uri="{FF2B5EF4-FFF2-40B4-BE49-F238E27FC236}">
                      <a16:creationId xmlns:a16="http://schemas.microsoft.com/office/drawing/2014/main" id="{E9F59668-05C8-339D-8BC0-DA5DB679CDDE}"/>
                    </a:ext>
                  </a:extLst>
                </p:cNvPr>
                <p:cNvSpPr>
                  <a:spLocks noChangeShapeType="1"/>
                </p:cNvSpPr>
                <p:nvPr/>
              </p:nvSpPr>
              <p:spPr bwMode="auto">
                <a:xfrm>
                  <a:off x="4815" y="2280"/>
                  <a:ext cx="0" cy="425"/>
                </a:xfrm>
                <a:prstGeom prst="line">
                  <a:avLst/>
                </a:prstGeom>
                <a:noFill/>
                <a:ln w="1587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37">
                  <a:extLst>
                    <a:ext uri="{FF2B5EF4-FFF2-40B4-BE49-F238E27FC236}">
                      <a16:creationId xmlns:a16="http://schemas.microsoft.com/office/drawing/2014/main" id="{28FA246A-F3E2-A64A-4725-4E1F592D9320}"/>
                    </a:ext>
                  </a:extLst>
                </p:cNvPr>
                <p:cNvSpPr>
                  <a:spLocks noChangeShapeType="1"/>
                </p:cNvSpPr>
                <p:nvPr/>
              </p:nvSpPr>
              <p:spPr bwMode="auto">
                <a:xfrm>
                  <a:off x="4608" y="2244"/>
                  <a:ext cx="0" cy="219"/>
                </a:xfrm>
                <a:prstGeom prst="line">
                  <a:avLst/>
                </a:prstGeom>
                <a:noFill/>
                <a:ln w="1587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38">
                  <a:extLst>
                    <a:ext uri="{FF2B5EF4-FFF2-40B4-BE49-F238E27FC236}">
                      <a16:creationId xmlns:a16="http://schemas.microsoft.com/office/drawing/2014/main" id="{2F9E3359-BEE7-657C-1DCF-D7A138EA9D66}"/>
                    </a:ext>
                  </a:extLst>
                </p:cNvPr>
                <p:cNvSpPr>
                  <a:spLocks noChangeShapeType="1"/>
                </p:cNvSpPr>
                <p:nvPr/>
              </p:nvSpPr>
              <p:spPr bwMode="auto">
                <a:xfrm>
                  <a:off x="3915" y="2244"/>
                  <a:ext cx="0" cy="219"/>
                </a:xfrm>
                <a:prstGeom prst="line">
                  <a:avLst/>
                </a:prstGeom>
                <a:noFill/>
                <a:ln w="1587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39">
                  <a:extLst>
                    <a:ext uri="{FF2B5EF4-FFF2-40B4-BE49-F238E27FC236}">
                      <a16:creationId xmlns:a16="http://schemas.microsoft.com/office/drawing/2014/main" id="{88663E0C-3506-39B6-2909-BB1D58E01B76}"/>
                    </a:ext>
                  </a:extLst>
                </p:cNvPr>
                <p:cNvSpPr>
                  <a:spLocks noChangeAspect="1" noChangeShapeType="1"/>
                </p:cNvSpPr>
                <p:nvPr/>
              </p:nvSpPr>
              <p:spPr bwMode="auto">
                <a:xfrm flipH="1">
                  <a:off x="3741" y="2244"/>
                  <a:ext cx="287" cy="233"/>
                </a:xfrm>
                <a:prstGeom prst="line">
                  <a:avLst/>
                </a:prstGeom>
                <a:noFill/>
                <a:ln w="317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40">
                  <a:extLst>
                    <a:ext uri="{FF2B5EF4-FFF2-40B4-BE49-F238E27FC236}">
                      <a16:creationId xmlns:a16="http://schemas.microsoft.com/office/drawing/2014/main" id="{958C5A75-C396-4597-4F82-F8BCD5929833}"/>
                    </a:ext>
                  </a:extLst>
                </p:cNvPr>
                <p:cNvSpPr>
                  <a:spLocks noChangeShapeType="1"/>
                </p:cNvSpPr>
                <p:nvPr/>
              </p:nvSpPr>
              <p:spPr bwMode="auto">
                <a:xfrm>
                  <a:off x="4028" y="2280"/>
                  <a:ext cx="0" cy="425"/>
                </a:xfrm>
                <a:prstGeom prst="line">
                  <a:avLst/>
                </a:prstGeom>
                <a:noFill/>
                <a:ln w="1587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0" name="Rectangle 41">
              <a:extLst>
                <a:ext uri="{FF2B5EF4-FFF2-40B4-BE49-F238E27FC236}">
                  <a16:creationId xmlns:a16="http://schemas.microsoft.com/office/drawing/2014/main" id="{56EAF29E-7617-BD14-1012-909A73747FAF}"/>
                </a:ext>
              </a:extLst>
            </p:cNvPr>
            <p:cNvSpPr>
              <a:spLocks noChangeArrowheads="1"/>
            </p:cNvSpPr>
            <p:nvPr/>
          </p:nvSpPr>
          <p:spPr bwMode="auto">
            <a:xfrm>
              <a:off x="4422" y="2024"/>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0"/>
                </a:spcBef>
              </a:pPr>
              <a:r>
                <a:rPr lang="en-US" altLang="zh-CN" b="1" i="1">
                  <a:latin typeface="Times New Roman" panose="02020603050405020304" pitchFamily="18" charset="0"/>
                </a:rPr>
                <a:t>P</a:t>
              </a:r>
            </a:p>
          </p:txBody>
        </p:sp>
      </p:grpSp>
      <p:graphicFrame>
        <p:nvGraphicFramePr>
          <p:cNvPr id="45" name="Object 42">
            <a:extLst>
              <a:ext uri="{FF2B5EF4-FFF2-40B4-BE49-F238E27FC236}">
                <a16:creationId xmlns:a16="http://schemas.microsoft.com/office/drawing/2014/main" id="{A350B63F-A9A9-A258-99BC-F4DF6ACE723F}"/>
              </a:ext>
            </a:extLst>
          </p:cNvPr>
          <p:cNvGraphicFramePr>
            <a:graphicFrameLocks/>
          </p:cNvGraphicFramePr>
          <p:nvPr/>
        </p:nvGraphicFramePr>
        <p:xfrm>
          <a:off x="6300788" y="4797425"/>
          <a:ext cx="2159000" cy="936625"/>
        </p:xfrm>
        <a:graphic>
          <a:graphicData uri="http://schemas.openxmlformats.org/presentationml/2006/ole">
            <mc:AlternateContent xmlns:mc="http://schemas.openxmlformats.org/markup-compatibility/2006">
              <mc:Choice xmlns:v="urn:schemas-microsoft-com:vml" Requires="v">
                <p:oleObj name="Equation" r:id="rId23" imgW="920850" imgH="425612" progId="Equation.DSMT4">
                  <p:embed/>
                </p:oleObj>
              </mc:Choice>
              <mc:Fallback>
                <p:oleObj name="Equation" r:id="rId23" imgW="920850" imgH="425612" progId="Equation.DSMT4">
                  <p:embed/>
                  <p:pic>
                    <p:nvPicPr>
                      <p:cNvPr id="952362" name="Object 42">
                        <a:extLst>
                          <a:ext uri="{FF2B5EF4-FFF2-40B4-BE49-F238E27FC236}">
                            <a16:creationId xmlns:a16="http://schemas.microsoft.com/office/drawing/2014/main" id="{B93CE7BA-9F3C-C233-5705-3E8EEF824F79}"/>
                          </a:ext>
                        </a:extLst>
                      </p:cNvPr>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300788" y="4797425"/>
                        <a:ext cx="21590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07643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2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0"/>
                                        <p:tgtEl>
                                          <p:spTgt spid="6"/>
                                        </p:tgtEl>
                                      </p:cBhvr>
                                    </p:animEffect>
                                  </p:childTnLst>
                                </p:cTn>
                              </p:par>
                            </p:childTnLst>
                          </p:cTn>
                        </p:par>
                        <p:par>
                          <p:cTn id="17" fill="hold">
                            <p:stCondLst>
                              <p:cond delay="5000"/>
                            </p:stCondLst>
                            <p:childTnLst>
                              <p:par>
                                <p:cTn id="18" presetID="22" presetClass="entr" presetSubtype="1"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20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up)">
                                      <p:cBhvr>
                                        <p:cTn id="25" dur="2000"/>
                                        <p:tgtEl>
                                          <p:spTgt spid="10"/>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up)">
                                      <p:cBhvr>
                                        <p:cTn id="29" dur="20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wipe(up)">
                                      <p:cBhvr>
                                        <p:cTn id="34" dur="20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up)">
                                      <p:cBhvr>
                                        <p:cTn id="39" dur="1000"/>
                                        <p:tgtEl>
                                          <p:spTgt spid="17"/>
                                        </p:tgtEl>
                                      </p:cBhvr>
                                    </p:animEffect>
                                  </p:childTnLst>
                                </p:cTn>
                              </p:par>
                            </p:childTnLst>
                          </p:cTn>
                        </p:par>
                        <p:par>
                          <p:cTn id="40" fill="hold">
                            <p:stCondLst>
                              <p:cond delay="1000"/>
                            </p:stCondLst>
                            <p:childTnLst>
                              <p:par>
                                <p:cTn id="41" presetID="22" presetClass="entr" presetSubtype="1"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up)">
                                      <p:cBhvr>
                                        <p:cTn id="4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2">
            <a:extLst>
              <a:ext uri="{FF2B5EF4-FFF2-40B4-BE49-F238E27FC236}">
                <a16:creationId xmlns:a16="http://schemas.microsoft.com/office/drawing/2014/main" id="{CC8E2D9E-542C-ED63-FF47-7E1BFC1C1F5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4F8CFDAB-7192-481C-9FE0-3F1AD3FD004B}" type="slidenum">
              <a:rPr lang="en-US" altLang="zh-CN" sz="1400">
                <a:ea typeface="宋体" panose="02010600030101010101" pitchFamily="2" charset="-122"/>
              </a:rPr>
              <a:pPr/>
              <a:t>23</a:t>
            </a:fld>
            <a:endParaRPr lang="en-US" altLang="zh-CN" sz="1400">
              <a:ea typeface="宋体" panose="02010600030101010101" pitchFamily="2" charset="-122"/>
            </a:endParaRPr>
          </a:p>
        </p:txBody>
      </p:sp>
      <p:sp>
        <p:nvSpPr>
          <p:cNvPr id="38915" name="Text Box 1031">
            <a:extLst>
              <a:ext uri="{FF2B5EF4-FFF2-40B4-BE49-F238E27FC236}">
                <a16:creationId xmlns:a16="http://schemas.microsoft.com/office/drawing/2014/main" id="{43577279-0EAB-7870-9E65-3552EE58D09F}"/>
              </a:ext>
            </a:extLst>
          </p:cNvPr>
          <p:cNvSpPr txBox="1">
            <a:spLocks noChangeArrowheads="1"/>
          </p:cNvSpPr>
          <p:nvPr/>
        </p:nvSpPr>
        <p:spPr bwMode="auto">
          <a:xfrm>
            <a:off x="71438" y="1125538"/>
            <a:ext cx="889317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3"/>
              </a:buBlip>
            </a:pPr>
            <a:endParaRPr kumimoji="1" lang="en-US" altLang="zh-CN" b="1">
              <a:solidFill>
                <a:schemeClr val="bg1"/>
              </a:solidFill>
            </a:endParaRPr>
          </a:p>
          <a:p>
            <a:pPr eaLnBrk="1" hangingPunct="1">
              <a:lnSpc>
                <a:spcPct val="130000"/>
              </a:lnSpc>
            </a:pPr>
            <a:r>
              <a:rPr kumimoji="1" lang="en-US" altLang="zh-CN" b="1">
                <a:solidFill>
                  <a:schemeClr val="bg1"/>
                </a:solidFill>
              </a:rPr>
              <a:t>       </a:t>
            </a:r>
          </a:p>
        </p:txBody>
      </p:sp>
      <p:sp>
        <p:nvSpPr>
          <p:cNvPr id="557064" name="Text Box 1032">
            <a:extLst>
              <a:ext uri="{FF2B5EF4-FFF2-40B4-BE49-F238E27FC236}">
                <a16:creationId xmlns:a16="http://schemas.microsoft.com/office/drawing/2014/main" id="{D018A62F-17FE-751D-E2BF-ED670A9FA1F3}"/>
              </a:ext>
            </a:extLst>
          </p:cNvPr>
          <p:cNvSpPr txBox="1">
            <a:spLocks noChangeArrowheads="1"/>
          </p:cNvSpPr>
          <p:nvPr/>
        </p:nvSpPr>
        <p:spPr bwMode="auto">
          <a:xfrm>
            <a:off x="142875" y="4467225"/>
            <a:ext cx="8893175"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40000"/>
              </a:lnSpc>
            </a:pPr>
            <a:r>
              <a:rPr kumimoji="1" lang="en-US" altLang="zh-CN" b="1" dirty="0">
                <a:solidFill>
                  <a:schemeClr val="bg1"/>
                </a:solidFill>
              </a:rPr>
              <a:t>       </a:t>
            </a:r>
            <a:r>
              <a:rPr kumimoji="1" lang="zh-CN" altLang="en-US" b="1" dirty="0">
                <a:solidFill>
                  <a:srgbClr val="FF9900"/>
                </a:solidFill>
              </a:rPr>
              <a:t>如果充电过程进行得足够缓慢，就不会有能量辐射</a:t>
            </a:r>
            <a:r>
              <a:rPr kumimoji="1" lang="zh-CN" altLang="en-US" b="1" dirty="0">
                <a:solidFill>
                  <a:schemeClr val="bg1"/>
                </a:solidFill>
              </a:rPr>
              <a:t>，充电过程中外加电源所做的总功将全部转换成电场能量，或者说电场能量就等于外加电源在此电场建立过程中所做的总功。</a:t>
            </a:r>
          </a:p>
        </p:txBody>
      </p:sp>
      <p:sp>
        <p:nvSpPr>
          <p:cNvPr id="557065" name="Text Box 1033">
            <a:extLst>
              <a:ext uri="{FF2B5EF4-FFF2-40B4-BE49-F238E27FC236}">
                <a16:creationId xmlns:a16="http://schemas.microsoft.com/office/drawing/2014/main" id="{DC181EA3-3911-3B72-46AD-DD419D7F3069}"/>
              </a:ext>
            </a:extLst>
          </p:cNvPr>
          <p:cNvSpPr txBox="1">
            <a:spLocks noChangeArrowheads="1"/>
          </p:cNvSpPr>
          <p:nvPr/>
        </p:nvSpPr>
        <p:spPr bwMode="auto">
          <a:xfrm>
            <a:off x="130175" y="2141538"/>
            <a:ext cx="88804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4"/>
              </a:buBlip>
            </a:pPr>
            <a:r>
              <a:rPr kumimoji="1" lang="zh-CN" altLang="en-US" b="1">
                <a:solidFill>
                  <a:schemeClr val="bg1"/>
                </a:solidFill>
                <a:latin typeface="Times New Roman" panose="02020603050405020304" pitchFamily="18" charset="0"/>
              </a:rPr>
              <a:t>　</a:t>
            </a:r>
            <a:r>
              <a:rPr kumimoji="1" lang="zh-CN" altLang="en-US" b="1">
                <a:solidFill>
                  <a:srgbClr val="FF0000"/>
                </a:solidFill>
              </a:rPr>
              <a:t>静电场能量来源于建立电荷系统的过程中外界提供的能量</a:t>
            </a:r>
            <a:r>
              <a:rPr kumimoji="1" lang="zh-CN" altLang="en-US" b="1">
                <a:solidFill>
                  <a:schemeClr val="bg1"/>
                </a:solidFill>
              </a:rPr>
              <a:t>。</a:t>
            </a:r>
          </a:p>
        </p:txBody>
      </p:sp>
      <p:sp>
        <p:nvSpPr>
          <p:cNvPr id="557066" name="Text Box 1034">
            <a:extLst>
              <a:ext uri="{FF2B5EF4-FFF2-40B4-BE49-F238E27FC236}">
                <a16:creationId xmlns:a16="http://schemas.microsoft.com/office/drawing/2014/main" id="{3A5B63DB-879B-6C58-A6AD-E3AFAC54DACC}"/>
              </a:ext>
            </a:extLst>
          </p:cNvPr>
          <p:cNvSpPr txBox="1">
            <a:spLocks noChangeArrowheads="1"/>
          </p:cNvSpPr>
          <p:nvPr/>
        </p:nvSpPr>
        <p:spPr bwMode="auto">
          <a:xfrm>
            <a:off x="107950" y="1052513"/>
            <a:ext cx="888047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buFontTx/>
              <a:buBlip>
                <a:blip r:embed="rId4"/>
              </a:buBlip>
            </a:pPr>
            <a:r>
              <a:rPr kumimoji="1" lang="zh-CN" altLang="en-US" b="1">
                <a:solidFill>
                  <a:schemeClr val="bg1"/>
                </a:solidFill>
                <a:latin typeface="Times New Roman" panose="02020603050405020304" pitchFamily="18" charset="0"/>
              </a:rPr>
              <a:t>　</a:t>
            </a:r>
            <a:r>
              <a:rPr kumimoji="1" lang="zh-CN" altLang="en-US" b="1">
                <a:solidFill>
                  <a:schemeClr val="bg1"/>
                </a:solidFill>
              </a:rPr>
              <a:t>静电场最基本的特征是对电荷有作用力，这表明静电场具有 </a:t>
            </a:r>
          </a:p>
          <a:p>
            <a:pPr algn="just" eaLnBrk="1" hangingPunct="1">
              <a:lnSpc>
                <a:spcPct val="130000"/>
              </a:lnSpc>
            </a:pPr>
            <a:r>
              <a:rPr kumimoji="1" lang="zh-CN" altLang="en-US" b="1">
                <a:solidFill>
                  <a:schemeClr val="bg1"/>
                </a:solidFill>
              </a:rPr>
              <a:t>      能量。</a:t>
            </a:r>
          </a:p>
        </p:txBody>
      </p:sp>
      <p:sp>
        <p:nvSpPr>
          <p:cNvPr id="557067" name="Text Box 1035">
            <a:extLst>
              <a:ext uri="{FF2B5EF4-FFF2-40B4-BE49-F238E27FC236}">
                <a16:creationId xmlns:a16="http://schemas.microsoft.com/office/drawing/2014/main" id="{FB39D90B-4932-5FA8-C6E6-C47C7D98D1E7}"/>
              </a:ext>
            </a:extLst>
          </p:cNvPr>
          <p:cNvSpPr txBox="1">
            <a:spLocks noChangeArrowheads="1"/>
          </p:cNvSpPr>
          <p:nvPr/>
        </p:nvSpPr>
        <p:spPr bwMode="auto">
          <a:xfrm>
            <a:off x="130175" y="2740025"/>
            <a:ext cx="8893175"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40000"/>
              </a:lnSpc>
            </a:pPr>
            <a:r>
              <a:rPr kumimoji="1" lang="en-US" altLang="zh-CN" b="1">
                <a:solidFill>
                  <a:schemeClr val="bg1"/>
                </a:solidFill>
              </a:rPr>
              <a:t>       </a:t>
            </a:r>
            <a:r>
              <a:rPr kumimoji="1" lang="zh-CN" altLang="en-US" b="1">
                <a:solidFill>
                  <a:schemeClr val="bg1"/>
                </a:solidFill>
              </a:rPr>
              <a:t>任何形式的带电系统，都要经过从没有电荷分布到某个最终电荷分布的建立</a:t>
            </a:r>
            <a:r>
              <a:rPr kumimoji="1" lang="en-US" altLang="zh-CN" b="1">
                <a:solidFill>
                  <a:schemeClr val="bg1"/>
                </a:solidFill>
                <a:latin typeface="Times New Roman" panose="02020603050405020304" pitchFamily="18" charset="0"/>
              </a:rPr>
              <a:t>(</a:t>
            </a:r>
            <a:r>
              <a:rPr kumimoji="1" lang="zh-CN" altLang="en-US" b="1">
                <a:solidFill>
                  <a:schemeClr val="bg1"/>
                </a:solidFill>
                <a:latin typeface="Times New Roman" panose="02020603050405020304" pitchFamily="18" charset="0"/>
              </a:rPr>
              <a:t>或充电</a:t>
            </a:r>
            <a:r>
              <a:rPr kumimoji="1" lang="en-US" altLang="zh-CN" b="1">
                <a:solidFill>
                  <a:schemeClr val="bg1"/>
                </a:solidFill>
                <a:latin typeface="Times New Roman" panose="02020603050405020304" pitchFamily="18" charset="0"/>
              </a:rPr>
              <a:t>)</a:t>
            </a:r>
            <a:r>
              <a:rPr kumimoji="1" lang="zh-CN" altLang="en-US" b="1">
                <a:solidFill>
                  <a:schemeClr val="bg1"/>
                </a:solidFill>
              </a:rPr>
              <a:t>过程。在此过程中，外加电源必须克服电荷之间的相互作用力而做功。</a:t>
            </a:r>
          </a:p>
        </p:txBody>
      </p:sp>
      <p:sp>
        <p:nvSpPr>
          <p:cNvPr id="557068" name="Rectangle 1036">
            <a:extLst>
              <a:ext uri="{FF2B5EF4-FFF2-40B4-BE49-F238E27FC236}">
                <a16:creationId xmlns:a16="http://schemas.microsoft.com/office/drawing/2014/main" id="{30DECDAD-E9EC-9723-5141-E4680817B2A4}"/>
              </a:ext>
            </a:extLst>
          </p:cNvPr>
          <p:cNvSpPr>
            <a:spLocks noGrp="1" noChangeArrowheads="1"/>
          </p:cNvSpPr>
          <p:nvPr>
            <p:ph type="title"/>
          </p:nvPr>
        </p:nvSpPr>
        <p:spPr bwMode="auto">
          <a:xfrm>
            <a:off x="87313" y="549275"/>
            <a:ext cx="8229600" cy="490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1" lang="en-US" altLang="zh-CN" sz="2400" b="1">
                <a:solidFill>
                  <a:schemeClr val="bg1"/>
                </a:solidFill>
                <a:latin typeface="Times New Roman" panose="02020603050405020304" pitchFamily="18" charset="0"/>
                <a:ea typeface="幼圆" panose="02010509060101010101" pitchFamily="49" charset="-122"/>
              </a:rPr>
              <a:t>3.1.4   </a:t>
            </a:r>
            <a:r>
              <a:rPr kumimoji="1" lang="zh-CN" altLang="en-US" sz="2400" b="1">
                <a:solidFill>
                  <a:schemeClr val="bg1"/>
                </a:solidFill>
                <a:latin typeface="Times New Roman" panose="02020603050405020304" pitchFamily="18" charset="0"/>
                <a:ea typeface="幼圆" panose="02010509060101010101" pitchFamily="49" charset="-122"/>
              </a:rPr>
              <a:t>静电场的能量和电场能量密度</a:t>
            </a:r>
            <a:r>
              <a:rPr kumimoji="1" lang="zh-CN" altLang="en-US" sz="2400" b="1">
                <a:solidFill>
                  <a:srgbClr val="FF7C80"/>
                </a:solidFill>
                <a:latin typeface="Times New Roman" panose="02020603050405020304" pitchFamily="18" charset="0"/>
              </a:rPr>
              <a:t> </a:t>
            </a:r>
          </a:p>
        </p:txBody>
      </p:sp>
      <p:sp>
        <p:nvSpPr>
          <p:cNvPr id="38921" name="AutoShape 1037">
            <a:hlinkClick r:id="rId5" action="ppaction://hlinksldjump" highlightClick="1"/>
            <a:extLst>
              <a:ext uri="{FF2B5EF4-FFF2-40B4-BE49-F238E27FC236}">
                <a16:creationId xmlns:a16="http://schemas.microsoft.com/office/drawing/2014/main" id="{90C10665-75EF-C0EA-1416-F116751C0847}"/>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8922" name="AutoShape 1038">
            <a:hlinkClick r:id="" action="ppaction://hlinkshowjump?jump=previousslide" highlightClick="1"/>
            <a:extLst>
              <a:ext uri="{FF2B5EF4-FFF2-40B4-BE49-F238E27FC236}">
                <a16:creationId xmlns:a16="http://schemas.microsoft.com/office/drawing/2014/main" id="{78C3F2AD-2EA1-A8C4-4441-DBC1E20A8A9A}"/>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8923" name="AutoShape 1039">
            <a:hlinkClick r:id="" action="ppaction://hlinkshowjump?jump=nextslide" highlightClick="1"/>
            <a:extLst>
              <a:ext uri="{FF2B5EF4-FFF2-40B4-BE49-F238E27FC236}">
                <a16:creationId xmlns:a16="http://schemas.microsoft.com/office/drawing/2014/main" id="{217DEC8F-B8D7-3050-B3B2-DEB27837B110}"/>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38924" name="AutoShape 1040">
            <a:hlinkClick r:id="" action="ppaction://hlinkshowjump?jump=lastslide" highlightClick="1"/>
            <a:extLst>
              <a:ext uri="{FF2B5EF4-FFF2-40B4-BE49-F238E27FC236}">
                <a16:creationId xmlns:a16="http://schemas.microsoft.com/office/drawing/2014/main" id="{6BAB4FC5-4D63-6719-9B2D-508A3C4C7FEC}"/>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57068"/>
                                        </p:tgtEl>
                                        <p:attrNameLst>
                                          <p:attrName>style.visibility</p:attrName>
                                        </p:attrNameLst>
                                      </p:cBhvr>
                                      <p:to>
                                        <p:strVal val="visible"/>
                                      </p:to>
                                    </p:set>
                                    <p:animEffect transition="in" filter="wipe(up)">
                                      <p:cBhvr>
                                        <p:cTn id="7" dur="2000"/>
                                        <p:tgtEl>
                                          <p:spTgt spid="5570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7066"/>
                                        </p:tgtEl>
                                        <p:attrNameLst>
                                          <p:attrName>style.visibility</p:attrName>
                                        </p:attrNameLst>
                                      </p:cBhvr>
                                      <p:to>
                                        <p:strVal val="visible"/>
                                      </p:to>
                                    </p:set>
                                    <p:animEffect transition="in" filter="wipe(up)">
                                      <p:cBhvr>
                                        <p:cTn id="12" dur="3000"/>
                                        <p:tgtEl>
                                          <p:spTgt spid="5570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7065"/>
                                        </p:tgtEl>
                                        <p:attrNameLst>
                                          <p:attrName>style.visibility</p:attrName>
                                        </p:attrNameLst>
                                      </p:cBhvr>
                                      <p:to>
                                        <p:strVal val="visible"/>
                                      </p:to>
                                    </p:set>
                                    <p:animEffect transition="in" filter="wipe(up)">
                                      <p:cBhvr>
                                        <p:cTn id="17" dur="2000"/>
                                        <p:tgtEl>
                                          <p:spTgt spid="5570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57067"/>
                                        </p:tgtEl>
                                        <p:attrNameLst>
                                          <p:attrName>style.visibility</p:attrName>
                                        </p:attrNameLst>
                                      </p:cBhvr>
                                      <p:to>
                                        <p:strVal val="visible"/>
                                      </p:to>
                                    </p:set>
                                    <p:animEffect transition="in" filter="wipe(up)">
                                      <p:cBhvr>
                                        <p:cTn id="22" dur="3000"/>
                                        <p:tgtEl>
                                          <p:spTgt spid="5570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57064"/>
                                        </p:tgtEl>
                                        <p:attrNameLst>
                                          <p:attrName>style.visibility</p:attrName>
                                        </p:attrNameLst>
                                      </p:cBhvr>
                                      <p:to>
                                        <p:strVal val="visible"/>
                                      </p:to>
                                    </p:set>
                                    <p:animEffect transition="in" filter="wipe(up)">
                                      <p:cBhvr>
                                        <p:cTn id="27" dur="3000"/>
                                        <p:tgtEl>
                                          <p:spTgt spid="557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64" grpId="0" autoUpdateAnimBg="0"/>
      <p:bldP spid="557065" grpId="0"/>
      <p:bldP spid="557066" grpId="0"/>
      <p:bldP spid="557067" grpId="0" autoUpdateAnimBg="0"/>
      <p:bldP spid="55706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6A45CC0-04E6-FBC7-1677-5AB8E2DA4321}"/>
              </a:ext>
            </a:extLst>
          </p:cNvPr>
          <p:cNvSpPr>
            <a:spLocks noGrp="1"/>
          </p:cNvSpPr>
          <p:nvPr>
            <p:ph type="sldNum" sz="quarter" idx="10"/>
          </p:nvPr>
        </p:nvSpPr>
        <p:spPr/>
        <p:txBody>
          <a:bodyPr/>
          <a:lstStyle/>
          <a:p>
            <a:pPr>
              <a:defRPr/>
            </a:pPr>
            <a:fld id="{97D87B1A-0919-4D19-B8A6-978B39028CA6}" type="slidenum">
              <a:rPr lang="en-US" altLang="zh-CN" smtClean="0"/>
              <a:pPr>
                <a:defRPr/>
              </a:pPr>
              <a:t>24</a:t>
            </a:fld>
            <a:endParaRPr lang="en-US" altLang="zh-CN"/>
          </a:p>
        </p:txBody>
      </p:sp>
      <p:sp>
        <p:nvSpPr>
          <p:cNvPr id="4" name="灯片编号占位符 2">
            <a:extLst>
              <a:ext uri="{FF2B5EF4-FFF2-40B4-BE49-F238E27FC236}">
                <a16:creationId xmlns:a16="http://schemas.microsoft.com/office/drawing/2014/main" id="{EAEFD54D-EA9E-4E93-2781-2F0F1D36858D}"/>
              </a:ext>
            </a:extLst>
          </p:cNvPr>
          <p:cNvSpPr txBox="1">
            <a:spLocks/>
          </p:cNvSpPr>
          <p:nvPr/>
        </p:nvSpPr>
        <p:spPr bwMode="auto">
          <a:xfrm>
            <a:off x="7667625" y="0"/>
            <a:ext cx="1343025" cy="333375"/>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1pPr>
            <a:lvl2pPr marL="742950" indent="-28575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2pPr>
            <a:lvl3pPr marL="11430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3pPr>
            <a:lvl4pPr marL="16002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4pPr>
            <a:lvl5pPr marL="20574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9pPr>
          </a:lstStyle>
          <a:p>
            <a:pPr eaLnBrk="1" hangingPunct="1">
              <a:spcBef>
                <a:spcPct val="0"/>
              </a:spcBef>
            </a:pPr>
            <a:fld id="{96E7DD25-74D8-41F4-B72F-F717C22C6D6C}" type="slidenum">
              <a:rPr lang="en-US" altLang="zh-CN" sz="1400" smtClean="0">
                <a:ea typeface="宋体" panose="02010600030101010101" pitchFamily="2" charset="-122"/>
              </a:rPr>
              <a:pPr eaLnBrk="1" hangingPunct="1">
                <a:spcBef>
                  <a:spcPct val="0"/>
                </a:spcBef>
              </a:pPr>
              <a:t>24</a:t>
            </a:fld>
            <a:endParaRPr lang="en-US" altLang="zh-CN" sz="1400">
              <a:ea typeface="宋体" panose="02010600030101010101" pitchFamily="2" charset="-122"/>
            </a:endParaRPr>
          </a:p>
        </p:txBody>
      </p:sp>
      <p:sp>
        <p:nvSpPr>
          <p:cNvPr id="5" name="Rectangle 21">
            <a:extLst>
              <a:ext uri="{FF2B5EF4-FFF2-40B4-BE49-F238E27FC236}">
                <a16:creationId xmlns:a16="http://schemas.microsoft.com/office/drawing/2014/main" id="{9AAA3C5F-79EF-3549-521C-84433914F8B1}"/>
              </a:ext>
            </a:extLst>
          </p:cNvPr>
          <p:cNvSpPr>
            <a:spLocks noChangeArrowheads="1"/>
          </p:cNvSpPr>
          <p:nvPr/>
        </p:nvSpPr>
        <p:spPr bwMode="auto">
          <a:xfrm>
            <a:off x="4343400" y="762000"/>
            <a:ext cx="45720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6" name="Text Box 23">
            <a:extLst>
              <a:ext uri="{FF2B5EF4-FFF2-40B4-BE49-F238E27FC236}">
                <a16:creationId xmlns:a16="http://schemas.microsoft.com/office/drawing/2014/main" id="{0F9D470F-00EE-63AE-23F3-8B99C6FC7832}"/>
              </a:ext>
            </a:extLst>
          </p:cNvPr>
          <p:cNvSpPr txBox="1">
            <a:spLocks noChangeArrowheads="1"/>
          </p:cNvSpPr>
          <p:nvPr/>
        </p:nvSpPr>
        <p:spPr bwMode="auto">
          <a:xfrm>
            <a:off x="136525" y="476250"/>
            <a:ext cx="3671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n-US" altLang="zh-CN" b="1">
                <a:solidFill>
                  <a:srgbClr val="FF7C80"/>
                </a:solidFill>
                <a:latin typeface="Times New Roman" panose="02020603050405020304" pitchFamily="18" charset="0"/>
              </a:rPr>
              <a:t>1.  </a:t>
            </a:r>
            <a:r>
              <a:rPr kumimoji="1" lang="zh-CN" altLang="en-US" b="1">
                <a:solidFill>
                  <a:srgbClr val="FF7C80"/>
                </a:solidFill>
                <a:latin typeface="Times New Roman" panose="02020603050405020304" pitchFamily="18" charset="0"/>
                <a:ea typeface="宋体" panose="02010600030101010101" pitchFamily="2" charset="-122"/>
              </a:rPr>
              <a:t>静电场的能量</a:t>
            </a:r>
          </a:p>
        </p:txBody>
      </p:sp>
      <p:sp>
        <p:nvSpPr>
          <p:cNvPr id="7" name="Text Box 24">
            <a:extLst>
              <a:ext uri="{FF2B5EF4-FFF2-40B4-BE49-F238E27FC236}">
                <a16:creationId xmlns:a16="http://schemas.microsoft.com/office/drawing/2014/main" id="{041DFFC7-A7A6-00EA-0515-674F43C764B8}"/>
              </a:ext>
            </a:extLst>
          </p:cNvPr>
          <p:cNvSpPr txBox="1">
            <a:spLocks noChangeArrowheads="1"/>
          </p:cNvSpPr>
          <p:nvPr/>
        </p:nvSpPr>
        <p:spPr bwMode="auto">
          <a:xfrm>
            <a:off x="60325" y="836613"/>
            <a:ext cx="8964613"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en-US" altLang="zh-CN" sz="2000" b="1">
                <a:solidFill>
                  <a:schemeClr val="bg1"/>
                </a:solidFill>
                <a:latin typeface="Times New Roman" panose="02020603050405020304" pitchFamily="18" charset="0"/>
              </a:rPr>
              <a:t>        </a:t>
            </a:r>
            <a:r>
              <a:rPr kumimoji="1" lang="zh-CN" altLang="en-US" b="1">
                <a:solidFill>
                  <a:schemeClr val="bg1"/>
                </a:solidFill>
                <a:latin typeface="Times New Roman" panose="02020603050405020304" pitchFamily="18" charset="0"/>
              </a:rPr>
              <a:t>设系统从零开始充电，最终带电量为 </a:t>
            </a:r>
            <a:r>
              <a:rPr kumimoji="1" lang="en-US" altLang="zh-CN" b="1" i="1">
                <a:solidFill>
                  <a:schemeClr val="bg1"/>
                </a:solidFill>
                <a:latin typeface="Times New Roman" panose="02020603050405020304" pitchFamily="18" charset="0"/>
              </a:rPr>
              <a:t>q </a:t>
            </a:r>
            <a:r>
              <a:rPr kumimoji="1" lang="zh-CN" altLang="en-US" b="1">
                <a:solidFill>
                  <a:schemeClr val="bg1"/>
                </a:solidFill>
                <a:latin typeface="Times New Roman" panose="02020603050405020304" pitchFamily="18" charset="0"/>
              </a:rPr>
              <a:t>、电位为</a:t>
            </a:r>
            <a:r>
              <a:rPr kumimoji="1" lang="zh-CN" altLang="en-US" b="1" i="1">
                <a:solidFill>
                  <a:schemeClr val="bg1"/>
                </a:solidFill>
                <a:latin typeface="Times New Roman" panose="02020603050405020304" pitchFamily="18" charset="0"/>
                <a:sym typeface="Symbol" panose="05050102010706020507" pitchFamily="18" charset="2"/>
              </a:rPr>
              <a:t></a:t>
            </a:r>
            <a:r>
              <a:rPr kumimoji="1" lang="zh-CN" altLang="en-US" b="1">
                <a:solidFill>
                  <a:schemeClr val="bg1"/>
                </a:solidFill>
                <a:latin typeface="Times New Roman" panose="02020603050405020304" pitchFamily="18" charset="0"/>
              </a:rPr>
              <a:t> </a:t>
            </a:r>
            <a:r>
              <a:rPr kumimoji="1" lang="zh-CN" altLang="en-US" b="1">
                <a:solidFill>
                  <a:schemeClr val="bg1"/>
                </a:solidFill>
                <a:latin typeface="Times New Roman" panose="02020603050405020304" pitchFamily="18" charset="0"/>
                <a:cs typeface="Times New Roman" panose="02020603050405020304" pitchFamily="18" charset="0"/>
              </a:rPr>
              <a:t>。</a:t>
            </a:r>
          </a:p>
          <a:p>
            <a:pPr eaLnBrk="1" hangingPunct="1">
              <a:lnSpc>
                <a:spcPct val="130000"/>
              </a:lnSpc>
              <a:spcBef>
                <a:spcPct val="0"/>
              </a:spcBef>
            </a:pPr>
            <a:r>
              <a:rPr kumimoji="1" lang="zh-CN" altLang="en-US" b="1">
                <a:solidFill>
                  <a:schemeClr val="bg1"/>
                </a:solidFill>
                <a:latin typeface="Times New Roman" panose="02020603050405020304" pitchFamily="18" charset="0"/>
                <a:cs typeface="Times New Roman" panose="02020603050405020304" pitchFamily="18" charset="0"/>
              </a:rPr>
              <a:t>      充电过程中某一时刻的电荷量为</a:t>
            </a:r>
            <a:r>
              <a:rPr kumimoji="1" lang="el-GR" altLang="zh-CN" i="1">
                <a:solidFill>
                  <a:schemeClr val="bg1"/>
                </a:solidFill>
                <a:latin typeface="Times New Roman" panose="02020603050405020304" pitchFamily="18" charset="0"/>
                <a:cs typeface="Times New Roman" panose="02020603050405020304" pitchFamily="18" charset="0"/>
              </a:rPr>
              <a:t>α</a:t>
            </a:r>
            <a:r>
              <a:rPr kumimoji="1" lang="en-US" altLang="zh-CN" i="1">
                <a:solidFill>
                  <a:schemeClr val="bg1"/>
                </a:solidFill>
                <a:latin typeface="Times New Roman" panose="02020603050405020304" pitchFamily="18" charset="0"/>
              </a:rPr>
              <a:t>q </a:t>
            </a:r>
            <a:r>
              <a:rPr kumimoji="1" lang="zh-CN" altLang="en-US" b="1">
                <a:solidFill>
                  <a:schemeClr val="bg1"/>
                </a:solidFill>
                <a:latin typeface="Times New Roman" panose="02020603050405020304" pitchFamily="18" charset="0"/>
              </a:rPr>
              <a:t>、电位为</a:t>
            </a:r>
            <a:r>
              <a:rPr kumimoji="1" lang="el-GR" altLang="zh-CN" i="1">
                <a:solidFill>
                  <a:schemeClr val="bg1"/>
                </a:solidFill>
                <a:latin typeface="Times New Roman" panose="02020603050405020304" pitchFamily="18" charset="0"/>
              </a:rPr>
              <a:t>α</a:t>
            </a:r>
            <a:r>
              <a:rPr kumimoji="1" lang="en-US" altLang="zh-CN" i="1">
                <a:solidFill>
                  <a:schemeClr val="bg1"/>
                </a:solidFill>
                <a:latin typeface="Times New Roman" panose="02020603050405020304" pitchFamily="18" charset="0"/>
                <a:sym typeface="Symbol" panose="05050102010706020507" pitchFamily="18" charset="2"/>
              </a:rPr>
              <a:t></a:t>
            </a:r>
            <a:r>
              <a:rPr kumimoji="1" lang="en-US" altLang="zh-CN" b="1" i="1">
                <a:solidFill>
                  <a:schemeClr val="bg1"/>
                </a:solidFill>
                <a:latin typeface="Times New Roman" panose="02020603050405020304" pitchFamily="18" charset="0"/>
                <a:sym typeface="Symbol" panose="05050102010706020507" pitchFamily="18" charset="2"/>
              </a:rPr>
              <a:t> </a:t>
            </a:r>
            <a:r>
              <a:rPr kumimoji="1" lang="zh-CN" altLang="en-US" b="1" i="1">
                <a:solidFill>
                  <a:schemeClr val="bg1"/>
                </a:solidFill>
                <a:latin typeface="Times New Roman" panose="02020603050405020304" pitchFamily="18" charset="0"/>
                <a:sym typeface="Symbol" panose="05050102010706020507" pitchFamily="18" charset="2"/>
              </a:rPr>
              <a:t>。</a:t>
            </a:r>
            <a:r>
              <a:rPr kumimoji="1" lang="en-US" altLang="zh-CN" b="1">
                <a:solidFill>
                  <a:schemeClr val="bg1"/>
                </a:solidFill>
                <a:latin typeface="Times New Roman" panose="02020603050405020304" pitchFamily="18" charset="0"/>
                <a:sym typeface="Symbol" panose="05050102010706020507" pitchFamily="18" charset="2"/>
              </a:rPr>
              <a:t>(0≤</a:t>
            </a:r>
            <a:r>
              <a:rPr kumimoji="1" lang="el-GR" altLang="zh-CN" b="1" i="1">
                <a:solidFill>
                  <a:schemeClr val="bg1"/>
                </a:solidFill>
                <a:latin typeface="Times New Roman" panose="02020603050405020304" pitchFamily="18" charset="0"/>
                <a:sym typeface="Symbol" panose="05050102010706020507" pitchFamily="18" charset="2"/>
              </a:rPr>
              <a:t>α</a:t>
            </a:r>
            <a:r>
              <a:rPr kumimoji="1" lang="el-GR" altLang="zh-CN" b="1">
                <a:solidFill>
                  <a:schemeClr val="bg1"/>
                </a:solidFill>
                <a:latin typeface="Times New Roman" panose="02020603050405020304" pitchFamily="18" charset="0"/>
                <a:sym typeface="Symbol" panose="05050102010706020507" pitchFamily="18" charset="2"/>
              </a:rPr>
              <a:t>≤</a:t>
            </a:r>
            <a:r>
              <a:rPr kumimoji="1" lang="en-US" altLang="zh-CN" b="1">
                <a:solidFill>
                  <a:schemeClr val="bg1"/>
                </a:solidFill>
                <a:latin typeface="Times New Roman" panose="02020603050405020304" pitchFamily="18" charset="0"/>
                <a:sym typeface="Symbol" panose="05050102010706020507" pitchFamily="18" charset="2"/>
              </a:rPr>
              <a:t>1)</a:t>
            </a:r>
            <a:endParaRPr kumimoji="1" lang="el-GR" altLang="en-US" b="1">
              <a:solidFill>
                <a:schemeClr val="bg1"/>
              </a:solidFill>
              <a:latin typeface="Times New Roman" panose="02020603050405020304" pitchFamily="18" charset="0"/>
            </a:endParaRPr>
          </a:p>
          <a:p>
            <a:pPr eaLnBrk="1" hangingPunct="1">
              <a:lnSpc>
                <a:spcPct val="130000"/>
              </a:lnSpc>
              <a:spcBef>
                <a:spcPct val="0"/>
              </a:spcBef>
            </a:pPr>
            <a:r>
              <a:rPr kumimoji="1" lang="en-US" altLang="zh-CN" b="1">
                <a:solidFill>
                  <a:schemeClr val="bg1"/>
                </a:solidFill>
                <a:latin typeface="Times New Roman" panose="02020603050405020304" pitchFamily="18" charset="0"/>
              </a:rPr>
              <a:t>      </a:t>
            </a:r>
            <a:r>
              <a:rPr kumimoji="1" lang="zh-CN" altLang="en-US" b="1">
                <a:solidFill>
                  <a:schemeClr val="bg1"/>
                </a:solidFill>
                <a:latin typeface="Times New Roman" panose="02020603050405020304" pitchFamily="18" charset="0"/>
              </a:rPr>
              <a:t>当</a:t>
            </a:r>
            <a:r>
              <a:rPr kumimoji="1" lang="el-GR" altLang="zh-CN" i="1">
                <a:solidFill>
                  <a:schemeClr val="bg1"/>
                </a:solidFill>
                <a:latin typeface="Times New Roman" panose="02020603050405020304" pitchFamily="18" charset="0"/>
              </a:rPr>
              <a:t>α</a:t>
            </a:r>
            <a:r>
              <a:rPr kumimoji="1" lang="zh-CN" altLang="en-US" b="1">
                <a:solidFill>
                  <a:schemeClr val="bg1"/>
                </a:solidFill>
                <a:latin typeface="Times New Roman" panose="02020603050405020304" pitchFamily="18" charset="0"/>
              </a:rPr>
              <a:t>增加为</a:t>
            </a:r>
            <a:r>
              <a:rPr kumimoji="1" lang="en-US" altLang="zh-CN" b="1">
                <a:solidFill>
                  <a:schemeClr val="bg1"/>
                </a:solidFill>
                <a:latin typeface="Times New Roman" panose="02020603050405020304" pitchFamily="18" charset="0"/>
              </a:rPr>
              <a:t>(</a:t>
            </a:r>
            <a:r>
              <a:rPr kumimoji="1" lang="el-GR" altLang="zh-CN" i="1">
                <a:solidFill>
                  <a:schemeClr val="bg1"/>
                </a:solidFill>
                <a:latin typeface="Times New Roman" panose="02020603050405020304" pitchFamily="18" charset="0"/>
              </a:rPr>
              <a:t>α</a:t>
            </a:r>
            <a:r>
              <a:rPr kumimoji="1" lang="en-US" altLang="zh-CN" b="1" i="1">
                <a:solidFill>
                  <a:schemeClr val="bg1"/>
                </a:solidFill>
                <a:latin typeface="Times New Roman" panose="02020603050405020304" pitchFamily="18" charset="0"/>
              </a:rPr>
              <a:t>+ </a:t>
            </a:r>
            <a:r>
              <a:rPr kumimoji="1" lang="en-US" altLang="zh-CN">
                <a:solidFill>
                  <a:schemeClr val="bg1"/>
                </a:solidFill>
                <a:latin typeface="Times New Roman" panose="02020603050405020304" pitchFamily="18" charset="0"/>
              </a:rPr>
              <a:t>d</a:t>
            </a:r>
            <a:r>
              <a:rPr kumimoji="1" lang="el-GR" altLang="zh-CN" i="1">
                <a:solidFill>
                  <a:schemeClr val="bg1"/>
                </a:solidFill>
                <a:latin typeface="Times New Roman" panose="02020603050405020304" pitchFamily="18" charset="0"/>
              </a:rPr>
              <a:t>α</a:t>
            </a:r>
            <a:r>
              <a:rPr kumimoji="1" lang="en-US" altLang="zh-CN" b="1">
                <a:solidFill>
                  <a:schemeClr val="bg1"/>
                </a:solidFill>
                <a:latin typeface="Times New Roman" panose="02020603050405020304" pitchFamily="18" charset="0"/>
              </a:rPr>
              <a:t>)</a:t>
            </a:r>
            <a:r>
              <a:rPr kumimoji="1" lang="zh-CN" altLang="en-US" b="1">
                <a:solidFill>
                  <a:schemeClr val="bg1"/>
                </a:solidFill>
                <a:latin typeface="Times New Roman" panose="02020603050405020304" pitchFamily="18" charset="0"/>
              </a:rPr>
              <a:t>时，外电源做功为</a:t>
            </a:r>
            <a:r>
              <a:rPr kumimoji="1" lang="en-US" altLang="zh-CN" b="1">
                <a:solidFill>
                  <a:schemeClr val="bg1"/>
                </a:solidFill>
                <a:latin typeface="Times New Roman" panose="02020603050405020304" pitchFamily="18" charset="0"/>
              </a:rPr>
              <a:t>:</a:t>
            </a:r>
            <a:r>
              <a:rPr kumimoji="1" lang="el-GR" altLang="zh-CN" i="1">
                <a:solidFill>
                  <a:schemeClr val="bg1"/>
                </a:solidFill>
                <a:latin typeface="Times New Roman" panose="02020603050405020304" pitchFamily="18" charset="0"/>
              </a:rPr>
              <a:t>α</a:t>
            </a:r>
            <a:r>
              <a:rPr kumimoji="1" lang="en-US" altLang="zh-CN" i="1">
                <a:solidFill>
                  <a:schemeClr val="bg1"/>
                </a:solidFill>
                <a:latin typeface="Times New Roman" panose="02020603050405020304" pitchFamily="18" charset="0"/>
                <a:sym typeface="Symbol" panose="05050102010706020507" pitchFamily="18" charset="2"/>
              </a:rPr>
              <a:t></a:t>
            </a:r>
            <a:r>
              <a:rPr kumimoji="1" lang="en-US" altLang="zh-CN">
                <a:latin typeface="Times New Roman" panose="02020603050405020304" pitchFamily="18" charset="0"/>
                <a:sym typeface="Symbol" panose="05050102010706020507" pitchFamily="18" charset="2"/>
              </a:rPr>
              <a:t> </a:t>
            </a:r>
            <a:r>
              <a:rPr kumimoji="1" lang="en-US" altLang="zh-CN">
                <a:solidFill>
                  <a:schemeClr val="bg1"/>
                </a:solidFill>
                <a:latin typeface="Times New Roman" panose="02020603050405020304" pitchFamily="18" charset="0"/>
                <a:sym typeface="Symbol" panose="05050102010706020507" pitchFamily="18" charset="2"/>
              </a:rPr>
              <a:t>(</a:t>
            </a:r>
            <a:r>
              <a:rPr kumimoji="1" lang="en-US" altLang="zh-CN" i="1">
                <a:solidFill>
                  <a:schemeClr val="bg1"/>
                </a:solidFill>
                <a:latin typeface="Times New Roman" panose="02020603050405020304" pitchFamily="18" charset="0"/>
              </a:rPr>
              <a:t>q </a:t>
            </a:r>
            <a:r>
              <a:rPr kumimoji="1" lang="en-US" altLang="zh-CN">
                <a:solidFill>
                  <a:schemeClr val="bg1"/>
                </a:solidFill>
                <a:latin typeface="Times New Roman" panose="02020603050405020304" pitchFamily="18" charset="0"/>
              </a:rPr>
              <a:t>d</a:t>
            </a:r>
            <a:r>
              <a:rPr kumimoji="1" lang="el-GR" altLang="zh-CN" i="1">
                <a:solidFill>
                  <a:schemeClr val="bg1"/>
                </a:solidFill>
                <a:latin typeface="Times New Roman" panose="02020603050405020304" pitchFamily="18" charset="0"/>
              </a:rPr>
              <a:t>α</a:t>
            </a:r>
            <a:r>
              <a:rPr kumimoji="1" lang="en-US" altLang="zh-CN">
                <a:solidFill>
                  <a:schemeClr val="bg1"/>
                </a:solidFill>
                <a:latin typeface="Times New Roman" panose="02020603050405020304" pitchFamily="18" charset="0"/>
              </a:rPr>
              <a:t>)</a:t>
            </a:r>
            <a:r>
              <a:rPr kumimoji="1" lang="zh-CN" altLang="en-US" b="1">
                <a:solidFill>
                  <a:schemeClr val="bg1"/>
                </a:solidFill>
                <a:latin typeface="Times New Roman" panose="02020603050405020304" pitchFamily="18" charset="0"/>
              </a:rPr>
              <a:t>。</a:t>
            </a:r>
          </a:p>
          <a:p>
            <a:pPr eaLnBrk="1" hangingPunct="1">
              <a:lnSpc>
                <a:spcPct val="130000"/>
              </a:lnSpc>
              <a:spcBef>
                <a:spcPct val="0"/>
              </a:spcBef>
            </a:pPr>
            <a:r>
              <a:rPr kumimoji="1" lang="zh-CN" altLang="en-US" b="1">
                <a:solidFill>
                  <a:schemeClr val="bg1"/>
                </a:solidFill>
                <a:latin typeface="Times New Roman" panose="02020603050405020304" pitchFamily="18" charset="0"/>
              </a:rPr>
              <a:t>       对</a:t>
            </a:r>
            <a:r>
              <a:rPr kumimoji="1" lang="el-GR" altLang="zh-CN" b="1" i="1">
                <a:solidFill>
                  <a:schemeClr val="bg1"/>
                </a:solidFill>
                <a:latin typeface="Times New Roman" panose="02020603050405020304" pitchFamily="18" charset="0"/>
              </a:rPr>
              <a:t>α</a:t>
            </a:r>
            <a:r>
              <a:rPr kumimoji="1" lang="zh-CN" altLang="en-US" b="1">
                <a:solidFill>
                  <a:schemeClr val="bg1"/>
                </a:solidFill>
                <a:latin typeface="Times New Roman" panose="02020603050405020304" pitchFamily="18" charset="0"/>
              </a:rPr>
              <a:t>从</a:t>
            </a:r>
            <a:r>
              <a:rPr kumimoji="1" lang="en-US" altLang="zh-CN" b="1">
                <a:solidFill>
                  <a:schemeClr val="bg1"/>
                </a:solidFill>
                <a:latin typeface="Times New Roman" panose="02020603050405020304" pitchFamily="18" charset="0"/>
              </a:rPr>
              <a:t>0 </a:t>
            </a:r>
            <a:r>
              <a:rPr kumimoji="1" lang="zh-CN" altLang="en-US" b="1">
                <a:solidFill>
                  <a:schemeClr val="bg1"/>
                </a:solidFill>
                <a:latin typeface="Times New Roman" panose="02020603050405020304" pitchFamily="18" charset="0"/>
              </a:rPr>
              <a:t>到 </a:t>
            </a:r>
            <a:r>
              <a:rPr kumimoji="1" lang="en-US" altLang="zh-CN" b="1">
                <a:solidFill>
                  <a:schemeClr val="bg1"/>
                </a:solidFill>
                <a:latin typeface="Times New Roman" panose="02020603050405020304" pitchFamily="18" charset="0"/>
              </a:rPr>
              <a:t>1 </a:t>
            </a:r>
            <a:r>
              <a:rPr kumimoji="1" lang="zh-CN" altLang="en-US" b="1">
                <a:solidFill>
                  <a:schemeClr val="bg1"/>
                </a:solidFill>
                <a:latin typeface="Times New Roman" panose="02020603050405020304" pitchFamily="18" charset="0"/>
              </a:rPr>
              <a:t>积分，即得到</a:t>
            </a:r>
            <a:r>
              <a:rPr kumimoji="1" lang="zh-CN" altLang="en-US" b="1">
                <a:solidFill>
                  <a:srgbClr val="FF9933"/>
                </a:solidFill>
                <a:latin typeface="Times New Roman" panose="02020603050405020304" pitchFamily="18" charset="0"/>
              </a:rPr>
              <a:t>外电源所做的总功</a:t>
            </a:r>
            <a:r>
              <a:rPr kumimoji="1" lang="zh-CN" altLang="en-US" b="1">
                <a:solidFill>
                  <a:schemeClr val="bg1"/>
                </a:solidFill>
                <a:latin typeface="Times New Roman" panose="02020603050405020304" pitchFamily="18" charset="0"/>
              </a:rPr>
              <a:t>为</a:t>
            </a:r>
            <a:endParaRPr kumimoji="1" lang="zh-CN" altLang="en-US" sz="2000" b="1">
              <a:solidFill>
                <a:schemeClr val="bg1"/>
              </a:solidFill>
              <a:latin typeface="Times New Roman" panose="02020603050405020304" pitchFamily="18" charset="0"/>
            </a:endParaRPr>
          </a:p>
        </p:txBody>
      </p:sp>
      <p:graphicFrame>
        <p:nvGraphicFramePr>
          <p:cNvPr id="8" name="Object 26">
            <a:extLst>
              <a:ext uri="{FF2B5EF4-FFF2-40B4-BE49-F238E27FC236}">
                <a16:creationId xmlns:a16="http://schemas.microsoft.com/office/drawing/2014/main" id="{FCF77830-9E5C-C287-A3FE-78096FB227FD}"/>
              </a:ext>
            </a:extLst>
          </p:cNvPr>
          <p:cNvGraphicFramePr>
            <a:graphicFrameLocks noChangeAspect="1"/>
          </p:cNvGraphicFramePr>
          <p:nvPr/>
        </p:nvGraphicFramePr>
        <p:xfrm>
          <a:off x="2843213" y="2713038"/>
          <a:ext cx="2243137" cy="787400"/>
        </p:xfrm>
        <a:graphic>
          <a:graphicData uri="http://schemas.openxmlformats.org/presentationml/2006/ole">
            <mc:AlternateContent xmlns:mc="http://schemas.openxmlformats.org/markup-compatibility/2006">
              <mc:Choice xmlns:v="urn:schemas-microsoft-com:vml" Requires="v">
                <p:oleObj name="Equation" r:id="rId3" imgW="1111428" imgH="387373" progId="Equation.DSMT4">
                  <p:embed/>
                </p:oleObj>
              </mc:Choice>
              <mc:Fallback>
                <p:oleObj name="Equation" r:id="rId3" imgW="1111428" imgH="387373" progId="Equation.DSMT4">
                  <p:embed/>
                  <p:pic>
                    <p:nvPicPr>
                      <p:cNvPr id="729114" name="Object 26">
                        <a:extLst>
                          <a:ext uri="{FF2B5EF4-FFF2-40B4-BE49-F238E27FC236}">
                            <a16:creationId xmlns:a16="http://schemas.microsoft.com/office/drawing/2014/main" id="{C14B8AE0-A917-A8A0-B320-7F3ACFEAF7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713038"/>
                        <a:ext cx="2243137"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30">
            <a:extLst>
              <a:ext uri="{FF2B5EF4-FFF2-40B4-BE49-F238E27FC236}">
                <a16:creationId xmlns:a16="http://schemas.microsoft.com/office/drawing/2014/main" id="{46FCBDF4-CA77-4E9C-8F78-03676D1CC1F2}"/>
              </a:ext>
            </a:extLst>
          </p:cNvPr>
          <p:cNvSpPr>
            <a:spLocks noChangeArrowheads="1"/>
          </p:cNvSpPr>
          <p:nvPr/>
        </p:nvSpPr>
        <p:spPr bwMode="auto">
          <a:xfrm>
            <a:off x="107950" y="3395663"/>
            <a:ext cx="8897938"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en-US" altLang="zh-CN" b="1">
                <a:solidFill>
                  <a:schemeClr val="bg1"/>
                </a:solidFill>
              </a:rPr>
              <a:t>       </a:t>
            </a:r>
            <a:r>
              <a:rPr kumimoji="1" lang="zh-CN" altLang="en-US" b="1">
                <a:solidFill>
                  <a:schemeClr val="bg1"/>
                </a:solidFill>
              </a:rPr>
              <a:t>根据能量守恒定律，外电源所做的功转换为电场的能量（电量为 </a:t>
            </a:r>
            <a:r>
              <a:rPr kumimoji="1" lang="en-US" altLang="zh-CN" i="1">
                <a:solidFill>
                  <a:schemeClr val="bg1"/>
                </a:solidFill>
                <a:latin typeface="Times New Roman" panose="02020603050405020304" pitchFamily="18" charset="0"/>
              </a:rPr>
              <a:t>q </a:t>
            </a:r>
            <a:r>
              <a:rPr kumimoji="1" lang="zh-CN" altLang="en-US" b="1">
                <a:solidFill>
                  <a:schemeClr val="bg1"/>
                </a:solidFill>
              </a:rPr>
              <a:t>的</a:t>
            </a:r>
            <a:r>
              <a:rPr kumimoji="1" lang="zh-CN" altLang="en-US" b="1">
                <a:solidFill>
                  <a:srgbClr val="FF9933"/>
                </a:solidFill>
              </a:rPr>
              <a:t>带电体具有的电场能量</a:t>
            </a:r>
            <a:r>
              <a:rPr kumimoji="1" lang="en-US" altLang="zh-CN" b="1" i="1">
                <a:solidFill>
                  <a:srgbClr val="FF9933"/>
                </a:solidFill>
                <a:latin typeface="Times New Roman" panose="02020603050405020304" pitchFamily="18" charset="0"/>
              </a:rPr>
              <a:t>W</a:t>
            </a:r>
            <a:r>
              <a:rPr kumimoji="1" lang="en-US" altLang="zh-CN" b="1" baseline="-25000">
                <a:solidFill>
                  <a:srgbClr val="FF9933"/>
                </a:solidFill>
                <a:latin typeface="Times New Roman" panose="02020603050405020304" pitchFamily="18" charset="0"/>
              </a:rPr>
              <a:t>e</a:t>
            </a:r>
            <a:r>
              <a:rPr kumimoji="1" lang="en-US" altLang="zh-CN" b="1" i="1" baseline="-25000">
                <a:solidFill>
                  <a:schemeClr val="bg1"/>
                </a:solidFill>
                <a:latin typeface="Times New Roman" panose="02020603050405020304" pitchFamily="18" charset="0"/>
              </a:rPr>
              <a:t>  </a:t>
            </a:r>
            <a:r>
              <a:rPr kumimoji="1" lang="zh-CN" altLang="en-US" b="1">
                <a:solidFill>
                  <a:schemeClr val="bg1"/>
                </a:solidFill>
              </a:rPr>
              <a:t>）：</a:t>
            </a:r>
            <a:endParaRPr kumimoji="1" lang="zh-CN" altLang="en-US" b="1">
              <a:solidFill>
                <a:schemeClr val="bg1"/>
              </a:solidFill>
              <a:latin typeface="幼圆" panose="02010509060101010101" pitchFamily="49" charset="-122"/>
            </a:endParaRPr>
          </a:p>
        </p:txBody>
      </p:sp>
      <p:sp>
        <p:nvSpPr>
          <p:cNvPr id="10" name="Rectangle 32">
            <a:extLst>
              <a:ext uri="{FF2B5EF4-FFF2-40B4-BE49-F238E27FC236}">
                <a16:creationId xmlns:a16="http://schemas.microsoft.com/office/drawing/2014/main" id="{A29EFF5C-F8B7-FCDD-1CEA-19A1EE34F1D2}"/>
              </a:ext>
            </a:extLst>
          </p:cNvPr>
          <p:cNvSpPr>
            <a:spLocks noChangeArrowheads="1"/>
          </p:cNvSpPr>
          <p:nvPr/>
        </p:nvSpPr>
        <p:spPr bwMode="auto">
          <a:xfrm>
            <a:off x="107950" y="5051425"/>
            <a:ext cx="8897938"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en-US" altLang="zh-CN" b="1">
                <a:solidFill>
                  <a:schemeClr val="bg1"/>
                </a:solidFill>
              </a:rPr>
              <a:t>       </a:t>
            </a:r>
            <a:r>
              <a:rPr kumimoji="1" lang="zh-CN" altLang="en-US" b="1">
                <a:solidFill>
                  <a:schemeClr val="bg1"/>
                </a:solidFill>
                <a:latin typeface="Times New Roman" panose="02020603050405020304" pitchFamily="18" charset="0"/>
              </a:rPr>
              <a:t>对于电荷体密度为</a:t>
            </a:r>
            <a:r>
              <a:rPr kumimoji="1" lang="el-GR" altLang="zh-CN" b="1" i="1">
                <a:solidFill>
                  <a:schemeClr val="bg1"/>
                </a:solidFill>
                <a:latin typeface="Times New Roman" panose="02020603050405020304" pitchFamily="18" charset="0"/>
              </a:rPr>
              <a:t>ρ</a:t>
            </a:r>
            <a:r>
              <a:rPr kumimoji="1" lang="zh-CN" altLang="en-US" b="1">
                <a:solidFill>
                  <a:schemeClr val="bg1"/>
                </a:solidFill>
                <a:latin typeface="Times New Roman" panose="02020603050405020304" pitchFamily="18" charset="0"/>
              </a:rPr>
              <a:t>的体分布电荷，体积元</a:t>
            </a:r>
            <a:r>
              <a:rPr kumimoji="1" lang="en-US" altLang="zh-CN">
                <a:solidFill>
                  <a:schemeClr val="bg1"/>
                </a:solidFill>
                <a:latin typeface="Times New Roman" panose="02020603050405020304" pitchFamily="18" charset="0"/>
              </a:rPr>
              <a:t>d</a:t>
            </a:r>
            <a:r>
              <a:rPr kumimoji="1" lang="en-US" altLang="zh-CN" i="1">
                <a:solidFill>
                  <a:schemeClr val="bg1"/>
                </a:solidFill>
                <a:latin typeface="Times New Roman" panose="02020603050405020304" pitchFamily="18" charset="0"/>
              </a:rPr>
              <a:t>V</a:t>
            </a:r>
            <a:r>
              <a:rPr kumimoji="1" lang="zh-CN" altLang="en-US" b="1">
                <a:solidFill>
                  <a:schemeClr val="bg1"/>
                </a:solidFill>
                <a:latin typeface="Times New Roman" panose="02020603050405020304" pitchFamily="18" charset="0"/>
              </a:rPr>
              <a:t>中的电荷</a:t>
            </a:r>
            <a:r>
              <a:rPr kumimoji="1" lang="el-GR" altLang="zh-CN" b="1" i="1">
                <a:solidFill>
                  <a:schemeClr val="bg1"/>
                </a:solidFill>
                <a:latin typeface="Times New Roman" panose="02020603050405020304" pitchFamily="18" charset="0"/>
              </a:rPr>
              <a:t>ρ</a:t>
            </a:r>
            <a:r>
              <a:rPr kumimoji="1" lang="en-US" altLang="zh-CN">
                <a:solidFill>
                  <a:schemeClr val="bg1"/>
                </a:solidFill>
                <a:latin typeface="Times New Roman" panose="02020603050405020304" pitchFamily="18" charset="0"/>
              </a:rPr>
              <a:t>d</a:t>
            </a:r>
            <a:r>
              <a:rPr kumimoji="1" lang="en-US" altLang="zh-CN" i="1">
                <a:solidFill>
                  <a:schemeClr val="bg1"/>
                </a:solidFill>
                <a:latin typeface="Times New Roman" panose="02020603050405020304" pitchFamily="18" charset="0"/>
              </a:rPr>
              <a:t>V</a:t>
            </a:r>
            <a:r>
              <a:rPr kumimoji="1" lang="zh-CN" altLang="en-US" b="1">
                <a:solidFill>
                  <a:schemeClr val="bg1"/>
                </a:solidFill>
                <a:latin typeface="Times New Roman" panose="02020603050405020304" pitchFamily="18" charset="0"/>
              </a:rPr>
              <a:t>具有的电场能量为</a:t>
            </a:r>
          </a:p>
        </p:txBody>
      </p:sp>
      <p:graphicFrame>
        <p:nvGraphicFramePr>
          <p:cNvPr id="11" name="Object 35">
            <a:extLst>
              <a:ext uri="{FF2B5EF4-FFF2-40B4-BE49-F238E27FC236}">
                <a16:creationId xmlns:a16="http://schemas.microsoft.com/office/drawing/2014/main" id="{E1D3606B-B6DA-493B-1D3D-0D9A1F044B64}"/>
              </a:ext>
            </a:extLst>
          </p:cNvPr>
          <p:cNvGraphicFramePr>
            <a:graphicFrameLocks noChangeAspect="1"/>
          </p:cNvGraphicFramePr>
          <p:nvPr/>
        </p:nvGraphicFramePr>
        <p:xfrm>
          <a:off x="2987675" y="4376738"/>
          <a:ext cx="1368425" cy="801687"/>
        </p:xfrm>
        <a:graphic>
          <a:graphicData uri="http://schemas.openxmlformats.org/presentationml/2006/ole">
            <mc:AlternateContent xmlns:mc="http://schemas.openxmlformats.org/markup-compatibility/2006">
              <mc:Choice xmlns:v="urn:schemas-microsoft-com:vml" Requires="v">
                <p:oleObj name="公式" r:id="rId5" imgW="666607" imgH="387373" progId="Equation.3">
                  <p:embed/>
                </p:oleObj>
              </mc:Choice>
              <mc:Fallback>
                <p:oleObj name="公式" r:id="rId5" imgW="666607" imgH="387373" progId="Equation.3">
                  <p:embed/>
                  <p:pic>
                    <p:nvPicPr>
                      <p:cNvPr id="729123" name="Object 35">
                        <a:extLst>
                          <a:ext uri="{FF2B5EF4-FFF2-40B4-BE49-F238E27FC236}">
                            <a16:creationId xmlns:a16="http://schemas.microsoft.com/office/drawing/2014/main" id="{96F5B726-AE01-F29B-2400-4C0A9FA8D08C}"/>
                          </a:ext>
                        </a:extLst>
                      </p:cNvPr>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4376738"/>
                        <a:ext cx="1368425" cy="80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37">
            <a:extLst>
              <a:ext uri="{FF2B5EF4-FFF2-40B4-BE49-F238E27FC236}">
                <a16:creationId xmlns:a16="http://schemas.microsoft.com/office/drawing/2014/main" id="{D9079B9B-626F-5B95-42AB-8B8D3702FC89}"/>
              </a:ext>
            </a:extLst>
          </p:cNvPr>
          <p:cNvGraphicFramePr>
            <a:graphicFrameLocks noChangeAspect="1"/>
          </p:cNvGraphicFramePr>
          <p:nvPr/>
        </p:nvGraphicFramePr>
        <p:xfrm>
          <a:off x="2987675" y="5751513"/>
          <a:ext cx="1895475" cy="795337"/>
        </p:xfrm>
        <a:graphic>
          <a:graphicData uri="http://schemas.openxmlformats.org/presentationml/2006/ole">
            <mc:AlternateContent xmlns:mc="http://schemas.openxmlformats.org/markup-compatibility/2006">
              <mc:Choice xmlns:v="urn:schemas-microsoft-com:vml" Requires="v">
                <p:oleObj name="公式" r:id="rId7" imgW="933333" imgH="387373" progId="Equation.3">
                  <p:embed/>
                </p:oleObj>
              </mc:Choice>
              <mc:Fallback>
                <p:oleObj name="公式" r:id="rId7" imgW="933333" imgH="387373" progId="Equation.3">
                  <p:embed/>
                  <p:pic>
                    <p:nvPicPr>
                      <p:cNvPr id="729125" name="Object 37">
                        <a:extLst>
                          <a:ext uri="{FF2B5EF4-FFF2-40B4-BE49-F238E27FC236}">
                            <a16:creationId xmlns:a16="http://schemas.microsoft.com/office/drawing/2014/main" id="{BB50F574-2B34-29C5-3F7D-C602C1ABFD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675" y="5751513"/>
                        <a:ext cx="1895475" cy="79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AutoShape 38">
            <a:hlinkClick r:id="rId9" action="ppaction://hlinksldjump" highlightClick="1"/>
            <a:extLst>
              <a:ext uri="{FF2B5EF4-FFF2-40B4-BE49-F238E27FC236}">
                <a16:creationId xmlns:a16="http://schemas.microsoft.com/office/drawing/2014/main" id="{E9EFFDBD-FE36-6954-1965-B7B992F38B43}"/>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4" name="AutoShape 39">
            <a:hlinkClick r:id="" action="ppaction://hlinkshowjump?jump=previousslide" highlightClick="1"/>
            <a:extLst>
              <a:ext uri="{FF2B5EF4-FFF2-40B4-BE49-F238E27FC236}">
                <a16:creationId xmlns:a16="http://schemas.microsoft.com/office/drawing/2014/main" id="{EF850258-924E-FEF2-3CE5-8F3DCCB038F5}"/>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5" name="AutoShape 40">
            <a:hlinkClick r:id="" action="ppaction://hlinkshowjump?jump=nextslide" highlightClick="1"/>
            <a:extLst>
              <a:ext uri="{FF2B5EF4-FFF2-40B4-BE49-F238E27FC236}">
                <a16:creationId xmlns:a16="http://schemas.microsoft.com/office/drawing/2014/main" id="{9A0226B6-D78A-2CEA-BDE9-B89E9E0E14CE}"/>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6" name="AutoShape 41">
            <a:hlinkClick r:id="" action="ppaction://hlinkshowjump?jump=lastslide" highlightClick="1"/>
            <a:extLst>
              <a:ext uri="{FF2B5EF4-FFF2-40B4-BE49-F238E27FC236}">
                <a16:creationId xmlns:a16="http://schemas.microsoft.com/office/drawing/2014/main" id="{7A5A43B3-F4D1-9709-2B7A-27D15892C79E}"/>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Tree>
    <p:extLst>
      <p:ext uri="{BB962C8B-B14F-4D97-AF65-F5344CB8AC3E}">
        <p14:creationId xmlns:p14="http://schemas.microsoft.com/office/powerpoint/2010/main" val="2803747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up)">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up)">
                                      <p:cBhvr>
                                        <p:cTn id="17" dur="20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wipe(up)">
                                      <p:cBhvr>
                                        <p:cTn id="22" dur="20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wipe(up)">
                                      <p:cBhvr>
                                        <p:cTn id="27" dur="2000"/>
                                        <p:tgtEl>
                                          <p:spTgt spid="7">
                                            <p:txEl>
                                              <p:pRg st="3" end="3"/>
                                            </p:txEl>
                                          </p:spTgt>
                                        </p:tgtEl>
                                      </p:cBhvr>
                                    </p:animEffect>
                                  </p:childTnLst>
                                </p:cTn>
                              </p:par>
                            </p:childTnLst>
                          </p:cTn>
                        </p:par>
                        <p:par>
                          <p:cTn id="28" fill="hold">
                            <p:stCondLst>
                              <p:cond delay="2000"/>
                            </p:stCondLst>
                            <p:childTnLst>
                              <p:par>
                                <p:cTn id="29" presetID="22" presetClass="entr" presetSubtype="1"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up)">
                                      <p:cBhvr>
                                        <p:cTn id="31" dur="2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9">
                                            <p:txEl>
                                              <p:pRg st="0" end="0"/>
                                            </p:txEl>
                                          </p:spTgt>
                                        </p:tgtEl>
                                        <p:attrNameLst>
                                          <p:attrName>style.visibility</p:attrName>
                                        </p:attrNameLst>
                                      </p:cBhvr>
                                      <p:to>
                                        <p:strVal val="visible"/>
                                      </p:to>
                                    </p:set>
                                    <p:animEffect transition="in" filter="wipe(up)">
                                      <p:cBhvr>
                                        <p:cTn id="36" dur="2000"/>
                                        <p:tgtEl>
                                          <p:spTgt spid="9">
                                            <p:txEl>
                                              <p:pRg st="0" end="0"/>
                                            </p:txEl>
                                          </p:spTgt>
                                        </p:tgtEl>
                                      </p:cBhvr>
                                    </p:animEffect>
                                  </p:childTnLst>
                                </p:cTn>
                              </p:par>
                            </p:childTnLst>
                          </p:cTn>
                        </p:par>
                        <p:par>
                          <p:cTn id="37" fill="hold">
                            <p:stCondLst>
                              <p:cond delay="2000"/>
                            </p:stCondLst>
                            <p:childTnLst>
                              <p:par>
                                <p:cTn id="38" presetID="22" presetClass="entr" presetSubtype="1" fill="hold"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up)">
                                      <p:cBhvr>
                                        <p:cTn id="40" dur="20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up)">
                                      <p:cBhvr>
                                        <p:cTn id="45" dur="2000"/>
                                        <p:tgtEl>
                                          <p:spTgt spid="10"/>
                                        </p:tgtEl>
                                      </p:cBhvr>
                                    </p:animEffect>
                                  </p:childTnLst>
                                </p:cTn>
                              </p:par>
                            </p:childTnLst>
                          </p:cTn>
                        </p:par>
                        <p:par>
                          <p:cTn id="46" fill="hold">
                            <p:stCondLst>
                              <p:cond delay="2000"/>
                            </p:stCondLst>
                            <p:childTnLst>
                              <p:par>
                                <p:cTn id="47" presetID="22" presetClass="entr" presetSubtype="1"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up)">
                                      <p:cBhvr>
                                        <p:cTn id="49"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A42968C-60BA-967D-3D26-C0BE48712AAE}"/>
              </a:ext>
            </a:extLst>
          </p:cNvPr>
          <p:cNvSpPr>
            <a:spLocks noGrp="1"/>
          </p:cNvSpPr>
          <p:nvPr>
            <p:ph type="sldNum" sz="quarter" idx="10"/>
          </p:nvPr>
        </p:nvSpPr>
        <p:spPr/>
        <p:txBody>
          <a:bodyPr/>
          <a:lstStyle/>
          <a:p>
            <a:pPr>
              <a:defRPr/>
            </a:pPr>
            <a:fld id="{97D87B1A-0919-4D19-B8A6-978B39028CA6}" type="slidenum">
              <a:rPr lang="en-US" altLang="zh-CN" smtClean="0"/>
              <a:pPr>
                <a:defRPr/>
              </a:pPr>
              <a:t>25</a:t>
            </a:fld>
            <a:endParaRPr lang="en-US" altLang="zh-CN"/>
          </a:p>
        </p:txBody>
      </p:sp>
      <p:sp>
        <p:nvSpPr>
          <p:cNvPr id="4" name="灯片编号占位符 2">
            <a:extLst>
              <a:ext uri="{FF2B5EF4-FFF2-40B4-BE49-F238E27FC236}">
                <a16:creationId xmlns:a16="http://schemas.microsoft.com/office/drawing/2014/main" id="{191187A3-2929-3268-63A7-67B74BE31D54}"/>
              </a:ext>
            </a:extLst>
          </p:cNvPr>
          <p:cNvSpPr txBox="1">
            <a:spLocks/>
          </p:cNvSpPr>
          <p:nvPr/>
        </p:nvSpPr>
        <p:spPr bwMode="auto">
          <a:xfrm>
            <a:off x="7667625" y="0"/>
            <a:ext cx="1343025" cy="333375"/>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1pPr>
            <a:lvl2pPr marL="742950" indent="-28575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2pPr>
            <a:lvl3pPr marL="11430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3pPr>
            <a:lvl4pPr marL="16002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4pPr>
            <a:lvl5pPr marL="20574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9pPr>
          </a:lstStyle>
          <a:p>
            <a:pPr eaLnBrk="1" hangingPunct="1">
              <a:spcBef>
                <a:spcPct val="0"/>
              </a:spcBef>
            </a:pPr>
            <a:fld id="{D1560C2B-3C99-43EC-9DB6-63A2ECC2CAA6}" type="slidenum">
              <a:rPr lang="en-US" altLang="zh-CN" sz="1400" smtClean="0">
                <a:ea typeface="宋体" panose="02010600030101010101" pitchFamily="2" charset="-122"/>
              </a:rPr>
              <a:pPr eaLnBrk="1" hangingPunct="1">
                <a:spcBef>
                  <a:spcPct val="0"/>
                </a:spcBef>
              </a:pPr>
              <a:t>25</a:t>
            </a:fld>
            <a:endParaRPr lang="en-US" altLang="zh-CN" sz="1400">
              <a:ea typeface="宋体" panose="02010600030101010101" pitchFamily="2" charset="-122"/>
            </a:endParaRPr>
          </a:p>
        </p:txBody>
      </p:sp>
      <p:sp>
        <p:nvSpPr>
          <p:cNvPr id="5" name="Text Box 4">
            <a:extLst>
              <a:ext uri="{FF2B5EF4-FFF2-40B4-BE49-F238E27FC236}">
                <a16:creationId xmlns:a16="http://schemas.microsoft.com/office/drawing/2014/main" id="{F274A5C1-2B72-1869-0454-C1C806B9499A}"/>
              </a:ext>
            </a:extLst>
          </p:cNvPr>
          <p:cNvSpPr txBox="1">
            <a:spLocks noChangeArrowheads="1"/>
          </p:cNvSpPr>
          <p:nvPr/>
        </p:nvSpPr>
        <p:spPr bwMode="auto">
          <a:xfrm>
            <a:off x="323850" y="836613"/>
            <a:ext cx="559911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zh-CN" altLang="en-US" b="1">
                <a:solidFill>
                  <a:schemeClr val="bg1"/>
                </a:solidFill>
                <a:latin typeface="幼圆" panose="02010509060101010101" pitchFamily="49" charset="-122"/>
              </a:rPr>
              <a:t>故体分布电荷的电场能量为</a:t>
            </a:r>
          </a:p>
        </p:txBody>
      </p:sp>
      <p:sp>
        <p:nvSpPr>
          <p:cNvPr id="6" name="Text Box 5">
            <a:extLst>
              <a:ext uri="{FF2B5EF4-FFF2-40B4-BE49-F238E27FC236}">
                <a16:creationId xmlns:a16="http://schemas.microsoft.com/office/drawing/2014/main" id="{A9A9F14D-5B0B-A90D-11A3-82F4E23805E6}"/>
              </a:ext>
            </a:extLst>
          </p:cNvPr>
          <p:cNvSpPr txBox="1">
            <a:spLocks noChangeArrowheads="1"/>
          </p:cNvSpPr>
          <p:nvPr/>
        </p:nvSpPr>
        <p:spPr bwMode="auto">
          <a:xfrm>
            <a:off x="323850" y="1701800"/>
            <a:ext cx="684053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zh-CN" altLang="en-US" b="1">
                <a:solidFill>
                  <a:schemeClr val="bg1"/>
                </a:solidFill>
                <a:latin typeface="幼圆" panose="02010509060101010101" pitchFamily="49" charset="-122"/>
              </a:rPr>
              <a:t>面分布电荷的</a:t>
            </a:r>
            <a:r>
              <a:rPr kumimoji="1" lang="zh-CN" altLang="en-US" b="1">
                <a:solidFill>
                  <a:schemeClr val="bg1"/>
                </a:solidFill>
              </a:rPr>
              <a:t>电场能量为</a:t>
            </a:r>
            <a:endParaRPr kumimoji="1" lang="zh-CN" altLang="en-US" b="1">
              <a:solidFill>
                <a:schemeClr val="bg1"/>
              </a:solidFill>
              <a:latin typeface="幼圆" panose="02010509060101010101" pitchFamily="49" charset="-122"/>
            </a:endParaRPr>
          </a:p>
        </p:txBody>
      </p:sp>
      <p:sp>
        <p:nvSpPr>
          <p:cNvPr id="7" name="Text Box 22">
            <a:extLst>
              <a:ext uri="{FF2B5EF4-FFF2-40B4-BE49-F238E27FC236}">
                <a16:creationId xmlns:a16="http://schemas.microsoft.com/office/drawing/2014/main" id="{A38E0D76-E748-9023-F5B4-2F2CFC77D990}"/>
              </a:ext>
            </a:extLst>
          </p:cNvPr>
          <p:cNvSpPr txBox="1">
            <a:spLocks noChangeArrowheads="1"/>
          </p:cNvSpPr>
          <p:nvPr/>
        </p:nvSpPr>
        <p:spPr bwMode="auto">
          <a:xfrm>
            <a:off x="325438" y="3284538"/>
            <a:ext cx="6840537"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zh-CN" altLang="en-US" b="1">
                <a:solidFill>
                  <a:schemeClr val="bg1"/>
                </a:solidFill>
                <a:latin typeface="幼圆" panose="02010509060101010101" pitchFamily="49" charset="-122"/>
              </a:rPr>
              <a:t>对于多导体组成的带电系统，则有</a:t>
            </a:r>
          </a:p>
        </p:txBody>
      </p:sp>
      <p:grpSp>
        <p:nvGrpSpPr>
          <p:cNvPr id="8" name="Group 27">
            <a:extLst>
              <a:ext uri="{FF2B5EF4-FFF2-40B4-BE49-F238E27FC236}">
                <a16:creationId xmlns:a16="http://schemas.microsoft.com/office/drawing/2014/main" id="{AA768A88-C7C2-C386-D819-53D0A67D54DB}"/>
              </a:ext>
            </a:extLst>
          </p:cNvPr>
          <p:cNvGrpSpPr>
            <a:grpSpLocks/>
          </p:cNvGrpSpPr>
          <p:nvPr/>
        </p:nvGrpSpPr>
        <p:grpSpPr bwMode="auto">
          <a:xfrm>
            <a:off x="1385888" y="5084763"/>
            <a:ext cx="7146925" cy="566737"/>
            <a:chOff x="1009" y="2438"/>
            <a:chExt cx="4502" cy="357"/>
          </a:xfrm>
        </p:grpSpPr>
        <p:graphicFrame>
          <p:nvGraphicFramePr>
            <p:cNvPr id="9" name="Object 7">
              <a:extLst>
                <a:ext uri="{FF2B5EF4-FFF2-40B4-BE49-F238E27FC236}">
                  <a16:creationId xmlns:a16="http://schemas.microsoft.com/office/drawing/2014/main" id="{9DCE218C-1664-7E05-8AD7-A9628941553D}"/>
                </a:ext>
              </a:extLst>
            </p:cNvPr>
            <p:cNvGraphicFramePr>
              <a:graphicFrameLocks noChangeAspect="1"/>
            </p:cNvGraphicFramePr>
            <p:nvPr/>
          </p:nvGraphicFramePr>
          <p:xfrm>
            <a:off x="1009" y="2462"/>
            <a:ext cx="193" cy="288"/>
          </p:xfrm>
          <a:graphic>
            <a:graphicData uri="http://schemas.openxmlformats.org/presentationml/2006/ole">
              <mc:AlternateContent xmlns:mc="http://schemas.openxmlformats.org/markup-compatibility/2006">
                <mc:Choice xmlns:v="urn:schemas-microsoft-com:vml" Requires="v">
                  <p:oleObj name="Equation" r:id="rId2" imgW="146054" imgH="222365" progId="Equation.DSMT4">
                    <p:embed/>
                  </p:oleObj>
                </mc:Choice>
                <mc:Fallback>
                  <p:oleObj name="Equation" r:id="rId2" imgW="146054" imgH="222365" progId="Equation.DSMT4">
                    <p:embed/>
                    <p:pic>
                      <p:nvPicPr>
                        <p:cNvPr id="32788" name="Object 7">
                          <a:extLst>
                            <a:ext uri="{FF2B5EF4-FFF2-40B4-BE49-F238E27FC236}">
                              <a16:creationId xmlns:a16="http://schemas.microsoft.com/office/drawing/2014/main" id="{4424B52D-C73C-A9F5-FF73-FD711E7B2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 y="2462"/>
                          <a:ext cx="1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23">
              <a:extLst>
                <a:ext uri="{FF2B5EF4-FFF2-40B4-BE49-F238E27FC236}">
                  <a16:creationId xmlns:a16="http://schemas.microsoft.com/office/drawing/2014/main" id="{E6E1CDEF-8589-50E9-65A7-EE4049A85617}"/>
                </a:ext>
              </a:extLst>
            </p:cNvPr>
            <p:cNvSpPr txBox="1">
              <a:spLocks noChangeArrowheads="1"/>
            </p:cNvSpPr>
            <p:nvPr/>
          </p:nvSpPr>
          <p:spPr bwMode="auto">
            <a:xfrm>
              <a:off x="1202" y="2438"/>
              <a:ext cx="430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en-US" altLang="zh-CN" b="1">
                  <a:solidFill>
                    <a:schemeClr val="bg1"/>
                  </a:solidFill>
                </a:rPr>
                <a:t>——</a:t>
              </a:r>
              <a:r>
                <a:rPr kumimoji="1" lang="en-US" altLang="zh-CN" b="1">
                  <a:solidFill>
                    <a:schemeClr val="bg1"/>
                  </a:solidFill>
                  <a:latin typeface="幼圆" panose="02010509060101010101" pitchFamily="49" charset="-122"/>
                </a:rPr>
                <a:t> </a:t>
              </a:r>
              <a:r>
                <a:rPr kumimoji="1" lang="zh-CN" altLang="en-US" b="1">
                  <a:solidFill>
                    <a:schemeClr val="bg1"/>
                  </a:solidFill>
                  <a:latin typeface="幼圆" panose="02010509060101010101" pitchFamily="49" charset="-122"/>
                </a:rPr>
                <a:t>第</a:t>
              </a:r>
              <a:r>
                <a:rPr kumimoji="1" lang="en-US" altLang="zh-CN" b="1" i="1">
                  <a:solidFill>
                    <a:schemeClr val="bg1"/>
                  </a:solidFill>
                  <a:latin typeface="Times New Roman" panose="02020603050405020304" pitchFamily="18" charset="0"/>
                </a:rPr>
                <a:t>i </a:t>
              </a:r>
              <a:r>
                <a:rPr kumimoji="1" lang="zh-CN" altLang="en-US" b="1">
                  <a:solidFill>
                    <a:schemeClr val="bg1"/>
                  </a:solidFill>
                  <a:latin typeface="幼圆" panose="02010509060101010101" pitchFamily="49" charset="-122"/>
                </a:rPr>
                <a:t>个导体所带的电荷</a:t>
              </a:r>
            </a:p>
          </p:txBody>
        </p:sp>
      </p:grpSp>
      <p:grpSp>
        <p:nvGrpSpPr>
          <p:cNvPr id="11" name="Group 28">
            <a:extLst>
              <a:ext uri="{FF2B5EF4-FFF2-40B4-BE49-F238E27FC236}">
                <a16:creationId xmlns:a16="http://schemas.microsoft.com/office/drawing/2014/main" id="{6665463D-F2BA-DC39-3CC4-47CC1779BF8A}"/>
              </a:ext>
            </a:extLst>
          </p:cNvPr>
          <p:cNvGrpSpPr>
            <a:grpSpLocks/>
          </p:cNvGrpSpPr>
          <p:nvPr/>
        </p:nvGrpSpPr>
        <p:grpSpPr bwMode="auto">
          <a:xfrm>
            <a:off x="1346200" y="5599113"/>
            <a:ext cx="7102475" cy="566737"/>
            <a:chOff x="1037" y="2756"/>
            <a:chExt cx="4474" cy="357"/>
          </a:xfrm>
        </p:grpSpPr>
        <p:graphicFrame>
          <p:nvGraphicFramePr>
            <p:cNvPr id="12" name="Object 24">
              <a:extLst>
                <a:ext uri="{FF2B5EF4-FFF2-40B4-BE49-F238E27FC236}">
                  <a16:creationId xmlns:a16="http://schemas.microsoft.com/office/drawing/2014/main" id="{1967E7C5-8CDF-70AC-899C-B2AFC6F88C38}"/>
                </a:ext>
              </a:extLst>
            </p:cNvPr>
            <p:cNvGraphicFramePr>
              <a:graphicFrameLocks noChangeAspect="1"/>
            </p:cNvGraphicFramePr>
            <p:nvPr/>
          </p:nvGraphicFramePr>
          <p:xfrm>
            <a:off x="1037" y="2825"/>
            <a:ext cx="210" cy="288"/>
          </p:xfrm>
          <a:graphic>
            <a:graphicData uri="http://schemas.openxmlformats.org/presentationml/2006/ole">
              <mc:AlternateContent xmlns:mc="http://schemas.openxmlformats.org/markup-compatibility/2006">
                <mc:Choice xmlns:v="urn:schemas-microsoft-com:vml" Requires="v">
                  <p:oleObj name="Equation" r:id="rId4" imgW="158954" imgH="222365" progId="Equation.DSMT4">
                    <p:embed/>
                  </p:oleObj>
                </mc:Choice>
                <mc:Fallback>
                  <p:oleObj name="Equation" r:id="rId4" imgW="158954" imgH="222365" progId="Equation.DSMT4">
                    <p:embed/>
                    <p:pic>
                      <p:nvPicPr>
                        <p:cNvPr id="32786" name="Object 24">
                          <a:extLst>
                            <a:ext uri="{FF2B5EF4-FFF2-40B4-BE49-F238E27FC236}">
                              <a16:creationId xmlns:a16="http://schemas.microsoft.com/office/drawing/2014/main" id="{6AEC5BA6-50B3-DD83-9675-E7D177140E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7" y="2825"/>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25">
              <a:extLst>
                <a:ext uri="{FF2B5EF4-FFF2-40B4-BE49-F238E27FC236}">
                  <a16:creationId xmlns:a16="http://schemas.microsoft.com/office/drawing/2014/main" id="{586AA3ED-A361-85FD-71C5-E16165BF219E}"/>
                </a:ext>
              </a:extLst>
            </p:cNvPr>
            <p:cNvSpPr txBox="1">
              <a:spLocks noChangeArrowheads="1"/>
            </p:cNvSpPr>
            <p:nvPr/>
          </p:nvSpPr>
          <p:spPr bwMode="auto">
            <a:xfrm>
              <a:off x="1202" y="2756"/>
              <a:ext cx="430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en-US" altLang="zh-CN" b="1">
                  <a:solidFill>
                    <a:schemeClr val="bg1"/>
                  </a:solidFill>
                </a:rPr>
                <a:t>——</a:t>
              </a:r>
              <a:r>
                <a:rPr kumimoji="1" lang="en-US" altLang="zh-CN" b="1">
                  <a:solidFill>
                    <a:schemeClr val="bg1"/>
                  </a:solidFill>
                  <a:latin typeface="幼圆" panose="02010509060101010101" pitchFamily="49" charset="-122"/>
                </a:rPr>
                <a:t> </a:t>
              </a:r>
              <a:r>
                <a:rPr kumimoji="1" lang="zh-CN" altLang="en-US" b="1">
                  <a:solidFill>
                    <a:schemeClr val="bg1"/>
                  </a:solidFill>
                  <a:latin typeface="幼圆" panose="02010509060101010101" pitchFamily="49" charset="-122"/>
                </a:rPr>
                <a:t>第</a:t>
              </a:r>
              <a:r>
                <a:rPr kumimoji="1" lang="en-US" altLang="zh-CN" b="1" i="1">
                  <a:solidFill>
                    <a:schemeClr val="bg1"/>
                  </a:solidFill>
                  <a:latin typeface="Times New Roman" panose="02020603050405020304" pitchFamily="18" charset="0"/>
                </a:rPr>
                <a:t>i </a:t>
              </a:r>
              <a:r>
                <a:rPr kumimoji="1" lang="zh-CN" altLang="en-US" b="1">
                  <a:solidFill>
                    <a:schemeClr val="bg1"/>
                  </a:solidFill>
                  <a:latin typeface="幼圆" panose="02010509060101010101" pitchFamily="49" charset="-122"/>
                </a:rPr>
                <a:t>个导体的电位</a:t>
              </a:r>
            </a:p>
          </p:txBody>
        </p:sp>
      </p:grpSp>
      <p:sp>
        <p:nvSpPr>
          <p:cNvPr id="14" name="Text Box 26">
            <a:extLst>
              <a:ext uri="{FF2B5EF4-FFF2-40B4-BE49-F238E27FC236}">
                <a16:creationId xmlns:a16="http://schemas.microsoft.com/office/drawing/2014/main" id="{18BA0602-18EE-9381-2C6F-B63D05F7CF4B}"/>
              </a:ext>
            </a:extLst>
          </p:cNvPr>
          <p:cNvSpPr txBox="1">
            <a:spLocks noChangeArrowheads="1"/>
          </p:cNvSpPr>
          <p:nvPr/>
        </p:nvSpPr>
        <p:spPr bwMode="auto">
          <a:xfrm>
            <a:off x="468313" y="5013325"/>
            <a:ext cx="684053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zh-CN" altLang="en-US" b="1">
                <a:solidFill>
                  <a:schemeClr val="bg1"/>
                </a:solidFill>
                <a:latin typeface="幼圆" panose="02010509060101010101" pitchFamily="49" charset="-122"/>
              </a:rPr>
              <a:t>式中：</a:t>
            </a:r>
          </a:p>
        </p:txBody>
      </p:sp>
      <p:graphicFrame>
        <p:nvGraphicFramePr>
          <p:cNvPr id="15" name="Object 31">
            <a:extLst>
              <a:ext uri="{FF2B5EF4-FFF2-40B4-BE49-F238E27FC236}">
                <a16:creationId xmlns:a16="http://schemas.microsoft.com/office/drawing/2014/main" id="{14118987-C696-D268-BCBD-4CD8EDBBF8DE}"/>
              </a:ext>
            </a:extLst>
          </p:cNvPr>
          <p:cNvGraphicFramePr>
            <a:graphicFrameLocks noChangeAspect="1"/>
          </p:cNvGraphicFramePr>
          <p:nvPr/>
        </p:nvGraphicFramePr>
        <p:xfrm>
          <a:off x="1476375" y="4076700"/>
          <a:ext cx="6696075" cy="917575"/>
        </p:xfrm>
        <a:graphic>
          <a:graphicData uri="http://schemas.openxmlformats.org/presentationml/2006/ole">
            <mc:AlternateContent xmlns:mc="http://schemas.openxmlformats.org/markup-compatibility/2006">
              <mc:Choice xmlns:v="urn:schemas-microsoft-com:vml" Requires="v">
                <p:oleObj name="公式" r:id="rId6" imgW="3054242" imgH="412727" progId="Equation.3">
                  <p:embed/>
                </p:oleObj>
              </mc:Choice>
              <mc:Fallback>
                <p:oleObj name="公式" r:id="rId6" imgW="3054242" imgH="412727" progId="Equation.3">
                  <p:embed/>
                  <p:pic>
                    <p:nvPicPr>
                      <p:cNvPr id="746527" name="Object 31">
                        <a:extLst>
                          <a:ext uri="{FF2B5EF4-FFF2-40B4-BE49-F238E27FC236}">
                            <a16:creationId xmlns:a16="http://schemas.microsoft.com/office/drawing/2014/main" id="{01914BF5-6330-12F3-8CA4-BE1297DE27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4076700"/>
                        <a:ext cx="6696075"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32">
            <a:extLst>
              <a:ext uri="{FF2B5EF4-FFF2-40B4-BE49-F238E27FC236}">
                <a16:creationId xmlns:a16="http://schemas.microsoft.com/office/drawing/2014/main" id="{69116874-5E9C-02B7-F238-090A18385884}"/>
              </a:ext>
            </a:extLst>
          </p:cNvPr>
          <p:cNvGraphicFramePr>
            <a:graphicFrameLocks noChangeAspect="1"/>
          </p:cNvGraphicFramePr>
          <p:nvPr/>
        </p:nvGraphicFramePr>
        <p:xfrm>
          <a:off x="4960938" y="692150"/>
          <a:ext cx="2227262" cy="885825"/>
        </p:xfrm>
        <a:graphic>
          <a:graphicData uri="http://schemas.openxmlformats.org/presentationml/2006/ole">
            <mc:AlternateContent xmlns:mc="http://schemas.openxmlformats.org/markup-compatibility/2006">
              <mc:Choice xmlns:v="urn:schemas-microsoft-com:vml" Requires="v">
                <p:oleObj name="公式" r:id="rId8" imgW="984098" imgH="387373" progId="Equation.3">
                  <p:embed/>
                </p:oleObj>
              </mc:Choice>
              <mc:Fallback>
                <p:oleObj name="公式" r:id="rId8" imgW="984098" imgH="387373" progId="Equation.3">
                  <p:embed/>
                  <p:pic>
                    <p:nvPicPr>
                      <p:cNvPr id="746528" name="Object 32">
                        <a:extLst>
                          <a:ext uri="{FF2B5EF4-FFF2-40B4-BE49-F238E27FC236}">
                            <a16:creationId xmlns:a16="http://schemas.microsoft.com/office/drawing/2014/main" id="{FF58FD2A-923C-18DC-C7D9-68B2290602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60938" y="692150"/>
                        <a:ext cx="2227262"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33">
            <a:extLst>
              <a:ext uri="{FF2B5EF4-FFF2-40B4-BE49-F238E27FC236}">
                <a16:creationId xmlns:a16="http://schemas.microsoft.com/office/drawing/2014/main" id="{D3E73526-F0B9-A8C3-72A7-3BE3D5909CC8}"/>
              </a:ext>
            </a:extLst>
          </p:cNvPr>
          <p:cNvGraphicFramePr>
            <a:graphicFrameLocks noChangeAspect="1"/>
          </p:cNvGraphicFramePr>
          <p:nvPr/>
        </p:nvGraphicFramePr>
        <p:xfrm>
          <a:off x="4932363" y="1628775"/>
          <a:ext cx="2284412" cy="885825"/>
        </p:xfrm>
        <a:graphic>
          <a:graphicData uri="http://schemas.openxmlformats.org/presentationml/2006/ole">
            <mc:AlternateContent xmlns:mc="http://schemas.openxmlformats.org/markup-compatibility/2006">
              <mc:Choice xmlns:v="urn:schemas-microsoft-com:vml" Requires="v">
                <p:oleObj name="公式" r:id="rId10" imgW="1009481" imgH="387373" progId="Equation.3">
                  <p:embed/>
                </p:oleObj>
              </mc:Choice>
              <mc:Fallback>
                <p:oleObj name="公式" r:id="rId10" imgW="1009481" imgH="387373" progId="Equation.3">
                  <p:embed/>
                  <p:pic>
                    <p:nvPicPr>
                      <p:cNvPr id="746529" name="Object 33">
                        <a:extLst>
                          <a:ext uri="{FF2B5EF4-FFF2-40B4-BE49-F238E27FC236}">
                            <a16:creationId xmlns:a16="http://schemas.microsoft.com/office/drawing/2014/main" id="{DE15687B-CC5C-B935-6A60-15290323E1B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2363" y="1628775"/>
                        <a:ext cx="2284412"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AutoShape 34">
            <a:hlinkClick r:id="rId12" action="ppaction://hlinksldjump" highlightClick="1"/>
            <a:extLst>
              <a:ext uri="{FF2B5EF4-FFF2-40B4-BE49-F238E27FC236}">
                <a16:creationId xmlns:a16="http://schemas.microsoft.com/office/drawing/2014/main" id="{E78F19AE-7D23-24D4-4AE0-7F5382F6104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9" name="AutoShape 35">
            <a:hlinkClick r:id="" action="ppaction://hlinkshowjump?jump=previousslide" highlightClick="1"/>
            <a:extLst>
              <a:ext uri="{FF2B5EF4-FFF2-40B4-BE49-F238E27FC236}">
                <a16:creationId xmlns:a16="http://schemas.microsoft.com/office/drawing/2014/main" id="{3489BC30-B7F6-4963-9E8F-A9616F5D1781}"/>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20" name="AutoShape 36">
            <a:hlinkClick r:id="" action="ppaction://hlinkshowjump?jump=nextslide" highlightClick="1"/>
            <a:extLst>
              <a:ext uri="{FF2B5EF4-FFF2-40B4-BE49-F238E27FC236}">
                <a16:creationId xmlns:a16="http://schemas.microsoft.com/office/drawing/2014/main" id="{012C6BE8-5B40-3EB6-C41C-E94AEC0372A6}"/>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21" name="AutoShape 37">
            <a:hlinkClick r:id="" action="ppaction://hlinkshowjump?jump=lastslide" highlightClick="1"/>
            <a:extLst>
              <a:ext uri="{FF2B5EF4-FFF2-40B4-BE49-F238E27FC236}">
                <a16:creationId xmlns:a16="http://schemas.microsoft.com/office/drawing/2014/main" id="{C3963465-4766-B232-8930-782D1945A37F}"/>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22" name="Text Box 38">
            <a:extLst>
              <a:ext uri="{FF2B5EF4-FFF2-40B4-BE49-F238E27FC236}">
                <a16:creationId xmlns:a16="http://schemas.microsoft.com/office/drawing/2014/main" id="{D89BBEC5-003F-E914-CD46-9AC1E8E15463}"/>
              </a:ext>
            </a:extLst>
          </p:cNvPr>
          <p:cNvSpPr txBox="1">
            <a:spLocks noChangeArrowheads="1"/>
          </p:cNvSpPr>
          <p:nvPr/>
        </p:nvSpPr>
        <p:spPr bwMode="auto">
          <a:xfrm>
            <a:off x="827088" y="2636838"/>
            <a:ext cx="6840537"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zh-CN" altLang="en-US" b="1">
                <a:solidFill>
                  <a:srgbClr val="FF9933"/>
                </a:solidFill>
                <a:latin typeface="幼圆" panose="02010509060101010101" pitchFamily="49" charset="-122"/>
              </a:rPr>
              <a:t>分别是</a:t>
            </a:r>
            <a:r>
              <a:rPr kumimoji="1" lang="el-GR" altLang="zh-CN" b="1" i="1">
                <a:solidFill>
                  <a:srgbClr val="FF9933"/>
                </a:solidFill>
                <a:latin typeface="Times New Roman" panose="02020603050405020304" pitchFamily="18" charset="0"/>
              </a:rPr>
              <a:t>ρ</a:t>
            </a:r>
            <a:r>
              <a:rPr kumimoji="1" lang="en-US" altLang="zh-CN">
                <a:solidFill>
                  <a:srgbClr val="FF9933"/>
                </a:solidFill>
                <a:latin typeface="Times New Roman" panose="02020603050405020304" pitchFamily="18" charset="0"/>
              </a:rPr>
              <a:t>d</a:t>
            </a:r>
            <a:r>
              <a:rPr kumimoji="1" lang="en-US" altLang="zh-CN" i="1">
                <a:solidFill>
                  <a:srgbClr val="FF9933"/>
                </a:solidFill>
                <a:latin typeface="Times New Roman" panose="02020603050405020304" pitchFamily="18" charset="0"/>
              </a:rPr>
              <a:t>V</a:t>
            </a:r>
            <a:r>
              <a:rPr kumimoji="1" lang="zh-CN" altLang="en-US" i="1">
                <a:solidFill>
                  <a:srgbClr val="FF9933"/>
                </a:solidFill>
                <a:latin typeface="Times New Roman" panose="02020603050405020304" pitchFamily="18" charset="0"/>
              </a:rPr>
              <a:t>、</a:t>
            </a:r>
            <a:r>
              <a:rPr kumimoji="1" lang="el-GR" altLang="zh-CN" b="1" i="1">
                <a:solidFill>
                  <a:srgbClr val="FF9933"/>
                </a:solidFill>
                <a:latin typeface="Times New Roman" panose="02020603050405020304" pitchFamily="18" charset="0"/>
                <a:ea typeface="宋体" panose="02010600030101010101" pitchFamily="2" charset="-122"/>
              </a:rPr>
              <a:t>ρ</a:t>
            </a:r>
            <a:r>
              <a:rPr kumimoji="1" lang="en-US" altLang="zh-CN" b="1" i="1" baseline="-25000">
                <a:solidFill>
                  <a:srgbClr val="FF9933"/>
                </a:solidFill>
                <a:latin typeface="Times New Roman" panose="02020603050405020304" pitchFamily="18" charset="0"/>
                <a:ea typeface="宋体" panose="02010600030101010101" pitchFamily="2" charset="-122"/>
              </a:rPr>
              <a:t>S</a:t>
            </a:r>
            <a:r>
              <a:rPr kumimoji="1" lang="en-US" altLang="zh-CN">
                <a:solidFill>
                  <a:srgbClr val="FF9933"/>
                </a:solidFill>
                <a:latin typeface="Times New Roman" panose="02020603050405020304" pitchFamily="18" charset="0"/>
                <a:ea typeface="宋体" panose="02010600030101010101" pitchFamily="2" charset="-122"/>
              </a:rPr>
              <a:t>d</a:t>
            </a:r>
            <a:r>
              <a:rPr kumimoji="1" lang="en-US" altLang="zh-CN" i="1">
                <a:solidFill>
                  <a:srgbClr val="FF9933"/>
                </a:solidFill>
                <a:latin typeface="Times New Roman" panose="02020603050405020304" pitchFamily="18" charset="0"/>
                <a:ea typeface="宋体" panose="02010600030101010101" pitchFamily="2" charset="-122"/>
              </a:rPr>
              <a:t>S </a:t>
            </a:r>
            <a:r>
              <a:rPr kumimoji="1" lang="zh-CN" altLang="en-US" b="1">
                <a:solidFill>
                  <a:srgbClr val="FF9933"/>
                </a:solidFill>
                <a:latin typeface="楷体_GB2312" pitchFamily="49" charset="-122"/>
              </a:rPr>
              <a:t>所在点的电位。</a:t>
            </a:r>
          </a:p>
        </p:txBody>
      </p:sp>
      <p:graphicFrame>
        <p:nvGraphicFramePr>
          <p:cNvPr id="23" name="Object 39">
            <a:extLst>
              <a:ext uri="{FF2B5EF4-FFF2-40B4-BE49-F238E27FC236}">
                <a16:creationId xmlns:a16="http://schemas.microsoft.com/office/drawing/2014/main" id="{3691E763-7DDD-0AFE-6EC4-086C8E32649C}"/>
              </a:ext>
            </a:extLst>
          </p:cNvPr>
          <p:cNvGraphicFramePr>
            <a:graphicFrameLocks noChangeAspect="1"/>
          </p:cNvGraphicFramePr>
          <p:nvPr/>
        </p:nvGraphicFramePr>
        <p:xfrm>
          <a:off x="611188" y="2781300"/>
          <a:ext cx="304800" cy="361950"/>
        </p:xfrm>
        <a:graphic>
          <a:graphicData uri="http://schemas.openxmlformats.org/presentationml/2006/ole">
            <mc:AlternateContent xmlns:mc="http://schemas.openxmlformats.org/markup-compatibility/2006">
              <mc:Choice xmlns:v="urn:schemas-microsoft-com:vml" Requires="v">
                <p:oleObj name="公式" r:id="rId13" imgW="133155" imgH="158773" progId="Equation.3">
                  <p:embed/>
                </p:oleObj>
              </mc:Choice>
              <mc:Fallback>
                <p:oleObj name="公式" r:id="rId13" imgW="133155" imgH="158773" progId="Equation.3">
                  <p:embed/>
                  <p:pic>
                    <p:nvPicPr>
                      <p:cNvPr id="746535" name="Object 39">
                        <a:extLst>
                          <a:ext uri="{FF2B5EF4-FFF2-40B4-BE49-F238E27FC236}">
                            <a16:creationId xmlns:a16="http://schemas.microsoft.com/office/drawing/2014/main" id="{62267623-3127-6BDC-081B-A64C549AFD2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1188" y="2781300"/>
                        <a:ext cx="30480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737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20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2000"/>
                                        <p:tgtEl>
                                          <p:spTgt spid="6"/>
                                        </p:tgtEl>
                                      </p:cBhvr>
                                    </p:animEffect>
                                  </p:childTnLst>
                                </p:cTn>
                              </p:par>
                            </p:childTnLst>
                          </p:cTn>
                        </p:par>
                        <p:par>
                          <p:cTn id="17" fill="hold">
                            <p:stCondLst>
                              <p:cond delay="2000"/>
                            </p:stCondLst>
                            <p:childTnLst>
                              <p:par>
                                <p:cTn id="18" presetID="22" presetClass="entr" presetSubtype="1"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20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up)">
                                      <p:cBhvr>
                                        <p:cTn id="25" dur="2000"/>
                                        <p:tgtEl>
                                          <p:spTgt spid="22"/>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up)">
                                      <p:cBhvr>
                                        <p:cTn id="29" dur="20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up)">
                                      <p:cBhvr>
                                        <p:cTn id="34" dur="2000"/>
                                        <p:tgtEl>
                                          <p:spTgt spid="7"/>
                                        </p:tgtEl>
                                      </p:cBhvr>
                                    </p:animEffect>
                                  </p:childTnLst>
                                </p:cTn>
                              </p:par>
                            </p:childTnLst>
                          </p:cTn>
                        </p:par>
                        <p:par>
                          <p:cTn id="35" fill="hold">
                            <p:stCondLst>
                              <p:cond delay="2000"/>
                            </p:stCondLst>
                            <p:childTnLst>
                              <p:par>
                                <p:cTn id="36" presetID="22" presetClass="entr" presetSubtype="1" fill="hold"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up)">
                                      <p:cBhvr>
                                        <p:cTn id="38" dur="20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2000"/>
                                        <p:tgtEl>
                                          <p:spTgt spid="14"/>
                                        </p:tgtEl>
                                      </p:cBhvr>
                                    </p:animEffect>
                                  </p:childTnLst>
                                </p:cTn>
                              </p:par>
                            </p:childTnLst>
                          </p:cTn>
                        </p:par>
                        <p:par>
                          <p:cTn id="44" fill="hold">
                            <p:stCondLst>
                              <p:cond delay="2000"/>
                            </p:stCondLst>
                            <p:childTnLst>
                              <p:par>
                                <p:cTn id="45" presetID="22" presetClass="entr" presetSubtype="1" fill="hold"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up)">
                                      <p:cBhvr>
                                        <p:cTn id="47" dur="2000"/>
                                        <p:tgtEl>
                                          <p:spTgt spid="8"/>
                                        </p:tgtEl>
                                      </p:cBhvr>
                                    </p:animEffect>
                                  </p:childTnLst>
                                </p:cTn>
                              </p:par>
                            </p:childTnLst>
                          </p:cTn>
                        </p:par>
                        <p:par>
                          <p:cTn id="48" fill="hold">
                            <p:stCondLst>
                              <p:cond delay="4000"/>
                            </p:stCondLst>
                            <p:childTnLst>
                              <p:par>
                                <p:cTn id="49" presetID="22" presetClass="entr" presetSubtype="1" fill="hold"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up)">
                                      <p:cBhvr>
                                        <p:cTn id="51"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4"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2">
            <a:extLst>
              <a:ext uri="{FF2B5EF4-FFF2-40B4-BE49-F238E27FC236}">
                <a16:creationId xmlns:a16="http://schemas.microsoft.com/office/drawing/2014/main" id="{207593B7-6BF2-58CA-AFBA-B06936867D5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AABEAA64-4E8D-4030-955B-599158BCF754}" type="slidenum">
              <a:rPr lang="en-US" altLang="zh-CN" sz="1400">
                <a:ea typeface="宋体" panose="02010600030101010101" pitchFamily="2" charset="-122"/>
              </a:rPr>
              <a:pPr/>
              <a:t>26</a:t>
            </a:fld>
            <a:endParaRPr lang="en-US" altLang="zh-CN" sz="1400">
              <a:ea typeface="宋体" panose="02010600030101010101" pitchFamily="2" charset="-122"/>
            </a:endParaRPr>
          </a:p>
        </p:txBody>
      </p:sp>
      <p:sp>
        <p:nvSpPr>
          <p:cNvPr id="441392" name="Text Box 48">
            <a:extLst>
              <a:ext uri="{FF2B5EF4-FFF2-40B4-BE49-F238E27FC236}">
                <a16:creationId xmlns:a16="http://schemas.microsoft.com/office/drawing/2014/main" id="{A516C80F-F720-F43C-0151-B529ABBAD4FF}"/>
              </a:ext>
            </a:extLst>
          </p:cNvPr>
          <p:cNvSpPr txBox="1">
            <a:spLocks noChangeArrowheads="1"/>
          </p:cNvSpPr>
          <p:nvPr/>
        </p:nvSpPr>
        <p:spPr bwMode="auto">
          <a:xfrm>
            <a:off x="34925" y="993775"/>
            <a:ext cx="9001125"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50000"/>
              </a:lnSpc>
              <a:spcBef>
                <a:spcPct val="50000"/>
              </a:spcBef>
            </a:pPr>
            <a:r>
              <a:rPr kumimoji="1" lang="en-US" altLang="zh-CN" sz="2000" b="1">
                <a:solidFill>
                  <a:schemeClr val="bg1"/>
                </a:solidFill>
                <a:latin typeface="楷体_GB2312" pitchFamily="49" charset="-122"/>
              </a:rPr>
              <a:t>    </a:t>
            </a:r>
            <a:r>
              <a:rPr kumimoji="1" lang="zh-CN" altLang="en-US" b="1">
                <a:solidFill>
                  <a:schemeClr val="bg1"/>
                </a:solidFill>
                <a:latin typeface="楷体_GB2312" pitchFamily="49" charset="-122"/>
              </a:rPr>
              <a:t>从场的观点来看，静电场的能量分布于电场所在的整个空间。</a:t>
            </a:r>
            <a:endParaRPr kumimoji="1" lang="zh-CN" altLang="en-US" b="1">
              <a:solidFill>
                <a:schemeClr val="bg1"/>
              </a:solidFill>
              <a:latin typeface="Times New Roman" panose="02020603050405020304" pitchFamily="18" charset="0"/>
            </a:endParaRPr>
          </a:p>
        </p:txBody>
      </p:sp>
      <p:grpSp>
        <p:nvGrpSpPr>
          <p:cNvPr id="441414" name="Group 70">
            <a:extLst>
              <a:ext uri="{FF2B5EF4-FFF2-40B4-BE49-F238E27FC236}">
                <a16:creationId xmlns:a16="http://schemas.microsoft.com/office/drawing/2014/main" id="{26C2C962-43C8-CF9F-D674-198E1A6CE2FA}"/>
              </a:ext>
            </a:extLst>
          </p:cNvPr>
          <p:cNvGrpSpPr>
            <a:grpSpLocks/>
          </p:cNvGrpSpPr>
          <p:nvPr/>
        </p:nvGrpSpPr>
        <p:grpSpPr bwMode="auto">
          <a:xfrm>
            <a:off x="179388" y="1633538"/>
            <a:ext cx="8410575" cy="787400"/>
            <a:chOff x="113" y="935"/>
            <a:chExt cx="5298" cy="496"/>
          </a:xfrm>
        </p:grpSpPr>
        <p:graphicFrame>
          <p:nvGraphicFramePr>
            <p:cNvPr id="40977" name="Object 1027">
              <a:extLst>
                <a:ext uri="{FF2B5EF4-FFF2-40B4-BE49-F238E27FC236}">
                  <a16:creationId xmlns:a16="http://schemas.microsoft.com/office/drawing/2014/main" id="{21EA59F3-BF4A-3069-A2F7-AE5CCC0648B8}"/>
                </a:ext>
              </a:extLst>
            </p:cNvPr>
            <p:cNvGraphicFramePr>
              <a:graphicFrameLocks noChangeAspect="1"/>
            </p:cNvGraphicFramePr>
            <p:nvPr>
              <p:extLst>
                <p:ext uri="{D42A27DB-BD31-4B8C-83A1-F6EECF244321}">
                  <p14:modId xmlns:p14="http://schemas.microsoft.com/office/powerpoint/2010/main" val="3042580419"/>
                </p:ext>
              </p:extLst>
            </p:nvPr>
          </p:nvGraphicFramePr>
          <p:xfrm>
            <a:off x="1746" y="935"/>
            <a:ext cx="975" cy="496"/>
          </p:xfrm>
          <a:graphic>
            <a:graphicData uri="http://schemas.openxmlformats.org/presentationml/2006/ole">
              <mc:AlternateContent xmlns:mc="http://schemas.openxmlformats.org/markup-compatibility/2006">
                <mc:Choice xmlns:v="urn:schemas-microsoft-com:vml" Requires="v">
                  <p:oleObj name="公式" r:id="rId3" imgW="704787" imgH="323850" progId="Equation.3">
                    <p:embed/>
                  </p:oleObj>
                </mc:Choice>
                <mc:Fallback>
                  <p:oleObj name="公式" r:id="rId3" imgW="704787" imgH="323850" progId="Equation.3">
                    <p:embed/>
                    <p:pic>
                      <p:nvPicPr>
                        <p:cNvPr id="0" name="Object 10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6" y="935"/>
                          <a:ext cx="975"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78" name="Text Box 49">
              <a:extLst>
                <a:ext uri="{FF2B5EF4-FFF2-40B4-BE49-F238E27FC236}">
                  <a16:creationId xmlns:a16="http://schemas.microsoft.com/office/drawing/2014/main" id="{7695ECF7-AE04-7AD3-8DFC-FFC50D58BFAA}"/>
                </a:ext>
              </a:extLst>
            </p:cNvPr>
            <p:cNvSpPr txBox="1">
              <a:spLocks noChangeArrowheads="1"/>
            </p:cNvSpPr>
            <p:nvPr/>
          </p:nvSpPr>
          <p:spPr bwMode="auto">
            <a:xfrm>
              <a:off x="113" y="949"/>
              <a:ext cx="5298"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5"/>
                </a:buBlip>
              </a:pPr>
              <a:r>
                <a:rPr kumimoji="1" lang="zh-CN" altLang="en-US" b="1">
                  <a:solidFill>
                    <a:schemeClr val="bg1"/>
                  </a:solidFill>
                  <a:latin typeface="Times New Roman" panose="02020603050405020304" pitchFamily="18" charset="0"/>
                </a:rPr>
                <a:t>　</a:t>
              </a:r>
              <a:r>
                <a:rPr kumimoji="1" lang="zh-CN" altLang="en-US" b="1">
                  <a:solidFill>
                    <a:schemeClr val="bg1"/>
                  </a:solidFill>
                </a:rPr>
                <a:t>电场能量密度：</a:t>
              </a:r>
              <a:endParaRPr kumimoji="1" lang="zh-CN" altLang="en-US" b="1">
                <a:solidFill>
                  <a:schemeClr val="bg1"/>
                </a:solidFill>
                <a:latin typeface="Times New Roman" panose="02020603050405020304" pitchFamily="18" charset="0"/>
              </a:endParaRPr>
            </a:p>
          </p:txBody>
        </p:sp>
      </p:grpSp>
      <p:sp>
        <p:nvSpPr>
          <p:cNvPr id="40965" name="Text Box 50">
            <a:extLst>
              <a:ext uri="{FF2B5EF4-FFF2-40B4-BE49-F238E27FC236}">
                <a16:creationId xmlns:a16="http://schemas.microsoft.com/office/drawing/2014/main" id="{49FA2CEE-27F3-3275-0DFE-AEDC9804FBC2}"/>
              </a:ext>
            </a:extLst>
          </p:cNvPr>
          <p:cNvSpPr txBox="1">
            <a:spLocks noChangeArrowheads="1"/>
          </p:cNvSpPr>
          <p:nvPr/>
        </p:nvSpPr>
        <p:spPr bwMode="auto">
          <a:xfrm>
            <a:off x="179388" y="2514600"/>
            <a:ext cx="84105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5"/>
              </a:buBlip>
            </a:pPr>
            <a:r>
              <a:rPr kumimoji="1" lang="zh-CN" altLang="en-US" b="1">
                <a:solidFill>
                  <a:schemeClr val="bg1"/>
                </a:solidFill>
                <a:latin typeface="Times New Roman" panose="02020603050405020304" pitchFamily="18" charset="0"/>
              </a:rPr>
              <a:t>　</a:t>
            </a:r>
            <a:r>
              <a:rPr kumimoji="1" lang="zh-CN" altLang="en-US" b="1">
                <a:solidFill>
                  <a:schemeClr val="bg1"/>
                </a:solidFill>
              </a:rPr>
              <a:t>电场的总能量：</a:t>
            </a:r>
          </a:p>
        </p:txBody>
      </p:sp>
      <p:grpSp>
        <p:nvGrpSpPr>
          <p:cNvPr id="441415" name="Group 71">
            <a:extLst>
              <a:ext uri="{FF2B5EF4-FFF2-40B4-BE49-F238E27FC236}">
                <a16:creationId xmlns:a16="http://schemas.microsoft.com/office/drawing/2014/main" id="{8EFCC34F-4C9B-6503-88A6-54954F930AA5}"/>
              </a:ext>
            </a:extLst>
          </p:cNvPr>
          <p:cNvGrpSpPr>
            <a:grpSpLocks/>
          </p:cNvGrpSpPr>
          <p:nvPr/>
        </p:nvGrpSpPr>
        <p:grpSpPr bwMode="auto">
          <a:xfrm>
            <a:off x="3995738" y="2946400"/>
            <a:ext cx="3960812" cy="844550"/>
            <a:chOff x="2517" y="1762"/>
            <a:chExt cx="2495" cy="532"/>
          </a:xfrm>
        </p:grpSpPr>
        <p:sp>
          <p:nvSpPr>
            <p:cNvPr id="40975" name="Text Box 1031">
              <a:extLst>
                <a:ext uri="{FF2B5EF4-FFF2-40B4-BE49-F238E27FC236}">
                  <a16:creationId xmlns:a16="http://schemas.microsoft.com/office/drawing/2014/main" id="{F564086E-AB7E-2789-2B34-8D3471B4A637}"/>
                </a:ext>
              </a:extLst>
            </p:cNvPr>
            <p:cNvSpPr txBox="1">
              <a:spLocks noChangeArrowheads="1"/>
            </p:cNvSpPr>
            <p:nvPr/>
          </p:nvSpPr>
          <p:spPr bwMode="auto">
            <a:xfrm>
              <a:off x="3696" y="1762"/>
              <a:ext cx="1316" cy="532"/>
            </a:xfrm>
            <a:prstGeom prst="rect">
              <a:avLst/>
            </a:prstGeom>
            <a:solidFill>
              <a:srgbClr val="CCFFFF"/>
            </a:solidFill>
            <a:ln w="222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ctr" eaLnBrk="1" hangingPunct="1">
                <a:lnSpc>
                  <a:spcPct val="120000"/>
                </a:lnSpc>
              </a:pPr>
              <a:r>
                <a:rPr kumimoji="1" lang="zh-CN" altLang="en-US" sz="2000" b="1">
                  <a:solidFill>
                    <a:srgbClr val="990000"/>
                  </a:solidFill>
                  <a:latin typeface="Times New Roman" panose="02020603050405020304" pitchFamily="18" charset="0"/>
                  <a:ea typeface="宋体" panose="02010600030101010101" pitchFamily="2" charset="-122"/>
                </a:rPr>
                <a:t>积分区域为电场所在的整个空间</a:t>
              </a:r>
            </a:p>
          </p:txBody>
        </p:sp>
        <p:sp>
          <p:nvSpPr>
            <p:cNvPr id="40976" name="Line 51">
              <a:extLst>
                <a:ext uri="{FF2B5EF4-FFF2-40B4-BE49-F238E27FC236}">
                  <a16:creationId xmlns:a16="http://schemas.microsoft.com/office/drawing/2014/main" id="{DFCCFB40-7AEB-9967-4CB1-C4E16E90EF31}"/>
                </a:ext>
              </a:extLst>
            </p:cNvPr>
            <p:cNvSpPr>
              <a:spLocks noChangeShapeType="1"/>
            </p:cNvSpPr>
            <p:nvPr/>
          </p:nvSpPr>
          <p:spPr bwMode="auto">
            <a:xfrm flipH="1" flipV="1">
              <a:off x="2517" y="1899"/>
              <a:ext cx="1179" cy="181"/>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1410" name="Text Box 66">
            <a:extLst>
              <a:ext uri="{FF2B5EF4-FFF2-40B4-BE49-F238E27FC236}">
                <a16:creationId xmlns:a16="http://schemas.microsoft.com/office/drawing/2014/main" id="{8EFB6EA2-0CE2-D3C2-6741-E931545B5889}"/>
              </a:ext>
            </a:extLst>
          </p:cNvPr>
          <p:cNvSpPr txBox="1">
            <a:spLocks noChangeArrowheads="1"/>
          </p:cNvSpPr>
          <p:nvPr/>
        </p:nvSpPr>
        <p:spPr bwMode="auto">
          <a:xfrm>
            <a:off x="179388" y="3443288"/>
            <a:ext cx="60483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algn="just" eaLnBrk="1" hangingPunct="1">
              <a:lnSpc>
                <a:spcPct val="130000"/>
              </a:lnSpc>
              <a:buFontTx/>
              <a:buBlip>
                <a:blip r:embed="rId5"/>
              </a:buBlip>
            </a:pPr>
            <a:r>
              <a:rPr kumimoji="1" lang="zh-CN" altLang="en-US" b="1">
                <a:solidFill>
                  <a:schemeClr val="bg1"/>
                </a:solidFill>
                <a:latin typeface="Times New Roman" panose="02020603050405020304" pitchFamily="18" charset="0"/>
              </a:rPr>
              <a:t>　</a:t>
            </a:r>
            <a:r>
              <a:rPr kumimoji="1" lang="zh-CN" altLang="en-US" b="1">
                <a:solidFill>
                  <a:schemeClr val="bg1"/>
                </a:solidFill>
              </a:rPr>
              <a:t>对于线性、各向同性介质，则有</a:t>
            </a:r>
          </a:p>
        </p:txBody>
      </p:sp>
      <p:graphicFrame>
        <p:nvGraphicFramePr>
          <p:cNvPr id="441412" name="Object 68">
            <a:extLst>
              <a:ext uri="{FF2B5EF4-FFF2-40B4-BE49-F238E27FC236}">
                <a16:creationId xmlns:a16="http://schemas.microsoft.com/office/drawing/2014/main" id="{519BFE48-816F-F28C-94C4-1E60257E1B85}"/>
              </a:ext>
            </a:extLst>
          </p:cNvPr>
          <p:cNvGraphicFramePr>
            <a:graphicFrameLocks noChangeAspect="1"/>
          </p:cNvGraphicFramePr>
          <p:nvPr>
            <p:extLst>
              <p:ext uri="{D42A27DB-BD31-4B8C-83A1-F6EECF244321}">
                <p14:modId xmlns:p14="http://schemas.microsoft.com/office/powerpoint/2010/main" val="508753816"/>
              </p:ext>
            </p:extLst>
          </p:nvPr>
        </p:nvGraphicFramePr>
        <p:xfrm>
          <a:off x="1908175" y="4225925"/>
          <a:ext cx="3832225" cy="787400"/>
        </p:xfrm>
        <a:graphic>
          <a:graphicData uri="http://schemas.openxmlformats.org/presentationml/2006/ole">
            <mc:AlternateContent xmlns:mc="http://schemas.openxmlformats.org/markup-compatibility/2006">
              <mc:Choice xmlns:v="urn:schemas-microsoft-com:vml" Requires="v">
                <p:oleObj name="Equation" r:id="rId6" imgW="1841357" imgH="323850" progId="Equation.DSMT4">
                  <p:embed/>
                </p:oleObj>
              </mc:Choice>
              <mc:Fallback>
                <p:oleObj name="Equation" r:id="rId6" imgW="1841357" imgH="323850" progId="Equation.DSMT4">
                  <p:embed/>
                  <p:pic>
                    <p:nvPicPr>
                      <p:cNvPr id="0" name="Object 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8175" y="4225925"/>
                        <a:ext cx="383222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9" name="AutoShape 73">
            <a:hlinkClick r:id="rId8" action="ppaction://hlinksldjump" highlightClick="1"/>
            <a:extLst>
              <a:ext uri="{FF2B5EF4-FFF2-40B4-BE49-F238E27FC236}">
                <a16:creationId xmlns:a16="http://schemas.microsoft.com/office/drawing/2014/main" id="{65B40E58-8083-8B44-722D-D2C394DC733C}"/>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0970" name="AutoShape 74">
            <a:hlinkClick r:id="" action="ppaction://hlinkshowjump?jump=previousslide" highlightClick="1"/>
            <a:extLst>
              <a:ext uri="{FF2B5EF4-FFF2-40B4-BE49-F238E27FC236}">
                <a16:creationId xmlns:a16="http://schemas.microsoft.com/office/drawing/2014/main" id="{2CF37AE6-40D4-03FD-AF58-E666E944AEFD}"/>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0971" name="AutoShape 75">
            <a:hlinkClick r:id="" action="ppaction://hlinkshowjump?jump=nextslide" highlightClick="1"/>
            <a:extLst>
              <a:ext uri="{FF2B5EF4-FFF2-40B4-BE49-F238E27FC236}">
                <a16:creationId xmlns:a16="http://schemas.microsoft.com/office/drawing/2014/main" id="{945BF6E3-3820-C39D-83C3-A01E28CE2E8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0972" name="AutoShape 76">
            <a:hlinkClick r:id="" action="ppaction://hlinkshowjump?jump=lastslide" highlightClick="1"/>
            <a:extLst>
              <a:ext uri="{FF2B5EF4-FFF2-40B4-BE49-F238E27FC236}">
                <a16:creationId xmlns:a16="http://schemas.microsoft.com/office/drawing/2014/main" id="{87011CCA-2B4E-2934-6071-B4604C824B6E}"/>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930836" name="Object 20">
            <a:extLst>
              <a:ext uri="{FF2B5EF4-FFF2-40B4-BE49-F238E27FC236}">
                <a16:creationId xmlns:a16="http://schemas.microsoft.com/office/drawing/2014/main" id="{086110F3-507C-6B51-F077-B403FAD1AB24}"/>
              </a:ext>
            </a:extLst>
          </p:cNvPr>
          <p:cNvGraphicFramePr>
            <a:graphicFrameLocks noChangeAspect="1"/>
          </p:cNvGraphicFramePr>
          <p:nvPr>
            <p:extLst>
              <p:ext uri="{D42A27DB-BD31-4B8C-83A1-F6EECF244321}">
                <p14:modId xmlns:p14="http://schemas.microsoft.com/office/powerpoint/2010/main" val="2529248569"/>
              </p:ext>
            </p:extLst>
          </p:nvPr>
        </p:nvGraphicFramePr>
        <p:xfrm>
          <a:off x="2843213" y="2420938"/>
          <a:ext cx="2592387" cy="941387"/>
        </p:xfrm>
        <a:graphic>
          <a:graphicData uri="http://schemas.openxmlformats.org/presentationml/2006/ole">
            <mc:AlternateContent xmlns:mc="http://schemas.openxmlformats.org/markup-compatibility/2006">
              <mc:Choice xmlns:v="urn:schemas-microsoft-com:vml" Requires="v">
                <p:oleObj name="公式" r:id="rId9" imgW="882604" imgH="285750" progId="Equation.3">
                  <p:embed/>
                </p:oleObj>
              </mc:Choice>
              <mc:Fallback>
                <p:oleObj name="公式" r:id="rId9" imgW="882604" imgH="28575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43213" y="2420938"/>
                        <a:ext cx="2592387" cy="94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20">
            <a:extLst>
              <a:ext uri="{FF2B5EF4-FFF2-40B4-BE49-F238E27FC236}">
                <a16:creationId xmlns:a16="http://schemas.microsoft.com/office/drawing/2014/main" id="{82976BDB-AB81-B5D0-643A-F529D72CCCAC}"/>
              </a:ext>
            </a:extLst>
          </p:cNvPr>
          <p:cNvGraphicFramePr>
            <a:graphicFrameLocks noChangeAspect="1"/>
          </p:cNvGraphicFramePr>
          <p:nvPr>
            <p:extLst>
              <p:ext uri="{D42A27DB-BD31-4B8C-83A1-F6EECF244321}">
                <p14:modId xmlns:p14="http://schemas.microsoft.com/office/powerpoint/2010/main" val="2461735345"/>
              </p:ext>
            </p:extLst>
          </p:nvPr>
        </p:nvGraphicFramePr>
        <p:xfrm>
          <a:off x="1547813" y="5262563"/>
          <a:ext cx="6119812" cy="830262"/>
        </p:xfrm>
        <a:graphic>
          <a:graphicData uri="http://schemas.openxmlformats.org/presentationml/2006/ole">
            <mc:AlternateContent xmlns:mc="http://schemas.openxmlformats.org/markup-compatibility/2006">
              <mc:Choice xmlns:v="urn:schemas-microsoft-com:vml" Requires="v">
                <p:oleObj name="公式" r:id="rId11" imgW="2419363" imgH="285750" progId="Equation.3">
                  <p:embed/>
                </p:oleObj>
              </mc:Choice>
              <mc:Fallback>
                <p:oleObj name="公式" r:id="rId11" imgW="2419363" imgH="28575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7813" y="5262563"/>
                        <a:ext cx="6119812"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46">
            <a:extLst>
              <a:ext uri="{FF2B5EF4-FFF2-40B4-BE49-F238E27FC236}">
                <a16:creationId xmlns:a16="http://schemas.microsoft.com/office/drawing/2014/main" id="{5AC29A65-701D-811B-B636-4800286E3193}"/>
              </a:ext>
            </a:extLst>
          </p:cNvPr>
          <p:cNvSpPr txBox="1">
            <a:spLocks noChangeArrowheads="1"/>
          </p:cNvSpPr>
          <p:nvPr/>
        </p:nvSpPr>
        <p:spPr bwMode="auto">
          <a:xfrm>
            <a:off x="179388" y="625475"/>
            <a:ext cx="3671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n-US" altLang="zh-CN" b="1">
                <a:solidFill>
                  <a:srgbClr val="FF7C80"/>
                </a:solidFill>
                <a:latin typeface="Times New Roman" panose="02020603050405020304" pitchFamily="18" charset="0"/>
                <a:ea typeface="宋体" panose="02010600030101010101" pitchFamily="2" charset="-122"/>
              </a:rPr>
              <a:t>2.  </a:t>
            </a:r>
            <a:r>
              <a:rPr kumimoji="1" lang="zh-CN" altLang="en-US" b="1">
                <a:solidFill>
                  <a:srgbClr val="FF7C80"/>
                </a:solidFill>
                <a:latin typeface="Times New Roman" panose="02020603050405020304" pitchFamily="18" charset="0"/>
                <a:ea typeface="宋体" panose="02010600030101010101" pitchFamily="2" charset="-122"/>
              </a:rPr>
              <a:t>电场能量密度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41392"/>
                                        </p:tgtEl>
                                        <p:attrNameLst>
                                          <p:attrName>style.visibility</p:attrName>
                                        </p:attrNameLst>
                                      </p:cBhvr>
                                      <p:to>
                                        <p:strVal val="visible"/>
                                      </p:to>
                                    </p:set>
                                    <p:animEffect transition="in" filter="wipe(up)">
                                      <p:cBhvr>
                                        <p:cTn id="7" dur="2000"/>
                                        <p:tgtEl>
                                          <p:spTgt spid="4413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41414"/>
                                        </p:tgtEl>
                                        <p:attrNameLst>
                                          <p:attrName>style.visibility</p:attrName>
                                        </p:attrNameLst>
                                      </p:cBhvr>
                                      <p:to>
                                        <p:strVal val="visible"/>
                                      </p:to>
                                    </p:set>
                                    <p:animEffect transition="in" filter="wipe(up)">
                                      <p:cBhvr>
                                        <p:cTn id="12" dur="2000"/>
                                        <p:tgtEl>
                                          <p:spTgt spid="441414"/>
                                        </p:tgtEl>
                                      </p:cBhvr>
                                    </p:animEffect>
                                  </p:childTnLst>
                                </p:cTn>
                              </p:par>
                            </p:childTnLst>
                          </p:cTn>
                        </p:par>
                        <p:par>
                          <p:cTn id="13" fill="hold" nodeType="afterGroup">
                            <p:stCondLst>
                              <p:cond delay="2000"/>
                            </p:stCondLst>
                            <p:childTnLst>
                              <p:par>
                                <p:cTn id="14" presetID="10" presetClass="entr" presetSubtype="0" fill="hold" nodeType="afterEffect">
                                  <p:stCondLst>
                                    <p:cond delay="0"/>
                                  </p:stCondLst>
                                  <p:childTnLst>
                                    <p:set>
                                      <p:cBhvr>
                                        <p:cTn id="15" dur="1" fill="hold">
                                          <p:stCondLst>
                                            <p:cond delay="0"/>
                                          </p:stCondLst>
                                        </p:cTn>
                                        <p:tgtEl>
                                          <p:spTgt spid="441415"/>
                                        </p:tgtEl>
                                        <p:attrNameLst>
                                          <p:attrName>style.visibility</p:attrName>
                                        </p:attrNameLst>
                                      </p:cBhvr>
                                      <p:to>
                                        <p:strVal val="visible"/>
                                      </p:to>
                                    </p:set>
                                    <p:animEffect transition="in" filter="fade">
                                      <p:cBhvr>
                                        <p:cTn id="16" dur="2000"/>
                                        <p:tgtEl>
                                          <p:spTgt spid="4414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41410"/>
                                        </p:tgtEl>
                                        <p:attrNameLst>
                                          <p:attrName>style.visibility</p:attrName>
                                        </p:attrNameLst>
                                      </p:cBhvr>
                                      <p:to>
                                        <p:strVal val="visible"/>
                                      </p:to>
                                    </p:set>
                                    <p:animEffect transition="in" filter="wipe(up)">
                                      <p:cBhvr>
                                        <p:cTn id="21" dur="2000"/>
                                        <p:tgtEl>
                                          <p:spTgt spid="441410"/>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441412"/>
                                        </p:tgtEl>
                                        <p:attrNameLst>
                                          <p:attrName>style.visibility</p:attrName>
                                        </p:attrNameLst>
                                      </p:cBhvr>
                                      <p:to>
                                        <p:strVal val="visible"/>
                                      </p:to>
                                    </p:set>
                                    <p:animEffect transition="in" filter="wipe(up)">
                                      <p:cBhvr>
                                        <p:cTn id="25" dur="2000"/>
                                        <p:tgtEl>
                                          <p:spTgt spid="441412"/>
                                        </p:tgtEl>
                                      </p:cBhvr>
                                    </p:animEffect>
                                  </p:childTnLst>
                                </p:cTn>
                              </p:par>
                            </p:childTnLst>
                          </p:cTn>
                        </p:par>
                        <p:par>
                          <p:cTn id="26" fill="hold" nodeType="afterGroup">
                            <p:stCondLst>
                              <p:cond delay="4000"/>
                            </p:stCondLst>
                            <p:childTnLst>
                              <p:par>
                                <p:cTn id="27" presetID="22" presetClass="entr" presetSubtype="1" fill="hold" nodeType="afterEffect">
                                  <p:stCondLst>
                                    <p:cond delay="0"/>
                                  </p:stCondLst>
                                  <p:childTnLst>
                                    <p:set>
                                      <p:cBhvr>
                                        <p:cTn id="28" dur="1" fill="hold">
                                          <p:stCondLst>
                                            <p:cond delay="0"/>
                                          </p:stCondLst>
                                        </p:cTn>
                                        <p:tgtEl>
                                          <p:spTgt spid="930836"/>
                                        </p:tgtEl>
                                        <p:attrNameLst>
                                          <p:attrName>style.visibility</p:attrName>
                                        </p:attrNameLst>
                                      </p:cBhvr>
                                      <p:to>
                                        <p:strVal val="visible"/>
                                      </p:to>
                                    </p:set>
                                    <p:animEffect transition="in" filter="wipe(up)">
                                      <p:cBhvr>
                                        <p:cTn id="29" dur="2000"/>
                                        <p:tgtEl>
                                          <p:spTgt spid="930836"/>
                                        </p:tgtEl>
                                      </p:cBhvr>
                                    </p:animEffect>
                                  </p:childTnLst>
                                </p:cTn>
                              </p:par>
                            </p:childTnLst>
                          </p:cTn>
                        </p:par>
                        <p:par>
                          <p:cTn id="30" fill="hold" nodeType="afterGroup">
                            <p:stCondLst>
                              <p:cond delay="6000"/>
                            </p:stCondLst>
                            <p:childTnLst>
                              <p:par>
                                <p:cTn id="31" presetID="22" presetClass="entr" presetSubtype="1"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up)">
                                      <p:cBhvr>
                                        <p:cTn id="33" dur="2000"/>
                                        <p:tgtEl>
                                          <p:spTgt spid="2"/>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up)">
                                      <p:cBhvr>
                                        <p:cTn id="36"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92" grpId="0"/>
      <p:bldP spid="441410"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954A22E-CFDD-A7B2-0F49-0D5A859F7DA3}"/>
              </a:ext>
            </a:extLst>
          </p:cNvPr>
          <p:cNvSpPr>
            <a:spLocks noGrp="1"/>
          </p:cNvSpPr>
          <p:nvPr>
            <p:ph type="sldNum" sz="quarter" idx="10"/>
          </p:nvPr>
        </p:nvSpPr>
        <p:spPr/>
        <p:txBody>
          <a:bodyPr/>
          <a:lstStyle/>
          <a:p>
            <a:pPr>
              <a:defRPr/>
            </a:pPr>
            <a:fld id="{2E4D8BE1-91A0-440B-A753-AF302F76E10E}" type="slidenum">
              <a:rPr lang="en-US" altLang="zh-CN" smtClean="0"/>
              <a:pPr>
                <a:defRPr/>
              </a:pPr>
              <a:t>27</a:t>
            </a:fld>
            <a:endParaRPr lang="en-US" altLang="zh-CN"/>
          </a:p>
        </p:txBody>
      </p:sp>
      <p:sp>
        <p:nvSpPr>
          <p:cNvPr id="4" name="灯片编号占位符 2">
            <a:extLst>
              <a:ext uri="{FF2B5EF4-FFF2-40B4-BE49-F238E27FC236}">
                <a16:creationId xmlns:a16="http://schemas.microsoft.com/office/drawing/2014/main" id="{ACDC68D9-1262-ADC6-2FC8-50D6A70243A5}"/>
              </a:ext>
            </a:extLst>
          </p:cNvPr>
          <p:cNvSpPr txBox="1">
            <a:spLocks/>
          </p:cNvSpPr>
          <p:nvPr/>
        </p:nvSpPr>
        <p:spPr bwMode="auto">
          <a:xfrm>
            <a:off x="7667625" y="0"/>
            <a:ext cx="1343025" cy="333375"/>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1pPr>
            <a:lvl2pPr marL="742950" indent="-28575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2pPr>
            <a:lvl3pPr marL="11430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3pPr>
            <a:lvl4pPr marL="16002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4pPr>
            <a:lvl5pPr marL="20574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9pPr>
          </a:lstStyle>
          <a:p>
            <a:pPr eaLnBrk="1" hangingPunct="1">
              <a:spcBef>
                <a:spcPct val="0"/>
              </a:spcBef>
            </a:pPr>
            <a:fld id="{042FDE70-7C1F-4B4B-BDEA-D68B42DCD853}" type="slidenum">
              <a:rPr lang="en-US" altLang="zh-CN" sz="1400" smtClean="0">
                <a:ea typeface="宋体" panose="02010600030101010101" pitchFamily="2" charset="-122"/>
              </a:rPr>
              <a:pPr eaLnBrk="1" hangingPunct="1">
                <a:spcBef>
                  <a:spcPct val="0"/>
                </a:spcBef>
              </a:pPr>
              <a:t>27</a:t>
            </a:fld>
            <a:endParaRPr lang="en-US" altLang="zh-CN" sz="1400">
              <a:ea typeface="宋体" panose="02010600030101010101" pitchFamily="2" charset="-122"/>
            </a:endParaRPr>
          </a:p>
        </p:txBody>
      </p:sp>
      <p:sp>
        <p:nvSpPr>
          <p:cNvPr id="5" name="Text Box 8">
            <a:extLst>
              <a:ext uri="{FF2B5EF4-FFF2-40B4-BE49-F238E27FC236}">
                <a16:creationId xmlns:a16="http://schemas.microsoft.com/office/drawing/2014/main" id="{F7684456-94F0-9BC5-13F0-3DCF15B9E373}"/>
              </a:ext>
            </a:extLst>
          </p:cNvPr>
          <p:cNvSpPr txBox="1">
            <a:spLocks noChangeArrowheads="1"/>
          </p:cNvSpPr>
          <p:nvPr/>
        </p:nvSpPr>
        <p:spPr bwMode="auto">
          <a:xfrm>
            <a:off x="107950" y="2924175"/>
            <a:ext cx="554355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zh-CN" altLang="en-US" b="1">
                <a:solidFill>
                  <a:schemeClr val="bg1"/>
                </a:solidFill>
                <a:latin typeface="Times New Roman" panose="02020603050405020304" pitchFamily="18" charset="0"/>
              </a:rPr>
              <a:t>由于体积</a:t>
            </a:r>
            <a:r>
              <a:rPr kumimoji="1" lang="en-US" altLang="zh-CN" b="1" i="1">
                <a:solidFill>
                  <a:schemeClr val="bg1"/>
                </a:solidFill>
                <a:latin typeface="Times New Roman" panose="02020603050405020304" pitchFamily="18" charset="0"/>
              </a:rPr>
              <a:t>V </a:t>
            </a:r>
            <a:r>
              <a:rPr kumimoji="1" lang="zh-CN" altLang="en-US" b="1">
                <a:solidFill>
                  <a:schemeClr val="bg1"/>
                </a:solidFill>
                <a:latin typeface="Times New Roman" panose="02020603050405020304" pitchFamily="18" charset="0"/>
              </a:rPr>
              <a:t>外的电荷密度</a:t>
            </a:r>
            <a:r>
              <a:rPr kumimoji="1" lang="el-GR" altLang="zh-CN" b="1" i="1">
                <a:solidFill>
                  <a:schemeClr val="bg1"/>
                </a:solidFill>
                <a:latin typeface="Times New Roman" panose="02020603050405020304" pitchFamily="18" charset="0"/>
              </a:rPr>
              <a:t>ρ</a:t>
            </a:r>
            <a:r>
              <a:rPr kumimoji="1" lang="zh-CN" altLang="en-US" b="1">
                <a:solidFill>
                  <a:schemeClr val="bg1"/>
                </a:solidFill>
                <a:latin typeface="Times New Roman" panose="02020603050405020304" pitchFamily="18" charset="0"/>
              </a:rPr>
              <a:t>＝</a:t>
            </a:r>
            <a:r>
              <a:rPr kumimoji="1" lang="en-US" altLang="zh-CN" b="1">
                <a:solidFill>
                  <a:schemeClr val="bg1"/>
                </a:solidFill>
                <a:latin typeface="Times New Roman" panose="02020603050405020304" pitchFamily="18" charset="0"/>
              </a:rPr>
              <a:t>0</a:t>
            </a:r>
            <a:r>
              <a:rPr kumimoji="1" lang="zh-CN" altLang="en-US" b="1">
                <a:solidFill>
                  <a:schemeClr val="bg1"/>
                </a:solidFill>
                <a:latin typeface="Times New Roman" panose="02020603050405020304" pitchFamily="18" charset="0"/>
              </a:rPr>
              <a:t>，若将上式中的积分区域扩大到整个场空间，结果仍然成立。只要电荷分布在有限区域内，当闭合面</a:t>
            </a:r>
            <a:r>
              <a:rPr kumimoji="1" lang="en-US" altLang="zh-CN" b="1" i="1">
                <a:solidFill>
                  <a:schemeClr val="bg1"/>
                </a:solidFill>
                <a:latin typeface="Times New Roman" panose="02020603050405020304" pitchFamily="18" charset="0"/>
              </a:rPr>
              <a:t>S </a:t>
            </a:r>
            <a:r>
              <a:rPr kumimoji="1" lang="zh-CN" altLang="en-US" b="1">
                <a:solidFill>
                  <a:schemeClr val="bg1"/>
                </a:solidFill>
                <a:latin typeface="Times New Roman" panose="02020603050405020304" pitchFamily="18" charset="0"/>
              </a:rPr>
              <a:t>无限扩大时，则有</a:t>
            </a:r>
            <a:endParaRPr kumimoji="1" lang="zh-CN" altLang="el-GR" b="1">
              <a:solidFill>
                <a:schemeClr val="bg1"/>
              </a:solidFill>
              <a:latin typeface="Times New Roman" panose="02020603050405020304" pitchFamily="18" charset="0"/>
            </a:endParaRPr>
          </a:p>
        </p:txBody>
      </p:sp>
      <p:sp>
        <p:nvSpPr>
          <p:cNvPr id="6" name="Text Box 39">
            <a:extLst>
              <a:ext uri="{FF2B5EF4-FFF2-40B4-BE49-F238E27FC236}">
                <a16:creationId xmlns:a16="http://schemas.microsoft.com/office/drawing/2014/main" id="{7F6893F5-C90D-9C77-647D-8A5C690ED29D}"/>
              </a:ext>
            </a:extLst>
          </p:cNvPr>
          <p:cNvSpPr txBox="1">
            <a:spLocks noChangeArrowheads="1"/>
          </p:cNvSpPr>
          <p:nvPr/>
        </p:nvSpPr>
        <p:spPr bwMode="auto">
          <a:xfrm>
            <a:off x="25400" y="630238"/>
            <a:ext cx="277336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buFontTx/>
              <a:buBlip>
                <a:blip r:embed="rId3"/>
              </a:buBlip>
            </a:pPr>
            <a:r>
              <a:rPr kumimoji="1" lang="en-US" altLang="zh-CN" b="1">
                <a:solidFill>
                  <a:schemeClr val="bg1"/>
                </a:solidFill>
              </a:rPr>
              <a:t>  </a:t>
            </a:r>
            <a:r>
              <a:rPr kumimoji="1" lang="zh-CN" altLang="en-US" b="1">
                <a:solidFill>
                  <a:srgbClr val="FF9900"/>
                </a:solidFill>
                <a:ea typeface="宋体" panose="02010600030101010101" pitchFamily="2" charset="-122"/>
              </a:rPr>
              <a:t>推证</a:t>
            </a:r>
            <a:r>
              <a:rPr kumimoji="1" lang="zh-CN" altLang="en-US" b="1">
                <a:solidFill>
                  <a:srgbClr val="FF9933"/>
                </a:solidFill>
              </a:rPr>
              <a:t>：</a:t>
            </a:r>
          </a:p>
        </p:txBody>
      </p:sp>
      <p:grpSp>
        <p:nvGrpSpPr>
          <p:cNvPr id="7" name="Group 57">
            <a:extLst>
              <a:ext uri="{FF2B5EF4-FFF2-40B4-BE49-F238E27FC236}">
                <a16:creationId xmlns:a16="http://schemas.microsoft.com/office/drawing/2014/main" id="{1B1BE850-F39E-5B5E-EC58-5E6738FC8FAE}"/>
              </a:ext>
            </a:extLst>
          </p:cNvPr>
          <p:cNvGrpSpPr>
            <a:grpSpLocks/>
          </p:cNvGrpSpPr>
          <p:nvPr/>
        </p:nvGrpSpPr>
        <p:grpSpPr bwMode="auto">
          <a:xfrm>
            <a:off x="4859338" y="620713"/>
            <a:ext cx="4043362" cy="1008062"/>
            <a:chOff x="3061" y="391"/>
            <a:chExt cx="2547" cy="635"/>
          </a:xfrm>
        </p:grpSpPr>
        <p:graphicFrame>
          <p:nvGraphicFramePr>
            <p:cNvPr id="8" name="Object 37">
              <a:extLst>
                <a:ext uri="{FF2B5EF4-FFF2-40B4-BE49-F238E27FC236}">
                  <a16:creationId xmlns:a16="http://schemas.microsoft.com/office/drawing/2014/main" id="{D0B3A3B5-DAE6-9310-1E2B-B4E48CBDB1DA}"/>
                </a:ext>
              </a:extLst>
            </p:cNvPr>
            <p:cNvGraphicFramePr>
              <a:graphicFrameLocks noChangeAspect="1"/>
            </p:cNvGraphicFramePr>
            <p:nvPr/>
          </p:nvGraphicFramePr>
          <p:xfrm>
            <a:off x="3581" y="391"/>
            <a:ext cx="2027" cy="304"/>
          </p:xfrm>
          <a:graphic>
            <a:graphicData uri="http://schemas.openxmlformats.org/presentationml/2006/ole">
              <mc:AlternateContent xmlns:mc="http://schemas.openxmlformats.org/markup-compatibility/2006">
                <mc:Choice xmlns:v="urn:schemas-microsoft-com:vml" Requires="v">
                  <p:oleObj name="Equation" r:id="rId4" imgW="1606598" imgH="234835" progId="Equation.DSMT4">
                    <p:embed/>
                  </p:oleObj>
                </mc:Choice>
                <mc:Fallback>
                  <p:oleObj name="Equation" r:id="rId4" imgW="1606598" imgH="234835" progId="Equation.DSMT4">
                    <p:embed/>
                    <p:pic>
                      <p:nvPicPr>
                        <p:cNvPr id="34848" name="Object 37">
                          <a:extLst>
                            <a:ext uri="{FF2B5EF4-FFF2-40B4-BE49-F238E27FC236}">
                              <a16:creationId xmlns:a16="http://schemas.microsoft.com/office/drawing/2014/main" id="{34C12D28-5B56-4D40-5153-C99D3A6087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 y="391"/>
                          <a:ext cx="2027" cy="304"/>
                        </a:xfrm>
                        <a:prstGeom prst="rect">
                          <a:avLst/>
                        </a:prstGeom>
                        <a:noFill/>
                        <a:ln w="22225">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Line 41">
              <a:extLst>
                <a:ext uri="{FF2B5EF4-FFF2-40B4-BE49-F238E27FC236}">
                  <a16:creationId xmlns:a16="http://schemas.microsoft.com/office/drawing/2014/main" id="{D46A22DB-670F-4921-7D4A-6C08C57187FB}"/>
                </a:ext>
              </a:extLst>
            </p:cNvPr>
            <p:cNvSpPr>
              <a:spLocks noChangeShapeType="1"/>
            </p:cNvSpPr>
            <p:nvPr/>
          </p:nvSpPr>
          <p:spPr bwMode="auto">
            <a:xfrm flipH="1">
              <a:off x="3061" y="685"/>
              <a:ext cx="512" cy="341"/>
            </a:xfrm>
            <a:prstGeom prst="line">
              <a:avLst/>
            </a:prstGeom>
            <a:noFill/>
            <a:ln w="222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0" name="Group 56">
            <a:extLst>
              <a:ext uri="{FF2B5EF4-FFF2-40B4-BE49-F238E27FC236}">
                <a16:creationId xmlns:a16="http://schemas.microsoft.com/office/drawing/2014/main" id="{1C890FFA-3A07-087A-FCD6-1565EA0F49E7}"/>
              </a:ext>
            </a:extLst>
          </p:cNvPr>
          <p:cNvGrpSpPr>
            <a:grpSpLocks/>
          </p:cNvGrpSpPr>
          <p:nvPr/>
        </p:nvGrpSpPr>
        <p:grpSpPr bwMode="auto">
          <a:xfrm>
            <a:off x="4500563" y="2060575"/>
            <a:ext cx="2584450" cy="504825"/>
            <a:chOff x="2880" y="1298"/>
            <a:chExt cx="1628" cy="318"/>
          </a:xfrm>
        </p:grpSpPr>
        <p:graphicFrame>
          <p:nvGraphicFramePr>
            <p:cNvPr id="11" name="Object 44">
              <a:extLst>
                <a:ext uri="{FF2B5EF4-FFF2-40B4-BE49-F238E27FC236}">
                  <a16:creationId xmlns:a16="http://schemas.microsoft.com/office/drawing/2014/main" id="{A4471FA4-ED78-0C7F-2792-C66DDB467DB1}"/>
                </a:ext>
              </a:extLst>
            </p:cNvPr>
            <p:cNvGraphicFramePr>
              <a:graphicFrameLocks noChangeAspect="1"/>
            </p:cNvGraphicFramePr>
            <p:nvPr/>
          </p:nvGraphicFramePr>
          <p:xfrm>
            <a:off x="3742" y="1312"/>
            <a:ext cx="766" cy="304"/>
          </p:xfrm>
          <a:graphic>
            <a:graphicData uri="http://schemas.openxmlformats.org/presentationml/2006/ole">
              <mc:AlternateContent xmlns:mc="http://schemas.openxmlformats.org/markup-compatibility/2006">
                <mc:Choice xmlns:v="urn:schemas-microsoft-com:vml" Requires="v">
                  <p:oleObj name="Equation" r:id="rId6" imgW="603358" imgH="234835" progId="Equation.DSMT4">
                    <p:embed/>
                  </p:oleObj>
                </mc:Choice>
                <mc:Fallback>
                  <p:oleObj name="Equation" r:id="rId6" imgW="603358" imgH="234835" progId="Equation.DSMT4">
                    <p:embed/>
                    <p:pic>
                      <p:nvPicPr>
                        <p:cNvPr id="34846" name="Object 44">
                          <a:extLst>
                            <a:ext uri="{FF2B5EF4-FFF2-40B4-BE49-F238E27FC236}">
                              <a16:creationId xmlns:a16="http://schemas.microsoft.com/office/drawing/2014/main" id="{14DBC472-D847-E3DD-DD29-1772BBD842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2" y="1312"/>
                          <a:ext cx="766" cy="304"/>
                        </a:xfrm>
                        <a:prstGeom prst="rect">
                          <a:avLst/>
                        </a:prstGeom>
                        <a:noFill/>
                        <a:ln w="22225">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Line 45">
              <a:extLst>
                <a:ext uri="{FF2B5EF4-FFF2-40B4-BE49-F238E27FC236}">
                  <a16:creationId xmlns:a16="http://schemas.microsoft.com/office/drawing/2014/main" id="{C46B437D-3728-2088-187C-9AD713823D45}"/>
                </a:ext>
              </a:extLst>
            </p:cNvPr>
            <p:cNvSpPr>
              <a:spLocks noChangeShapeType="1"/>
            </p:cNvSpPr>
            <p:nvPr/>
          </p:nvSpPr>
          <p:spPr bwMode="auto">
            <a:xfrm flipH="1">
              <a:off x="2880" y="1298"/>
              <a:ext cx="862" cy="273"/>
            </a:xfrm>
            <a:prstGeom prst="line">
              <a:avLst/>
            </a:prstGeom>
            <a:noFill/>
            <a:ln w="222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 name="Group 59">
            <a:extLst>
              <a:ext uri="{FF2B5EF4-FFF2-40B4-BE49-F238E27FC236}">
                <a16:creationId xmlns:a16="http://schemas.microsoft.com/office/drawing/2014/main" id="{893F89FF-E7EE-9328-3E85-EC5A41A73D8F}"/>
              </a:ext>
            </a:extLst>
          </p:cNvPr>
          <p:cNvGrpSpPr>
            <a:grpSpLocks/>
          </p:cNvGrpSpPr>
          <p:nvPr/>
        </p:nvGrpSpPr>
        <p:grpSpPr bwMode="auto">
          <a:xfrm>
            <a:off x="395288" y="1125538"/>
            <a:ext cx="2232025" cy="842962"/>
            <a:chOff x="249" y="754"/>
            <a:chExt cx="1406" cy="531"/>
          </a:xfrm>
        </p:grpSpPr>
        <p:sp>
          <p:nvSpPr>
            <p:cNvPr id="14" name="Line 40">
              <a:extLst>
                <a:ext uri="{FF2B5EF4-FFF2-40B4-BE49-F238E27FC236}">
                  <a16:creationId xmlns:a16="http://schemas.microsoft.com/office/drawing/2014/main" id="{EB0136C1-B8A0-6E2F-F366-2F66261800F9}"/>
                </a:ext>
              </a:extLst>
            </p:cNvPr>
            <p:cNvSpPr>
              <a:spLocks noChangeShapeType="1"/>
            </p:cNvSpPr>
            <p:nvPr/>
          </p:nvSpPr>
          <p:spPr bwMode="auto">
            <a:xfrm flipV="1">
              <a:off x="1002" y="754"/>
              <a:ext cx="653" cy="331"/>
            </a:xfrm>
            <a:prstGeom prst="line">
              <a:avLst/>
            </a:prstGeom>
            <a:noFill/>
            <a:ln w="222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 name="Object 46">
              <a:extLst>
                <a:ext uri="{FF2B5EF4-FFF2-40B4-BE49-F238E27FC236}">
                  <a16:creationId xmlns:a16="http://schemas.microsoft.com/office/drawing/2014/main" id="{2ED14561-2514-322D-6DCD-6490B1B198E3}"/>
                </a:ext>
              </a:extLst>
            </p:cNvPr>
            <p:cNvGraphicFramePr>
              <a:graphicFrameLocks noChangeAspect="1"/>
            </p:cNvGraphicFramePr>
            <p:nvPr/>
          </p:nvGraphicFramePr>
          <p:xfrm>
            <a:off x="249" y="981"/>
            <a:ext cx="751" cy="304"/>
          </p:xfrm>
          <a:graphic>
            <a:graphicData uri="http://schemas.openxmlformats.org/presentationml/2006/ole">
              <mc:AlternateContent xmlns:mc="http://schemas.openxmlformats.org/markup-compatibility/2006">
                <mc:Choice xmlns:v="urn:schemas-microsoft-com:vml" Requires="v">
                  <p:oleObj name="Equation" r:id="rId8" imgW="590459" imgH="234835" progId="Equation.DSMT4">
                    <p:embed/>
                  </p:oleObj>
                </mc:Choice>
                <mc:Fallback>
                  <p:oleObj name="Equation" r:id="rId8" imgW="590459" imgH="234835" progId="Equation.DSMT4">
                    <p:embed/>
                    <p:pic>
                      <p:nvPicPr>
                        <p:cNvPr id="34845" name="Object 46">
                          <a:extLst>
                            <a:ext uri="{FF2B5EF4-FFF2-40B4-BE49-F238E27FC236}">
                              <a16:creationId xmlns:a16="http://schemas.microsoft.com/office/drawing/2014/main" id="{0D13171A-DD9D-C2D9-88CF-77324DC2E39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 y="981"/>
                          <a:ext cx="751" cy="304"/>
                        </a:xfrm>
                        <a:prstGeom prst="rect">
                          <a:avLst/>
                        </a:prstGeom>
                        <a:noFill/>
                        <a:ln w="22225">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 name="Group 60">
            <a:extLst>
              <a:ext uri="{FF2B5EF4-FFF2-40B4-BE49-F238E27FC236}">
                <a16:creationId xmlns:a16="http://schemas.microsoft.com/office/drawing/2014/main" id="{C61CA886-4919-3FE8-9A1D-958B87B4E34F}"/>
              </a:ext>
            </a:extLst>
          </p:cNvPr>
          <p:cNvGrpSpPr>
            <a:grpSpLocks/>
          </p:cNvGrpSpPr>
          <p:nvPr/>
        </p:nvGrpSpPr>
        <p:grpSpPr bwMode="auto">
          <a:xfrm>
            <a:off x="5795963" y="3068638"/>
            <a:ext cx="3203575" cy="3168650"/>
            <a:chOff x="3696" y="1978"/>
            <a:chExt cx="2018" cy="1996"/>
          </a:xfrm>
        </p:grpSpPr>
        <p:sp>
          <p:nvSpPr>
            <p:cNvPr id="17" name="Rectangle 48">
              <a:extLst>
                <a:ext uri="{FF2B5EF4-FFF2-40B4-BE49-F238E27FC236}">
                  <a16:creationId xmlns:a16="http://schemas.microsoft.com/office/drawing/2014/main" id="{190CD78C-ACDB-0370-5EFF-9996325860FF}"/>
                </a:ext>
              </a:extLst>
            </p:cNvPr>
            <p:cNvSpPr>
              <a:spLocks noChangeArrowheads="1"/>
            </p:cNvSpPr>
            <p:nvPr/>
          </p:nvSpPr>
          <p:spPr bwMode="auto">
            <a:xfrm>
              <a:off x="3696" y="1978"/>
              <a:ext cx="2018" cy="1996"/>
            </a:xfrm>
            <a:prstGeom prst="rect">
              <a:avLst/>
            </a:prstGeom>
            <a:solidFill>
              <a:srgbClr val="CCFFFF"/>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8" name="Oval 49">
              <a:extLst>
                <a:ext uri="{FF2B5EF4-FFF2-40B4-BE49-F238E27FC236}">
                  <a16:creationId xmlns:a16="http://schemas.microsoft.com/office/drawing/2014/main" id="{B7FDC592-16DB-40CD-D25B-DF359FCFA6AE}"/>
                </a:ext>
              </a:extLst>
            </p:cNvPr>
            <p:cNvSpPr>
              <a:spLocks noChangeArrowheads="1"/>
            </p:cNvSpPr>
            <p:nvPr/>
          </p:nvSpPr>
          <p:spPr bwMode="auto">
            <a:xfrm>
              <a:off x="4216" y="2749"/>
              <a:ext cx="907" cy="907"/>
            </a:xfrm>
            <a:prstGeom prst="ellipse">
              <a:avLst/>
            </a:prstGeom>
            <a:solidFill>
              <a:srgbClr val="3399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9" name="Oval 50">
              <a:extLst>
                <a:ext uri="{FF2B5EF4-FFF2-40B4-BE49-F238E27FC236}">
                  <a16:creationId xmlns:a16="http://schemas.microsoft.com/office/drawing/2014/main" id="{A02DEB0A-1180-196F-5499-0C25DAF6756E}"/>
                </a:ext>
              </a:extLst>
            </p:cNvPr>
            <p:cNvSpPr>
              <a:spLocks noChangeArrowheads="1"/>
            </p:cNvSpPr>
            <p:nvPr/>
          </p:nvSpPr>
          <p:spPr bwMode="auto">
            <a:xfrm>
              <a:off x="3787" y="2069"/>
              <a:ext cx="1793" cy="1861"/>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20" name="Line 51">
              <a:extLst>
                <a:ext uri="{FF2B5EF4-FFF2-40B4-BE49-F238E27FC236}">
                  <a16:creationId xmlns:a16="http://schemas.microsoft.com/office/drawing/2014/main" id="{FA683FFE-0BDB-0A49-4BC7-80271A8697FC}"/>
                </a:ext>
              </a:extLst>
            </p:cNvPr>
            <p:cNvSpPr>
              <a:spLocks noChangeShapeType="1"/>
            </p:cNvSpPr>
            <p:nvPr/>
          </p:nvSpPr>
          <p:spPr bwMode="auto">
            <a:xfrm>
              <a:off x="3922" y="2568"/>
              <a:ext cx="740" cy="515"/>
            </a:xfrm>
            <a:prstGeom prst="line">
              <a:avLst/>
            </a:prstGeom>
            <a:noFill/>
            <a:ln w="28575">
              <a:solidFill>
                <a:srgbClr val="0000FF"/>
              </a:solidFill>
              <a:prstDash val="lg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1" name="Object 52">
              <a:extLst>
                <a:ext uri="{FF2B5EF4-FFF2-40B4-BE49-F238E27FC236}">
                  <a16:creationId xmlns:a16="http://schemas.microsoft.com/office/drawing/2014/main" id="{7A2E1B68-7707-F1EA-4CB1-00B2D7B87C76}"/>
                </a:ext>
              </a:extLst>
            </p:cNvPr>
            <p:cNvGraphicFramePr>
              <a:graphicFrameLocks noChangeAspect="1"/>
            </p:cNvGraphicFramePr>
            <p:nvPr/>
          </p:nvGraphicFramePr>
          <p:xfrm>
            <a:off x="4188" y="2584"/>
            <a:ext cx="175" cy="206"/>
          </p:xfrm>
          <a:graphic>
            <a:graphicData uri="http://schemas.openxmlformats.org/presentationml/2006/ole">
              <mc:AlternateContent xmlns:mc="http://schemas.openxmlformats.org/markup-compatibility/2006">
                <mc:Choice xmlns:v="urn:schemas-microsoft-com:vml" Requires="v">
                  <p:oleObj name="Equation" r:id="rId10" imgW="146054" imgH="158773" progId="Equation.3">
                    <p:embed/>
                  </p:oleObj>
                </mc:Choice>
                <mc:Fallback>
                  <p:oleObj name="Equation" r:id="rId10" imgW="146054" imgH="158773" progId="Equation.3">
                    <p:embed/>
                    <p:pic>
                      <p:nvPicPr>
                        <p:cNvPr id="34840" name="Object 52">
                          <a:extLst>
                            <a:ext uri="{FF2B5EF4-FFF2-40B4-BE49-F238E27FC236}">
                              <a16:creationId xmlns:a16="http://schemas.microsoft.com/office/drawing/2014/main" id="{B94CF20B-4249-F4D0-8F41-75B25CB9AFA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88" y="2584"/>
                          <a:ext cx="175"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Text Box 53">
              <a:extLst>
                <a:ext uri="{FF2B5EF4-FFF2-40B4-BE49-F238E27FC236}">
                  <a16:creationId xmlns:a16="http://schemas.microsoft.com/office/drawing/2014/main" id="{E737B747-3E0E-BC19-5526-F7AB7A7D711C}"/>
                </a:ext>
              </a:extLst>
            </p:cNvPr>
            <p:cNvSpPr txBox="1">
              <a:spLocks noChangeArrowheads="1"/>
            </p:cNvSpPr>
            <p:nvPr/>
          </p:nvSpPr>
          <p:spPr bwMode="auto">
            <a:xfrm>
              <a:off x="4533" y="3202"/>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l-GR" altLang="zh-CN" b="1" i="1">
                  <a:latin typeface="Times New Roman" panose="02020603050405020304" pitchFamily="18" charset="0"/>
                </a:rPr>
                <a:t>ρ</a:t>
              </a:r>
            </a:p>
          </p:txBody>
        </p:sp>
        <p:sp>
          <p:nvSpPr>
            <p:cNvPr id="23" name="Text Box 54">
              <a:extLst>
                <a:ext uri="{FF2B5EF4-FFF2-40B4-BE49-F238E27FC236}">
                  <a16:creationId xmlns:a16="http://schemas.microsoft.com/office/drawing/2014/main" id="{40D64563-3764-9359-B382-373F752BF26A}"/>
                </a:ext>
              </a:extLst>
            </p:cNvPr>
            <p:cNvSpPr txBox="1">
              <a:spLocks noChangeArrowheads="1"/>
            </p:cNvSpPr>
            <p:nvPr/>
          </p:nvSpPr>
          <p:spPr bwMode="auto">
            <a:xfrm>
              <a:off x="4512" y="2341"/>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l-GR" altLang="zh-CN" b="1" i="1">
                  <a:latin typeface="Times New Roman" panose="02020603050405020304" pitchFamily="18" charset="0"/>
                </a:rPr>
                <a:t>ρ</a:t>
              </a:r>
              <a:r>
                <a:rPr kumimoji="1" lang="zh-CN" altLang="en-US" b="1">
                  <a:latin typeface="Times New Roman" panose="02020603050405020304" pitchFamily="18" charset="0"/>
                </a:rPr>
                <a:t>＝</a:t>
              </a:r>
              <a:r>
                <a:rPr kumimoji="1" lang="en-US" altLang="zh-CN" b="1">
                  <a:latin typeface="Times New Roman" panose="02020603050405020304" pitchFamily="18" charset="0"/>
                </a:rPr>
                <a:t>0</a:t>
              </a:r>
              <a:endParaRPr kumimoji="1" lang="el-GR" altLang="zh-CN" b="1">
                <a:latin typeface="Times New Roman" panose="02020603050405020304" pitchFamily="18" charset="0"/>
              </a:endParaRPr>
            </a:p>
          </p:txBody>
        </p:sp>
        <p:sp>
          <p:nvSpPr>
            <p:cNvPr id="24" name="Text Box 55">
              <a:extLst>
                <a:ext uri="{FF2B5EF4-FFF2-40B4-BE49-F238E27FC236}">
                  <a16:creationId xmlns:a16="http://schemas.microsoft.com/office/drawing/2014/main" id="{C3569FE4-AE38-5D70-A289-CF537980F749}"/>
                </a:ext>
              </a:extLst>
            </p:cNvPr>
            <p:cNvSpPr txBox="1">
              <a:spLocks noChangeArrowheads="1"/>
            </p:cNvSpPr>
            <p:nvPr/>
          </p:nvSpPr>
          <p:spPr bwMode="auto">
            <a:xfrm>
              <a:off x="3923" y="2099"/>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50000"/>
                </a:spcBef>
              </a:pPr>
              <a:r>
                <a:rPr kumimoji="1" lang="en-US" altLang="zh-CN" b="1" i="1">
                  <a:solidFill>
                    <a:srgbClr val="FF6699"/>
                  </a:solidFill>
                  <a:latin typeface="Times New Roman" panose="02020603050405020304" pitchFamily="18" charset="0"/>
                </a:rPr>
                <a:t>S</a:t>
              </a:r>
              <a:endParaRPr kumimoji="1" lang="el-GR" altLang="zh-CN" b="1" i="1">
                <a:solidFill>
                  <a:srgbClr val="FF6699"/>
                </a:solidFill>
                <a:latin typeface="Times New Roman" panose="02020603050405020304" pitchFamily="18" charset="0"/>
              </a:endParaRPr>
            </a:p>
          </p:txBody>
        </p:sp>
      </p:grpSp>
      <p:graphicFrame>
        <p:nvGraphicFramePr>
          <p:cNvPr id="25" name="Object 61">
            <a:extLst>
              <a:ext uri="{FF2B5EF4-FFF2-40B4-BE49-F238E27FC236}">
                <a16:creationId xmlns:a16="http://schemas.microsoft.com/office/drawing/2014/main" id="{ED4C38F7-B4D3-764C-2F91-2F55D59994C8}"/>
              </a:ext>
            </a:extLst>
          </p:cNvPr>
          <p:cNvGraphicFramePr>
            <a:graphicFrameLocks noChangeAspect="1"/>
          </p:cNvGraphicFramePr>
          <p:nvPr/>
        </p:nvGraphicFramePr>
        <p:xfrm>
          <a:off x="1331913" y="549275"/>
          <a:ext cx="3959225" cy="785813"/>
        </p:xfrm>
        <a:graphic>
          <a:graphicData uri="http://schemas.openxmlformats.org/presentationml/2006/ole">
            <mc:AlternateContent xmlns:mc="http://schemas.openxmlformats.org/markup-compatibility/2006">
              <mc:Choice xmlns:v="urn:schemas-microsoft-com:vml" Requires="v">
                <p:oleObj name="Equation" r:id="rId12" imgW="1974854" imgH="387373" progId="Equation.DSMT4">
                  <p:embed/>
                </p:oleObj>
              </mc:Choice>
              <mc:Fallback>
                <p:oleObj name="Equation" r:id="rId12" imgW="1974854" imgH="387373" progId="Equation.DSMT4">
                  <p:embed/>
                  <p:pic>
                    <p:nvPicPr>
                      <p:cNvPr id="749629" name="Object 61">
                        <a:extLst>
                          <a:ext uri="{FF2B5EF4-FFF2-40B4-BE49-F238E27FC236}">
                            <a16:creationId xmlns:a16="http://schemas.microsoft.com/office/drawing/2014/main" id="{48C779A3-CD12-2163-919F-B578A5B4D3A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31913" y="549275"/>
                        <a:ext cx="3959225"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62">
            <a:extLst>
              <a:ext uri="{FF2B5EF4-FFF2-40B4-BE49-F238E27FC236}">
                <a16:creationId xmlns:a16="http://schemas.microsoft.com/office/drawing/2014/main" id="{01CB1934-FF4C-7C49-97F7-200B1029518F}"/>
              </a:ext>
            </a:extLst>
          </p:cNvPr>
          <p:cNvGraphicFramePr>
            <a:graphicFrameLocks noChangeAspect="1"/>
          </p:cNvGraphicFramePr>
          <p:nvPr/>
        </p:nvGraphicFramePr>
        <p:xfrm>
          <a:off x="1743075" y="1412875"/>
          <a:ext cx="3476625" cy="785813"/>
        </p:xfrm>
        <a:graphic>
          <a:graphicData uri="http://schemas.openxmlformats.org/presentationml/2006/ole">
            <mc:AlternateContent xmlns:mc="http://schemas.openxmlformats.org/markup-compatibility/2006">
              <mc:Choice xmlns:v="urn:schemas-microsoft-com:vml" Requires="v">
                <p:oleObj name="Equation" r:id="rId14" imgW="1733511" imgH="387373" progId="Equation.DSMT4">
                  <p:embed/>
                </p:oleObj>
              </mc:Choice>
              <mc:Fallback>
                <p:oleObj name="Equation" r:id="rId14" imgW="1733511" imgH="387373" progId="Equation.DSMT4">
                  <p:embed/>
                  <p:pic>
                    <p:nvPicPr>
                      <p:cNvPr id="749630" name="Object 62">
                        <a:extLst>
                          <a:ext uri="{FF2B5EF4-FFF2-40B4-BE49-F238E27FC236}">
                            <a16:creationId xmlns:a16="http://schemas.microsoft.com/office/drawing/2014/main" id="{C71A55EE-B839-C5AE-03B4-DB289AE92AA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43075" y="1412875"/>
                        <a:ext cx="3476625"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 name="Group 67">
            <a:extLst>
              <a:ext uri="{FF2B5EF4-FFF2-40B4-BE49-F238E27FC236}">
                <a16:creationId xmlns:a16="http://schemas.microsoft.com/office/drawing/2014/main" id="{7CB0340C-7427-7116-223E-AD4884AD8D1E}"/>
              </a:ext>
            </a:extLst>
          </p:cNvPr>
          <p:cNvGrpSpPr>
            <a:grpSpLocks/>
          </p:cNvGrpSpPr>
          <p:nvPr/>
        </p:nvGrpSpPr>
        <p:grpSpPr bwMode="auto">
          <a:xfrm>
            <a:off x="3492500" y="1317625"/>
            <a:ext cx="5183188" cy="1103313"/>
            <a:chOff x="2200" y="830"/>
            <a:chExt cx="3265" cy="695"/>
          </a:xfrm>
        </p:grpSpPr>
        <p:sp>
          <p:nvSpPr>
            <p:cNvPr id="28" name="Line 64">
              <a:extLst>
                <a:ext uri="{FF2B5EF4-FFF2-40B4-BE49-F238E27FC236}">
                  <a16:creationId xmlns:a16="http://schemas.microsoft.com/office/drawing/2014/main" id="{0D17CCCF-4F39-E20C-53D8-3AC62E8C410C}"/>
                </a:ext>
              </a:extLst>
            </p:cNvPr>
            <p:cNvSpPr>
              <a:spLocks noChangeShapeType="1"/>
            </p:cNvSpPr>
            <p:nvPr/>
          </p:nvSpPr>
          <p:spPr bwMode="auto">
            <a:xfrm flipH="1">
              <a:off x="2200" y="1026"/>
              <a:ext cx="1360" cy="499"/>
            </a:xfrm>
            <a:prstGeom prst="line">
              <a:avLst/>
            </a:prstGeom>
            <a:noFill/>
            <a:ln w="222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9" name="Object 65">
              <a:extLst>
                <a:ext uri="{FF2B5EF4-FFF2-40B4-BE49-F238E27FC236}">
                  <a16:creationId xmlns:a16="http://schemas.microsoft.com/office/drawing/2014/main" id="{801B1952-2C2E-5F04-26B1-00F920BC71A6}"/>
                </a:ext>
              </a:extLst>
            </p:cNvPr>
            <p:cNvGraphicFramePr>
              <a:graphicFrameLocks noChangeAspect="1"/>
            </p:cNvGraphicFramePr>
            <p:nvPr/>
          </p:nvGraphicFramePr>
          <p:xfrm>
            <a:off x="3582" y="830"/>
            <a:ext cx="1883" cy="377"/>
          </p:xfrm>
          <a:graphic>
            <a:graphicData uri="http://schemas.openxmlformats.org/presentationml/2006/ole">
              <mc:AlternateContent xmlns:mc="http://schemas.openxmlformats.org/markup-compatibility/2006">
                <mc:Choice xmlns:v="urn:schemas-microsoft-com:vml" Requires="v">
                  <p:oleObj name="公式" r:id="rId16" imgW="1593698" imgH="311312" progId="Equation.3">
                    <p:embed/>
                  </p:oleObj>
                </mc:Choice>
                <mc:Fallback>
                  <p:oleObj name="公式" r:id="rId16" imgW="1593698" imgH="311312" progId="Equation.3">
                    <p:embed/>
                    <p:pic>
                      <p:nvPicPr>
                        <p:cNvPr id="34835" name="Object 65">
                          <a:extLst>
                            <a:ext uri="{FF2B5EF4-FFF2-40B4-BE49-F238E27FC236}">
                              <a16:creationId xmlns:a16="http://schemas.microsoft.com/office/drawing/2014/main" id="{DA9B2D24-8CE4-797B-BC30-2840F4F8F5F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82" y="830"/>
                          <a:ext cx="1883" cy="377"/>
                        </a:xfrm>
                        <a:prstGeom prst="rect">
                          <a:avLst/>
                        </a:prstGeom>
                        <a:noFill/>
                        <a:ln w="22225">
                          <a:solidFill>
                            <a:srgbClr val="FF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0" name="Object 66">
            <a:extLst>
              <a:ext uri="{FF2B5EF4-FFF2-40B4-BE49-F238E27FC236}">
                <a16:creationId xmlns:a16="http://schemas.microsoft.com/office/drawing/2014/main" id="{D94825A3-BE1A-99EA-2436-9B560DB42E93}"/>
              </a:ext>
            </a:extLst>
          </p:cNvPr>
          <p:cNvGraphicFramePr>
            <a:graphicFrameLocks noChangeAspect="1"/>
          </p:cNvGraphicFramePr>
          <p:nvPr/>
        </p:nvGraphicFramePr>
        <p:xfrm>
          <a:off x="1763713" y="2276475"/>
          <a:ext cx="3529012" cy="801688"/>
        </p:xfrm>
        <a:graphic>
          <a:graphicData uri="http://schemas.openxmlformats.org/presentationml/2006/ole">
            <mc:AlternateContent xmlns:mc="http://schemas.openxmlformats.org/markup-compatibility/2006">
              <mc:Choice xmlns:v="urn:schemas-microsoft-com:vml" Requires="v">
                <p:oleObj name="公式" r:id="rId18" imgW="1746410" imgH="387373" progId="Equation.3">
                  <p:embed/>
                </p:oleObj>
              </mc:Choice>
              <mc:Fallback>
                <p:oleObj name="公式" r:id="rId18" imgW="1746410" imgH="387373" progId="Equation.3">
                  <p:embed/>
                  <p:pic>
                    <p:nvPicPr>
                      <p:cNvPr id="749634" name="Object 66">
                        <a:extLst>
                          <a:ext uri="{FF2B5EF4-FFF2-40B4-BE49-F238E27FC236}">
                            <a16:creationId xmlns:a16="http://schemas.microsoft.com/office/drawing/2014/main" id="{B0006B77-9E89-25F3-2395-C984A99289D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3713" y="2276475"/>
                        <a:ext cx="3529012" cy="801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71">
            <a:extLst>
              <a:ext uri="{FF2B5EF4-FFF2-40B4-BE49-F238E27FC236}">
                <a16:creationId xmlns:a16="http://schemas.microsoft.com/office/drawing/2014/main" id="{D3EBD873-1482-2A3C-F307-1E29F77F5DF2}"/>
              </a:ext>
            </a:extLst>
          </p:cNvPr>
          <p:cNvGraphicFramePr>
            <a:graphicFrameLocks noChangeAspect="1"/>
          </p:cNvGraphicFramePr>
          <p:nvPr/>
        </p:nvGraphicFramePr>
        <p:xfrm>
          <a:off x="395288" y="4797425"/>
          <a:ext cx="4416425" cy="1787525"/>
        </p:xfrm>
        <a:graphic>
          <a:graphicData uri="http://schemas.openxmlformats.org/presentationml/2006/ole">
            <mc:AlternateContent xmlns:mc="http://schemas.openxmlformats.org/markup-compatibility/2006">
              <mc:Choice xmlns:v="urn:schemas-microsoft-com:vml" Requires="v">
                <p:oleObj name="公式" r:id="rId20" imgW="2025620" imgH="806335" progId="Equation.3">
                  <p:embed/>
                </p:oleObj>
              </mc:Choice>
              <mc:Fallback>
                <p:oleObj name="公式" r:id="rId20" imgW="2025620" imgH="806335" progId="Equation.3">
                  <p:embed/>
                  <p:pic>
                    <p:nvPicPr>
                      <p:cNvPr id="749639" name="Object 71">
                        <a:extLst>
                          <a:ext uri="{FF2B5EF4-FFF2-40B4-BE49-F238E27FC236}">
                            <a16:creationId xmlns:a16="http://schemas.microsoft.com/office/drawing/2014/main" id="{53AABAD5-0F0C-AF60-4FAD-6A87F4B4DEA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5288" y="4797425"/>
                        <a:ext cx="4416425" cy="178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AutoShape 72">
            <a:hlinkClick r:id="rId22" action="ppaction://hlinksldjump" highlightClick="1"/>
            <a:extLst>
              <a:ext uri="{FF2B5EF4-FFF2-40B4-BE49-F238E27FC236}">
                <a16:creationId xmlns:a16="http://schemas.microsoft.com/office/drawing/2014/main" id="{76CB1F2D-D73B-0EB4-9D50-00701C5CDCB6}"/>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33" name="AutoShape 73">
            <a:hlinkClick r:id="" action="ppaction://hlinkshowjump?jump=previousslide" highlightClick="1"/>
            <a:extLst>
              <a:ext uri="{FF2B5EF4-FFF2-40B4-BE49-F238E27FC236}">
                <a16:creationId xmlns:a16="http://schemas.microsoft.com/office/drawing/2014/main" id="{6F377C10-F2F0-B676-956C-84AD293A38AC}"/>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34" name="AutoShape 74">
            <a:hlinkClick r:id="" action="ppaction://hlinkshowjump?jump=nextslide" highlightClick="1"/>
            <a:extLst>
              <a:ext uri="{FF2B5EF4-FFF2-40B4-BE49-F238E27FC236}">
                <a16:creationId xmlns:a16="http://schemas.microsoft.com/office/drawing/2014/main" id="{CD728919-E548-5528-CD02-C40C46D6B2E3}"/>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35" name="AutoShape 75">
            <a:hlinkClick r:id="" action="ppaction://hlinkshowjump?jump=lastslide" highlightClick="1"/>
            <a:extLst>
              <a:ext uri="{FF2B5EF4-FFF2-40B4-BE49-F238E27FC236}">
                <a16:creationId xmlns:a16="http://schemas.microsoft.com/office/drawing/2014/main" id="{0E1919C0-847E-A2F9-D342-D672D1CFD84F}"/>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Tree>
    <p:extLst>
      <p:ext uri="{BB962C8B-B14F-4D97-AF65-F5344CB8AC3E}">
        <p14:creationId xmlns:p14="http://schemas.microsoft.com/office/powerpoint/2010/main" val="1569856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2000"/>
                                        <p:tgtEl>
                                          <p:spTgt spid="25"/>
                                        </p:tgtEl>
                                      </p:cBhvr>
                                    </p:animEffect>
                                  </p:childTnLst>
                                </p:cTn>
                              </p:par>
                            </p:childTnLst>
                          </p:cTn>
                        </p:par>
                        <p:par>
                          <p:cTn id="13" fill="hold">
                            <p:stCondLst>
                              <p:cond delay="2000"/>
                            </p:stCondLst>
                            <p:childTnLst>
                              <p:par>
                                <p:cTn id="14" presetID="10"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up)">
                                      <p:cBhvr>
                                        <p:cTn id="21" dur="2000"/>
                                        <p:tgtEl>
                                          <p:spTgt spid="26"/>
                                        </p:tgtEl>
                                      </p:cBhvr>
                                    </p:animEffect>
                                  </p:childTnLst>
                                </p:cTn>
                              </p:par>
                            </p:childTnLst>
                          </p:cTn>
                        </p:par>
                        <p:par>
                          <p:cTn id="22" fill="hold">
                            <p:stCondLst>
                              <p:cond delay="2000"/>
                            </p:stCondLst>
                            <p:childTnLst>
                              <p:par>
                                <p:cTn id="23" presetID="10" presetClass="entr" presetSubtype="0"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2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wipe(up)">
                                      <p:cBhvr>
                                        <p:cTn id="30" dur="2000"/>
                                        <p:tgtEl>
                                          <p:spTgt spid="30"/>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2000"/>
                                        <p:tgtEl>
                                          <p:spTgt spid="27"/>
                                        </p:tgtEl>
                                      </p:cBhvr>
                                    </p:animEffect>
                                  </p:childTnLst>
                                </p:cTn>
                              </p:par>
                            </p:childTnLst>
                          </p:cTn>
                        </p:par>
                        <p:par>
                          <p:cTn id="35" fill="hold">
                            <p:stCondLst>
                              <p:cond delay="4000"/>
                            </p:stCondLst>
                            <p:childTnLst>
                              <p:par>
                                <p:cTn id="36" presetID="10" presetClass="entr" presetSubtype="0"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2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2000"/>
                                        <p:tgtEl>
                                          <p:spTgt spid="16"/>
                                        </p:tgtEl>
                                      </p:cBhvr>
                                    </p:animEffect>
                                  </p:childTnLst>
                                </p:cTn>
                              </p:par>
                            </p:childTnLst>
                          </p:cTn>
                        </p:par>
                        <p:par>
                          <p:cTn id="44" fill="hold">
                            <p:stCondLst>
                              <p:cond delay="2000"/>
                            </p:stCondLst>
                            <p:childTnLst>
                              <p:par>
                                <p:cTn id="45" presetID="22" presetClass="entr" presetSubtype="1" fill="hold" grpId="0" nodeType="after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up)">
                                      <p:cBhvr>
                                        <p:cTn id="47" dur="50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up)">
                                      <p:cBhvr>
                                        <p:cTn id="52"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83995C0-9B9A-57B3-1F36-084E279FB97A}"/>
              </a:ext>
            </a:extLst>
          </p:cNvPr>
          <p:cNvSpPr>
            <a:spLocks noGrp="1"/>
          </p:cNvSpPr>
          <p:nvPr>
            <p:ph type="sldNum" sz="quarter" idx="10"/>
          </p:nvPr>
        </p:nvSpPr>
        <p:spPr/>
        <p:txBody>
          <a:bodyPr/>
          <a:lstStyle/>
          <a:p>
            <a:pPr>
              <a:defRPr/>
            </a:pPr>
            <a:fld id="{2E4D8BE1-91A0-440B-A753-AF302F76E10E}" type="slidenum">
              <a:rPr lang="en-US" altLang="zh-CN" smtClean="0"/>
              <a:pPr>
                <a:defRPr/>
              </a:pPr>
              <a:t>28</a:t>
            </a:fld>
            <a:endParaRPr lang="en-US" altLang="zh-CN"/>
          </a:p>
        </p:txBody>
      </p:sp>
      <p:sp>
        <p:nvSpPr>
          <p:cNvPr id="4" name="灯片编号占位符 2">
            <a:extLst>
              <a:ext uri="{FF2B5EF4-FFF2-40B4-BE49-F238E27FC236}">
                <a16:creationId xmlns:a16="http://schemas.microsoft.com/office/drawing/2014/main" id="{2174240D-1FE3-2C08-8E91-754A5045C3C7}"/>
              </a:ext>
            </a:extLst>
          </p:cNvPr>
          <p:cNvSpPr txBox="1">
            <a:spLocks/>
          </p:cNvSpPr>
          <p:nvPr/>
        </p:nvSpPr>
        <p:spPr bwMode="auto">
          <a:xfrm>
            <a:off x="7667625" y="0"/>
            <a:ext cx="1343025" cy="333375"/>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1pPr>
            <a:lvl2pPr marL="742950" indent="-28575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2pPr>
            <a:lvl3pPr marL="11430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3pPr>
            <a:lvl4pPr marL="16002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4pPr>
            <a:lvl5pPr marL="20574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9pPr>
          </a:lstStyle>
          <a:p>
            <a:pPr eaLnBrk="1" hangingPunct="1">
              <a:spcBef>
                <a:spcPct val="0"/>
              </a:spcBef>
            </a:pPr>
            <a:fld id="{2D07007F-084C-4C5D-99B1-21626299706F}" type="slidenum">
              <a:rPr lang="en-US" altLang="zh-CN" sz="1400" smtClean="0">
                <a:ea typeface="宋体" panose="02010600030101010101" pitchFamily="2" charset="-122"/>
              </a:rPr>
              <a:pPr eaLnBrk="1" hangingPunct="1">
                <a:spcBef>
                  <a:spcPct val="0"/>
                </a:spcBef>
              </a:pPr>
              <a:t>28</a:t>
            </a:fld>
            <a:endParaRPr lang="en-US" altLang="zh-CN" sz="1400">
              <a:ea typeface="宋体" panose="02010600030101010101" pitchFamily="2" charset="-122"/>
            </a:endParaRPr>
          </a:p>
        </p:txBody>
      </p:sp>
      <p:sp>
        <p:nvSpPr>
          <p:cNvPr id="5" name="Rectangle 1027">
            <a:extLst>
              <a:ext uri="{FF2B5EF4-FFF2-40B4-BE49-F238E27FC236}">
                <a16:creationId xmlns:a16="http://schemas.microsoft.com/office/drawing/2014/main" id="{CE6A8F82-1F02-B925-F20A-CB0B2EECCE2A}"/>
              </a:ext>
            </a:extLst>
          </p:cNvPr>
          <p:cNvSpPr>
            <a:spLocks noChangeArrowheads="1"/>
          </p:cNvSpPr>
          <p:nvPr/>
        </p:nvSpPr>
        <p:spPr bwMode="auto">
          <a:xfrm>
            <a:off x="41275" y="404813"/>
            <a:ext cx="906780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pPr>
            <a:r>
              <a:rPr kumimoji="1" lang="zh-CN" altLang="en-US" b="1" dirty="0">
                <a:solidFill>
                  <a:srgbClr val="FF9933"/>
                </a:solidFill>
                <a:latin typeface="幼圆" panose="02010509060101010101" pitchFamily="49" charset="-122"/>
                <a:ea typeface="幼圆" panose="02010509060101010101" pitchFamily="49" charset="-122"/>
              </a:rPr>
              <a:t>（略）</a:t>
            </a:r>
            <a:r>
              <a:rPr kumimoji="1" lang="en-US" altLang="zh-CN" b="1" dirty="0">
                <a:solidFill>
                  <a:srgbClr val="FF9933"/>
                </a:solidFill>
                <a:latin typeface="幼圆" panose="02010509060101010101" pitchFamily="49" charset="-122"/>
                <a:ea typeface="幼圆" panose="02010509060101010101" pitchFamily="49" charset="-122"/>
              </a:rPr>
              <a:t>【</a:t>
            </a:r>
            <a:r>
              <a:rPr kumimoji="1" lang="zh-CN" altLang="en-US" b="1" dirty="0">
                <a:solidFill>
                  <a:srgbClr val="FFB953"/>
                </a:solidFill>
                <a:latin typeface="楷体_GB2312" pitchFamily="49" charset="-122"/>
              </a:rPr>
              <a:t>例</a:t>
            </a:r>
            <a:r>
              <a:rPr kumimoji="1" lang="en-US" altLang="zh-CN" b="1" dirty="0">
                <a:solidFill>
                  <a:srgbClr val="FFB953"/>
                </a:solidFill>
                <a:latin typeface="Times New Roman" panose="02020603050405020304" pitchFamily="18" charset="0"/>
                <a:ea typeface="幼圆" panose="02010509060101010101" pitchFamily="49" charset="-122"/>
              </a:rPr>
              <a:t>3.1.6】</a:t>
            </a:r>
            <a:r>
              <a:rPr kumimoji="1" lang="zh-CN" altLang="en-US" b="1" dirty="0">
                <a:solidFill>
                  <a:schemeClr val="bg1"/>
                </a:solidFill>
                <a:latin typeface="楷体_GB2312" pitchFamily="49" charset="-122"/>
              </a:rPr>
              <a:t>半径为</a:t>
            </a:r>
            <a:r>
              <a:rPr kumimoji="1" lang="en-US" altLang="zh-CN" b="1" i="1" dirty="0">
                <a:solidFill>
                  <a:schemeClr val="bg1"/>
                </a:solidFill>
                <a:latin typeface="Times New Roman" panose="02020603050405020304" pitchFamily="18" charset="0"/>
              </a:rPr>
              <a:t>a </a:t>
            </a:r>
            <a:r>
              <a:rPr kumimoji="1" lang="zh-CN" altLang="en-US" b="1" dirty="0">
                <a:solidFill>
                  <a:schemeClr val="bg1"/>
                </a:solidFill>
                <a:latin typeface="楷体_GB2312" pitchFamily="49" charset="-122"/>
              </a:rPr>
              <a:t>的球形空间内均匀分布有电荷体密度为</a:t>
            </a:r>
            <a:r>
              <a:rPr kumimoji="1" lang="el-GR" altLang="zh-CN" b="1" i="1" dirty="0">
                <a:solidFill>
                  <a:schemeClr val="bg1"/>
                </a:solidFill>
                <a:latin typeface="Times New Roman" panose="02020603050405020304" pitchFamily="18" charset="0"/>
              </a:rPr>
              <a:t>ρ</a:t>
            </a:r>
            <a:r>
              <a:rPr kumimoji="1" lang="zh-CN" altLang="en-US" b="1" dirty="0">
                <a:solidFill>
                  <a:schemeClr val="bg1"/>
                </a:solidFill>
                <a:latin typeface="楷体_GB2312" pitchFamily="49" charset="-122"/>
              </a:rPr>
              <a:t>的电荷，试求静电场能量。</a:t>
            </a:r>
          </a:p>
        </p:txBody>
      </p:sp>
      <p:grpSp>
        <p:nvGrpSpPr>
          <p:cNvPr id="6" name="Group 1040">
            <a:extLst>
              <a:ext uri="{FF2B5EF4-FFF2-40B4-BE49-F238E27FC236}">
                <a16:creationId xmlns:a16="http://schemas.microsoft.com/office/drawing/2014/main" id="{C9B78DFD-0B56-CE19-76D9-4E8531C64037}"/>
              </a:ext>
            </a:extLst>
          </p:cNvPr>
          <p:cNvGrpSpPr>
            <a:grpSpLocks/>
          </p:cNvGrpSpPr>
          <p:nvPr/>
        </p:nvGrpSpPr>
        <p:grpSpPr bwMode="auto">
          <a:xfrm>
            <a:off x="34925" y="1317626"/>
            <a:ext cx="6842125" cy="763587"/>
            <a:chOff x="22" y="920"/>
            <a:chExt cx="4310" cy="481"/>
          </a:xfrm>
        </p:grpSpPr>
        <p:sp>
          <p:nvSpPr>
            <p:cNvPr id="7" name="Text Box 1032">
              <a:extLst>
                <a:ext uri="{FF2B5EF4-FFF2-40B4-BE49-F238E27FC236}">
                  <a16:creationId xmlns:a16="http://schemas.microsoft.com/office/drawing/2014/main" id="{7CD45B8A-E3EA-4409-DAF3-8E93D55A4AE8}"/>
                </a:ext>
              </a:extLst>
            </p:cNvPr>
            <p:cNvSpPr txBox="1">
              <a:spLocks noChangeArrowheads="1"/>
            </p:cNvSpPr>
            <p:nvPr/>
          </p:nvSpPr>
          <p:spPr bwMode="auto">
            <a:xfrm>
              <a:off x="22" y="1006"/>
              <a:ext cx="431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0"/>
                </a:spcBef>
              </a:pPr>
              <a:r>
                <a:rPr kumimoji="1" lang="en-US" altLang="zh-CN" b="1" dirty="0">
                  <a:solidFill>
                    <a:srgbClr val="FF9933"/>
                  </a:solidFill>
                </a:rPr>
                <a:t>【</a:t>
              </a:r>
              <a:r>
                <a:rPr kumimoji="1" lang="zh-CN" altLang="en-US" b="1" dirty="0">
                  <a:solidFill>
                    <a:srgbClr val="FF9933"/>
                  </a:solidFill>
                </a:rPr>
                <a:t>解</a:t>
              </a:r>
              <a:r>
                <a:rPr kumimoji="1" lang="en-US" altLang="zh-CN" b="1" dirty="0">
                  <a:solidFill>
                    <a:srgbClr val="FF9933"/>
                  </a:solidFill>
                </a:rPr>
                <a:t>】 </a:t>
              </a:r>
              <a:r>
                <a:rPr kumimoji="1" lang="zh-CN" altLang="en-US" b="1" dirty="0">
                  <a:solidFill>
                    <a:srgbClr val="FF7C80"/>
                  </a:solidFill>
                  <a:latin typeface="宋体" panose="02010600030101010101" pitchFamily="2" charset="-122"/>
                  <a:ea typeface="宋体" panose="02010600030101010101" pitchFamily="2" charset="-122"/>
                </a:rPr>
                <a:t>方法一</a:t>
              </a:r>
              <a:r>
                <a:rPr kumimoji="1" lang="zh-CN" altLang="en-US" b="1" dirty="0">
                  <a:solidFill>
                    <a:srgbClr val="FF7C80"/>
                  </a:solidFill>
                  <a:latin typeface="幼圆" panose="02010509060101010101" pitchFamily="49" charset="-122"/>
                </a:rPr>
                <a:t>：</a:t>
              </a:r>
              <a:r>
                <a:rPr kumimoji="1" lang="zh-CN" altLang="en-US" b="1" dirty="0">
                  <a:solidFill>
                    <a:schemeClr val="bg1"/>
                  </a:solidFill>
                  <a:latin typeface="楷体_GB2312" pitchFamily="49" charset="-122"/>
                </a:rPr>
                <a:t>利用                        计算                                    </a:t>
              </a:r>
            </a:p>
          </p:txBody>
        </p:sp>
        <p:graphicFrame>
          <p:nvGraphicFramePr>
            <p:cNvPr id="8" name="Object 1034">
              <a:extLst>
                <a:ext uri="{FF2B5EF4-FFF2-40B4-BE49-F238E27FC236}">
                  <a16:creationId xmlns:a16="http://schemas.microsoft.com/office/drawing/2014/main" id="{22635628-5707-C5CC-A308-C11130441155}"/>
                </a:ext>
              </a:extLst>
            </p:cNvPr>
            <p:cNvGraphicFramePr>
              <a:graphicFrameLocks noChangeAspect="1"/>
            </p:cNvGraphicFramePr>
            <p:nvPr>
              <p:extLst>
                <p:ext uri="{D42A27DB-BD31-4B8C-83A1-F6EECF244321}">
                  <p14:modId xmlns:p14="http://schemas.microsoft.com/office/powerpoint/2010/main" val="2356810285"/>
                </p:ext>
              </p:extLst>
            </p:nvPr>
          </p:nvGraphicFramePr>
          <p:xfrm>
            <a:off x="1882" y="920"/>
            <a:ext cx="1379" cy="481"/>
          </p:xfrm>
          <a:graphic>
            <a:graphicData uri="http://schemas.openxmlformats.org/presentationml/2006/ole">
              <mc:AlternateContent xmlns:mc="http://schemas.openxmlformats.org/markup-compatibility/2006">
                <mc:Choice xmlns:v="urn:schemas-microsoft-com:vml" Requires="v">
                  <p:oleObj name="公式" r:id="rId2" imgW="1123911" imgH="387373" progId="Equation.3">
                    <p:embed/>
                  </p:oleObj>
                </mc:Choice>
                <mc:Fallback>
                  <p:oleObj name="公式" r:id="rId2" imgW="1123911" imgH="387373" progId="Equation.3">
                    <p:embed/>
                    <p:pic>
                      <p:nvPicPr>
                        <p:cNvPr id="35853" name="Object 1034">
                          <a:extLst>
                            <a:ext uri="{FF2B5EF4-FFF2-40B4-BE49-F238E27FC236}">
                              <a16:creationId xmlns:a16="http://schemas.microsoft.com/office/drawing/2014/main" id="{942B3BD9-E1C6-FF04-5FFF-F9E7049F0C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 y="920"/>
                          <a:ext cx="1379" cy="4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 name="Text Box 1035">
            <a:extLst>
              <a:ext uri="{FF2B5EF4-FFF2-40B4-BE49-F238E27FC236}">
                <a16:creationId xmlns:a16="http://schemas.microsoft.com/office/drawing/2014/main" id="{D4020742-BF91-3AFC-5AF7-7CC73A6E3A38}"/>
              </a:ext>
            </a:extLst>
          </p:cNvPr>
          <p:cNvSpPr txBox="1">
            <a:spLocks noChangeArrowheads="1"/>
          </p:cNvSpPr>
          <p:nvPr/>
        </p:nvSpPr>
        <p:spPr bwMode="auto">
          <a:xfrm>
            <a:off x="539750" y="2251075"/>
            <a:ext cx="65532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0"/>
              </a:spcBef>
            </a:pPr>
            <a:r>
              <a:rPr kumimoji="1" lang="en-US" altLang="zh-CN" b="1">
                <a:solidFill>
                  <a:schemeClr val="bg1"/>
                </a:solidFill>
                <a:latin typeface="楷体_GB2312" pitchFamily="49" charset="-122"/>
              </a:rPr>
              <a:t>   </a:t>
            </a:r>
            <a:r>
              <a:rPr kumimoji="1" lang="zh-CN" altLang="en-US" b="1">
                <a:solidFill>
                  <a:schemeClr val="bg1"/>
                </a:solidFill>
                <a:latin typeface="楷体_GB2312" pitchFamily="49" charset="-122"/>
              </a:rPr>
              <a:t>根据高斯定理求得电场强度 </a:t>
            </a:r>
          </a:p>
        </p:txBody>
      </p:sp>
      <p:sp>
        <p:nvSpPr>
          <p:cNvPr id="10" name="AutoShape 1041">
            <a:hlinkClick r:id="rId4" action="ppaction://hlinksldjump" highlightClick="1"/>
            <a:extLst>
              <a:ext uri="{FF2B5EF4-FFF2-40B4-BE49-F238E27FC236}">
                <a16:creationId xmlns:a16="http://schemas.microsoft.com/office/drawing/2014/main" id="{CD04F615-2202-8C5B-A7E1-215EE602C57F}"/>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1" name="AutoShape 1042">
            <a:hlinkClick r:id="" action="ppaction://hlinkshowjump?jump=previousslide" highlightClick="1"/>
            <a:extLst>
              <a:ext uri="{FF2B5EF4-FFF2-40B4-BE49-F238E27FC236}">
                <a16:creationId xmlns:a16="http://schemas.microsoft.com/office/drawing/2014/main" id="{413A5C89-F085-CDA2-2684-18E26A7105D5}"/>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2" name="AutoShape 1043">
            <a:hlinkClick r:id="" action="ppaction://hlinkshowjump?jump=nextslide" highlightClick="1"/>
            <a:extLst>
              <a:ext uri="{FF2B5EF4-FFF2-40B4-BE49-F238E27FC236}">
                <a16:creationId xmlns:a16="http://schemas.microsoft.com/office/drawing/2014/main" id="{13F0687D-BB19-908B-66B7-C3D2219A5304}"/>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3" name="AutoShape 1044">
            <a:hlinkClick r:id="" action="ppaction://hlinkshowjump?jump=lastslide" highlightClick="1"/>
            <a:extLst>
              <a:ext uri="{FF2B5EF4-FFF2-40B4-BE49-F238E27FC236}">
                <a16:creationId xmlns:a16="http://schemas.microsoft.com/office/drawing/2014/main" id="{4400D8E6-CCB6-1E15-C886-E666B9B75001}"/>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graphicFrame>
        <p:nvGraphicFramePr>
          <p:cNvPr id="14" name="Object 1045">
            <a:extLst>
              <a:ext uri="{FF2B5EF4-FFF2-40B4-BE49-F238E27FC236}">
                <a16:creationId xmlns:a16="http://schemas.microsoft.com/office/drawing/2014/main" id="{2665228C-76C3-0B2D-8F1B-3D2BB02B7547}"/>
              </a:ext>
            </a:extLst>
          </p:cNvPr>
          <p:cNvGraphicFramePr>
            <a:graphicFrameLocks noGrp="1" noChangeAspect="1"/>
          </p:cNvGraphicFramePr>
          <p:nvPr>
            <p:ph/>
          </p:nvPr>
        </p:nvGraphicFramePr>
        <p:xfrm>
          <a:off x="250825" y="2813050"/>
          <a:ext cx="8928100" cy="3784600"/>
        </p:xfrm>
        <a:graphic>
          <a:graphicData uri="http://schemas.openxmlformats.org/presentationml/2006/ole">
            <mc:AlternateContent xmlns:mc="http://schemas.openxmlformats.org/markup-compatibility/2006">
              <mc:Choice xmlns:v="urn:schemas-microsoft-com:vml" Requires="v">
                <p:oleObj name="公式" r:id="rId5" imgW="4248059" imgH="1797212" progId="Equation.3">
                  <p:embed/>
                </p:oleObj>
              </mc:Choice>
              <mc:Fallback>
                <p:oleObj name="公式" r:id="rId5" imgW="4248059" imgH="1797212" progId="Equation.3">
                  <p:embed/>
                  <p:pic>
                    <p:nvPicPr>
                      <p:cNvPr id="561173" name="Object 1045">
                        <a:extLst>
                          <a:ext uri="{FF2B5EF4-FFF2-40B4-BE49-F238E27FC236}">
                            <a16:creationId xmlns:a16="http://schemas.microsoft.com/office/drawing/2014/main" id="{F94B1FCA-95C5-902B-34F9-A8D5EB6CC2FD}"/>
                          </a:ext>
                        </a:extLst>
                      </p:cNvPr>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2813050"/>
                        <a:ext cx="8928100"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047">
            <a:extLst>
              <a:ext uri="{FF2B5EF4-FFF2-40B4-BE49-F238E27FC236}">
                <a16:creationId xmlns:a16="http://schemas.microsoft.com/office/drawing/2014/main" id="{4223A0D8-F8D6-8857-46EF-67227EF749D7}"/>
              </a:ext>
            </a:extLst>
          </p:cNvPr>
          <p:cNvGraphicFramePr>
            <a:graphicFrameLocks noChangeAspect="1"/>
          </p:cNvGraphicFramePr>
          <p:nvPr/>
        </p:nvGraphicFramePr>
        <p:xfrm>
          <a:off x="4872038" y="1689100"/>
          <a:ext cx="3013075" cy="1811338"/>
        </p:xfrm>
        <a:graphic>
          <a:graphicData uri="http://schemas.openxmlformats.org/presentationml/2006/ole">
            <mc:AlternateContent xmlns:mc="http://schemas.openxmlformats.org/markup-compatibility/2006">
              <mc:Choice xmlns:v="urn:schemas-microsoft-com:vml" Requires="v">
                <p:oleObj name="公式" r:id="rId7" imgW="1428919" imgH="857458" progId="Equation.3">
                  <p:embed/>
                </p:oleObj>
              </mc:Choice>
              <mc:Fallback>
                <p:oleObj name="公式" r:id="rId7" imgW="1428919" imgH="857458" progId="Equation.3">
                  <p:embed/>
                  <p:pic>
                    <p:nvPicPr>
                      <p:cNvPr id="561175" name="Object 1047">
                        <a:extLst>
                          <a:ext uri="{FF2B5EF4-FFF2-40B4-BE49-F238E27FC236}">
                            <a16:creationId xmlns:a16="http://schemas.microsoft.com/office/drawing/2014/main" id="{B20A8BA9-EF14-1B60-1E58-92E133D0D0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2038" y="1689100"/>
                        <a:ext cx="3013075" cy="181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39756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2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20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DC7168E-4985-F141-86C5-9F6E95C97E16}"/>
              </a:ext>
            </a:extLst>
          </p:cNvPr>
          <p:cNvSpPr>
            <a:spLocks noGrp="1"/>
          </p:cNvSpPr>
          <p:nvPr>
            <p:ph type="sldNum" sz="quarter" idx="10"/>
          </p:nvPr>
        </p:nvSpPr>
        <p:spPr/>
        <p:txBody>
          <a:bodyPr/>
          <a:lstStyle/>
          <a:p>
            <a:pPr>
              <a:defRPr/>
            </a:pPr>
            <a:fld id="{2E4D8BE1-91A0-440B-A753-AF302F76E10E}" type="slidenum">
              <a:rPr lang="en-US" altLang="zh-CN" smtClean="0"/>
              <a:pPr>
                <a:defRPr/>
              </a:pPr>
              <a:t>29</a:t>
            </a:fld>
            <a:endParaRPr lang="en-US" altLang="zh-CN"/>
          </a:p>
        </p:txBody>
      </p:sp>
      <p:sp>
        <p:nvSpPr>
          <p:cNvPr id="4" name="灯片编号占位符 2">
            <a:extLst>
              <a:ext uri="{FF2B5EF4-FFF2-40B4-BE49-F238E27FC236}">
                <a16:creationId xmlns:a16="http://schemas.microsoft.com/office/drawing/2014/main" id="{8CB3CC4E-E90C-8B9A-B197-69AACA55298C}"/>
              </a:ext>
            </a:extLst>
          </p:cNvPr>
          <p:cNvSpPr txBox="1">
            <a:spLocks/>
          </p:cNvSpPr>
          <p:nvPr/>
        </p:nvSpPr>
        <p:spPr bwMode="auto">
          <a:xfrm>
            <a:off x="7667625" y="0"/>
            <a:ext cx="1343025" cy="333375"/>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zh-CN"/>
            </a:defPPr>
            <a:lvl1pPr algn="r"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1pPr>
            <a:lvl2pPr marL="742950" indent="-28575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2pPr>
            <a:lvl3pPr marL="11430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3pPr>
            <a:lvl4pPr marL="16002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4pPr>
            <a:lvl5pPr marL="2057400" indent="-228600" algn="l" rtl="0" eaLnBrk="0" fontAlgn="base"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5pPr>
            <a:lvl6pPr marL="25146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6pPr>
            <a:lvl7pPr marL="29718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7pPr>
            <a:lvl8pPr marL="34290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8pPr>
            <a:lvl9pPr marL="3886200" indent="-228600" algn="l" defTabSz="914400" rtl="0" eaLnBrk="0" fontAlgn="base" latinLnBrk="0" hangingPunct="0">
              <a:spcBef>
                <a:spcPct val="20000"/>
              </a:spcBef>
              <a:spcAft>
                <a:spcPct val="0"/>
              </a:spcAft>
              <a:defRPr sz="2400" kern="1200">
                <a:solidFill>
                  <a:schemeClr val="tx1"/>
                </a:solidFill>
                <a:latin typeface="Arial" panose="020B0604020202020204" pitchFamily="34" charset="0"/>
                <a:ea typeface="楷体_GB2312" pitchFamily="49" charset="-122"/>
                <a:cs typeface="+mn-cs"/>
              </a:defRPr>
            </a:lvl9pPr>
          </a:lstStyle>
          <a:p>
            <a:pPr eaLnBrk="1" hangingPunct="1">
              <a:spcBef>
                <a:spcPct val="0"/>
              </a:spcBef>
            </a:pPr>
            <a:fld id="{4C2A3F2E-F7B1-4006-9B9F-A77D5BCE6598}" type="slidenum">
              <a:rPr lang="en-US" altLang="zh-CN" sz="1400" smtClean="0">
                <a:ea typeface="宋体" panose="02010600030101010101" pitchFamily="2" charset="-122"/>
              </a:rPr>
              <a:pPr eaLnBrk="1" hangingPunct="1">
                <a:spcBef>
                  <a:spcPct val="0"/>
                </a:spcBef>
              </a:pPr>
              <a:t>29</a:t>
            </a:fld>
            <a:endParaRPr lang="en-US" altLang="zh-CN" sz="1400">
              <a:ea typeface="宋体" panose="02010600030101010101" pitchFamily="2" charset="-122"/>
            </a:endParaRPr>
          </a:p>
        </p:txBody>
      </p:sp>
      <p:graphicFrame>
        <p:nvGraphicFramePr>
          <p:cNvPr id="5" name="Object 5">
            <a:extLst>
              <a:ext uri="{FF2B5EF4-FFF2-40B4-BE49-F238E27FC236}">
                <a16:creationId xmlns:a16="http://schemas.microsoft.com/office/drawing/2014/main" id="{1E82E0FE-A683-A352-AA2D-E065CB10A526}"/>
              </a:ext>
            </a:extLst>
          </p:cNvPr>
          <p:cNvGraphicFramePr>
            <a:graphicFrameLocks noChangeAspect="1"/>
          </p:cNvGraphicFramePr>
          <p:nvPr/>
        </p:nvGraphicFramePr>
        <p:xfrm>
          <a:off x="468313" y="1268413"/>
          <a:ext cx="8470900" cy="4502150"/>
        </p:xfrm>
        <a:graphic>
          <a:graphicData uri="http://schemas.openxmlformats.org/presentationml/2006/ole">
            <mc:AlternateContent xmlns:mc="http://schemas.openxmlformats.org/markup-compatibility/2006">
              <mc:Choice xmlns:v="urn:schemas-microsoft-com:vml" Requires="v">
                <p:oleObj name="公式" r:id="rId3" imgW="3689224" imgH="2279765" progId="Equation.3">
                  <p:embed/>
                </p:oleObj>
              </mc:Choice>
              <mc:Fallback>
                <p:oleObj name="公式" r:id="rId3" imgW="3689224" imgH="2279765" progId="Equation.3">
                  <p:embed/>
                  <p:pic>
                    <p:nvPicPr>
                      <p:cNvPr id="627717" name="Object 5">
                        <a:extLst>
                          <a:ext uri="{FF2B5EF4-FFF2-40B4-BE49-F238E27FC236}">
                            <a16:creationId xmlns:a16="http://schemas.microsoft.com/office/drawing/2014/main" id="{47434F3B-EF42-A419-C6F7-D088D0C748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268413"/>
                        <a:ext cx="8470900" cy="4502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14">
            <a:extLst>
              <a:ext uri="{FF2B5EF4-FFF2-40B4-BE49-F238E27FC236}">
                <a16:creationId xmlns:a16="http://schemas.microsoft.com/office/drawing/2014/main" id="{4C044757-C4EB-B67C-DB9C-0FE3F1AF340E}"/>
              </a:ext>
            </a:extLst>
          </p:cNvPr>
          <p:cNvGrpSpPr>
            <a:grpSpLocks/>
          </p:cNvGrpSpPr>
          <p:nvPr/>
        </p:nvGrpSpPr>
        <p:grpSpPr bwMode="auto">
          <a:xfrm>
            <a:off x="-180528" y="504825"/>
            <a:ext cx="6265863" cy="763588"/>
            <a:chOff x="0" y="346"/>
            <a:chExt cx="3947" cy="481"/>
          </a:xfrm>
        </p:grpSpPr>
        <p:sp>
          <p:nvSpPr>
            <p:cNvPr id="7" name="Text Box 7">
              <a:extLst>
                <a:ext uri="{FF2B5EF4-FFF2-40B4-BE49-F238E27FC236}">
                  <a16:creationId xmlns:a16="http://schemas.microsoft.com/office/drawing/2014/main" id="{183DD6F0-C4A4-5FE5-3B2D-DCACB35539E9}"/>
                </a:ext>
              </a:extLst>
            </p:cNvPr>
            <p:cNvSpPr txBox="1">
              <a:spLocks noChangeArrowheads="1"/>
            </p:cNvSpPr>
            <p:nvPr/>
          </p:nvSpPr>
          <p:spPr bwMode="auto">
            <a:xfrm>
              <a:off x="0" y="436"/>
              <a:ext cx="394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0"/>
                </a:spcBef>
              </a:pPr>
              <a:r>
                <a:rPr kumimoji="1" lang="en-US" altLang="zh-CN" b="1" dirty="0">
                  <a:solidFill>
                    <a:schemeClr val="bg1"/>
                  </a:solidFill>
                  <a:latin typeface="楷体_GB2312" pitchFamily="49" charset="-122"/>
                </a:rPr>
                <a:t>    </a:t>
              </a:r>
              <a:r>
                <a:rPr kumimoji="1" lang="zh-CN" altLang="en-US" b="1" dirty="0">
                  <a:solidFill>
                    <a:srgbClr val="FF7C80"/>
                  </a:solidFill>
                  <a:latin typeface="宋体" panose="02010600030101010101" pitchFamily="2" charset="-122"/>
                  <a:ea typeface="宋体" panose="02010600030101010101" pitchFamily="2" charset="-122"/>
                </a:rPr>
                <a:t>方法二</a:t>
              </a:r>
              <a:r>
                <a:rPr kumimoji="1" lang="zh-CN" altLang="en-US" b="1" dirty="0">
                  <a:solidFill>
                    <a:srgbClr val="FF7C80"/>
                  </a:solidFill>
                  <a:latin typeface="幼圆" panose="02010509060101010101" pitchFamily="49" charset="-122"/>
                </a:rPr>
                <a:t>：</a:t>
              </a:r>
              <a:r>
                <a:rPr kumimoji="1" lang="zh-CN" altLang="en-US" b="1" dirty="0">
                  <a:solidFill>
                    <a:schemeClr val="bg1"/>
                  </a:solidFill>
                  <a:latin typeface="楷体_GB2312" pitchFamily="49" charset="-122"/>
                </a:rPr>
                <a:t>利用                      计算         </a:t>
              </a:r>
            </a:p>
          </p:txBody>
        </p:sp>
        <p:graphicFrame>
          <p:nvGraphicFramePr>
            <p:cNvPr id="8" name="Object 8">
              <a:extLst>
                <a:ext uri="{FF2B5EF4-FFF2-40B4-BE49-F238E27FC236}">
                  <a16:creationId xmlns:a16="http://schemas.microsoft.com/office/drawing/2014/main" id="{E9CC70E4-D415-6999-BAF9-F4C9567D35A0}"/>
                </a:ext>
              </a:extLst>
            </p:cNvPr>
            <p:cNvGraphicFramePr>
              <a:graphicFrameLocks noChangeAspect="1"/>
            </p:cNvGraphicFramePr>
            <p:nvPr>
              <p:extLst>
                <p:ext uri="{D42A27DB-BD31-4B8C-83A1-F6EECF244321}">
                  <p14:modId xmlns:p14="http://schemas.microsoft.com/office/powerpoint/2010/main" val="1928154547"/>
                </p:ext>
              </p:extLst>
            </p:nvPr>
          </p:nvGraphicFramePr>
          <p:xfrm>
            <a:off x="1451" y="346"/>
            <a:ext cx="1224" cy="481"/>
          </p:xfrm>
          <a:graphic>
            <a:graphicData uri="http://schemas.openxmlformats.org/presentationml/2006/ole">
              <mc:AlternateContent xmlns:mc="http://schemas.openxmlformats.org/markup-compatibility/2006">
                <mc:Choice xmlns:v="urn:schemas-microsoft-com:vml" Requires="v">
                  <p:oleObj name="公式" r:id="rId5" imgW="996998" imgH="387373" progId="Equation.3">
                    <p:embed/>
                  </p:oleObj>
                </mc:Choice>
                <mc:Fallback>
                  <p:oleObj name="公式" r:id="rId5" imgW="996998" imgH="387373" progId="Equation.3">
                    <p:embed/>
                    <p:pic>
                      <p:nvPicPr>
                        <p:cNvPr id="36874" name="Object 8">
                          <a:extLst>
                            <a:ext uri="{FF2B5EF4-FFF2-40B4-BE49-F238E27FC236}">
                              <a16:creationId xmlns:a16="http://schemas.microsoft.com/office/drawing/2014/main" id="{5E4D4120-FA17-A8EA-19A5-1BE56DEE8E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1" y="346"/>
                          <a:ext cx="1224" cy="4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 name="AutoShape 15">
            <a:hlinkClick r:id="rId7" action="ppaction://hlinksldjump" highlightClick="1"/>
            <a:extLst>
              <a:ext uri="{FF2B5EF4-FFF2-40B4-BE49-F238E27FC236}">
                <a16:creationId xmlns:a16="http://schemas.microsoft.com/office/drawing/2014/main" id="{259B5194-60BE-F958-D190-AB0A3B54DBE4}"/>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0" name="AutoShape 16">
            <a:hlinkClick r:id="" action="ppaction://hlinkshowjump?jump=previousslide" highlightClick="1"/>
            <a:extLst>
              <a:ext uri="{FF2B5EF4-FFF2-40B4-BE49-F238E27FC236}">
                <a16:creationId xmlns:a16="http://schemas.microsoft.com/office/drawing/2014/main" id="{80BBAE29-55A0-1A66-43F3-B26CE1E4542D}"/>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1" name="AutoShape 17">
            <a:hlinkClick r:id="" action="ppaction://hlinkshowjump?jump=nextslide" highlightClick="1"/>
            <a:extLst>
              <a:ext uri="{FF2B5EF4-FFF2-40B4-BE49-F238E27FC236}">
                <a16:creationId xmlns:a16="http://schemas.microsoft.com/office/drawing/2014/main" id="{C9A438FB-54E7-5FAD-6E30-CABD8A71BA30}"/>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
        <p:nvSpPr>
          <p:cNvPr id="12" name="AutoShape 18">
            <a:hlinkClick r:id="" action="ppaction://hlinkshowjump?jump=lastslide" highlightClick="1"/>
            <a:extLst>
              <a:ext uri="{FF2B5EF4-FFF2-40B4-BE49-F238E27FC236}">
                <a16:creationId xmlns:a16="http://schemas.microsoft.com/office/drawing/2014/main" id="{43A4E86B-C9CE-FE0A-06CB-71E6BDDDDA1B}"/>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defRPr sz="2400">
                <a:solidFill>
                  <a:schemeClr val="tx1"/>
                </a:solidFill>
                <a:latin typeface="Arial" panose="020B0604020202020204" pitchFamily="34" charset="0"/>
                <a:ea typeface="楷体_GB2312" pitchFamily="49" charset="-122"/>
              </a:defRPr>
            </a:lvl1pPr>
            <a:lvl2pPr marL="742950" indent="-285750" eaLnBrk="0" hangingPunct="0">
              <a:spcBef>
                <a:spcPct val="20000"/>
              </a:spcBef>
              <a:defRPr sz="2400">
                <a:solidFill>
                  <a:schemeClr val="tx1"/>
                </a:solidFill>
                <a:latin typeface="Arial" panose="020B0604020202020204" pitchFamily="34" charset="0"/>
                <a:ea typeface="楷体_GB2312" pitchFamily="49" charset="-122"/>
              </a:defRPr>
            </a:lvl2pPr>
            <a:lvl3pPr marL="1143000" indent="-228600" eaLnBrk="0" hangingPunct="0">
              <a:spcBef>
                <a:spcPct val="20000"/>
              </a:spcBef>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defRPr sz="2400">
                <a:solidFill>
                  <a:schemeClr val="tx1"/>
                </a:solidFill>
                <a:latin typeface="Arial" panose="020B0604020202020204" pitchFamily="34" charset="0"/>
                <a:ea typeface="楷体_GB2312" pitchFamily="49" charset="-122"/>
              </a:defRPr>
            </a:lvl4pPr>
            <a:lvl5pPr marL="2057400" indent="-228600" eaLnBrk="0" hangingPunct="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endParaRPr lang="zh-CN" altLang="en-US"/>
          </a:p>
        </p:txBody>
      </p:sp>
    </p:spTree>
    <p:extLst>
      <p:ext uri="{BB962C8B-B14F-4D97-AF65-F5344CB8AC3E}">
        <p14:creationId xmlns:p14="http://schemas.microsoft.com/office/powerpoint/2010/main" val="25383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2">
            <a:extLst>
              <a:ext uri="{FF2B5EF4-FFF2-40B4-BE49-F238E27FC236}">
                <a16:creationId xmlns:a16="http://schemas.microsoft.com/office/drawing/2014/main" id="{C799FD95-8525-75D2-48A2-05C03AA27B9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6AB7B0E0-2754-4DCB-8F32-3E718E9671DE}" type="slidenum">
              <a:rPr lang="en-US" altLang="zh-CN" sz="1400">
                <a:ea typeface="宋体" panose="02010600030101010101" pitchFamily="2" charset="-122"/>
              </a:rPr>
              <a:pPr/>
              <a:t>30</a:t>
            </a:fld>
            <a:endParaRPr lang="en-US" altLang="zh-CN" sz="1400">
              <a:ea typeface="宋体" panose="02010600030101010101" pitchFamily="2" charset="-122"/>
            </a:endParaRPr>
          </a:p>
        </p:txBody>
      </p:sp>
      <p:sp>
        <p:nvSpPr>
          <p:cNvPr id="932866" name="Rectangle 2">
            <a:extLst>
              <a:ext uri="{FF2B5EF4-FFF2-40B4-BE49-F238E27FC236}">
                <a16:creationId xmlns:a16="http://schemas.microsoft.com/office/drawing/2014/main" id="{4C84F863-000C-8D82-EA2A-5062D5FB17C5}"/>
              </a:ext>
            </a:extLst>
          </p:cNvPr>
          <p:cNvSpPr>
            <a:spLocks noGrp="1" noChangeArrowheads="1"/>
          </p:cNvSpPr>
          <p:nvPr>
            <p:ph type="body" idx="4294967295"/>
          </p:nvPr>
        </p:nvSpPr>
        <p:spPr bwMode="auto">
          <a:xfrm>
            <a:off x="112713" y="404813"/>
            <a:ext cx="7843837" cy="649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lnSpc>
                <a:spcPct val="130000"/>
              </a:lnSpc>
              <a:spcBef>
                <a:spcPct val="0"/>
              </a:spcBef>
            </a:pPr>
            <a:r>
              <a:rPr kumimoji="1" lang="zh-CN" altLang="en-US" sz="2400" b="1">
                <a:solidFill>
                  <a:srgbClr val="FF9933"/>
                </a:solidFill>
                <a:effectLst/>
                <a:latin typeface="Times New Roman" panose="02020603050405020304" pitchFamily="18" charset="0"/>
              </a:rPr>
              <a:t>小结</a:t>
            </a:r>
          </a:p>
        </p:txBody>
      </p:sp>
      <p:grpSp>
        <p:nvGrpSpPr>
          <p:cNvPr id="932867" name="Group 3">
            <a:extLst>
              <a:ext uri="{FF2B5EF4-FFF2-40B4-BE49-F238E27FC236}">
                <a16:creationId xmlns:a16="http://schemas.microsoft.com/office/drawing/2014/main" id="{3DFC9118-42DF-D886-333E-C3190905F0B9}"/>
              </a:ext>
            </a:extLst>
          </p:cNvPr>
          <p:cNvGrpSpPr>
            <a:grpSpLocks/>
          </p:cNvGrpSpPr>
          <p:nvPr/>
        </p:nvGrpSpPr>
        <p:grpSpPr bwMode="auto">
          <a:xfrm>
            <a:off x="2124075" y="5589588"/>
            <a:ext cx="3373438" cy="881062"/>
            <a:chOff x="2842" y="3555"/>
            <a:chExt cx="2125" cy="555"/>
          </a:xfrm>
        </p:grpSpPr>
        <p:sp>
          <p:nvSpPr>
            <p:cNvPr id="43034" name="Text Box 4">
              <a:extLst>
                <a:ext uri="{FF2B5EF4-FFF2-40B4-BE49-F238E27FC236}">
                  <a16:creationId xmlns:a16="http://schemas.microsoft.com/office/drawing/2014/main" id="{41A71F8C-A361-B481-9185-9F86719AF75E}"/>
                </a:ext>
              </a:extLst>
            </p:cNvPr>
            <p:cNvSpPr txBox="1">
              <a:spLocks noChangeArrowheads="1"/>
            </p:cNvSpPr>
            <p:nvPr/>
          </p:nvSpPr>
          <p:spPr bwMode="auto">
            <a:xfrm>
              <a:off x="3143" y="3631"/>
              <a:ext cx="117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lnSpc>
                  <a:spcPct val="130000"/>
                </a:lnSpc>
              </a:pPr>
              <a:r>
                <a:rPr lang="zh-CN" altLang="en-US" b="1">
                  <a:solidFill>
                    <a:schemeClr val="bg1"/>
                  </a:solidFill>
                  <a:latin typeface="Verdana" panose="020B0604030504040204" pitchFamily="34" charset="0"/>
                </a:rPr>
                <a:t>常数 </a:t>
              </a:r>
            </a:p>
          </p:txBody>
        </p:sp>
        <p:graphicFrame>
          <p:nvGraphicFramePr>
            <p:cNvPr id="43035" name="Object 5">
              <a:extLst>
                <a:ext uri="{FF2B5EF4-FFF2-40B4-BE49-F238E27FC236}">
                  <a16:creationId xmlns:a16="http://schemas.microsoft.com/office/drawing/2014/main" id="{20F1C2FD-D32A-AAF2-2FB2-39ADEB5FAC22}"/>
                </a:ext>
              </a:extLst>
            </p:cNvPr>
            <p:cNvGraphicFramePr>
              <a:graphicFrameLocks noChangeAspect="1"/>
            </p:cNvGraphicFramePr>
            <p:nvPr>
              <p:extLst>
                <p:ext uri="{D42A27DB-BD31-4B8C-83A1-F6EECF244321}">
                  <p14:modId xmlns:p14="http://schemas.microsoft.com/office/powerpoint/2010/main" val="2310631085"/>
                </p:ext>
              </p:extLst>
            </p:nvPr>
          </p:nvGraphicFramePr>
          <p:xfrm>
            <a:off x="2842" y="3768"/>
            <a:ext cx="392" cy="227"/>
          </p:xfrm>
          <a:graphic>
            <a:graphicData uri="http://schemas.openxmlformats.org/presentationml/2006/ole">
              <mc:AlternateContent xmlns:mc="http://schemas.openxmlformats.org/markup-compatibility/2006">
                <mc:Choice xmlns:v="urn:schemas-microsoft-com:vml" Requires="v">
                  <p:oleObj name="公式" r:id="rId3" imgW="177817" imgH="95250" progId="Equation.3">
                    <p:embed/>
                  </p:oleObj>
                </mc:Choice>
                <mc:Fallback>
                  <p:oleObj name="公式" r:id="rId3" imgW="177817" imgH="9525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2" y="3768"/>
                          <a:ext cx="392" cy="22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36" name="Object 6">
              <a:extLst>
                <a:ext uri="{FF2B5EF4-FFF2-40B4-BE49-F238E27FC236}">
                  <a16:creationId xmlns:a16="http://schemas.microsoft.com/office/drawing/2014/main" id="{C37A07B1-E5ED-B170-181F-E37430153F82}"/>
                </a:ext>
              </a:extLst>
            </p:cNvPr>
            <p:cNvGraphicFramePr>
              <a:graphicFrameLocks noChangeAspect="1"/>
            </p:cNvGraphicFramePr>
            <p:nvPr>
              <p:extLst>
                <p:ext uri="{D42A27DB-BD31-4B8C-83A1-F6EECF244321}">
                  <p14:modId xmlns:p14="http://schemas.microsoft.com/office/powerpoint/2010/main" val="3366872039"/>
                </p:ext>
              </p:extLst>
            </p:nvPr>
          </p:nvGraphicFramePr>
          <p:xfrm>
            <a:off x="3914" y="3555"/>
            <a:ext cx="1053" cy="555"/>
          </p:xfrm>
          <a:graphic>
            <a:graphicData uri="http://schemas.openxmlformats.org/presentationml/2006/ole">
              <mc:AlternateContent xmlns:mc="http://schemas.openxmlformats.org/markup-compatibility/2006">
                <mc:Choice xmlns:v="urn:schemas-microsoft-com:vml" Requires="v">
                  <p:oleObj name="公式" r:id="rId5" imgW="666712" imgH="323850" progId="Equation.3">
                    <p:embed/>
                  </p:oleObj>
                </mc:Choice>
                <mc:Fallback>
                  <p:oleObj name="公式" r:id="rId5" imgW="666712" imgH="32385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4" y="3555"/>
                          <a:ext cx="1053" cy="55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32871" name="Object 7">
            <a:extLst>
              <a:ext uri="{FF2B5EF4-FFF2-40B4-BE49-F238E27FC236}">
                <a16:creationId xmlns:a16="http://schemas.microsoft.com/office/drawing/2014/main" id="{50E39AE5-D456-7D9B-4A0E-487183E1415E}"/>
              </a:ext>
            </a:extLst>
          </p:cNvPr>
          <p:cNvGraphicFramePr>
            <a:graphicFrameLocks noChangeAspect="1"/>
          </p:cNvGraphicFramePr>
          <p:nvPr>
            <p:extLst>
              <p:ext uri="{D42A27DB-BD31-4B8C-83A1-F6EECF244321}">
                <p14:modId xmlns:p14="http://schemas.microsoft.com/office/powerpoint/2010/main" val="2818108356"/>
              </p:ext>
            </p:extLst>
          </p:nvPr>
        </p:nvGraphicFramePr>
        <p:xfrm>
          <a:off x="3635375" y="3644900"/>
          <a:ext cx="2854325" cy="863600"/>
        </p:xfrm>
        <a:graphic>
          <a:graphicData uri="http://schemas.openxmlformats.org/presentationml/2006/ole">
            <mc:AlternateContent xmlns:mc="http://schemas.openxmlformats.org/markup-compatibility/2006">
              <mc:Choice xmlns:v="urn:schemas-microsoft-com:vml" Requires="v">
                <p:oleObj name="公式" r:id="rId7" imgW="1206643" imgH="323850" progId="Equation.3">
                  <p:embed/>
                </p:oleObj>
              </mc:Choice>
              <mc:Fallback>
                <p:oleObj name="公式" r:id="rId7" imgW="1206643" imgH="32385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375" y="3644900"/>
                        <a:ext cx="2854325" cy="863600"/>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872" name="Object 8">
            <a:extLst>
              <a:ext uri="{FF2B5EF4-FFF2-40B4-BE49-F238E27FC236}">
                <a16:creationId xmlns:a16="http://schemas.microsoft.com/office/drawing/2014/main" id="{45ABCFAD-B643-B75D-4019-94B39D4CF515}"/>
              </a:ext>
            </a:extLst>
          </p:cNvPr>
          <p:cNvGraphicFramePr>
            <a:graphicFrameLocks noChangeAspect="1"/>
          </p:cNvGraphicFramePr>
          <p:nvPr>
            <p:extLst>
              <p:ext uri="{D42A27DB-BD31-4B8C-83A1-F6EECF244321}">
                <p14:modId xmlns:p14="http://schemas.microsoft.com/office/powerpoint/2010/main" val="3883792559"/>
              </p:ext>
            </p:extLst>
          </p:nvPr>
        </p:nvGraphicFramePr>
        <p:xfrm>
          <a:off x="2051050" y="4725988"/>
          <a:ext cx="1223963" cy="503237"/>
        </p:xfrm>
        <a:graphic>
          <a:graphicData uri="http://schemas.openxmlformats.org/presentationml/2006/ole">
            <mc:AlternateContent xmlns:mc="http://schemas.openxmlformats.org/markup-compatibility/2006">
              <mc:Choice xmlns:v="urn:schemas-microsoft-com:vml" Requires="v">
                <p:oleObj name="公式" r:id="rId9" imgW="393708" imgH="139835" progId="Equation.3">
                  <p:embed/>
                </p:oleObj>
              </mc:Choice>
              <mc:Fallback>
                <p:oleObj name="公式" r:id="rId9" imgW="393708" imgH="139835"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1050" y="4725988"/>
                        <a:ext cx="1223963" cy="50323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5" name="AutoShape 9">
            <a:hlinkClick r:id="rId11" action="ppaction://hlinksldjump" highlightClick="1"/>
            <a:extLst>
              <a:ext uri="{FF2B5EF4-FFF2-40B4-BE49-F238E27FC236}">
                <a16:creationId xmlns:a16="http://schemas.microsoft.com/office/drawing/2014/main" id="{EAD003E4-DE55-83C0-8F76-D7F7FB97A3FE}"/>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3016" name="AutoShape 10">
            <a:hlinkClick r:id="" action="ppaction://hlinkshowjump?jump=previousslide" highlightClick="1"/>
            <a:extLst>
              <a:ext uri="{FF2B5EF4-FFF2-40B4-BE49-F238E27FC236}">
                <a16:creationId xmlns:a16="http://schemas.microsoft.com/office/drawing/2014/main" id="{2AE994E6-BC6F-6C6B-680B-B4D2BAA3EC1E}"/>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3017" name="AutoShape 11">
            <a:hlinkClick r:id="" action="ppaction://hlinkshowjump?jump=nextslide" highlightClick="1"/>
            <a:extLst>
              <a:ext uri="{FF2B5EF4-FFF2-40B4-BE49-F238E27FC236}">
                <a16:creationId xmlns:a16="http://schemas.microsoft.com/office/drawing/2014/main" id="{C3B8AE5D-F367-4DF9-2CE2-56BAA847E769}"/>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3018" name="AutoShape 12">
            <a:hlinkClick r:id="" action="ppaction://hlinkshowjump?jump=lastslide" highlightClick="1"/>
            <a:extLst>
              <a:ext uri="{FF2B5EF4-FFF2-40B4-BE49-F238E27FC236}">
                <a16:creationId xmlns:a16="http://schemas.microsoft.com/office/drawing/2014/main" id="{3FA47810-3232-FF9C-A5E8-84A09A31E55C}"/>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graphicFrame>
        <p:nvGraphicFramePr>
          <p:cNvPr id="932877" name="Object 13">
            <a:extLst>
              <a:ext uri="{FF2B5EF4-FFF2-40B4-BE49-F238E27FC236}">
                <a16:creationId xmlns:a16="http://schemas.microsoft.com/office/drawing/2014/main" id="{6C2F6ABA-FE4D-151B-31B6-2676C66D88BC}"/>
              </a:ext>
            </a:extLst>
          </p:cNvPr>
          <p:cNvGraphicFramePr>
            <a:graphicFrameLocks noChangeAspect="1"/>
          </p:cNvGraphicFramePr>
          <p:nvPr>
            <p:extLst>
              <p:ext uri="{D42A27DB-BD31-4B8C-83A1-F6EECF244321}">
                <p14:modId xmlns:p14="http://schemas.microsoft.com/office/powerpoint/2010/main" val="1001151284"/>
              </p:ext>
            </p:extLst>
          </p:nvPr>
        </p:nvGraphicFramePr>
        <p:xfrm>
          <a:off x="1331913" y="1268413"/>
          <a:ext cx="1393825" cy="534987"/>
        </p:xfrm>
        <a:graphic>
          <a:graphicData uri="http://schemas.openxmlformats.org/presentationml/2006/ole">
            <mc:AlternateContent xmlns:mc="http://schemas.openxmlformats.org/markup-compatibility/2006">
              <mc:Choice xmlns:v="urn:schemas-microsoft-com:vml" Requires="v">
                <p:oleObj name="公式" r:id="rId12" imgW="539931" imgH="164965" progId="Equation.3">
                  <p:embed/>
                </p:oleObj>
              </mc:Choice>
              <mc:Fallback>
                <p:oleObj name="公式" r:id="rId12" imgW="539931" imgH="164965"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31913" y="1268413"/>
                        <a:ext cx="1393825" cy="53498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878" name="Object 14">
            <a:extLst>
              <a:ext uri="{FF2B5EF4-FFF2-40B4-BE49-F238E27FC236}">
                <a16:creationId xmlns:a16="http://schemas.microsoft.com/office/drawing/2014/main" id="{87AFF79C-74C2-9136-1FC9-24583CE0D81E}"/>
              </a:ext>
            </a:extLst>
          </p:cNvPr>
          <p:cNvGraphicFramePr>
            <a:graphicFrameLocks noChangeAspect="1"/>
          </p:cNvGraphicFramePr>
          <p:nvPr>
            <p:extLst>
              <p:ext uri="{D42A27DB-BD31-4B8C-83A1-F6EECF244321}">
                <p14:modId xmlns:p14="http://schemas.microsoft.com/office/powerpoint/2010/main" val="3932572163"/>
              </p:ext>
            </p:extLst>
          </p:nvPr>
        </p:nvGraphicFramePr>
        <p:xfrm>
          <a:off x="2620963" y="1995488"/>
          <a:ext cx="2087562" cy="569912"/>
        </p:xfrm>
        <a:graphic>
          <a:graphicData uri="http://schemas.openxmlformats.org/presentationml/2006/ole">
            <mc:AlternateContent xmlns:mc="http://schemas.openxmlformats.org/markup-compatibility/2006">
              <mc:Choice xmlns:v="urn:schemas-microsoft-com:vml" Requires="v">
                <p:oleObj name="公式" r:id="rId14" imgW="742861" imgH="158885" progId="Equation.3">
                  <p:embed/>
                </p:oleObj>
              </mc:Choice>
              <mc:Fallback>
                <p:oleObj name="公式" r:id="rId14" imgW="742861" imgH="158885" progId="Equation.3">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20963" y="1995488"/>
                        <a:ext cx="2087562" cy="569912"/>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880" name="Object 16">
            <a:extLst>
              <a:ext uri="{FF2B5EF4-FFF2-40B4-BE49-F238E27FC236}">
                <a16:creationId xmlns:a16="http://schemas.microsoft.com/office/drawing/2014/main" id="{7186A809-3E04-C7BB-31DF-8C991BA561D4}"/>
              </a:ext>
            </a:extLst>
          </p:cNvPr>
          <p:cNvGraphicFramePr>
            <a:graphicFrameLocks noChangeAspect="1"/>
          </p:cNvGraphicFramePr>
          <p:nvPr>
            <p:extLst>
              <p:ext uri="{D42A27DB-BD31-4B8C-83A1-F6EECF244321}">
                <p14:modId xmlns:p14="http://schemas.microsoft.com/office/powerpoint/2010/main" val="3059769330"/>
              </p:ext>
            </p:extLst>
          </p:nvPr>
        </p:nvGraphicFramePr>
        <p:xfrm>
          <a:off x="6205537" y="2020850"/>
          <a:ext cx="1462088" cy="554037"/>
        </p:xfrm>
        <a:graphic>
          <a:graphicData uri="http://schemas.openxmlformats.org/presentationml/2006/ole">
            <mc:AlternateContent xmlns:mc="http://schemas.openxmlformats.org/markup-compatibility/2006">
              <mc:Choice xmlns:v="urn:schemas-microsoft-com:vml" Requires="v">
                <p:oleObj name="公式" r:id="rId16" imgW="463377" imgH="158885" progId="Equation.3">
                  <p:embed/>
                </p:oleObj>
              </mc:Choice>
              <mc:Fallback>
                <p:oleObj name="公式" r:id="rId16" imgW="463377" imgH="158885" progId="Equation.3">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05537" y="2020850"/>
                        <a:ext cx="1462088" cy="55403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882" name="Line 18">
            <a:extLst>
              <a:ext uri="{FF2B5EF4-FFF2-40B4-BE49-F238E27FC236}">
                <a16:creationId xmlns:a16="http://schemas.microsoft.com/office/drawing/2014/main" id="{987D00C2-4D59-5DC8-0C5F-B3A75940562C}"/>
              </a:ext>
            </a:extLst>
          </p:cNvPr>
          <p:cNvSpPr>
            <a:spLocks noChangeShapeType="1"/>
          </p:cNvSpPr>
          <p:nvPr/>
        </p:nvSpPr>
        <p:spPr bwMode="auto">
          <a:xfrm>
            <a:off x="2914650" y="1557338"/>
            <a:ext cx="792163" cy="0"/>
          </a:xfrm>
          <a:prstGeom prst="line">
            <a:avLst/>
          </a:prstGeom>
          <a:noFill/>
          <a:ln w="50800">
            <a:solidFill>
              <a:srgbClr val="FF99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883" name="Rectangle 19">
            <a:extLst>
              <a:ext uri="{FF2B5EF4-FFF2-40B4-BE49-F238E27FC236}">
                <a16:creationId xmlns:a16="http://schemas.microsoft.com/office/drawing/2014/main" id="{85BBF73A-7D50-95A7-6BAF-954D187A42F7}"/>
              </a:ext>
            </a:extLst>
          </p:cNvPr>
          <p:cNvSpPr>
            <a:spLocks noChangeArrowheads="1"/>
          </p:cNvSpPr>
          <p:nvPr/>
        </p:nvSpPr>
        <p:spPr bwMode="auto">
          <a:xfrm>
            <a:off x="-36513" y="2060575"/>
            <a:ext cx="8408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dirty="0">
                <a:solidFill>
                  <a:schemeClr val="bg1"/>
                </a:solidFill>
              </a:rPr>
              <a:t>电位的微分方程：                            （无源区：               ）</a:t>
            </a:r>
          </a:p>
        </p:txBody>
      </p:sp>
      <p:sp>
        <p:nvSpPr>
          <p:cNvPr id="932884" name="Rectangle 20">
            <a:extLst>
              <a:ext uri="{FF2B5EF4-FFF2-40B4-BE49-F238E27FC236}">
                <a16:creationId xmlns:a16="http://schemas.microsoft.com/office/drawing/2014/main" id="{6832F3B8-F7BF-3463-3C4B-E4F6540B122B}"/>
              </a:ext>
            </a:extLst>
          </p:cNvPr>
          <p:cNvSpPr>
            <a:spLocks noChangeArrowheads="1"/>
          </p:cNvSpPr>
          <p:nvPr/>
        </p:nvSpPr>
        <p:spPr bwMode="auto">
          <a:xfrm>
            <a:off x="34925" y="1268413"/>
            <a:ext cx="1512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chemeClr val="bg1"/>
                </a:solidFill>
              </a:rPr>
              <a:t>定义：</a:t>
            </a:r>
          </a:p>
        </p:txBody>
      </p:sp>
      <p:sp>
        <p:nvSpPr>
          <p:cNvPr id="932885" name="Rectangle 21">
            <a:extLst>
              <a:ext uri="{FF2B5EF4-FFF2-40B4-BE49-F238E27FC236}">
                <a16:creationId xmlns:a16="http://schemas.microsoft.com/office/drawing/2014/main" id="{2279A737-F885-B43C-11E6-E4CD98DA41FD}"/>
              </a:ext>
            </a:extLst>
          </p:cNvPr>
          <p:cNvSpPr>
            <a:spLocks noChangeArrowheads="1"/>
          </p:cNvSpPr>
          <p:nvPr/>
        </p:nvSpPr>
        <p:spPr bwMode="auto">
          <a:xfrm>
            <a:off x="-36513" y="2852738"/>
            <a:ext cx="201612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chemeClr val="bg1"/>
                </a:solidFill>
              </a:rPr>
              <a:t>电位计算式：</a:t>
            </a:r>
          </a:p>
        </p:txBody>
      </p:sp>
      <p:sp>
        <p:nvSpPr>
          <p:cNvPr id="932886" name="Rectangle 22">
            <a:extLst>
              <a:ext uri="{FF2B5EF4-FFF2-40B4-BE49-F238E27FC236}">
                <a16:creationId xmlns:a16="http://schemas.microsoft.com/office/drawing/2014/main" id="{23301457-078C-C506-8BD3-55B50B824D7D}"/>
              </a:ext>
            </a:extLst>
          </p:cNvPr>
          <p:cNvSpPr>
            <a:spLocks noChangeArrowheads="1"/>
          </p:cNvSpPr>
          <p:nvPr/>
        </p:nvSpPr>
        <p:spPr bwMode="auto">
          <a:xfrm>
            <a:off x="-36513" y="3835400"/>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chemeClr val="bg1"/>
                </a:solidFill>
              </a:rPr>
              <a:t>电位边界条件：</a:t>
            </a:r>
          </a:p>
        </p:txBody>
      </p:sp>
      <p:graphicFrame>
        <p:nvGraphicFramePr>
          <p:cNvPr id="932887" name="Object 23">
            <a:extLst>
              <a:ext uri="{FF2B5EF4-FFF2-40B4-BE49-F238E27FC236}">
                <a16:creationId xmlns:a16="http://schemas.microsoft.com/office/drawing/2014/main" id="{F2E3A80F-E6A5-8BEA-F36B-47CC0DC0BE01}"/>
              </a:ext>
            </a:extLst>
          </p:cNvPr>
          <p:cNvGraphicFramePr>
            <a:graphicFrameLocks noChangeAspect="1"/>
          </p:cNvGraphicFramePr>
          <p:nvPr>
            <p:extLst>
              <p:ext uri="{D42A27DB-BD31-4B8C-83A1-F6EECF244321}">
                <p14:modId xmlns:p14="http://schemas.microsoft.com/office/powerpoint/2010/main" val="4156653743"/>
              </p:ext>
            </p:extLst>
          </p:nvPr>
        </p:nvGraphicFramePr>
        <p:xfrm>
          <a:off x="2051050" y="3789363"/>
          <a:ext cx="1223963" cy="503237"/>
        </p:xfrm>
        <a:graphic>
          <a:graphicData uri="http://schemas.openxmlformats.org/presentationml/2006/ole">
            <mc:AlternateContent xmlns:mc="http://schemas.openxmlformats.org/markup-compatibility/2006">
              <mc:Choice xmlns:v="urn:schemas-microsoft-com:vml" Requires="v">
                <p:oleObj name="公式" r:id="rId18" imgW="393708" imgH="139835" progId="Equation.3">
                  <p:embed/>
                </p:oleObj>
              </mc:Choice>
              <mc:Fallback>
                <p:oleObj name="公式" r:id="rId18" imgW="393708" imgH="139835" progId="Equation.3">
                  <p:embed/>
                  <p:pic>
                    <p:nvPicPr>
                      <p:cNvPr id="0" name="Object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51050" y="3789363"/>
                        <a:ext cx="1223963" cy="503237"/>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888" name="Object 24">
            <a:extLst>
              <a:ext uri="{FF2B5EF4-FFF2-40B4-BE49-F238E27FC236}">
                <a16:creationId xmlns:a16="http://schemas.microsoft.com/office/drawing/2014/main" id="{343A4A1D-508A-D0F6-66E3-CE9BC4F109B8}"/>
              </a:ext>
            </a:extLst>
          </p:cNvPr>
          <p:cNvGraphicFramePr>
            <a:graphicFrameLocks noChangeAspect="1"/>
          </p:cNvGraphicFramePr>
          <p:nvPr>
            <p:extLst>
              <p:ext uri="{D42A27DB-BD31-4B8C-83A1-F6EECF244321}">
                <p14:modId xmlns:p14="http://schemas.microsoft.com/office/powerpoint/2010/main" val="1653831745"/>
              </p:ext>
            </p:extLst>
          </p:nvPr>
        </p:nvGraphicFramePr>
        <p:xfrm>
          <a:off x="3635375" y="4581525"/>
          <a:ext cx="2247900" cy="881063"/>
        </p:xfrm>
        <a:graphic>
          <a:graphicData uri="http://schemas.openxmlformats.org/presentationml/2006/ole">
            <mc:AlternateContent xmlns:mc="http://schemas.openxmlformats.org/markup-compatibility/2006">
              <mc:Choice xmlns:v="urn:schemas-microsoft-com:vml" Requires="v">
                <p:oleObj name="公式" r:id="rId20" imgW="920678" imgH="323850" progId="Equation.3">
                  <p:embed/>
                </p:oleObj>
              </mc:Choice>
              <mc:Fallback>
                <p:oleObj name="公式" r:id="rId20" imgW="920678" imgH="323850" progId="Equation.3">
                  <p:embed/>
                  <p:pic>
                    <p:nvPicPr>
                      <p:cNvPr id="0" name="Object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35375" y="4581525"/>
                        <a:ext cx="2247900" cy="881063"/>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889" name="Rectangle 25">
            <a:extLst>
              <a:ext uri="{FF2B5EF4-FFF2-40B4-BE49-F238E27FC236}">
                <a16:creationId xmlns:a16="http://schemas.microsoft.com/office/drawing/2014/main" id="{1EE26D89-8EE3-4F3B-E3EB-04C57250F21E}"/>
              </a:ext>
            </a:extLst>
          </p:cNvPr>
          <p:cNvSpPr>
            <a:spLocks noChangeArrowheads="1"/>
          </p:cNvSpPr>
          <p:nvPr/>
        </p:nvSpPr>
        <p:spPr bwMode="auto">
          <a:xfrm>
            <a:off x="6084888" y="5876925"/>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chemeClr val="bg1"/>
                </a:solidFill>
              </a:rPr>
              <a:t>（导体表面）</a:t>
            </a:r>
          </a:p>
        </p:txBody>
      </p:sp>
      <p:sp>
        <p:nvSpPr>
          <p:cNvPr id="932890" name="Rectangle 26">
            <a:extLst>
              <a:ext uri="{FF2B5EF4-FFF2-40B4-BE49-F238E27FC236}">
                <a16:creationId xmlns:a16="http://schemas.microsoft.com/office/drawing/2014/main" id="{151271FC-3EE6-E8B9-E843-63D4E13B3512}"/>
              </a:ext>
            </a:extLst>
          </p:cNvPr>
          <p:cNvSpPr>
            <a:spLocks noChangeArrowheads="1"/>
          </p:cNvSpPr>
          <p:nvPr/>
        </p:nvSpPr>
        <p:spPr bwMode="auto">
          <a:xfrm>
            <a:off x="6767513" y="3933825"/>
            <a:ext cx="237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chemeClr val="bg1"/>
                </a:solidFill>
              </a:rPr>
              <a:t>（一般形式）</a:t>
            </a:r>
          </a:p>
        </p:txBody>
      </p:sp>
      <p:sp>
        <p:nvSpPr>
          <p:cNvPr id="932891" name="Rectangle 27">
            <a:extLst>
              <a:ext uri="{FF2B5EF4-FFF2-40B4-BE49-F238E27FC236}">
                <a16:creationId xmlns:a16="http://schemas.microsoft.com/office/drawing/2014/main" id="{942A612D-28B6-6ACA-AA8A-2E3806BD77ED}"/>
              </a:ext>
            </a:extLst>
          </p:cNvPr>
          <p:cNvSpPr>
            <a:spLocks noChangeArrowheads="1"/>
          </p:cNvSpPr>
          <p:nvPr/>
        </p:nvSpPr>
        <p:spPr bwMode="auto">
          <a:xfrm>
            <a:off x="6013450" y="4868863"/>
            <a:ext cx="287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chemeClr val="bg1"/>
                </a:solidFill>
              </a:rPr>
              <a:t>（电介质分界面）</a:t>
            </a:r>
          </a:p>
        </p:txBody>
      </p:sp>
      <p:graphicFrame>
        <p:nvGraphicFramePr>
          <p:cNvPr id="930836" name="Object 20">
            <a:extLst>
              <a:ext uri="{FF2B5EF4-FFF2-40B4-BE49-F238E27FC236}">
                <a16:creationId xmlns:a16="http://schemas.microsoft.com/office/drawing/2014/main" id="{9347D6A9-5245-8542-E040-899C8038D510}"/>
              </a:ext>
            </a:extLst>
          </p:cNvPr>
          <p:cNvGraphicFramePr>
            <a:graphicFrameLocks noChangeAspect="1"/>
          </p:cNvGraphicFramePr>
          <p:nvPr>
            <p:extLst>
              <p:ext uri="{D42A27DB-BD31-4B8C-83A1-F6EECF244321}">
                <p14:modId xmlns:p14="http://schemas.microsoft.com/office/powerpoint/2010/main" val="208016338"/>
              </p:ext>
            </p:extLst>
          </p:nvPr>
        </p:nvGraphicFramePr>
        <p:xfrm>
          <a:off x="2051050" y="2611438"/>
          <a:ext cx="3241675" cy="1130300"/>
        </p:xfrm>
        <a:graphic>
          <a:graphicData uri="http://schemas.openxmlformats.org/presentationml/2006/ole">
            <mc:AlternateContent xmlns:mc="http://schemas.openxmlformats.org/markup-compatibility/2006">
              <mc:Choice xmlns:v="urn:schemas-microsoft-com:vml" Requires="v">
                <p:oleObj name="公式" r:id="rId22" imgW="1111052" imgH="349385" progId="Equation.3">
                  <p:embed/>
                </p:oleObj>
              </mc:Choice>
              <mc:Fallback>
                <p:oleObj name="公式" r:id="rId22" imgW="1111052" imgH="349385" progId="Equation.3">
                  <p:embed/>
                  <p:pic>
                    <p:nvPicPr>
                      <p:cNvPr id="0" name="Object 2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51050" y="2611438"/>
                        <a:ext cx="3241675" cy="113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35">
            <a:extLst>
              <a:ext uri="{FF2B5EF4-FFF2-40B4-BE49-F238E27FC236}">
                <a16:creationId xmlns:a16="http://schemas.microsoft.com/office/drawing/2014/main" id="{C3B74E2B-C2F2-7D63-E894-51A65D799C33}"/>
              </a:ext>
            </a:extLst>
          </p:cNvPr>
          <p:cNvGraphicFramePr>
            <a:graphicFrameLocks noChangeAspect="1"/>
          </p:cNvGraphicFramePr>
          <p:nvPr>
            <p:extLst>
              <p:ext uri="{D42A27DB-BD31-4B8C-83A1-F6EECF244321}">
                <p14:modId xmlns:p14="http://schemas.microsoft.com/office/powerpoint/2010/main" val="881848964"/>
              </p:ext>
            </p:extLst>
          </p:nvPr>
        </p:nvGraphicFramePr>
        <p:xfrm>
          <a:off x="3781425" y="1243272"/>
          <a:ext cx="4679950" cy="733425"/>
        </p:xfrm>
        <a:graphic>
          <a:graphicData uri="http://schemas.openxmlformats.org/presentationml/2006/ole">
            <mc:AlternateContent xmlns:mc="http://schemas.openxmlformats.org/markup-compatibility/2006">
              <mc:Choice xmlns:v="urn:schemas-microsoft-com:vml" Requires="v">
                <p:oleObj name="公式" r:id="rId24" imgW="1911430" imgH="254135" progId="Equation.3">
                  <p:embed/>
                </p:oleObj>
              </mc:Choice>
              <mc:Fallback>
                <p:oleObj name="公式" r:id="rId24" imgW="1911430" imgH="254135" progId="Equation.3">
                  <p:embed/>
                  <p:pic>
                    <p:nvPicPr>
                      <p:cNvPr id="575523" name="Object 35">
                        <a:extLst>
                          <a:ext uri="{FF2B5EF4-FFF2-40B4-BE49-F238E27FC236}">
                            <a16:creationId xmlns:a16="http://schemas.microsoft.com/office/drawing/2014/main" id="{21B02DDB-C00B-11A2-4C2B-83634802198B}"/>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781425" y="1243272"/>
                        <a:ext cx="4679950" cy="733425"/>
                      </a:xfrm>
                      <a:prstGeom prst="rect">
                        <a:avLst/>
                      </a:prstGeom>
                      <a:noFill/>
                      <a:ln>
                        <a:noFill/>
                      </a:ln>
                      <a:effectLst/>
                      <a:extLst>
                        <a:ext uri="{909E8E84-426E-40DD-AFC4-6F175D3DCCD1}">
                          <a14:hiddenFill xmlns:a14="http://schemas.microsoft.com/office/drawing/2010/main">
                            <a:solidFill>
                              <a:srgbClr val="99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32866">
                                            <p:txEl>
                                              <p:pRg st="0" end="0"/>
                                            </p:txEl>
                                          </p:spTgt>
                                        </p:tgtEl>
                                        <p:attrNameLst>
                                          <p:attrName>style.visibility</p:attrName>
                                        </p:attrNameLst>
                                      </p:cBhvr>
                                      <p:to>
                                        <p:strVal val="visible"/>
                                      </p:to>
                                    </p:set>
                                    <p:animEffect transition="in" filter="fade">
                                      <p:cBhvr>
                                        <p:cTn id="7" dur="2000"/>
                                        <p:tgtEl>
                                          <p:spTgt spid="93286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32867"/>
                                        </p:tgtEl>
                                        <p:attrNameLst>
                                          <p:attrName>style.visibility</p:attrName>
                                        </p:attrNameLst>
                                      </p:cBhvr>
                                      <p:to>
                                        <p:strVal val="visible"/>
                                      </p:to>
                                    </p:set>
                                    <p:animEffect transition="in" filter="fade">
                                      <p:cBhvr>
                                        <p:cTn id="10" dur="2000"/>
                                        <p:tgtEl>
                                          <p:spTgt spid="932867"/>
                                        </p:tgtEl>
                                      </p:cBhvr>
                                    </p:animEffect>
                                  </p:childTnLst>
                                </p:cTn>
                              </p:par>
                              <p:par>
                                <p:cTn id="11" presetID="10" presetClass="entr" presetSubtype="0" fill="hold" nodeType="withEffect">
                                  <p:stCondLst>
                                    <p:cond delay="0"/>
                                  </p:stCondLst>
                                  <p:childTnLst>
                                    <p:set>
                                      <p:cBhvr>
                                        <p:cTn id="12" dur="1" fill="hold">
                                          <p:stCondLst>
                                            <p:cond delay="0"/>
                                          </p:stCondLst>
                                        </p:cTn>
                                        <p:tgtEl>
                                          <p:spTgt spid="932871"/>
                                        </p:tgtEl>
                                        <p:attrNameLst>
                                          <p:attrName>style.visibility</p:attrName>
                                        </p:attrNameLst>
                                      </p:cBhvr>
                                      <p:to>
                                        <p:strVal val="visible"/>
                                      </p:to>
                                    </p:set>
                                    <p:animEffect transition="in" filter="fade">
                                      <p:cBhvr>
                                        <p:cTn id="13" dur="2000"/>
                                        <p:tgtEl>
                                          <p:spTgt spid="932871"/>
                                        </p:tgtEl>
                                      </p:cBhvr>
                                    </p:animEffect>
                                  </p:childTnLst>
                                </p:cTn>
                              </p:par>
                              <p:par>
                                <p:cTn id="14" presetID="10" presetClass="entr" presetSubtype="0" fill="hold" nodeType="withEffect">
                                  <p:stCondLst>
                                    <p:cond delay="0"/>
                                  </p:stCondLst>
                                  <p:childTnLst>
                                    <p:set>
                                      <p:cBhvr>
                                        <p:cTn id="15" dur="1" fill="hold">
                                          <p:stCondLst>
                                            <p:cond delay="0"/>
                                          </p:stCondLst>
                                        </p:cTn>
                                        <p:tgtEl>
                                          <p:spTgt spid="932872"/>
                                        </p:tgtEl>
                                        <p:attrNameLst>
                                          <p:attrName>style.visibility</p:attrName>
                                        </p:attrNameLst>
                                      </p:cBhvr>
                                      <p:to>
                                        <p:strVal val="visible"/>
                                      </p:to>
                                    </p:set>
                                    <p:animEffect transition="in" filter="fade">
                                      <p:cBhvr>
                                        <p:cTn id="16" dur="2000"/>
                                        <p:tgtEl>
                                          <p:spTgt spid="932872"/>
                                        </p:tgtEl>
                                      </p:cBhvr>
                                    </p:animEffect>
                                  </p:childTnLst>
                                </p:cTn>
                              </p:par>
                              <p:par>
                                <p:cTn id="17" presetID="10" presetClass="entr" presetSubtype="0" fill="hold" nodeType="withEffect">
                                  <p:stCondLst>
                                    <p:cond delay="0"/>
                                  </p:stCondLst>
                                  <p:childTnLst>
                                    <p:set>
                                      <p:cBhvr>
                                        <p:cTn id="18" dur="1" fill="hold">
                                          <p:stCondLst>
                                            <p:cond delay="0"/>
                                          </p:stCondLst>
                                        </p:cTn>
                                        <p:tgtEl>
                                          <p:spTgt spid="932877"/>
                                        </p:tgtEl>
                                        <p:attrNameLst>
                                          <p:attrName>style.visibility</p:attrName>
                                        </p:attrNameLst>
                                      </p:cBhvr>
                                      <p:to>
                                        <p:strVal val="visible"/>
                                      </p:to>
                                    </p:set>
                                    <p:animEffect transition="in" filter="fade">
                                      <p:cBhvr>
                                        <p:cTn id="19" dur="2000"/>
                                        <p:tgtEl>
                                          <p:spTgt spid="932877"/>
                                        </p:tgtEl>
                                      </p:cBhvr>
                                    </p:animEffect>
                                  </p:childTnLst>
                                </p:cTn>
                              </p:par>
                              <p:par>
                                <p:cTn id="20" presetID="10" presetClass="entr" presetSubtype="0" fill="hold" nodeType="withEffect">
                                  <p:stCondLst>
                                    <p:cond delay="0"/>
                                  </p:stCondLst>
                                  <p:childTnLst>
                                    <p:set>
                                      <p:cBhvr>
                                        <p:cTn id="21" dur="1" fill="hold">
                                          <p:stCondLst>
                                            <p:cond delay="0"/>
                                          </p:stCondLst>
                                        </p:cTn>
                                        <p:tgtEl>
                                          <p:spTgt spid="932878"/>
                                        </p:tgtEl>
                                        <p:attrNameLst>
                                          <p:attrName>style.visibility</p:attrName>
                                        </p:attrNameLst>
                                      </p:cBhvr>
                                      <p:to>
                                        <p:strVal val="visible"/>
                                      </p:to>
                                    </p:set>
                                    <p:animEffect transition="in" filter="fade">
                                      <p:cBhvr>
                                        <p:cTn id="22" dur="2000"/>
                                        <p:tgtEl>
                                          <p:spTgt spid="932878"/>
                                        </p:tgtEl>
                                      </p:cBhvr>
                                    </p:animEffect>
                                  </p:childTnLst>
                                </p:cTn>
                              </p:par>
                              <p:par>
                                <p:cTn id="23" presetID="10" presetClass="entr" presetSubtype="0" fill="hold" nodeType="withEffect">
                                  <p:stCondLst>
                                    <p:cond delay="0"/>
                                  </p:stCondLst>
                                  <p:childTnLst>
                                    <p:set>
                                      <p:cBhvr>
                                        <p:cTn id="24" dur="1" fill="hold">
                                          <p:stCondLst>
                                            <p:cond delay="0"/>
                                          </p:stCondLst>
                                        </p:cTn>
                                        <p:tgtEl>
                                          <p:spTgt spid="932880"/>
                                        </p:tgtEl>
                                        <p:attrNameLst>
                                          <p:attrName>style.visibility</p:attrName>
                                        </p:attrNameLst>
                                      </p:cBhvr>
                                      <p:to>
                                        <p:strVal val="visible"/>
                                      </p:to>
                                    </p:set>
                                    <p:animEffect transition="in" filter="fade">
                                      <p:cBhvr>
                                        <p:cTn id="25" dur="2000"/>
                                        <p:tgtEl>
                                          <p:spTgt spid="932880"/>
                                        </p:tgtEl>
                                      </p:cBhvr>
                                    </p:animEffect>
                                  </p:childTnLst>
                                </p:cTn>
                              </p:par>
                              <p:par>
                                <p:cTn id="26" presetID="10" presetClass="entr" presetSubtype="0" fill="hold" nodeType="withEffect">
                                  <p:stCondLst>
                                    <p:cond delay="0"/>
                                  </p:stCondLst>
                                  <p:childTnLst>
                                    <p:set>
                                      <p:cBhvr>
                                        <p:cTn id="27" dur="1" fill="hold">
                                          <p:stCondLst>
                                            <p:cond delay="0"/>
                                          </p:stCondLst>
                                        </p:cTn>
                                        <p:tgtEl>
                                          <p:spTgt spid="932882"/>
                                        </p:tgtEl>
                                        <p:attrNameLst>
                                          <p:attrName>style.visibility</p:attrName>
                                        </p:attrNameLst>
                                      </p:cBhvr>
                                      <p:to>
                                        <p:strVal val="visible"/>
                                      </p:to>
                                    </p:set>
                                    <p:animEffect transition="in" filter="fade">
                                      <p:cBhvr>
                                        <p:cTn id="28" dur="2000"/>
                                        <p:tgtEl>
                                          <p:spTgt spid="93288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32883"/>
                                        </p:tgtEl>
                                        <p:attrNameLst>
                                          <p:attrName>style.visibility</p:attrName>
                                        </p:attrNameLst>
                                      </p:cBhvr>
                                      <p:to>
                                        <p:strVal val="visible"/>
                                      </p:to>
                                    </p:set>
                                    <p:animEffect transition="in" filter="fade">
                                      <p:cBhvr>
                                        <p:cTn id="31" dur="2000"/>
                                        <p:tgtEl>
                                          <p:spTgt spid="93288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32884"/>
                                        </p:tgtEl>
                                        <p:attrNameLst>
                                          <p:attrName>style.visibility</p:attrName>
                                        </p:attrNameLst>
                                      </p:cBhvr>
                                      <p:to>
                                        <p:strVal val="visible"/>
                                      </p:to>
                                    </p:set>
                                    <p:animEffect transition="in" filter="fade">
                                      <p:cBhvr>
                                        <p:cTn id="34" dur="2000"/>
                                        <p:tgtEl>
                                          <p:spTgt spid="93288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32885"/>
                                        </p:tgtEl>
                                        <p:attrNameLst>
                                          <p:attrName>style.visibility</p:attrName>
                                        </p:attrNameLst>
                                      </p:cBhvr>
                                      <p:to>
                                        <p:strVal val="visible"/>
                                      </p:to>
                                    </p:set>
                                    <p:animEffect transition="in" filter="fade">
                                      <p:cBhvr>
                                        <p:cTn id="37" dur="2000"/>
                                        <p:tgtEl>
                                          <p:spTgt spid="93288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2886"/>
                                        </p:tgtEl>
                                        <p:attrNameLst>
                                          <p:attrName>style.visibility</p:attrName>
                                        </p:attrNameLst>
                                      </p:cBhvr>
                                      <p:to>
                                        <p:strVal val="visible"/>
                                      </p:to>
                                    </p:set>
                                    <p:animEffect transition="in" filter="fade">
                                      <p:cBhvr>
                                        <p:cTn id="40" dur="2000"/>
                                        <p:tgtEl>
                                          <p:spTgt spid="932886"/>
                                        </p:tgtEl>
                                      </p:cBhvr>
                                    </p:animEffect>
                                  </p:childTnLst>
                                </p:cTn>
                              </p:par>
                              <p:par>
                                <p:cTn id="41" presetID="10" presetClass="entr" presetSubtype="0" fill="hold" nodeType="withEffect">
                                  <p:stCondLst>
                                    <p:cond delay="0"/>
                                  </p:stCondLst>
                                  <p:childTnLst>
                                    <p:set>
                                      <p:cBhvr>
                                        <p:cTn id="42" dur="1" fill="hold">
                                          <p:stCondLst>
                                            <p:cond delay="0"/>
                                          </p:stCondLst>
                                        </p:cTn>
                                        <p:tgtEl>
                                          <p:spTgt spid="932887"/>
                                        </p:tgtEl>
                                        <p:attrNameLst>
                                          <p:attrName>style.visibility</p:attrName>
                                        </p:attrNameLst>
                                      </p:cBhvr>
                                      <p:to>
                                        <p:strVal val="visible"/>
                                      </p:to>
                                    </p:set>
                                    <p:animEffect transition="in" filter="fade">
                                      <p:cBhvr>
                                        <p:cTn id="43" dur="2000"/>
                                        <p:tgtEl>
                                          <p:spTgt spid="932887"/>
                                        </p:tgtEl>
                                      </p:cBhvr>
                                    </p:animEffect>
                                  </p:childTnLst>
                                </p:cTn>
                              </p:par>
                              <p:par>
                                <p:cTn id="44" presetID="10" presetClass="entr" presetSubtype="0" fill="hold" nodeType="withEffect">
                                  <p:stCondLst>
                                    <p:cond delay="0"/>
                                  </p:stCondLst>
                                  <p:childTnLst>
                                    <p:set>
                                      <p:cBhvr>
                                        <p:cTn id="45" dur="1" fill="hold">
                                          <p:stCondLst>
                                            <p:cond delay="0"/>
                                          </p:stCondLst>
                                        </p:cTn>
                                        <p:tgtEl>
                                          <p:spTgt spid="932888"/>
                                        </p:tgtEl>
                                        <p:attrNameLst>
                                          <p:attrName>style.visibility</p:attrName>
                                        </p:attrNameLst>
                                      </p:cBhvr>
                                      <p:to>
                                        <p:strVal val="visible"/>
                                      </p:to>
                                    </p:set>
                                    <p:animEffect transition="in" filter="fade">
                                      <p:cBhvr>
                                        <p:cTn id="46" dur="2000"/>
                                        <p:tgtEl>
                                          <p:spTgt spid="93288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32889"/>
                                        </p:tgtEl>
                                        <p:attrNameLst>
                                          <p:attrName>style.visibility</p:attrName>
                                        </p:attrNameLst>
                                      </p:cBhvr>
                                      <p:to>
                                        <p:strVal val="visible"/>
                                      </p:to>
                                    </p:set>
                                    <p:animEffect transition="in" filter="fade">
                                      <p:cBhvr>
                                        <p:cTn id="49" dur="2000"/>
                                        <p:tgtEl>
                                          <p:spTgt spid="93288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32890"/>
                                        </p:tgtEl>
                                        <p:attrNameLst>
                                          <p:attrName>style.visibility</p:attrName>
                                        </p:attrNameLst>
                                      </p:cBhvr>
                                      <p:to>
                                        <p:strVal val="visible"/>
                                      </p:to>
                                    </p:set>
                                    <p:animEffect transition="in" filter="fade">
                                      <p:cBhvr>
                                        <p:cTn id="52" dur="2000"/>
                                        <p:tgtEl>
                                          <p:spTgt spid="93289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932891"/>
                                        </p:tgtEl>
                                        <p:attrNameLst>
                                          <p:attrName>style.visibility</p:attrName>
                                        </p:attrNameLst>
                                      </p:cBhvr>
                                      <p:to>
                                        <p:strVal val="visible"/>
                                      </p:to>
                                    </p:set>
                                    <p:animEffect transition="in" filter="fade">
                                      <p:cBhvr>
                                        <p:cTn id="55" dur="2000"/>
                                        <p:tgtEl>
                                          <p:spTgt spid="932891"/>
                                        </p:tgtEl>
                                      </p:cBhvr>
                                    </p:animEffect>
                                  </p:childTnLst>
                                </p:cTn>
                              </p:par>
                            </p:childTnLst>
                          </p:cTn>
                        </p:par>
                        <p:par>
                          <p:cTn id="56" fill="hold" nodeType="afterGroup">
                            <p:stCondLst>
                              <p:cond delay="2000"/>
                            </p:stCondLst>
                            <p:childTnLst>
                              <p:par>
                                <p:cTn id="57" presetID="22" presetClass="entr" presetSubtype="1" fill="hold" nodeType="afterEffect">
                                  <p:stCondLst>
                                    <p:cond delay="0"/>
                                  </p:stCondLst>
                                  <p:childTnLst>
                                    <p:set>
                                      <p:cBhvr>
                                        <p:cTn id="58" dur="1" fill="hold">
                                          <p:stCondLst>
                                            <p:cond delay="0"/>
                                          </p:stCondLst>
                                        </p:cTn>
                                        <p:tgtEl>
                                          <p:spTgt spid="930836"/>
                                        </p:tgtEl>
                                        <p:attrNameLst>
                                          <p:attrName>style.visibility</p:attrName>
                                        </p:attrNameLst>
                                      </p:cBhvr>
                                      <p:to>
                                        <p:strVal val="visible"/>
                                      </p:to>
                                    </p:set>
                                    <p:animEffect transition="in" filter="wipe(up)">
                                      <p:cBhvr>
                                        <p:cTn id="59" dur="2000"/>
                                        <p:tgtEl>
                                          <p:spTgt spid="93083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up)">
                                      <p:cBhvr>
                                        <p:cTn id="6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866" grpId="0" build="p"/>
      <p:bldP spid="932883" grpId="0"/>
      <p:bldP spid="932884" grpId="0"/>
      <p:bldP spid="932885" grpId="0"/>
      <p:bldP spid="932886" grpId="0"/>
      <p:bldP spid="932889" grpId="0"/>
      <p:bldP spid="932890" grpId="0"/>
      <p:bldP spid="93289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2">
            <a:extLst>
              <a:ext uri="{FF2B5EF4-FFF2-40B4-BE49-F238E27FC236}">
                <a16:creationId xmlns:a16="http://schemas.microsoft.com/office/drawing/2014/main" id="{2EC7632A-3749-F2C3-6093-AE1C09E01F5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fld id="{7EEBAD1D-6465-49E5-9046-71B67B7B9A1D}" type="slidenum">
              <a:rPr lang="en-US" altLang="zh-CN" sz="1400">
                <a:ea typeface="宋体" panose="02010600030101010101" pitchFamily="2" charset="-122"/>
              </a:rPr>
              <a:pPr/>
              <a:t>31</a:t>
            </a:fld>
            <a:endParaRPr lang="en-US" altLang="zh-CN" sz="1400">
              <a:ea typeface="宋体" panose="02010600030101010101" pitchFamily="2" charset="-122"/>
            </a:endParaRPr>
          </a:p>
        </p:txBody>
      </p:sp>
      <p:sp>
        <p:nvSpPr>
          <p:cNvPr id="45059" name="AutoShape 47">
            <a:hlinkClick r:id="" action="ppaction://noaction" highlightClick="1"/>
            <a:extLst>
              <a:ext uri="{FF2B5EF4-FFF2-40B4-BE49-F238E27FC236}">
                <a16:creationId xmlns:a16="http://schemas.microsoft.com/office/drawing/2014/main" id="{CCC9C31B-5291-6293-E8E2-6FDCFB027652}"/>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5060" name="AutoShape 48">
            <a:hlinkClick r:id="" action="ppaction://hlinkshowjump?jump=previousslide" highlightClick="1"/>
            <a:extLst>
              <a:ext uri="{FF2B5EF4-FFF2-40B4-BE49-F238E27FC236}">
                <a16:creationId xmlns:a16="http://schemas.microsoft.com/office/drawing/2014/main" id="{375447A9-FB53-A44B-F533-91E3E5CED429}"/>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5061" name="AutoShape 49">
            <a:hlinkClick r:id="" action="ppaction://hlinkshowjump?jump=nextslide" highlightClick="1"/>
            <a:extLst>
              <a:ext uri="{FF2B5EF4-FFF2-40B4-BE49-F238E27FC236}">
                <a16:creationId xmlns:a16="http://schemas.microsoft.com/office/drawing/2014/main" id="{25923F2E-430A-F938-7F9C-08B581C4F61D}"/>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45062" name="AutoShape 50">
            <a:hlinkClick r:id="" action="ppaction://hlinkshowjump?jump=lastslide" highlightClick="1"/>
            <a:extLst>
              <a:ext uri="{FF2B5EF4-FFF2-40B4-BE49-F238E27FC236}">
                <a16:creationId xmlns:a16="http://schemas.microsoft.com/office/drawing/2014/main" id="{8C6D2E2C-319A-899E-2B9B-2196A310A4CD}"/>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endParaRPr lang="zh-CN" altLang="en-US"/>
          </a:p>
        </p:txBody>
      </p:sp>
      <p:sp>
        <p:nvSpPr>
          <p:cNvPr id="921651" name="Text Box 51">
            <a:extLst>
              <a:ext uri="{FF2B5EF4-FFF2-40B4-BE49-F238E27FC236}">
                <a16:creationId xmlns:a16="http://schemas.microsoft.com/office/drawing/2014/main" id="{9074019D-2F26-6645-66A7-8F990F8EBA2A}"/>
              </a:ext>
            </a:extLst>
          </p:cNvPr>
          <p:cNvSpPr txBox="1">
            <a:spLocks noChangeArrowheads="1"/>
          </p:cNvSpPr>
          <p:nvPr/>
        </p:nvSpPr>
        <p:spPr bwMode="auto">
          <a:xfrm>
            <a:off x="3803650" y="2420938"/>
            <a:ext cx="338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20000"/>
              </a:spcBef>
            </a:pPr>
            <a:r>
              <a:rPr kumimoji="1" lang="el-GR" altLang="zh-CN" b="1">
                <a:solidFill>
                  <a:schemeClr val="bg1"/>
                </a:solidFill>
              </a:rPr>
              <a:t>3.9</a:t>
            </a:r>
            <a:endParaRPr kumimoji="1" lang="zh-CN" altLang="el-GR" b="1">
              <a:solidFill>
                <a:schemeClr val="bg1"/>
              </a:solidFill>
            </a:endParaRPr>
          </a:p>
        </p:txBody>
      </p:sp>
      <p:sp>
        <p:nvSpPr>
          <p:cNvPr id="921653" name="Text Box 53">
            <a:extLst>
              <a:ext uri="{FF2B5EF4-FFF2-40B4-BE49-F238E27FC236}">
                <a16:creationId xmlns:a16="http://schemas.microsoft.com/office/drawing/2014/main" id="{5B97184C-0999-A4FB-09D3-DE53AFE3C105}"/>
              </a:ext>
            </a:extLst>
          </p:cNvPr>
          <p:cNvSpPr txBox="1">
            <a:spLocks noChangeArrowheads="1"/>
          </p:cNvSpPr>
          <p:nvPr/>
        </p:nvSpPr>
        <p:spPr bwMode="auto">
          <a:xfrm>
            <a:off x="3779838" y="1557338"/>
            <a:ext cx="280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楷体_GB2312" pitchFamily="49" charset="-122"/>
              </a:defRPr>
            </a:lvl1pPr>
            <a:lvl2pPr marL="742950" indent="-285750">
              <a:defRPr sz="2400">
                <a:solidFill>
                  <a:schemeClr val="tx1"/>
                </a:solidFill>
                <a:latin typeface="Arial" panose="020B0604020202020204" pitchFamily="34" charset="0"/>
                <a:ea typeface="楷体_GB2312" pitchFamily="49" charset="-122"/>
              </a:defRPr>
            </a:lvl2pPr>
            <a:lvl3pPr marL="1143000" indent="-228600">
              <a:defRPr sz="2400">
                <a:solidFill>
                  <a:schemeClr val="tx1"/>
                </a:solidFill>
                <a:latin typeface="Arial" panose="020B0604020202020204" pitchFamily="34" charset="0"/>
                <a:ea typeface="楷体_GB2312" pitchFamily="49" charset="-122"/>
              </a:defRPr>
            </a:lvl3pPr>
            <a:lvl4pPr marL="1600200" indent="-228600">
              <a:defRPr sz="2400">
                <a:solidFill>
                  <a:schemeClr val="tx1"/>
                </a:solidFill>
                <a:latin typeface="Arial" panose="020B0604020202020204" pitchFamily="34" charset="0"/>
                <a:ea typeface="楷体_GB2312" pitchFamily="49" charset="-122"/>
              </a:defRPr>
            </a:lvl4pPr>
            <a:lvl5pPr marL="2057400" indent="-228600">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pitchFamily="49" charset="-122"/>
              </a:defRPr>
            </a:lvl9pPr>
          </a:lstStyle>
          <a:p>
            <a:pPr eaLnBrk="1" hangingPunct="1"/>
            <a:r>
              <a:rPr kumimoji="1" lang="zh-CN" altLang="en-US" b="1">
                <a:solidFill>
                  <a:srgbClr val="FFB7B7"/>
                </a:solidFill>
                <a:latin typeface="Times New Roman" panose="02020603050405020304" pitchFamily="18" charset="0"/>
              </a:rPr>
              <a:t>作业</a:t>
            </a:r>
            <a:r>
              <a:rPr kumimoji="1" lang="zh-CN" altLang="en-US" b="1">
                <a:solidFill>
                  <a:schemeClr val="bg1"/>
                </a:solidFill>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1651"/>
                                        </p:tgtEl>
                                        <p:attrNameLst>
                                          <p:attrName>style.visibility</p:attrName>
                                        </p:attrNameLst>
                                      </p:cBhvr>
                                      <p:to>
                                        <p:strVal val="visible"/>
                                      </p:to>
                                    </p:set>
                                    <p:animEffect transition="in" filter="wipe(up)">
                                      <p:cBhvr>
                                        <p:cTn id="7" dur="2000"/>
                                        <p:tgtEl>
                                          <p:spTgt spid="92165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21653"/>
                                        </p:tgtEl>
                                        <p:attrNameLst>
                                          <p:attrName>style.visibility</p:attrName>
                                        </p:attrNameLst>
                                      </p:cBhvr>
                                      <p:to>
                                        <p:strVal val="visible"/>
                                      </p:to>
                                    </p:set>
                                    <p:animEffect transition="in" filter="wipe(up)">
                                      <p:cBhvr>
                                        <p:cTn id="10" dur="2000"/>
                                        <p:tgtEl>
                                          <p:spTgt spid="921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1" grpId="0"/>
      <p:bldP spid="921653" grpId="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rgbClr val="909090">
                <a:gamma/>
                <a:shade val="42353"/>
                <a:invGamma/>
              </a:srgbClr>
            </a:gs>
            <a:gs pos="100000">
              <a:srgbClr val="909090"/>
            </a:gs>
          </a:gsLst>
          <a:lin ang="18900000" scaled="1"/>
        </a:gradFill>
        <a:ln>
          <a:noFill/>
        </a:ln>
        <a:effectLst/>
        <a:extLst>
          <a:ext uri="{91240B29-F687-4F45-9708-019B960494DF}">
            <a14:hiddenLine xmlns:a14="http://schemas.microsoft.com/office/drawing/2010/main" w="190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gradFill rotWithShape="0">
          <a:gsLst>
            <a:gs pos="0">
              <a:srgbClr val="909090">
                <a:gamma/>
                <a:shade val="42353"/>
                <a:invGamma/>
              </a:srgbClr>
            </a:gs>
            <a:gs pos="100000">
              <a:srgbClr val="909090"/>
            </a:gs>
          </a:gsLst>
          <a:lin ang="18900000" scaled="1"/>
        </a:gradFill>
        <a:ln>
          <a:noFill/>
        </a:ln>
        <a:effectLst/>
        <a:extLst>
          <a:ext uri="{91240B29-F687-4F45-9708-019B960494DF}">
            <a14:hiddenLine xmlns:a14="http://schemas.microsoft.com/office/drawing/2010/main" w="190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31227</TotalTime>
  <Words>2785</Words>
  <Application>Microsoft Office PowerPoint</Application>
  <PresentationFormat>全屏显示(4:3)</PresentationFormat>
  <Paragraphs>334</Paragraphs>
  <Slides>31</Slides>
  <Notes>20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31</vt:i4>
      </vt:variant>
    </vt:vector>
  </HeadingPairs>
  <TitlesOfParts>
    <vt:vector size="49" baseType="lpstr">
      <vt:lpstr>-apple-system</vt:lpstr>
      <vt:lpstr>inherit</vt:lpstr>
      <vt:lpstr>KaTeX_Main</vt:lpstr>
      <vt:lpstr>KaTeX_Math</vt:lpstr>
      <vt:lpstr>黑体</vt:lpstr>
      <vt:lpstr>楷体_GB2312</vt:lpstr>
      <vt:lpstr>隶书</vt:lpstr>
      <vt:lpstr>宋体</vt:lpstr>
      <vt:lpstr>幼圆</vt:lpstr>
      <vt:lpstr>Arial</vt:lpstr>
      <vt:lpstr>Times New Roman</vt:lpstr>
      <vt:lpstr>Verdana</vt:lpstr>
      <vt:lpstr>Wingdings</vt:lpstr>
      <vt:lpstr>1_默认设计模板</vt:lpstr>
      <vt:lpstr>公式</vt:lpstr>
      <vt:lpstr>Equation</vt:lpstr>
      <vt:lpstr>剪辑</vt:lpstr>
      <vt:lpstr>Equation.3</vt:lpstr>
      <vt:lpstr>PowerPoint 演示文稿</vt:lpstr>
      <vt:lpstr>PowerPoint 演示文稿</vt:lpstr>
      <vt:lpstr>3.1   静电场分析 </vt:lpstr>
      <vt:lpstr>3.1.1  静电场的基本方程和边界条件</vt:lpstr>
      <vt:lpstr>PowerPoint 演示文稿</vt:lpstr>
      <vt:lpstr>3.1.2 电位函数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3.1.3  导体系统的电容</vt:lpstr>
      <vt:lpstr>PowerPoint 演示文稿</vt:lpstr>
      <vt:lpstr>PowerPoint 演示文稿</vt:lpstr>
      <vt:lpstr>PowerPoint 演示文稿</vt:lpstr>
      <vt:lpstr>PowerPoint 演示文稿</vt:lpstr>
      <vt:lpstr>PowerPoint 演示文稿</vt:lpstr>
      <vt:lpstr>PowerPoint 演示文稿</vt:lpstr>
      <vt:lpstr>3.1.4   静电场的能量和电场能量密度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Admin</cp:lastModifiedBy>
  <cp:revision>910</cp:revision>
  <dcterms:created xsi:type="dcterms:W3CDTF">2004-02-10T07:06:32Z</dcterms:created>
  <dcterms:modified xsi:type="dcterms:W3CDTF">2025-12-02T12:15:07Z</dcterms:modified>
</cp:coreProperties>
</file>